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theme/theme3.xml" ContentType="application/vnd.openxmlformats-officedocument.theme+xml"/>
  <Override PartName="/ppt/tags/tag5.xml" ContentType="application/vnd.openxmlformats-officedocument.presentationml.tags+xml"/>
  <Override PartName="/ppt/tags/tag6.xml" ContentType="application/vnd.openxmlformats-officedocument.presentationml.tags+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theme/theme4.xml" ContentType="application/vnd.openxmlformats-officedocument.theme+xml"/>
  <Override PartName="/ppt/tags/tag7.xml" ContentType="application/vnd.openxmlformats-officedocument.presentationml.tags+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theme/theme5.xml" ContentType="application/vnd.openxmlformats-officedocument.theme+xml"/>
  <Override PartName="/ppt/tags/tag8.xml" ContentType="application/vnd.openxmlformats-officedocument.presentationml.tags+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notesSlides/notesSlide8.xml" ContentType="application/vnd.openxmlformats-officedocument.presentationml.notesSlide+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notesSlides/notesSlide9.xml" ContentType="application/vnd.openxmlformats-officedocument.presentationml.notesSlide+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notesSlides/notesSlide10.xml" ContentType="application/vnd.openxmlformats-officedocument.presentationml.notesSlide+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notesSlides/notesSlide11.xml" ContentType="application/vnd.openxmlformats-officedocument.presentationml.notesSlide+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notesSlides/notesSlide12.xml" ContentType="application/vnd.openxmlformats-officedocument.presentationml.notesSlide+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notesSlides/notesSlide13.xml" ContentType="application/vnd.openxmlformats-officedocument.presentationml.notesSlide+xml"/>
  <Override PartName="/ppt/comments/modernComment_7FFFFFF6_2CAB68FC.xml" ContentType="application/vnd.ms-powerpoint.comments+xml"/>
  <Override PartName="/ppt/notesSlides/notesSlide14.xml" ContentType="application/vnd.openxmlformats-officedocument.presentationml.notesSlide+xml"/>
  <Override PartName="/ppt/tags/tag107.xml" ContentType="application/vnd.openxmlformats-officedocument.presentationml.tags+xml"/>
  <Override PartName="/ppt/tags/tag108.xml" ContentType="application/vnd.openxmlformats-officedocument.presentationml.tags+xml"/>
  <Override PartName="/ppt/notesSlides/notesSlide1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6.xml" ContentType="application/vnd.openxmlformats-officedocument.presentationml.notesSlide+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notesSlides/notesSlide17.xml" ContentType="application/vnd.openxmlformats-officedocument.presentationml.notesSlide+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notesSlides/notesSlide18.xml" ContentType="application/vnd.openxmlformats-officedocument.presentationml.notesSlide+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notesSlides/notesSlide19.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20.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21.xml" ContentType="application/vnd.openxmlformats-officedocument.presentationml.notesSlide+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notesSlides/notesSlide22.xml" ContentType="application/vnd.openxmlformats-officedocument.presentationml.notesSlide+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notesSlides/notesSlide23.xml" ContentType="application/vnd.openxmlformats-officedocument.presentationml.notesSlide+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notesSlides/notesSlide24.xml" ContentType="application/vnd.openxmlformats-officedocument.presentationml.notesSlide+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tags/tag441.xml" ContentType="application/vnd.openxmlformats-officedocument.presentationml.tags+xml"/>
  <Override PartName="/ppt/tags/tag442.xml" ContentType="application/vnd.openxmlformats-officedocument.presentationml.tags+xml"/>
  <Override PartName="/ppt/notesSlides/notesSlide25.xml" ContentType="application/vnd.openxmlformats-officedocument.presentationml.notesSlide+xml"/>
  <Override PartName="/ppt/tags/tag443.xml" ContentType="application/vnd.openxmlformats-officedocument.presentationml.tags+xml"/>
  <Override PartName="/ppt/notesSlides/notesSlide26.xml" ContentType="application/vnd.openxmlformats-officedocument.presentationml.notesSlide+xml"/>
  <Override PartName="/ppt/tags/tag444.xml" ContentType="application/vnd.openxmlformats-officedocument.presentationml.tags+xml"/>
  <Override PartName="/ppt/notesSlides/notesSlide27.xml" ContentType="application/vnd.openxmlformats-officedocument.presentationml.notesSlide+xml"/>
  <Override PartName="/ppt/tags/tag445.xml" ContentType="application/vnd.openxmlformats-officedocument.presentationml.tags+xml"/>
  <Override PartName="/ppt/tags/tag446.xml" ContentType="application/vnd.openxmlformats-officedocument.presentationml.tags+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350" r:id="rId4"/>
    <p:sldMasterId id="2147483827" r:id="rId5"/>
    <p:sldMasterId id="2147483906" r:id="rId6"/>
    <p:sldMasterId id="2147484012" r:id="rId7"/>
    <p:sldMasterId id="2147484300" r:id="rId8"/>
    <p:sldMasterId id="2147484486" r:id="rId9"/>
  </p:sldMasterIdLst>
  <p:notesMasterIdLst>
    <p:notesMasterId r:id="rId77"/>
  </p:notesMasterIdLst>
  <p:sldIdLst>
    <p:sldId id="9849" r:id="rId10"/>
    <p:sldId id="9852" r:id="rId11"/>
    <p:sldId id="267" r:id="rId12"/>
    <p:sldId id="283" r:id="rId13"/>
    <p:sldId id="2147480200" r:id="rId14"/>
    <p:sldId id="2147377311" r:id="rId15"/>
    <p:sldId id="2147483643" r:id="rId16"/>
    <p:sldId id="2147377299" r:id="rId17"/>
    <p:sldId id="2147483637" r:id="rId18"/>
    <p:sldId id="2147480193" r:id="rId19"/>
    <p:sldId id="262" r:id="rId20"/>
    <p:sldId id="297" r:id="rId21"/>
    <p:sldId id="301" r:id="rId22"/>
    <p:sldId id="303" r:id="rId23"/>
    <p:sldId id="304" r:id="rId24"/>
    <p:sldId id="306" r:id="rId25"/>
    <p:sldId id="308" r:id="rId26"/>
    <p:sldId id="309" r:id="rId27"/>
    <p:sldId id="349" r:id="rId28"/>
    <p:sldId id="310" r:id="rId29"/>
    <p:sldId id="2147483638" r:id="rId30"/>
    <p:sldId id="311" r:id="rId31"/>
    <p:sldId id="281" r:id="rId32"/>
    <p:sldId id="265" r:id="rId33"/>
    <p:sldId id="307" r:id="rId34"/>
    <p:sldId id="266" r:id="rId35"/>
    <p:sldId id="319" r:id="rId36"/>
    <p:sldId id="288" r:id="rId37"/>
    <p:sldId id="2147483644" r:id="rId38"/>
    <p:sldId id="290" r:id="rId39"/>
    <p:sldId id="2147483645" r:id="rId40"/>
    <p:sldId id="2147483646" r:id="rId41"/>
    <p:sldId id="2147483635" r:id="rId42"/>
    <p:sldId id="2147483636" r:id="rId43"/>
    <p:sldId id="405" r:id="rId44"/>
    <p:sldId id="269" r:id="rId45"/>
    <p:sldId id="2147483634" r:id="rId46"/>
    <p:sldId id="298" r:id="rId47"/>
    <p:sldId id="340" r:id="rId48"/>
    <p:sldId id="339" r:id="rId49"/>
    <p:sldId id="286" r:id="rId50"/>
    <p:sldId id="295" r:id="rId51"/>
    <p:sldId id="2147483647" r:id="rId52"/>
    <p:sldId id="259" r:id="rId53"/>
    <p:sldId id="270" r:id="rId54"/>
    <p:sldId id="330" r:id="rId55"/>
    <p:sldId id="341" r:id="rId56"/>
    <p:sldId id="346" r:id="rId57"/>
    <p:sldId id="347" r:id="rId58"/>
    <p:sldId id="275" r:id="rId59"/>
    <p:sldId id="343" r:id="rId60"/>
    <p:sldId id="350" r:id="rId61"/>
    <p:sldId id="348" r:id="rId62"/>
    <p:sldId id="256" r:id="rId63"/>
    <p:sldId id="274" r:id="rId64"/>
    <p:sldId id="284" r:id="rId65"/>
    <p:sldId id="282" r:id="rId66"/>
    <p:sldId id="261" r:id="rId67"/>
    <p:sldId id="277" r:id="rId68"/>
    <p:sldId id="260" r:id="rId69"/>
    <p:sldId id="273" r:id="rId70"/>
    <p:sldId id="276" r:id="rId71"/>
    <p:sldId id="271" r:id="rId72"/>
    <p:sldId id="279" r:id="rId73"/>
    <p:sldId id="9805" r:id="rId74"/>
    <p:sldId id="2147475013" r:id="rId75"/>
    <p:sldId id="257" r:id="rId7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3713824-3DC7-4D9E-9504-4468A296EAA2}">
          <p14:sldIdLst>
            <p14:sldId id="9849"/>
            <p14:sldId id="9852"/>
            <p14:sldId id="267"/>
            <p14:sldId id="283"/>
            <p14:sldId id="2147480200"/>
            <p14:sldId id="2147377311"/>
            <p14:sldId id="2147483643"/>
            <p14:sldId id="2147377299"/>
            <p14:sldId id="2147483637"/>
            <p14:sldId id="2147480193"/>
            <p14:sldId id="262"/>
            <p14:sldId id="297"/>
            <p14:sldId id="301"/>
            <p14:sldId id="303"/>
            <p14:sldId id="304"/>
            <p14:sldId id="306"/>
            <p14:sldId id="308"/>
            <p14:sldId id="309"/>
            <p14:sldId id="349"/>
            <p14:sldId id="310"/>
            <p14:sldId id="2147483638"/>
            <p14:sldId id="311"/>
            <p14:sldId id="281"/>
            <p14:sldId id="265"/>
            <p14:sldId id="307"/>
            <p14:sldId id="266"/>
            <p14:sldId id="319"/>
          </p14:sldIdLst>
        </p14:section>
        <p14:section name="Speso" id="{75966DB8-52CE-4E43-A9C6-2F4E68B20724}">
          <p14:sldIdLst>
            <p14:sldId id="288"/>
            <p14:sldId id="2147483644"/>
            <p14:sldId id="290"/>
            <p14:sldId id="2147483645"/>
            <p14:sldId id="2147483646"/>
            <p14:sldId id="2147483635"/>
            <p14:sldId id="2147483636"/>
            <p14:sldId id="405"/>
            <p14:sldId id="269"/>
            <p14:sldId id="2147483634"/>
            <p14:sldId id="298"/>
            <p14:sldId id="340"/>
            <p14:sldId id="339"/>
            <p14:sldId id="286"/>
            <p14:sldId id="295"/>
            <p14:sldId id="2147483647"/>
            <p14:sldId id="259"/>
          </p14:sldIdLst>
        </p14:section>
        <p14:section name="PMS" id="{85AFFDF7-6F11-48A1-BD01-D62A01E74197}">
          <p14:sldIdLst/>
        </p14:section>
        <p14:section name="Speso license out guidance" id="{ABBAFFEE-1032-4DC7-9FBF-49153A8ECD60}">
          <p14:sldIdLst>
            <p14:sldId id="270"/>
            <p14:sldId id="330"/>
            <p14:sldId id="341"/>
            <p14:sldId id="346"/>
            <p14:sldId id="347"/>
            <p14:sldId id="275"/>
            <p14:sldId id="343"/>
            <p14:sldId id="350"/>
            <p14:sldId id="348"/>
          </p14:sldIdLst>
        </p14:section>
        <p14:section name="backup slides for verducatib" id="{3D3E1176-0A86-4869-AAFC-420B60118F4B}">
          <p14:sldIdLst>
            <p14:sldId id="256"/>
            <p14:sldId id="274"/>
            <p14:sldId id="284"/>
            <p14:sldId id="282"/>
            <p14:sldId id="261"/>
            <p14:sldId id="277"/>
            <p14:sldId id="260"/>
            <p14:sldId id="273"/>
            <p14:sldId id="276"/>
            <p14:sldId id="271"/>
          </p14:sldIdLst>
        </p14:section>
        <p14:section name="Early assets" id="{CB54BD04-1709-4C25-A122-BD729EF18441}">
          <p14:sldIdLst>
            <p14:sldId id="279"/>
            <p14:sldId id="9805"/>
            <p14:sldId id="2147475013"/>
            <p14:sldId id="257"/>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D341D07-0F5E-8CC2-0F30-ADC2F3A3C4FA}" name="Chen,Dr.,Ying (HP Medicine) BII-CN-S" initials="YC" userId="S::ying_4.chen@boehringer-ingelheim.com::7c019f49-0ee9-4787-9ac5-a11d3b82d6d2" providerId="AD"/>
  <p188:author id="{DBD85D0A-9BDD-43C6-9CE9-DD630CDA1613}" name="Tao,Helen (HP Medicine) BII-CN-S" initials="HT" userId="S::helen.tao@boehringer-ingelheim.com::35187e18-a979-452a-a00a-a6d2f11c820c" providerId="AD"/>
  <p188:author id="{A5B9440D-8132-04F9-2566-1BD904246C0C}" name="Qian,Qi (MED CDO) BII-CN-S" initials="QQ" userId="S::qi.qian@boehringer-ingelheim.com::a012f63a-3071-45e6-b604-0f04cceb25ea" providerId="AD"/>
  <p188:author id="{DFFCAA2A-7911-D1A6-A28E-2ECE6DB17DE2}" name="Lu,Yixin (MED CDO) BII-CN-S" initials="" userId="S::yixin.lu@boehringer-ingelheim.com::6055c963-f18b-4b43-9f26-62c3b4c5f854" providerId="AD"/>
  <p188:author id="{F17A6769-F87E-EF61-FF60-5A97952D9034}" name="Xu,Lindsay (HP Medicine) BII-CN-S" initials="XB" userId="S::lindsay.xu@boehringer-ingelheim.com::80a8f60d-1654-4b86-b932-46a0c01eb59c" providerId="AD"/>
  <p188:author id="{3C62718A-852D-A254-B361-9150D9DB2D0E}" name="Li,Yuting (HP Medicine) BII-CN-S" initials="YL" userId="S::yuting.li@boehringer-ingelheim.com::ce8fbb54-122c-426d-b8da-fdcc5e1b5022" providerId="AD"/>
  <p188:author id="{D02E7CB4-282E-A6E2-4F34-22B5D2DCEC89}" name="Liu,Dr.,Meiruo (HP Medicine) BII-CN-S" initials="ML" userId="S::meiruo.liu@boehringer-ingelheim.com::ece9aa16-5bba-4d2f-b200-019c8e2ba0a0" providerId="AD"/>
  <p188:author id="{3EE9A3BA-A0DF-86C1-548A-56E94F48D9E7}" name="Wang,Dr.,Bo (HP Medicine) BII-CN-S" initials="" userId="S::bo_7.wang@boehringer-ingelheim.com::950b8564-41e4-4a68-9f11-e3d2e116a359" providerId="AD"/>
  <p188:author id="{F51ECDD6-236D-557A-332A-2E3D52E52276}" name="Zhang,Ying (MED CDO) BII-CN-S" initials="YZ" userId="S::ying_2.zhang@boehringer-ingelheim.com::456eb1e0-4978-443e-822e-be854341a778" providerId="AD"/>
  <p188:author id="{D7B8D2DE-D6DD-A4D5-E725-5140F840A37E}" name="Zhu,Dr.,Yayun (HP Medicine) BII-CN-S" initials="ZB" userId="S::yayun.zhu@boehringer-ingelheim.com::f923e91b-1433-4718-a9fb-37abca69f87f"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Zhu,Dr.,Yayun (HP Medicine) BII-CN-S" initials="ZB" lastIdx="5" clrIdx="6">
    <p:extLst>
      <p:ext uri="{19B8F6BF-5375-455C-9EA6-DF929625EA0E}">
        <p15:presenceInfo xmlns:p15="http://schemas.microsoft.com/office/powerpoint/2012/main" userId="S::yayun.zhu@boehringer-ingelheim.com::f923e91b-1433-4718-a9fb-37abca69f87f" providerId="AD"/>
      </p:ext>
    </p:extLst>
  </p:cmAuthor>
  <p:cmAuthor id="1" name="Chen,Dr.,Ying (HP Medicine) BII-CN-S" initials="YC" lastIdx="24" clrIdx="0">
    <p:extLst>
      <p:ext uri="{19B8F6BF-5375-455C-9EA6-DF929625EA0E}">
        <p15:presenceInfo xmlns:p15="http://schemas.microsoft.com/office/powerpoint/2012/main" userId="S::ying_4.chen@boehringer-ingelheim.com::7c019f49-0ee9-4787-9ac5-a11d3b82d6d2" providerId="AD"/>
      </p:ext>
    </p:extLst>
  </p:cmAuthor>
  <p:cmAuthor id="8" name="Wang,Dr.,Bo (HP Medicine) BII-CN-S" initials="BW" lastIdx="7" clrIdx="7">
    <p:extLst>
      <p:ext uri="{19B8F6BF-5375-455C-9EA6-DF929625EA0E}">
        <p15:presenceInfo xmlns:p15="http://schemas.microsoft.com/office/powerpoint/2012/main" userId="S::bo_7.wang@boehringer-ingelheim.com::950b8564-41e4-4a68-9f11-e3d2e116a359" providerId="AD"/>
      </p:ext>
    </p:extLst>
  </p:cmAuthor>
  <p:cmAuthor id="2" name="Qian,Qi (MED CD&amp;O) BII-CN-S" initials="QQ" lastIdx="12" clrIdx="1">
    <p:extLst>
      <p:ext uri="{19B8F6BF-5375-455C-9EA6-DF929625EA0E}">
        <p15:presenceInfo xmlns:p15="http://schemas.microsoft.com/office/powerpoint/2012/main" userId="S::qi.qian@boehringer-ingelheim.com::a012f63a-3071-45e6-b604-0f04cceb25ea" providerId="AD"/>
      </p:ext>
    </p:extLst>
  </p:cmAuthor>
  <p:cmAuthor id="9" name="Ma,Jiayi (MED CDO) BII-CN-S" initials="JM" lastIdx="3" clrIdx="8">
    <p:extLst>
      <p:ext uri="{19B8F6BF-5375-455C-9EA6-DF929625EA0E}">
        <p15:presenceInfo xmlns:p15="http://schemas.microsoft.com/office/powerpoint/2012/main" userId="S::jiayi.ma@boehringer-ingelheim.com::4bb250b1-eaf6-4ab9-91ce-2c35378e4e69" providerId="AD"/>
      </p:ext>
    </p:extLst>
  </p:cmAuthor>
  <p:cmAuthor id="3" name="Tao,Helen (HP Medicine) BII-CN-S" initials="TB" lastIdx="4" clrIdx="2">
    <p:extLst>
      <p:ext uri="{19B8F6BF-5375-455C-9EA6-DF929625EA0E}">
        <p15:presenceInfo xmlns:p15="http://schemas.microsoft.com/office/powerpoint/2012/main" userId="S::helen.tao@boehringer-ingelheim.com::35187e18-a979-452a-a00a-a6d2f11c820c" providerId="AD"/>
      </p:ext>
    </p:extLst>
  </p:cmAuthor>
  <p:cmAuthor id="10" name="Zhang,Ying (MED CDO) BII-CN-S" initials="YZ" lastIdx="6" clrIdx="9">
    <p:extLst>
      <p:ext uri="{19B8F6BF-5375-455C-9EA6-DF929625EA0E}">
        <p15:presenceInfo xmlns:p15="http://schemas.microsoft.com/office/powerpoint/2012/main" userId="S::ying_2.zhang@boehringer-ingelheim.com::456eb1e0-4978-443e-822e-be854341a778" providerId="AD"/>
      </p:ext>
    </p:extLst>
  </p:cmAuthor>
  <p:cmAuthor id="4" name="Xu,Lindsay (HP Medicine) BII-CN-S" initials="XB" lastIdx="3" clrIdx="3">
    <p:extLst>
      <p:ext uri="{19B8F6BF-5375-455C-9EA6-DF929625EA0E}">
        <p15:presenceInfo xmlns:p15="http://schemas.microsoft.com/office/powerpoint/2012/main" userId="S::lindsay.xu@boehringer-ingelheim.com::80a8f60d-1654-4b86-b932-46a0c01eb59c" providerId="AD"/>
      </p:ext>
    </p:extLst>
  </p:cmAuthor>
  <p:cmAuthor id="11" name="Li,Yuting (HP Medicine) BII-CN-S" initials="YL" lastIdx="2" clrIdx="10">
    <p:extLst>
      <p:ext uri="{19B8F6BF-5375-455C-9EA6-DF929625EA0E}">
        <p15:presenceInfo xmlns:p15="http://schemas.microsoft.com/office/powerpoint/2012/main" userId="S::yuting.li@boehringer-ingelheim.com::ce8fbb54-122c-426d-b8da-fdcc5e1b5022" providerId="AD"/>
      </p:ext>
    </p:extLst>
  </p:cmAuthor>
  <p:cmAuthor id="5" name="Kind,Saskia (HP Medicine) BII-CN-S" initials="SK" lastIdx="3" clrIdx="4">
    <p:extLst>
      <p:ext uri="{19B8F6BF-5375-455C-9EA6-DF929625EA0E}">
        <p15:presenceInfo xmlns:p15="http://schemas.microsoft.com/office/powerpoint/2012/main" userId="S::saskia.kind@boehringer-ingelheim.com::14424b57-ed60-4e43-9702-4cbb8465d621" providerId="AD"/>
      </p:ext>
    </p:extLst>
  </p:cmAuthor>
  <p:cmAuthor id="6" name="Ivanoff,Dr.,Nathalie (MED TA Infl) BII-DE-I" initials="NI" lastIdx="2" clrIdx="5">
    <p:extLst>
      <p:ext uri="{19B8F6BF-5375-455C-9EA6-DF929625EA0E}">
        <p15:presenceInfo xmlns:p15="http://schemas.microsoft.com/office/powerpoint/2012/main" userId="S::nathalie.ivanoff@boehringer-ingelheim.com::55733a91-2093-4bec-b3d1-e781a629847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DCDBF5"/>
    <a:srgbClr val="D80B0C"/>
    <a:srgbClr val="052EFC"/>
    <a:srgbClr val="F75605"/>
    <a:srgbClr val="E1B900"/>
    <a:srgbClr val="CF0000"/>
    <a:srgbClr val="00E47C"/>
    <a:srgbClr val="87C9AA"/>
    <a:srgbClr val="2636A2"/>
    <a:srgbClr val="EEC8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7" d="100"/>
          <a:sy n="67" d="100"/>
        </p:scale>
        <p:origin x="62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slide" Target="slides/slide30.xml"/><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slide" Target="slides/slide33.xml"/><Relationship Id="rId47" Type="http://schemas.openxmlformats.org/officeDocument/2006/relationships/slide" Target="slides/slide38.xml"/><Relationship Id="rId50" Type="http://schemas.openxmlformats.org/officeDocument/2006/relationships/slide" Target="slides/slide41.xml"/><Relationship Id="rId55" Type="http://schemas.openxmlformats.org/officeDocument/2006/relationships/slide" Target="slides/slide46.xml"/><Relationship Id="rId63" Type="http://schemas.openxmlformats.org/officeDocument/2006/relationships/slide" Target="slides/slide54.xml"/><Relationship Id="rId68" Type="http://schemas.openxmlformats.org/officeDocument/2006/relationships/slide" Target="slides/slide59.xml"/><Relationship Id="rId76" Type="http://schemas.openxmlformats.org/officeDocument/2006/relationships/slide" Target="slides/slide67.xml"/><Relationship Id="rId84" Type="http://schemas.microsoft.com/office/2018/10/relationships/authors" Target="authors.xml"/><Relationship Id="rId7" Type="http://schemas.openxmlformats.org/officeDocument/2006/relationships/slideMaster" Target="slideMasters/slideMaster4.xml"/><Relationship Id="rId71" Type="http://schemas.openxmlformats.org/officeDocument/2006/relationships/slide" Target="slides/slide62.xml"/><Relationship Id="rId2" Type="http://schemas.openxmlformats.org/officeDocument/2006/relationships/customXml" Target="../customXml/item2.xml"/><Relationship Id="rId16" Type="http://schemas.openxmlformats.org/officeDocument/2006/relationships/slide" Target="slides/slide7.xml"/><Relationship Id="rId29" Type="http://schemas.openxmlformats.org/officeDocument/2006/relationships/slide" Target="slides/slide20.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slide" Target="slides/slide36.xml"/><Relationship Id="rId53" Type="http://schemas.openxmlformats.org/officeDocument/2006/relationships/slide" Target="slides/slide44.xml"/><Relationship Id="rId58" Type="http://schemas.openxmlformats.org/officeDocument/2006/relationships/slide" Target="slides/slide49.xml"/><Relationship Id="rId66" Type="http://schemas.openxmlformats.org/officeDocument/2006/relationships/slide" Target="slides/slide57.xml"/><Relationship Id="rId74" Type="http://schemas.openxmlformats.org/officeDocument/2006/relationships/slide" Target="slides/slide65.xml"/><Relationship Id="rId79" Type="http://schemas.openxmlformats.org/officeDocument/2006/relationships/presProps" Target="presProps.xml"/><Relationship Id="rId5" Type="http://schemas.openxmlformats.org/officeDocument/2006/relationships/slideMaster" Target="slideMasters/slideMaster2.xml"/><Relationship Id="rId61" Type="http://schemas.openxmlformats.org/officeDocument/2006/relationships/slide" Target="slides/slide52.xml"/><Relationship Id="rId82" Type="http://schemas.openxmlformats.org/officeDocument/2006/relationships/tableStyles" Target="tableStyles.xml"/><Relationship Id="rId10" Type="http://schemas.openxmlformats.org/officeDocument/2006/relationships/slide" Target="slides/slide1.xml"/><Relationship Id="rId19" Type="http://schemas.openxmlformats.org/officeDocument/2006/relationships/slide" Target="slides/slide10.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slide" Target="slides/slide43.xml"/><Relationship Id="rId60" Type="http://schemas.openxmlformats.org/officeDocument/2006/relationships/slide" Target="slides/slide51.xml"/><Relationship Id="rId65" Type="http://schemas.openxmlformats.org/officeDocument/2006/relationships/slide" Target="slides/slide56.xml"/><Relationship Id="rId73" Type="http://schemas.openxmlformats.org/officeDocument/2006/relationships/slide" Target="slides/slide64.xml"/><Relationship Id="rId78" Type="http://schemas.openxmlformats.org/officeDocument/2006/relationships/commentAuthors" Target="commentAuthors.xml"/><Relationship Id="rId8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slide" Target="slides/slide39.xml"/><Relationship Id="rId56" Type="http://schemas.openxmlformats.org/officeDocument/2006/relationships/slide" Target="slides/slide47.xml"/><Relationship Id="rId64" Type="http://schemas.openxmlformats.org/officeDocument/2006/relationships/slide" Target="slides/slide55.xml"/><Relationship Id="rId69" Type="http://schemas.openxmlformats.org/officeDocument/2006/relationships/slide" Target="slides/slide60.xml"/><Relationship Id="rId77" Type="http://schemas.openxmlformats.org/officeDocument/2006/relationships/notesMaster" Target="notesMasters/notesMaster1.xml"/><Relationship Id="rId8" Type="http://schemas.openxmlformats.org/officeDocument/2006/relationships/slideMaster" Target="slideMasters/slideMaster5.xml"/><Relationship Id="rId51" Type="http://schemas.openxmlformats.org/officeDocument/2006/relationships/slide" Target="slides/slide42.xml"/><Relationship Id="rId72" Type="http://schemas.openxmlformats.org/officeDocument/2006/relationships/slide" Target="slides/slide63.xml"/><Relationship Id="rId80"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59" Type="http://schemas.openxmlformats.org/officeDocument/2006/relationships/slide" Target="slides/slide50.xml"/><Relationship Id="rId67" Type="http://schemas.openxmlformats.org/officeDocument/2006/relationships/slide" Target="slides/slide58.xml"/><Relationship Id="rId20" Type="http://schemas.openxmlformats.org/officeDocument/2006/relationships/slide" Target="slides/slide11.xml"/><Relationship Id="rId41" Type="http://schemas.openxmlformats.org/officeDocument/2006/relationships/slide" Target="slides/slide32.xml"/><Relationship Id="rId54" Type="http://schemas.openxmlformats.org/officeDocument/2006/relationships/slide" Target="slides/slide45.xml"/><Relationship Id="rId62" Type="http://schemas.openxmlformats.org/officeDocument/2006/relationships/slide" Target="slides/slide53.xml"/><Relationship Id="rId70" Type="http://schemas.openxmlformats.org/officeDocument/2006/relationships/slide" Target="slides/slide61.xml"/><Relationship Id="rId75" Type="http://schemas.openxmlformats.org/officeDocument/2006/relationships/slide" Target="slides/slide66.xml"/><Relationship Id="rId83"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slide" Target="slides/slide40.xml"/><Relationship Id="rId57" Type="http://schemas.openxmlformats.org/officeDocument/2006/relationships/slide" Target="slides/slide4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ang,Dr.,Bo (HP Medicine) BII-CN-S" userId="950b8564-41e4-4a68-9f11-e3d2e116a359" providerId="ADAL" clId="{A0D9DB44-A0AF-4A5F-8A8D-1CAF10B8DF49}"/>
    <pc:docChg chg="undo custSel addSld delSld modSld sldOrd delMainMaster modSection">
      <pc:chgData name="Wang,Dr.,Bo (HP Medicine) BII-CN-S" userId="950b8564-41e4-4a68-9f11-e3d2e116a359" providerId="ADAL" clId="{A0D9DB44-A0AF-4A5F-8A8D-1CAF10B8DF49}" dt="2026-04-23T02:46:21.486" v="5948" actId="20577"/>
      <pc:docMkLst>
        <pc:docMk/>
      </pc:docMkLst>
      <pc:sldChg chg="add">
        <pc:chgData name="Wang,Dr.,Bo (HP Medicine) BII-CN-S" userId="950b8564-41e4-4a68-9f11-e3d2e116a359" providerId="ADAL" clId="{A0D9DB44-A0AF-4A5F-8A8D-1CAF10B8DF49}" dt="2026-04-17T02:21:52.092" v="4201"/>
        <pc:sldMkLst>
          <pc:docMk/>
          <pc:sldMk cId="1382724192" sldId="297"/>
        </pc:sldMkLst>
      </pc:sldChg>
      <pc:sldChg chg="modSp add mod">
        <pc:chgData name="Wang,Dr.,Bo (HP Medicine) BII-CN-S" userId="950b8564-41e4-4a68-9f11-e3d2e116a359" providerId="ADAL" clId="{A0D9DB44-A0AF-4A5F-8A8D-1CAF10B8DF49}" dt="2026-04-23T01:32:02.516" v="5900" actId="20577"/>
        <pc:sldMkLst>
          <pc:docMk/>
          <pc:sldMk cId="1357630472" sldId="301"/>
        </pc:sldMkLst>
        <pc:spChg chg="mod">
          <ac:chgData name="Wang,Dr.,Bo (HP Medicine) BII-CN-S" userId="950b8564-41e4-4a68-9f11-e3d2e116a359" providerId="ADAL" clId="{A0D9DB44-A0AF-4A5F-8A8D-1CAF10B8DF49}" dt="2026-04-23T01:32:02.516" v="5900" actId="20577"/>
          <ac:spMkLst>
            <pc:docMk/>
            <pc:sldMk cId="1357630472" sldId="301"/>
            <ac:spMk id="2" creationId="{2CB0E5DF-17D6-E626-F5CC-2CD2B4DF55BF}"/>
          </ac:spMkLst>
        </pc:spChg>
        <pc:spChg chg="mod">
          <ac:chgData name="Wang,Dr.,Bo (HP Medicine) BII-CN-S" userId="950b8564-41e4-4a68-9f11-e3d2e116a359" providerId="ADAL" clId="{A0D9DB44-A0AF-4A5F-8A8D-1CAF10B8DF49}" dt="2026-04-19T08:36:38.585" v="4268" actId="14100"/>
          <ac:spMkLst>
            <pc:docMk/>
            <pc:sldMk cId="1357630472" sldId="301"/>
            <ac:spMk id="7" creationId="{F2B39861-CE40-EAAE-1122-0BC9E5826BB4}"/>
          </ac:spMkLst>
        </pc:spChg>
      </pc:sldChg>
      <pc:sldChg chg="add mod modShow">
        <pc:chgData name="Wang,Dr.,Bo (HP Medicine) BII-CN-S" userId="950b8564-41e4-4a68-9f11-e3d2e116a359" providerId="ADAL" clId="{A0D9DB44-A0AF-4A5F-8A8D-1CAF10B8DF49}" dt="2026-04-17T02:22:07.734" v="4202" actId="729"/>
        <pc:sldMkLst>
          <pc:docMk/>
          <pc:sldMk cId="1010188898" sldId="303"/>
        </pc:sldMkLst>
      </pc:sldChg>
      <pc:sldChg chg="add">
        <pc:chgData name="Wang,Dr.,Bo (HP Medicine) BII-CN-S" userId="950b8564-41e4-4a68-9f11-e3d2e116a359" providerId="ADAL" clId="{A0D9DB44-A0AF-4A5F-8A8D-1CAF10B8DF49}" dt="2026-04-17T02:21:52.092" v="4201"/>
        <pc:sldMkLst>
          <pc:docMk/>
          <pc:sldMk cId="3501281107" sldId="304"/>
        </pc:sldMkLst>
      </pc:sldChg>
      <pc:sldChg chg="add">
        <pc:chgData name="Wang,Dr.,Bo (HP Medicine) BII-CN-S" userId="950b8564-41e4-4a68-9f11-e3d2e116a359" providerId="ADAL" clId="{A0D9DB44-A0AF-4A5F-8A8D-1CAF10B8DF49}" dt="2026-04-17T02:21:52.092" v="4201"/>
        <pc:sldMkLst>
          <pc:docMk/>
          <pc:sldMk cId="3975273527" sldId="306"/>
        </pc:sldMkLst>
      </pc:sldChg>
      <pc:sldChg chg="modSp add mod">
        <pc:chgData name="Wang,Dr.,Bo (HP Medicine) BII-CN-S" userId="950b8564-41e4-4a68-9f11-e3d2e116a359" providerId="ADAL" clId="{A0D9DB44-A0AF-4A5F-8A8D-1CAF10B8DF49}" dt="2026-04-23T01:42:49.440" v="5907" actId="20577"/>
        <pc:sldMkLst>
          <pc:docMk/>
          <pc:sldMk cId="2679066105" sldId="308"/>
        </pc:sldMkLst>
        <pc:spChg chg="mod">
          <ac:chgData name="Wang,Dr.,Bo (HP Medicine) BII-CN-S" userId="950b8564-41e4-4a68-9f11-e3d2e116a359" providerId="ADAL" clId="{A0D9DB44-A0AF-4A5F-8A8D-1CAF10B8DF49}" dt="2026-04-23T01:42:49.440" v="5907" actId="20577"/>
          <ac:spMkLst>
            <pc:docMk/>
            <pc:sldMk cId="2679066105" sldId="308"/>
            <ac:spMk id="120" creationId="{9938E0AF-A76E-10C9-9ECE-E5176B61B20A}"/>
          </ac:spMkLst>
        </pc:spChg>
      </pc:sldChg>
      <pc:sldChg chg="modSp add mod">
        <pc:chgData name="Wang,Dr.,Bo (HP Medicine) BII-CN-S" userId="950b8564-41e4-4a68-9f11-e3d2e116a359" providerId="ADAL" clId="{A0D9DB44-A0AF-4A5F-8A8D-1CAF10B8DF49}" dt="2026-04-23T01:44:15.993" v="5908" actId="20577"/>
        <pc:sldMkLst>
          <pc:docMk/>
          <pc:sldMk cId="4005990748" sldId="309"/>
        </pc:sldMkLst>
        <pc:spChg chg="mod">
          <ac:chgData name="Wang,Dr.,Bo (HP Medicine) BII-CN-S" userId="950b8564-41e4-4a68-9f11-e3d2e116a359" providerId="ADAL" clId="{A0D9DB44-A0AF-4A5F-8A8D-1CAF10B8DF49}" dt="2026-04-23T01:44:15.993" v="5908" actId="20577"/>
          <ac:spMkLst>
            <pc:docMk/>
            <pc:sldMk cId="4005990748" sldId="309"/>
            <ac:spMk id="6" creationId="{EBEB55D8-790F-BFF0-BF36-F373D202A484}"/>
          </ac:spMkLst>
        </pc:spChg>
      </pc:sldChg>
      <pc:sldChg chg="modSp add mod">
        <pc:chgData name="Wang,Dr.,Bo (HP Medicine) BII-CN-S" userId="950b8564-41e4-4a68-9f11-e3d2e116a359" providerId="ADAL" clId="{A0D9DB44-A0AF-4A5F-8A8D-1CAF10B8DF49}" dt="2026-04-23T02:46:10.957" v="5947" actId="20577"/>
        <pc:sldMkLst>
          <pc:docMk/>
          <pc:sldMk cId="333684324" sldId="310"/>
        </pc:sldMkLst>
        <pc:spChg chg="mod">
          <ac:chgData name="Wang,Dr.,Bo (HP Medicine) BII-CN-S" userId="950b8564-41e4-4a68-9f11-e3d2e116a359" providerId="ADAL" clId="{A0D9DB44-A0AF-4A5F-8A8D-1CAF10B8DF49}" dt="2026-04-17T02:23:57.906" v="4217" actId="20577"/>
          <ac:spMkLst>
            <pc:docMk/>
            <pc:sldMk cId="333684324" sldId="310"/>
            <ac:spMk id="39" creationId="{9EE02624-285C-F724-50FC-3B0F8A1FE3C5}"/>
          </ac:spMkLst>
        </pc:spChg>
        <pc:spChg chg="mod">
          <ac:chgData name="Wang,Dr.,Bo (HP Medicine) BII-CN-S" userId="950b8564-41e4-4a68-9f11-e3d2e116a359" providerId="ADAL" clId="{A0D9DB44-A0AF-4A5F-8A8D-1CAF10B8DF49}" dt="2026-04-23T02:46:10.957" v="5947" actId="20577"/>
          <ac:spMkLst>
            <pc:docMk/>
            <pc:sldMk cId="333684324" sldId="310"/>
            <ac:spMk id="40" creationId="{38C6BE43-9C6D-4E4D-261F-291C54B53915}"/>
          </ac:spMkLst>
        </pc:spChg>
        <pc:spChg chg="mod">
          <ac:chgData name="Wang,Dr.,Bo (HP Medicine) BII-CN-S" userId="950b8564-41e4-4a68-9f11-e3d2e116a359" providerId="ADAL" clId="{A0D9DB44-A0AF-4A5F-8A8D-1CAF10B8DF49}" dt="2026-04-17T02:24:10.691" v="4221" actId="20577"/>
          <ac:spMkLst>
            <pc:docMk/>
            <pc:sldMk cId="333684324" sldId="310"/>
            <ac:spMk id="55" creationId="{709A11AE-27F4-5FE6-B882-B32E145FDA9C}"/>
          </ac:spMkLst>
        </pc:spChg>
      </pc:sldChg>
      <pc:sldChg chg="modSp add mod modShow">
        <pc:chgData name="Wang,Dr.,Bo (HP Medicine) BII-CN-S" userId="950b8564-41e4-4a68-9f11-e3d2e116a359" providerId="ADAL" clId="{A0D9DB44-A0AF-4A5F-8A8D-1CAF10B8DF49}" dt="2026-04-21T06:40:09.967" v="5478" actId="729"/>
        <pc:sldMkLst>
          <pc:docMk/>
          <pc:sldMk cId="122794809" sldId="311"/>
        </pc:sldMkLst>
        <pc:graphicFrameChg chg="modGraphic">
          <ac:chgData name="Wang,Dr.,Bo (HP Medicine) BII-CN-S" userId="950b8564-41e4-4a68-9f11-e3d2e116a359" providerId="ADAL" clId="{A0D9DB44-A0AF-4A5F-8A8D-1CAF10B8DF49}" dt="2026-04-19T08:37:54.399" v="4271" actId="207"/>
          <ac:graphicFrameMkLst>
            <pc:docMk/>
            <pc:sldMk cId="122794809" sldId="311"/>
            <ac:graphicFrameMk id="6" creationId="{5C9FDF34-8D5F-BA90-1E95-A08133CD76E7}"/>
          </ac:graphicFrameMkLst>
        </pc:graphicFrameChg>
      </pc:sldChg>
      <pc:sldChg chg="modSp add mod">
        <pc:chgData name="Wang,Dr.,Bo (HP Medicine) BII-CN-S" userId="950b8564-41e4-4a68-9f11-e3d2e116a359" providerId="ADAL" clId="{A0D9DB44-A0AF-4A5F-8A8D-1CAF10B8DF49}" dt="2026-04-22T07:55:28.407" v="5888" actId="14100"/>
        <pc:sldMkLst>
          <pc:docMk/>
          <pc:sldMk cId="1996768977" sldId="349"/>
        </pc:sldMkLst>
        <pc:spChg chg="mod">
          <ac:chgData name="Wang,Dr.,Bo (HP Medicine) BII-CN-S" userId="950b8564-41e4-4a68-9f11-e3d2e116a359" providerId="ADAL" clId="{A0D9DB44-A0AF-4A5F-8A8D-1CAF10B8DF49}" dt="2026-04-22T07:55:28.407" v="5888" actId="14100"/>
          <ac:spMkLst>
            <pc:docMk/>
            <pc:sldMk cId="1996768977" sldId="349"/>
            <ac:spMk id="24" creationId="{FD930C03-7489-2769-92E5-A7416D63BD04}"/>
          </ac:spMkLst>
        </pc:spChg>
        <pc:grpChg chg="mod">
          <ac:chgData name="Wang,Dr.,Bo (HP Medicine) BII-CN-S" userId="950b8564-41e4-4a68-9f11-e3d2e116a359" providerId="ADAL" clId="{A0D9DB44-A0AF-4A5F-8A8D-1CAF10B8DF49}" dt="2026-04-19T08:37:47.434" v="4270" actId="1076"/>
          <ac:grpSpMkLst>
            <pc:docMk/>
            <pc:sldMk cId="1996768977" sldId="349"/>
            <ac:grpSpMk id="3" creationId="{617F5821-6204-96A0-0496-51C04921EC49}"/>
          </ac:grpSpMkLst>
        </pc:grpChg>
      </pc:sldChg>
      <pc:sldChg chg="addSp delSp modSp new mod ord">
        <pc:chgData name="Wang,Dr.,Bo (HP Medicine) BII-CN-S" userId="950b8564-41e4-4a68-9f11-e3d2e116a359" providerId="ADAL" clId="{A0D9DB44-A0AF-4A5F-8A8D-1CAF10B8DF49}" dt="2026-04-23T02:46:21.486" v="5948" actId="20577"/>
        <pc:sldMkLst>
          <pc:docMk/>
          <pc:sldMk cId="749431036" sldId="2147483638"/>
        </pc:sldMkLst>
        <pc:spChg chg="mod">
          <ac:chgData name="Wang,Dr.,Bo (HP Medicine) BII-CN-S" userId="950b8564-41e4-4a68-9f11-e3d2e116a359" providerId="ADAL" clId="{A0D9DB44-A0AF-4A5F-8A8D-1CAF10B8DF49}" dt="2026-04-20T02:31:36.845" v="4340" actId="20577"/>
          <ac:spMkLst>
            <pc:docMk/>
            <pc:sldMk cId="749431036" sldId="2147483638"/>
            <ac:spMk id="2" creationId="{CB0A775B-E55C-B26B-2F63-892CB085B861}"/>
          </ac:spMkLst>
        </pc:spChg>
        <pc:spChg chg="mod">
          <ac:chgData name="Wang,Dr.,Bo (HP Medicine) BII-CN-S" userId="950b8564-41e4-4a68-9f11-e3d2e116a359" providerId="ADAL" clId="{A0D9DB44-A0AF-4A5F-8A8D-1CAF10B8DF49}" dt="2026-04-21T06:46:48.031" v="5566" actId="20577"/>
          <ac:spMkLst>
            <pc:docMk/>
            <pc:sldMk cId="749431036" sldId="2147483638"/>
            <ac:spMk id="4" creationId="{89A895CA-C77F-82C8-FDAA-076C539E0145}"/>
          </ac:spMkLst>
        </pc:spChg>
        <pc:graphicFrameChg chg="add mod modGraphic">
          <ac:chgData name="Wang,Dr.,Bo (HP Medicine) BII-CN-S" userId="950b8564-41e4-4a68-9f11-e3d2e116a359" providerId="ADAL" clId="{A0D9DB44-A0AF-4A5F-8A8D-1CAF10B8DF49}" dt="2026-04-23T02:46:21.486" v="5948" actId="20577"/>
          <ac:graphicFrameMkLst>
            <pc:docMk/>
            <pc:sldMk cId="749431036" sldId="2147483638"/>
            <ac:graphicFrameMk id="6" creationId="{7DCD6B0A-08A9-C410-91D5-8DD0DB9C246E}"/>
          </ac:graphicFrameMkLst>
        </pc:graphicFrameChg>
      </pc:sldChg>
    </pc:docChg>
  </pc:docChgLst>
  <pc:docChgLst>
    <pc:chgData name="Chen,Dr.,Ying (HP Medicine) BII-CN-S" userId="7c019f49-0ee9-4787-9ac5-a11d3b82d6d2" providerId="ADAL" clId="{9ECFC110-7CAE-4A2A-9CF0-ACD4D451BAAF}"/>
    <pc:docChg chg="undo redo custSel addSld delSld modSld sldOrd modSection">
      <pc:chgData name="Chen,Dr.,Ying (HP Medicine) BII-CN-S" userId="7c019f49-0ee9-4787-9ac5-a11d3b82d6d2" providerId="ADAL" clId="{9ECFC110-7CAE-4A2A-9CF0-ACD4D451BAAF}" dt="2026-04-21T09:09:43.216" v="2212" actId="207"/>
      <pc:docMkLst>
        <pc:docMk/>
      </pc:docMkLst>
      <pc:sldChg chg="modSp mod">
        <pc:chgData name="Chen,Dr.,Ying (HP Medicine) BII-CN-S" userId="7c019f49-0ee9-4787-9ac5-a11d3b82d6d2" providerId="ADAL" clId="{9ECFC110-7CAE-4A2A-9CF0-ACD4D451BAAF}" dt="2026-04-20T07:00:09.625" v="2161" actId="20577"/>
        <pc:sldMkLst>
          <pc:docMk/>
          <pc:sldMk cId="2615471307" sldId="286"/>
        </pc:sldMkLst>
        <pc:spChg chg="mod">
          <ac:chgData name="Chen,Dr.,Ying (HP Medicine) BII-CN-S" userId="7c019f49-0ee9-4787-9ac5-a11d3b82d6d2" providerId="ADAL" clId="{9ECFC110-7CAE-4A2A-9CF0-ACD4D451BAAF}" dt="2026-04-20T07:00:09.625" v="2161" actId="20577"/>
          <ac:spMkLst>
            <pc:docMk/>
            <pc:sldMk cId="2615471307" sldId="286"/>
            <ac:spMk id="62" creationId="{F4B4D726-7534-2156-0613-8B15CB717C3D}"/>
          </ac:spMkLst>
        </pc:spChg>
      </pc:sldChg>
      <pc:sldChg chg="modSp mod">
        <pc:chgData name="Chen,Dr.,Ying (HP Medicine) BII-CN-S" userId="7c019f49-0ee9-4787-9ac5-a11d3b82d6d2" providerId="ADAL" clId="{9ECFC110-7CAE-4A2A-9CF0-ACD4D451BAAF}" dt="2026-04-21T06:36:43.522" v="2193" actId="1036"/>
        <pc:sldMkLst>
          <pc:docMk/>
          <pc:sldMk cId="363779758" sldId="290"/>
        </pc:sldMkLst>
        <pc:grpChg chg="mod">
          <ac:chgData name="Chen,Dr.,Ying (HP Medicine) BII-CN-S" userId="7c019f49-0ee9-4787-9ac5-a11d3b82d6d2" providerId="ADAL" clId="{9ECFC110-7CAE-4A2A-9CF0-ACD4D451BAAF}" dt="2026-04-21T06:36:43.522" v="2193" actId="1036"/>
          <ac:grpSpMkLst>
            <pc:docMk/>
            <pc:sldMk cId="363779758" sldId="290"/>
            <ac:grpSpMk id="155" creationId="{BE7D4479-2691-EBF6-2704-008996FADD8D}"/>
          </ac:grpSpMkLst>
        </pc:grpChg>
      </pc:sldChg>
      <pc:sldChg chg="modSp mod">
        <pc:chgData name="Chen,Dr.,Ying (HP Medicine) BII-CN-S" userId="7c019f49-0ee9-4787-9ac5-a11d3b82d6d2" providerId="ADAL" clId="{9ECFC110-7CAE-4A2A-9CF0-ACD4D451BAAF}" dt="2026-04-21T06:37:54.252" v="2197" actId="20577"/>
        <pc:sldMkLst>
          <pc:docMk/>
          <pc:sldMk cId="1703606515" sldId="298"/>
        </pc:sldMkLst>
        <pc:spChg chg="mod">
          <ac:chgData name="Chen,Dr.,Ying (HP Medicine) BII-CN-S" userId="7c019f49-0ee9-4787-9ac5-a11d3b82d6d2" providerId="ADAL" clId="{9ECFC110-7CAE-4A2A-9CF0-ACD4D451BAAF}" dt="2026-04-21T06:37:54.252" v="2197" actId="20577"/>
          <ac:spMkLst>
            <pc:docMk/>
            <pc:sldMk cId="1703606515" sldId="298"/>
            <ac:spMk id="25" creationId="{7215E0A0-EDF8-668F-CDF0-C21278718876}"/>
          </ac:spMkLst>
        </pc:spChg>
        <pc:spChg chg="mod">
          <ac:chgData name="Chen,Dr.,Ying (HP Medicine) BII-CN-S" userId="7c019f49-0ee9-4787-9ac5-a11d3b82d6d2" providerId="ADAL" clId="{9ECFC110-7CAE-4A2A-9CF0-ACD4D451BAAF}" dt="2026-04-21T06:37:24.237" v="2195" actId="20577"/>
          <ac:spMkLst>
            <pc:docMk/>
            <pc:sldMk cId="1703606515" sldId="298"/>
            <ac:spMk id="72" creationId="{4D818D8D-EAEC-CF49-9E9F-F56EC579A8A9}"/>
          </ac:spMkLst>
        </pc:spChg>
      </pc:sldChg>
      <pc:sldChg chg="modSp mod">
        <pc:chgData name="Chen,Dr.,Ying (HP Medicine) BII-CN-S" userId="7c019f49-0ee9-4787-9ac5-a11d3b82d6d2" providerId="ADAL" clId="{9ECFC110-7CAE-4A2A-9CF0-ACD4D451BAAF}" dt="2026-04-20T06:47:31.803" v="2045" actId="1037"/>
        <pc:sldMkLst>
          <pc:docMk/>
          <pc:sldMk cId="575295804" sldId="405"/>
        </pc:sldMkLst>
        <pc:spChg chg="mod">
          <ac:chgData name="Chen,Dr.,Ying (HP Medicine) BII-CN-S" userId="7c019f49-0ee9-4787-9ac5-a11d3b82d6d2" providerId="ADAL" clId="{9ECFC110-7CAE-4A2A-9CF0-ACD4D451BAAF}" dt="2026-04-20T06:47:31.803" v="2045" actId="1037"/>
          <ac:spMkLst>
            <pc:docMk/>
            <pc:sldMk cId="575295804" sldId="405"/>
            <ac:spMk id="34" creationId="{BB1AC32A-62C4-9261-4E47-EDA1D56413D6}"/>
          </ac:spMkLst>
        </pc:spChg>
        <pc:cxnChg chg="mod">
          <ac:chgData name="Chen,Dr.,Ying (HP Medicine) BII-CN-S" userId="7c019f49-0ee9-4787-9ac5-a11d3b82d6d2" providerId="ADAL" clId="{9ECFC110-7CAE-4A2A-9CF0-ACD4D451BAAF}" dt="2026-04-20T06:47:31.803" v="2045" actId="1037"/>
          <ac:cxnSpMkLst>
            <pc:docMk/>
            <pc:sldMk cId="575295804" sldId="405"/>
            <ac:cxnSpMk id="33" creationId="{692A75B3-66A6-BAFC-4995-DBF70552C8A3}"/>
          </ac:cxnSpMkLst>
        </pc:cxnChg>
      </pc:sldChg>
      <pc:sldChg chg="modSp add mod">
        <pc:chgData name="Chen,Dr.,Ying (HP Medicine) BII-CN-S" userId="7c019f49-0ee9-4787-9ac5-a11d3b82d6d2" providerId="ADAL" clId="{9ECFC110-7CAE-4A2A-9CF0-ACD4D451BAAF}" dt="2026-04-21T09:09:43.216" v="2212" actId="207"/>
        <pc:sldMkLst>
          <pc:docMk/>
          <pc:sldMk cId="3459323817" sldId="2147483644"/>
        </pc:sldMkLst>
        <pc:spChg chg="mod">
          <ac:chgData name="Chen,Dr.,Ying (HP Medicine) BII-CN-S" userId="7c019f49-0ee9-4787-9ac5-a11d3b82d6d2" providerId="ADAL" clId="{9ECFC110-7CAE-4A2A-9CF0-ACD4D451BAAF}" dt="2026-04-21T09:09:43.216" v="2212" actId="207"/>
          <ac:spMkLst>
            <pc:docMk/>
            <pc:sldMk cId="3459323817" sldId="2147483644"/>
            <ac:spMk id="4" creationId="{88DF7BCF-9538-1157-A8E7-9660AEA1919B}"/>
          </ac:spMkLst>
        </pc:spChg>
      </pc:sldChg>
      <pc:sldChg chg="add">
        <pc:chgData name="Chen,Dr.,Ying (HP Medicine) BII-CN-S" userId="7c019f49-0ee9-4787-9ac5-a11d3b82d6d2" providerId="ADAL" clId="{9ECFC110-7CAE-4A2A-9CF0-ACD4D451BAAF}" dt="2026-04-21T06:07:21.033" v="2167"/>
        <pc:sldMkLst>
          <pc:docMk/>
          <pc:sldMk cId="2276975014" sldId="2147483645"/>
        </pc:sldMkLst>
      </pc:sldChg>
      <pc:sldChg chg="modSp add mod">
        <pc:chgData name="Chen,Dr.,Ying (HP Medicine) BII-CN-S" userId="7c019f49-0ee9-4787-9ac5-a11d3b82d6d2" providerId="ADAL" clId="{9ECFC110-7CAE-4A2A-9CF0-ACD4D451BAAF}" dt="2026-04-21T06:08:15.575" v="2170" actId="313"/>
        <pc:sldMkLst>
          <pc:docMk/>
          <pc:sldMk cId="1787224089" sldId="2147483646"/>
        </pc:sldMkLst>
        <pc:spChg chg="mod">
          <ac:chgData name="Chen,Dr.,Ying (HP Medicine) BII-CN-S" userId="7c019f49-0ee9-4787-9ac5-a11d3b82d6d2" providerId="ADAL" clId="{9ECFC110-7CAE-4A2A-9CF0-ACD4D451BAAF}" dt="2026-04-21T06:08:15.575" v="2170" actId="313"/>
          <ac:spMkLst>
            <pc:docMk/>
            <pc:sldMk cId="1787224089" sldId="2147483646"/>
            <ac:spMk id="2" creationId="{9E08D8E6-B114-728E-A3D0-51DAE19F92B7}"/>
          </ac:spMkLst>
        </pc:spChg>
      </pc:sldChg>
    </pc:docChg>
  </pc:docChgLst>
  <pc:docChgLst>
    <pc:chgData name="Xu,Lindsay (HP Medicine) BII-CN-S" userId="80a8f60d-1654-4b86-b932-46a0c01eb59c" providerId="ADAL" clId="{8635286F-74D3-40EB-A29E-440B942F6E35}"/>
    <pc:docChg chg="custSel addSld delSld modSld modSection">
      <pc:chgData name="Xu,Lindsay (HP Medicine) BII-CN-S" userId="80a8f60d-1654-4b86-b932-46a0c01eb59c" providerId="ADAL" clId="{8635286F-74D3-40EB-A29E-440B942F6E35}" dt="2026-04-20T02:01:58.904" v="304" actId="729"/>
      <pc:docMkLst>
        <pc:docMk/>
      </pc:docMkLst>
      <pc:sldChg chg="addSp delSp modSp mod">
        <pc:chgData name="Xu,Lindsay (HP Medicine) BII-CN-S" userId="80a8f60d-1654-4b86-b932-46a0c01eb59c" providerId="ADAL" clId="{8635286F-74D3-40EB-A29E-440B942F6E35}" dt="2026-04-20T02:01:15.992" v="301" actId="20577"/>
        <pc:sldMkLst>
          <pc:docMk/>
          <pc:sldMk cId="2593477208" sldId="283"/>
        </pc:sldMkLst>
        <pc:spChg chg="mod">
          <ac:chgData name="Xu,Lindsay (HP Medicine) BII-CN-S" userId="80a8f60d-1654-4b86-b932-46a0c01eb59c" providerId="ADAL" clId="{8635286F-74D3-40EB-A29E-440B942F6E35}" dt="2026-04-20T02:01:15.992" v="301" actId="20577"/>
          <ac:spMkLst>
            <pc:docMk/>
            <pc:sldMk cId="2593477208" sldId="283"/>
            <ac:spMk id="16" creationId="{C729F2F8-4536-D08D-D01A-DF3AF626CEED}"/>
          </ac:spMkLst>
        </pc:spChg>
      </pc:sldChg>
      <pc:sldChg chg="del">
        <pc:chgData name="Xu,Lindsay (HP Medicine) BII-CN-S" userId="80a8f60d-1654-4b86-b932-46a0c01eb59c" providerId="ADAL" clId="{8635286F-74D3-40EB-A29E-440B942F6E35}" dt="2026-04-20T02:01:53.382" v="303" actId="47"/>
        <pc:sldMkLst>
          <pc:docMk/>
          <pc:sldMk cId="3596366688" sldId="2147377311"/>
        </pc:sldMkLst>
      </pc:sldChg>
      <pc:sldChg chg="add mod modShow">
        <pc:chgData name="Xu,Lindsay (HP Medicine) BII-CN-S" userId="80a8f60d-1654-4b86-b932-46a0c01eb59c" providerId="ADAL" clId="{8635286F-74D3-40EB-A29E-440B942F6E35}" dt="2026-04-20T02:01:58.904" v="304" actId="729"/>
        <pc:sldMkLst>
          <pc:docMk/>
          <pc:sldMk cId="4147557259" sldId="2147480193"/>
        </pc:sldMkLst>
      </pc:sldChg>
      <pc:sldChg chg="add mod modShow">
        <pc:chgData name="Xu,Lindsay (HP Medicine) BII-CN-S" userId="80a8f60d-1654-4b86-b932-46a0c01eb59c" providerId="ADAL" clId="{8635286F-74D3-40EB-A29E-440B942F6E35}" dt="2026-04-20T02:01:58.904" v="304" actId="729"/>
        <pc:sldMkLst>
          <pc:docMk/>
          <pc:sldMk cId="4181249767" sldId="2147483637"/>
        </pc:sldMkLst>
      </pc:sldChg>
    </pc:docChg>
  </pc:docChgLst>
  <pc:docChgLst>
    <pc:chgData name="Li,Yuting (HP Medicine) BII-CN-S" userId="ce8fbb54-122c-426d-b8da-fdcc5e1b5022" providerId="ADAL" clId="{8A9581F2-25E5-4790-9FBF-270AA6305938}"/>
    <pc:docChg chg="undo redo custSel addSld delSld modSld sldOrd addSection modSection">
      <pc:chgData name="Li,Yuting (HP Medicine) BII-CN-S" userId="ce8fbb54-122c-426d-b8da-fdcc5e1b5022" providerId="ADAL" clId="{8A9581F2-25E5-4790-9FBF-270AA6305938}" dt="2026-04-23T03:20:30.545" v="74326" actId="207"/>
      <pc:docMkLst>
        <pc:docMk/>
      </pc:docMkLst>
      <pc:sldChg chg="delSp modSp add mod modShow">
        <pc:chgData name="Li,Yuting (HP Medicine) BII-CN-S" userId="ce8fbb54-122c-426d-b8da-fdcc5e1b5022" providerId="ADAL" clId="{8A9581F2-25E5-4790-9FBF-270AA6305938}" dt="2026-04-23T02:55:10.311" v="74323" actId="20577"/>
        <pc:sldMkLst>
          <pc:docMk/>
          <pc:sldMk cId="1716118698" sldId="257"/>
        </pc:sldMkLst>
        <pc:spChg chg="mod">
          <ac:chgData name="Li,Yuting (HP Medicine) BII-CN-S" userId="ce8fbb54-122c-426d-b8da-fdcc5e1b5022" providerId="ADAL" clId="{8A9581F2-25E5-4790-9FBF-270AA6305938}" dt="2026-04-23T02:55:10.311" v="74323" actId="20577"/>
          <ac:spMkLst>
            <pc:docMk/>
            <pc:sldMk cId="1716118698" sldId="257"/>
            <ac:spMk id="7" creationId="{10CF986C-A15C-371E-FE47-F85ECF4C6A29}"/>
          </ac:spMkLst>
        </pc:spChg>
        <pc:spChg chg="mod">
          <ac:chgData name="Li,Yuting (HP Medicine) BII-CN-S" userId="ce8fbb54-122c-426d-b8da-fdcc5e1b5022" providerId="ADAL" clId="{8A9581F2-25E5-4790-9FBF-270AA6305938}" dt="2026-04-23T02:48:55.002" v="74060" actId="1037"/>
          <ac:spMkLst>
            <pc:docMk/>
            <pc:sldMk cId="1716118698" sldId="257"/>
            <ac:spMk id="10" creationId="{396B6052-0387-B015-6067-EB69E9B86C8B}"/>
          </ac:spMkLst>
        </pc:spChg>
        <pc:spChg chg="mod">
          <ac:chgData name="Li,Yuting (HP Medicine) BII-CN-S" userId="ce8fbb54-122c-426d-b8da-fdcc5e1b5022" providerId="ADAL" clId="{8A9581F2-25E5-4790-9FBF-270AA6305938}" dt="2026-04-23T02:49:45.867" v="74081" actId="20577"/>
          <ac:spMkLst>
            <pc:docMk/>
            <pc:sldMk cId="1716118698" sldId="257"/>
            <ac:spMk id="13" creationId="{055A7CDF-73CF-6179-37EA-784AA81ED5A4}"/>
          </ac:spMkLst>
        </pc:spChg>
        <pc:spChg chg="mod">
          <ac:chgData name="Li,Yuting (HP Medicine) BII-CN-S" userId="ce8fbb54-122c-426d-b8da-fdcc5e1b5022" providerId="ADAL" clId="{8A9581F2-25E5-4790-9FBF-270AA6305938}" dt="2026-04-23T02:50:46.294" v="74174" actId="20577"/>
          <ac:spMkLst>
            <pc:docMk/>
            <pc:sldMk cId="1716118698" sldId="257"/>
            <ac:spMk id="15" creationId="{25D4F0FE-C5F8-07AA-9053-CA7D53D82C4A}"/>
          </ac:spMkLst>
        </pc:spChg>
        <pc:spChg chg="mod">
          <ac:chgData name="Li,Yuting (HP Medicine) BII-CN-S" userId="ce8fbb54-122c-426d-b8da-fdcc5e1b5022" providerId="ADAL" clId="{8A9581F2-25E5-4790-9FBF-270AA6305938}" dt="2026-04-23T02:50:04.322" v="74091" actId="20577"/>
          <ac:spMkLst>
            <pc:docMk/>
            <pc:sldMk cId="1716118698" sldId="257"/>
            <ac:spMk id="16" creationId="{35ECB167-31B6-A927-994D-69107AA01D0E}"/>
          </ac:spMkLst>
        </pc:spChg>
        <pc:spChg chg="mod">
          <ac:chgData name="Li,Yuting (HP Medicine) BII-CN-S" userId="ce8fbb54-122c-426d-b8da-fdcc5e1b5022" providerId="ADAL" clId="{8A9581F2-25E5-4790-9FBF-270AA6305938}" dt="2026-04-23T02:50:19.351" v="74092" actId="165"/>
          <ac:spMkLst>
            <pc:docMk/>
            <pc:sldMk cId="1716118698" sldId="257"/>
            <ac:spMk id="21" creationId="{FDFE6985-6271-F301-BDA1-ECA6C4CE6CFD}"/>
          </ac:spMkLst>
        </pc:spChg>
        <pc:spChg chg="mod">
          <ac:chgData name="Li,Yuting (HP Medicine) BII-CN-S" userId="ce8fbb54-122c-426d-b8da-fdcc5e1b5022" providerId="ADAL" clId="{8A9581F2-25E5-4790-9FBF-270AA6305938}" dt="2026-04-23T02:50:19.351" v="74092" actId="165"/>
          <ac:spMkLst>
            <pc:docMk/>
            <pc:sldMk cId="1716118698" sldId="257"/>
            <ac:spMk id="22" creationId="{EB7F1E95-D57F-DAD9-46E9-003E52A3ED96}"/>
          </ac:spMkLst>
        </pc:spChg>
        <pc:spChg chg="mod">
          <ac:chgData name="Li,Yuting (HP Medicine) BII-CN-S" userId="ce8fbb54-122c-426d-b8da-fdcc5e1b5022" providerId="ADAL" clId="{8A9581F2-25E5-4790-9FBF-270AA6305938}" dt="2026-04-23T02:50:19.351" v="74092" actId="165"/>
          <ac:spMkLst>
            <pc:docMk/>
            <pc:sldMk cId="1716118698" sldId="257"/>
            <ac:spMk id="23" creationId="{E3AF276E-6A4E-0F74-C8CA-16439534792C}"/>
          </ac:spMkLst>
        </pc:spChg>
        <pc:spChg chg="mod">
          <ac:chgData name="Li,Yuting (HP Medicine) BII-CN-S" userId="ce8fbb54-122c-426d-b8da-fdcc5e1b5022" providerId="ADAL" clId="{8A9581F2-25E5-4790-9FBF-270AA6305938}" dt="2026-04-23T02:50:19.351" v="74092" actId="165"/>
          <ac:spMkLst>
            <pc:docMk/>
            <pc:sldMk cId="1716118698" sldId="257"/>
            <ac:spMk id="24" creationId="{C14A4E7E-35DD-CC5B-9D32-9A06BB29C605}"/>
          </ac:spMkLst>
        </pc:spChg>
        <pc:spChg chg="mod">
          <ac:chgData name="Li,Yuting (HP Medicine) BII-CN-S" userId="ce8fbb54-122c-426d-b8da-fdcc5e1b5022" providerId="ADAL" clId="{8A9581F2-25E5-4790-9FBF-270AA6305938}" dt="2026-04-23T02:51:50.459" v="74267" actId="20577"/>
          <ac:spMkLst>
            <pc:docMk/>
            <pc:sldMk cId="1716118698" sldId="257"/>
            <ac:spMk id="25" creationId="{28E1C8F2-AFDA-CF21-9F3D-0FC178128EA2}"/>
          </ac:spMkLst>
        </pc:spChg>
        <pc:spChg chg="mod">
          <ac:chgData name="Li,Yuting (HP Medicine) BII-CN-S" userId="ce8fbb54-122c-426d-b8da-fdcc5e1b5022" providerId="ADAL" clId="{8A9581F2-25E5-4790-9FBF-270AA6305938}" dt="2026-04-23T02:52:05.992" v="74278" actId="20577"/>
          <ac:spMkLst>
            <pc:docMk/>
            <pc:sldMk cId="1716118698" sldId="257"/>
            <ac:spMk id="26" creationId="{91E2D2FE-0EEE-EEF3-6CF2-CA5E9A74BE94}"/>
          </ac:spMkLst>
        </pc:spChg>
        <pc:spChg chg="mod">
          <ac:chgData name="Li,Yuting (HP Medicine) BII-CN-S" userId="ce8fbb54-122c-426d-b8da-fdcc5e1b5022" providerId="ADAL" clId="{8A9581F2-25E5-4790-9FBF-270AA6305938}" dt="2026-04-23T02:50:19.351" v="74092" actId="165"/>
          <ac:spMkLst>
            <pc:docMk/>
            <pc:sldMk cId="1716118698" sldId="257"/>
            <ac:spMk id="27" creationId="{E964DB11-06A2-5E0F-BBAA-6EBE6F5B7EF7}"/>
          </ac:spMkLst>
        </pc:spChg>
        <pc:spChg chg="mod">
          <ac:chgData name="Li,Yuting (HP Medicine) BII-CN-S" userId="ce8fbb54-122c-426d-b8da-fdcc5e1b5022" providerId="ADAL" clId="{8A9581F2-25E5-4790-9FBF-270AA6305938}" dt="2026-04-23T02:51:15.992" v="74195" actId="20577"/>
          <ac:spMkLst>
            <pc:docMk/>
            <pc:sldMk cId="1716118698" sldId="257"/>
            <ac:spMk id="28" creationId="{8862F7DB-DACF-24FA-B61C-5BA8B2A55803}"/>
          </ac:spMkLst>
        </pc:spChg>
        <pc:spChg chg="mod">
          <ac:chgData name="Li,Yuting (HP Medicine) BII-CN-S" userId="ce8fbb54-122c-426d-b8da-fdcc5e1b5022" providerId="ADAL" clId="{8A9581F2-25E5-4790-9FBF-270AA6305938}" dt="2026-04-23T02:51:05.811" v="74183" actId="20577"/>
          <ac:spMkLst>
            <pc:docMk/>
            <pc:sldMk cId="1716118698" sldId="257"/>
            <ac:spMk id="29" creationId="{716E7C60-4AC6-1995-B5D3-8233492DD1FF}"/>
          </ac:spMkLst>
        </pc:spChg>
        <pc:spChg chg="mod">
          <ac:chgData name="Li,Yuting (HP Medicine) BII-CN-S" userId="ce8fbb54-122c-426d-b8da-fdcc5e1b5022" providerId="ADAL" clId="{8A9581F2-25E5-4790-9FBF-270AA6305938}" dt="2026-04-23T02:53:15.828" v="74286" actId="6549"/>
          <ac:spMkLst>
            <pc:docMk/>
            <pc:sldMk cId="1716118698" sldId="257"/>
            <ac:spMk id="45" creationId="{35AC92E8-46B3-71E8-61E4-84A5683991FD}"/>
          </ac:spMkLst>
        </pc:spChg>
        <pc:spChg chg="mod">
          <ac:chgData name="Li,Yuting (HP Medicine) BII-CN-S" userId="ce8fbb54-122c-426d-b8da-fdcc5e1b5022" providerId="ADAL" clId="{8A9581F2-25E5-4790-9FBF-270AA6305938}" dt="2026-04-23T02:54:47.450" v="74292"/>
          <ac:spMkLst>
            <pc:docMk/>
            <pc:sldMk cId="1716118698" sldId="257"/>
            <ac:spMk id="46" creationId="{C7526FBA-713E-BE09-783B-EE979E9F7D57}"/>
          </ac:spMkLst>
        </pc:spChg>
        <pc:grpChg chg="mod">
          <ac:chgData name="Li,Yuting (HP Medicine) BII-CN-S" userId="ce8fbb54-122c-426d-b8da-fdcc5e1b5022" providerId="ADAL" clId="{8A9581F2-25E5-4790-9FBF-270AA6305938}" dt="2026-04-23T02:50:57.991" v="74175" actId="1076"/>
          <ac:grpSpMkLst>
            <pc:docMk/>
            <pc:sldMk cId="1716118698" sldId="257"/>
            <ac:grpSpMk id="18" creationId="{5CD223D6-30CD-97D8-67EA-3B8E7A27BDA1}"/>
          </ac:grpSpMkLst>
        </pc:grpChg>
        <pc:grpChg chg="mod">
          <ac:chgData name="Li,Yuting (HP Medicine) BII-CN-S" userId="ce8fbb54-122c-426d-b8da-fdcc5e1b5022" providerId="ADAL" clId="{8A9581F2-25E5-4790-9FBF-270AA6305938}" dt="2026-04-23T02:51:48.544" v="74266" actId="1076"/>
          <ac:grpSpMkLst>
            <pc:docMk/>
            <pc:sldMk cId="1716118698" sldId="257"/>
            <ac:grpSpMk id="19" creationId="{C5950BFD-6CB4-FCE5-7735-8CF714D33704}"/>
          </ac:grpSpMkLst>
        </pc:grpChg>
        <pc:grpChg chg="mod">
          <ac:chgData name="Li,Yuting (HP Medicine) BII-CN-S" userId="ce8fbb54-122c-426d-b8da-fdcc5e1b5022" providerId="ADAL" clId="{8A9581F2-25E5-4790-9FBF-270AA6305938}" dt="2026-04-23T02:50:26.134" v="74146" actId="1038"/>
          <ac:grpSpMkLst>
            <pc:docMk/>
            <pc:sldMk cId="1716118698" sldId="257"/>
            <ac:grpSpMk id="20" creationId="{71CA1044-6336-909F-2981-1CDF1EE56929}"/>
          </ac:grpSpMkLst>
        </pc:grpChg>
        <pc:graphicFrameChg chg="mod modGraphic">
          <ac:chgData name="Li,Yuting (HP Medicine) BII-CN-S" userId="ce8fbb54-122c-426d-b8da-fdcc5e1b5022" providerId="ADAL" clId="{8A9581F2-25E5-4790-9FBF-270AA6305938}" dt="2026-04-23T02:49:28.273" v="74071" actId="798"/>
          <ac:graphicFrameMkLst>
            <pc:docMk/>
            <pc:sldMk cId="1716118698" sldId="257"/>
            <ac:graphicFrameMk id="9" creationId="{5B244F00-1763-C7AB-B4C5-0549E034569E}"/>
          </ac:graphicFrameMkLst>
        </pc:graphicFrameChg>
      </pc:sldChg>
      <pc:sldChg chg="ord">
        <pc:chgData name="Li,Yuting (HP Medicine) BII-CN-S" userId="ce8fbb54-122c-426d-b8da-fdcc5e1b5022" providerId="ADAL" clId="{8A9581F2-25E5-4790-9FBF-270AA6305938}" dt="2026-04-23T02:38:08.988" v="73992"/>
        <pc:sldMkLst>
          <pc:docMk/>
          <pc:sldMk cId="284758553" sldId="265"/>
        </pc:sldMkLst>
      </pc:sldChg>
      <pc:sldChg chg="addSp modSp add mod modNotesTx">
        <pc:chgData name="Li,Yuting (HP Medicine) BII-CN-S" userId="ce8fbb54-122c-426d-b8da-fdcc5e1b5022" providerId="ADAL" clId="{8A9581F2-25E5-4790-9FBF-270AA6305938}" dt="2026-04-23T02:43:40.943" v="73993" actId="13926"/>
        <pc:sldMkLst>
          <pc:docMk/>
          <pc:sldMk cId="3735447550" sldId="267"/>
        </pc:sldMkLst>
        <pc:spChg chg="add mod">
          <ac:chgData name="Li,Yuting (HP Medicine) BII-CN-S" userId="ce8fbb54-122c-426d-b8da-fdcc5e1b5022" providerId="ADAL" clId="{8A9581F2-25E5-4790-9FBF-270AA6305938}" dt="2026-04-22T02:17:59.974" v="73533" actId="20577"/>
          <ac:spMkLst>
            <pc:docMk/>
            <pc:sldMk cId="3735447550" sldId="267"/>
            <ac:spMk id="2" creationId="{92B19A49-DE38-0621-FA88-0A6492D6D2BE}"/>
          </ac:spMkLst>
        </pc:spChg>
        <pc:graphicFrameChg chg="mod modGraphic">
          <ac:chgData name="Li,Yuting (HP Medicine) BII-CN-S" userId="ce8fbb54-122c-426d-b8da-fdcc5e1b5022" providerId="ADAL" clId="{8A9581F2-25E5-4790-9FBF-270AA6305938}" dt="2026-04-22T02:17:26.468" v="73531" actId="20577"/>
          <ac:graphicFrameMkLst>
            <pc:docMk/>
            <pc:sldMk cId="3735447550" sldId="267"/>
            <ac:graphicFrameMk id="11" creationId="{ECB48AE9-F999-59D2-ECF1-E72EFD662660}"/>
          </ac:graphicFrameMkLst>
        </pc:graphicFrameChg>
        <pc:graphicFrameChg chg="modGraphic">
          <ac:chgData name="Li,Yuting (HP Medicine) BII-CN-S" userId="ce8fbb54-122c-426d-b8da-fdcc5e1b5022" providerId="ADAL" clId="{8A9581F2-25E5-4790-9FBF-270AA6305938}" dt="2026-04-18T05:00:02.686" v="71764" actId="20577"/>
          <ac:graphicFrameMkLst>
            <pc:docMk/>
            <pc:sldMk cId="3735447550" sldId="267"/>
            <ac:graphicFrameMk id="17" creationId="{FBC6395C-B3F8-878B-5EB7-AD97DB30C4D6}"/>
          </ac:graphicFrameMkLst>
        </pc:graphicFrameChg>
        <pc:graphicFrameChg chg="modGraphic">
          <ac:chgData name="Li,Yuting (HP Medicine) BII-CN-S" userId="ce8fbb54-122c-426d-b8da-fdcc5e1b5022" providerId="ADAL" clId="{8A9581F2-25E5-4790-9FBF-270AA6305938}" dt="2026-04-23T02:43:40.943" v="73993" actId="13926"/>
          <ac:graphicFrameMkLst>
            <pc:docMk/>
            <pc:sldMk cId="3735447550" sldId="267"/>
            <ac:graphicFrameMk id="80" creationId="{7161D415-2507-58E5-A1D1-E69F33C037CD}"/>
          </ac:graphicFrameMkLst>
        </pc:graphicFrameChg>
        <pc:graphicFrameChg chg="modGraphic">
          <ac:chgData name="Li,Yuting (HP Medicine) BII-CN-S" userId="ce8fbb54-122c-426d-b8da-fdcc5e1b5022" providerId="ADAL" clId="{8A9581F2-25E5-4790-9FBF-270AA6305938}" dt="2026-04-22T02:16:31.923" v="73528" actId="13926"/>
          <ac:graphicFrameMkLst>
            <pc:docMk/>
            <pc:sldMk cId="3735447550" sldId="267"/>
            <ac:graphicFrameMk id="82" creationId="{9D74AF34-7523-0E30-EE62-001727399E7C}"/>
          </ac:graphicFrameMkLst>
        </pc:graphicFrameChg>
      </pc:sldChg>
      <pc:sldChg chg="addSp delSp modSp mod ord">
        <pc:chgData name="Li,Yuting (HP Medicine) BII-CN-S" userId="ce8fbb54-122c-426d-b8da-fdcc5e1b5022" providerId="ADAL" clId="{8A9581F2-25E5-4790-9FBF-270AA6305938}" dt="2026-04-23T02:03:51.234" v="73975" actId="14100"/>
        <pc:sldMkLst>
          <pc:docMk/>
          <pc:sldMk cId="2593477208" sldId="283"/>
        </pc:sldMkLst>
        <pc:spChg chg="mod">
          <ac:chgData name="Li,Yuting (HP Medicine) BII-CN-S" userId="ce8fbb54-122c-426d-b8da-fdcc5e1b5022" providerId="ADAL" clId="{8A9581F2-25E5-4790-9FBF-270AA6305938}" dt="2026-04-22T12:24:39.560" v="73806" actId="207"/>
          <ac:spMkLst>
            <pc:docMk/>
            <pc:sldMk cId="2593477208" sldId="283"/>
            <ac:spMk id="2" creationId="{3920C367-C0E2-EFB6-89BB-C1B3752D378B}"/>
          </ac:spMkLst>
        </pc:spChg>
        <pc:spChg chg="add mod">
          <ac:chgData name="Li,Yuting (HP Medicine) BII-CN-S" userId="ce8fbb54-122c-426d-b8da-fdcc5e1b5022" providerId="ADAL" clId="{8A9581F2-25E5-4790-9FBF-270AA6305938}" dt="2026-04-22T12:19:35.350" v="73799" actId="1076"/>
          <ac:spMkLst>
            <pc:docMk/>
            <pc:sldMk cId="2593477208" sldId="283"/>
            <ac:spMk id="10" creationId="{89D26D99-37FB-6FFC-DC65-B49E82BB0B68}"/>
          </ac:spMkLst>
        </pc:spChg>
        <pc:spChg chg="add mod">
          <ac:chgData name="Li,Yuting (HP Medicine) BII-CN-S" userId="ce8fbb54-122c-426d-b8da-fdcc5e1b5022" providerId="ADAL" clId="{8A9581F2-25E5-4790-9FBF-270AA6305938}" dt="2026-04-22T12:25:11.474" v="73809" actId="2085"/>
          <ac:spMkLst>
            <pc:docMk/>
            <pc:sldMk cId="2593477208" sldId="283"/>
            <ac:spMk id="14" creationId="{210C1560-97BD-7FFC-9829-4C1640190E1D}"/>
          </ac:spMkLst>
        </pc:spChg>
        <pc:spChg chg="mod">
          <ac:chgData name="Li,Yuting (HP Medicine) BII-CN-S" userId="ce8fbb54-122c-426d-b8da-fdcc5e1b5022" providerId="ADAL" clId="{8A9581F2-25E5-4790-9FBF-270AA6305938}" dt="2026-04-23T02:03:51.234" v="73975" actId="14100"/>
          <ac:spMkLst>
            <pc:docMk/>
            <pc:sldMk cId="2593477208" sldId="283"/>
            <ac:spMk id="16" creationId="{C729F2F8-4536-D08D-D01A-DF3AF626CEED}"/>
          </ac:spMkLst>
        </pc:spChg>
      </pc:sldChg>
      <pc:sldChg chg="delSp">
        <pc:chgData name="Li,Yuting (HP Medicine) BII-CN-S" userId="ce8fbb54-122c-426d-b8da-fdcc5e1b5022" providerId="ADAL" clId="{8A9581F2-25E5-4790-9FBF-270AA6305938}" dt="2026-04-23T02:53:49.155" v="74288" actId="478"/>
        <pc:sldMkLst>
          <pc:docMk/>
          <pc:sldMk cId="3986869444" sldId="295"/>
        </pc:sldMkLst>
      </pc:sldChg>
      <pc:sldChg chg="addSp delSp modSp mod">
        <pc:chgData name="Li,Yuting (HP Medicine) BII-CN-S" userId="ce8fbb54-122c-426d-b8da-fdcc5e1b5022" providerId="ADAL" clId="{8A9581F2-25E5-4790-9FBF-270AA6305938}" dt="2026-04-23T02:29:43.526" v="73979" actId="1076"/>
        <pc:sldMkLst>
          <pc:docMk/>
          <pc:sldMk cId="1703606515" sldId="298"/>
        </pc:sldMkLst>
        <pc:spChg chg="mod">
          <ac:chgData name="Li,Yuting (HP Medicine) BII-CN-S" userId="ce8fbb54-122c-426d-b8da-fdcc5e1b5022" providerId="ADAL" clId="{8A9581F2-25E5-4790-9FBF-270AA6305938}" dt="2026-04-20T09:03:27.293" v="73456" actId="20577"/>
          <ac:spMkLst>
            <pc:docMk/>
            <pc:sldMk cId="1703606515" sldId="298"/>
            <ac:spMk id="4" creationId="{3A4B4330-2126-575D-9A1C-C2576966D533}"/>
          </ac:spMkLst>
        </pc:spChg>
        <pc:spChg chg="mod">
          <ac:chgData name="Li,Yuting (HP Medicine) BII-CN-S" userId="ce8fbb54-122c-426d-b8da-fdcc5e1b5022" providerId="ADAL" clId="{8A9581F2-25E5-4790-9FBF-270AA6305938}" dt="2026-04-20T06:55:03.511" v="73271" actId="14100"/>
          <ac:spMkLst>
            <pc:docMk/>
            <pc:sldMk cId="1703606515" sldId="298"/>
            <ac:spMk id="18" creationId="{AB2C571F-7F29-7063-4324-FA702EFF66E0}"/>
          </ac:spMkLst>
        </pc:spChg>
        <pc:spChg chg="mod">
          <ac:chgData name="Li,Yuting (HP Medicine) BII-CN-S" userId="ce8fbb54-122c-426d-b8da-fdcc5e1b5022" providerId="ADAL" clId="{8A9581F2-25E5-4790-9FBF-270AA6305938}" dt="2026-04-23T02:29:43.526" v="73979" actId="1076"/>
          <ac:spMkLst>
            <pc:docMk/>
            <pc:sldMk cId="1703606515" sldId="298"/>
            <ac:spMk id="23" creationId="{22E9E371-680C-3B77-2E7D-FC0CBAFC122B}"/>
          </ac:spMkLst>
        </pc:spChg>
        <pc:spChg chg="mod">
          <ac:chgData name="Li,Yuting (HP Medicine) BII-CN-S" userId="ce8fbb54-122c-426d-b8da-fdcc5e1b5022" providerId="ADAL" clId="{8A9581F2-25E5-4790-9FBF-270AA6305938}" dt="2026-04-18T05:41:26.325" v="73160" actId="20577"/>
          <ac:spMkLst>
            <pc:docMk/>
            <pc:sldMk cId="1703606515" sldId="298"/>
            <ac:spMk id="25" creationId="{7215E0A0-EDF8-668F-CDF0-C21278718876}"/>
          </ac:spMkLst>
        </pc:spChg>
        <pc:spChg chg="mod">
          <ac:chgData name="Li,Yuting (HP Medicine) BII-CN-S" userId="ce8fbb54-122c-426d-b8da-fdcc5e1b5022" providerId="ADAL" clId="{8A9581F2-25E5-4790-9FBF-270AA6305938}" dt="2026-04-20T09:05:22.124" v="73462"/>
          <ac:spMkLst>
            <pc:docMk/>
            <pc:sldMk cId="1703606515" sldId="298"/>
            <ac:spMk id="28" creationId="{E52CA320-B257-5906-1530-9535A5CEFD87}"/>
          </ac:spMkLst>
        </pc:spChg>
        <pc:spChg chg="add mod">
          <ac:chgData name="Li,Yuting (HP Medicine) BII-CN-S" userId="ce8fbb54-122c-426d-b8da-fdcc5e1b5022" providerId="ADAL" clId="{8A9581F2-25E5-4790-9FBF-270AA6305938}" dt="2026-04-20T09:06:00.537" v="73508" actId="14100"/>
          <ac:spMkLst>
            <pc:docMk/>
            <pc:sldMk cId="1703606515" sldId="298"/>
            <ac:spMk id="29" creationId="{4BFF8A25-59C5-28D6-9554-21C0202903FA}"/>
          </ac:spMkLst>
        </pc:spChg>
        <pc:spChg chg="add mod">
          <ac:chgData name="Li,Yuting (HP Medicine) BII-CN-S" userId="ce8fbb54-122c-426d-b8da-fdcc5e1b5022" providerId="ADAL" clId="{8A9581F2-25E5-4790-9FBF-270AA6305938}" dt="2026-04-22T03:08:05.169" v="73617" actId="2085"/>
          <ac:spMkLst>
            <pc:docMk/>
            <pc:sldMk cId="1703606515" sldId="298"/>
            <ac:spMk id="32" creationId="{70C5DDF6-77C9-2AE4-5519-978C1E66E92F}"/>
          </ac:spMkLst>
        </pc:spChg>
        <pc:spChg chg="mod">
          <ac:chgData name="Li,Yuting (HP Medicine) BII-CN-S" userId="ce8fbb54-122c-426d-b8da-fdcc5e1b5022" providerId="ADAL" clId="{8A9581F2-25E5-4790-9FBF-270AA6305938}" dt="2026-04-20T06:48:20.386" v="73262" actId="20577"/>
          <ac:spMkLst>
            <pc:docMk/>
            <pc:sldMk cId="1703606515" sldId="298"/>
            <ac:spMk id="72" creationId="{4D818D8D-EAEC-CF49-9E9F-F56EC579A8A9}"/>
          </ac:spMkLst>
        </pc:spChg>
        <pc:spChg chg="mod">
          <ac:chgData name="Li,Yuting (HP Medicine) BII-CN-S" userId="ce8fbb54-122c-426d-b8da-fdcc5e1b5022" providerId="ADAL" clId="{8A9581F2-25E5-4790-9FBF-270AA6305938}" dt="2026-04-22T03:28:23.916" v="73622" actId="1076"/>
          <ac:spMkLst>
            <pc:docMk/>
            <pc:sldMk cId="1703606515" sldId="298"/>
            <ac:spMk id="75" creationId="{5F1B4AD7-BB3D-D8F5-4A31-9A7074216948}"/>
          </ac:spMkLst>
        </pc:spChg>
        <pc:spChg chg="mod">
          <ac:chgData name="Li,Yuting (HP Medicine) BII-CN-S" userId="ce8fbb54-122c-426d-b8da-fdcc5e1b5022" providerId="ADAL" clId="{8A9581F2-25E5-4790-9FBF-270AA6305938}" dt="2026-04-20T06:48:25.751" v="73263" actId="207"/>
          <ac:spMkLst>
            <pc:docMk/>
            <pc:sldMk cId="1703606515" sldId="298"/>
            <ac:spMk id="91" creationId="{07AF5EC5-A6C0-6F0A-D59C-97AF8F90F232}"/>
          </ac:spMkLst>
        </pc:spChg>
        <pc:spChg chg="mod">
          <ac:chgData name="Li,Yuting (HP Medicine) BII-CN-S" userId="ce8fbb54-122c-426d-b8da-fdcc5e1b5022" providerId="ADAL" clId="{8A9581F2-25E5-4790-9FBF-270AA6305938}" dt="2026-04-18T05:41:38.157" v="73161" actId="13926"/>
          <ac:spMkLst>
            <pc:docMk/>
            <pc:sldMk cId="1703606515" sldId="298"/>
            <ac:spMk id="141" creationId="{34762BB1-7561-9578-981B-1198055F0C0B}"/>
          </ac:spMkLst>
        </pc:spChg>
        <pc:spChg chg="mod">
          <ac:chgData name="Li,Yuting (HP Medicine) BII-CN-S" userId="ce8fbb54-122c-426d-b8da-fdcc5e1b5022" providerId="ADAL" clId="{8A9581F2-25E5-4790-9FBF-270AA6305938}" dt="2026-04-20T06:48:35.183" v="73264" actId="13926"/>
          <ac:spMkLst>
            <pc:docMk/>
            <pc:sldMk cId="1703606515" sldId="298"/>
            <ac:spMk id="183" creationId="{618D9D06-0B64-F1AD-392B-D36055EB84FA}"/>
          </ac:spMkLst>
        </pc:spChg>
        <pc:grpChg chg="add mod">
          <ac:chgData name="Li,Yuting (HP Medicine) BII-CN-S" userId="ce8fbb54-122c-426d-b8da-fdcc5e1b5022" providerId="ADAL" clId="{8A9581F2-25E5-4790-9FBF-270AA6305938}" dt="2026-04-20T09:05:40.532" v="73471" actId="14100"/>
          <ac:grpSpMkLst>
            <pc:docMk/>
            <pc:sldMk cId="1703606515" sldId="298"/>
            <ac:grpSpMk id="19" creationId="{83506E82-CFB8-D93D-C6AC-1F9860B6E0B4}"/>
          </ac:grpSpMkLst>
        </pc:grpChg>
        <pc:picChg chg="add del mod">
          <ac:chgData name="Li,Yuting (HP Medicine) BII-CN-S" userId="ce8fbb54-122c-426d-b8da-fdcc5e1b5022" providerId="ADAL" clId="{8A9581F2-25E5-4790-9FBF-270AA6305938}" dt="2026-04-20T06:57:57.727" v="73276" actId="1076"/>
          <ac:picMkLst>
            <pc:docMk/>
            <pc:sldMk cId="1703606515" sldId="298"/>
            <ac:picMk id="26" creationId="{27D40BBA-9D5C-E648-3E4E-13616BD74C3B}"/>
          </ac:picMkLst>
        </pc:picChg>
        <pc:picChg chg="add mod">
          <ac:chgData name="Li,Yuting (HP Medicine) BII-CN-S" userId="ce8fbb54-122c-426d-b8da-fdcc5e1b5022" providerId="ADAL" clId="{8A9581F2-25E5-4790-9FBF-270AA6305938}" dt="2026-04-22T03:29:05.189" v="73719" actId="1076"/>
          <ac:picMkLst>
            <pc:docMk/>
            <pc:sldMk cId="1703606515" sldId="298"/>
            <ac:picMk id="34" creationId="{0B72FE86-62A5-9FF9-2D7B-C7E0BC069B65}"/>
          </ac:picMkLst>
        </pc:picChg>
        <pc:cxnChg chg="mod">
          <ac:chgData name="Li,Yuting (HP Medicine) BII-CN-S" userId="ce8fbb54-122c-426d-b8da-fdcc5e1b5022" providerId="ADAL" clId="{8A9581F2-25E5-4790-9FBF-270AA6305938}" dt="2026-04-20T09:05:22.124" v="73462"/>
          <ac:cxnSpMkLst>
            <pc:docMk/>
            <pc:sldMk cId="1703606515" sldId="298"/>
            <ac:cxnSpMk id="27" creationId="{56AC6F7A-6BEC-38E5-BA53-97E967B36307}"/>
          </ac:cxnSpMkLst>
        </pc:cxnChg>
      </pc:sldChg>
      <pc:sldChg chg="add mod modShow">
        <pc:chgData name="Li,Yuting (HP Medicine) BII-CN-S" userId="ce8fbb54-122c-426d-b8da-fdcc5e1b5022" providerId="ADAL" clId="{8A9581F2-25E5-4790-9FBF-270AA6305938}" dt="2026-04-23T02:30:03.905" v="73981" actId="729"/>
        <pc:sldMkLst>
          <pc:docMk/>
          <pc:sldMk cId="703303334" sldId="339"/>
        </pc:sldMkLst>
      </pc:sldChg>
      <pc:sldChg chg="add mod modShow">
        <pc:chgData name="Li,Yuting (HP Medicine) BII-CN-S" userId="ce8fbb54-122c-426d-b8da-fdcc5e1b5022" providerId="ADAL" clId="{8A9581F2-25E5-4790-9FBF-270AA6305938}" dt="2026-04-23T02:30:03.905" v="73981" actId="729"/>
        <pc:sldMkLst>
          <pc:docMk/>
          <pc:sldMk cId="2840211984" sldId="340"/>
        </pc:sldMkLst>
      </pc:sldChg>
      <pc:sldChg chg="mod modShow">
        <pc:chgData name="Li,Yuting (HP Medicine) BII-CN-S" userId="ce8fbb54-122c-426d-b8da-fdcc5e1b5022" providerId="ADAL" clId="{8A9581F2-25E5-4790-9FBF-270AA6305938}" dt="2026-04-20T07:52:42.584" v="73279" actId="729"/>
        <pc:sldMkLst>
          <pc:docMk/>
          <pc:sldMk cId="2537969807" sldId="2147377299"/>
        </pc:sldMkLst>
      </pc:sldChg>
      <pc:sldChg chg="mod modShow">
        <pc:chgData name="Li,Yuting (HP Medicine) BII-CN-S" userId="ce8fbb54-122c-426d-b8da-fdcc5e1b5022" providerId="ADAL" clId="{8A9581F2-25E5-4790-9FBF-270AA6305938}" dt="2026-04-20T07:52:42.584" v="73279" actId="729"/>
        <pc:sldMkLst>
          <pc:docMk/>
          <pc:sldMk cId="3596366688" sldId="2147377311"/>
        </pc:sldMkLst>
      </pc:sldChg>
      <pc:sldChg chg="addSp delSp modSp mod modShow">
        <pc:chgData name="Li,Yuting (HP Medicine) BII-CN-S" userId="ce8fbb54-122c-426d-b8da-fdcc5e1b5022" providerId="ADAL" clId="{8A9581F2-25E5-4790-9FBF-270AA6305938}" dt="2026-04-22T12:45:34.589" v="73843" actId="1038"/>
        <pc:sldMkLst>
          <pc:docMk/>
          <pc:sldMk cId="3942673018" sldId="2147480200"/>
        </pc:sldMkLst>
        <pc:spChg chg="add mod">
          <ac:chgData name="Li,Yuting (HP Medicine) BII-CN-S" userId="ce8fbb54-122c-426d-b8da-fdcc5e1b5022" providerId="ADAL" clId="{8A9581F2-25E5-4790-9FBF-270AA6305938}" dt="2026-04-22T12:45:34.589" v="73843" actId="1038"/>
          <ac:spMkLst>
            <pc:docMk/>
            <pc:sldMk cId="3942673018" sldId="2147480200"/>
            <ac:spMk id="2" creationId="{49EDBE4F-C46D-D66C-58F6-A9B423A5CA57}"/>
          </ac:spMkLst>
        </pc:spChg>
      </pc:sldChg>
      <pc:sldChg chg="modSp add mod">
        <pc:chgData name="Li,Yuting (HP Medicine) BII-CN-S" userId="ce8fbb54-122c-426d-b8da-fdcc5e1b5022" providerId="ADAL" clId="{8A9581F2-25E5-4790-9FBF-270AA6305938}" dt="2026-04-23T03:20:30.545" v="74326" actId="207"/>
        <pc:sldMkLst>
          <pc:docMk/>
          <pc:sldMk cId="1971725098" sldId="2147483634"/>
        </pc:sldMkLst>
        <pc:spChg chg="mod">
          <ac:chgData name="Li,Yuting (HP Medicine) BII-CN-S" userId="ce8fbb54-122c-426d-b8da-fdcc5e1b5022" providerId="ADAL" clId="{8A9581F2-25E5-4790-9FBF-270AA6305938}" dt="2026-04-22T12:59:50.561" v="73844" actId="1076"/>
          <ac:spMkLst>
            <pc:docMk/>
            <pc:sldMk cId="1971725098" sldId="2147483634"/>
            <ac:spMk id="2" creationId="{7E28541E-1BAF-3F80-7074-C4A9CAE56DE3}"/>
          </ac:spMkLst>
        </pc:spChg>
        <pc:graphicFrameChg chg="mod modGraphic">
          <ac:chgData name="Li,Yuting (HP Medicine) BII-CN-S" userId="ce8fbb54-122c-426d-b8da-fdcc5e1b5022" providerId="ADAL" clId="{8A9581F2-25E5-4790-9FBF-270AA6305938}" dt="2026-04-23T03:20:30.545" v="74326" actId="207"/>
          <ac:graphicFrameMkLst>
            <pc:docMk/>
            <pc:sldMk cId="1971725098" sldId="2147483634"/>
            <ac:graphicFrameMk id="7" creationId="{9FF7F99C-BD0F-ADF0-315E-AC6B1B21E4BC}"/>
          </ac:graphicFrameMkLst>
        </pc:graphicFrameChg>
      </pc:sldChg>
      <pc:sldChg chg="mod modShow">
        <pc:chgData name="Li,Yuting (HP Medicine) BII-CN-S" userId="ce8fbb54-122c-426d-b8da-fdcc5e1b5022" providerId="ADAL" clId="{8A9581F2-25E5-4790-9FBF-270AA6305938}" dt="2026-04-20T07:52:42.584" v="73279" actId="729"/>
        <pc:sldMkLst>
          <pc:docMk/>
          <pc:sldMk cId="1001908199" sldId="2147483643"/>
        </pc:sldMkLst>
      </pc:sldChg>
      <pc:sldChg chg="add mod modShow">
        <pc:chgData name="Li,Yuting (HP Medicine) BII-CN-S" userId="ce8fbb54-122c-426d-b8da-fdcc5e1b5022" providerId="ADAL" clId="{8A9581F2-25E5-4790-9FBF-270AA6305938}" dt="2026-04-23T02:29:30.123" v="73978" actId="729"/>
        <pc:sldMkLst>
          <pc:docMk/>
          <pc:sldMk cId="1525319294" sldId="2147483647"/>
        </pc:sldMkLst>
      </pc:sldChg>
    </pc:docChg>
  </pc:docChgLst>
  <pc:docChgLst>
    <pc:chgData name="Li,Fengqiong (HP Medicine) BII-CN-B" userId="dae7b85d-6b67-4faa-a5b6-30ff5e066a0d" providerId="ADAL" clId="{60A4576C-9A3A-4D2E-8101-6E76C6856F3E}"/>
    <pc:docChg chg="modSld">
      <pc:chgData name="Li,Fengqiong (HP Medicine) BII-CN-B" userId="dae7b85d-6b67-4faa-a5b6-30ff5e066a0d" providerId="ADAL" clId="{60A4576C-9A3A-4D2E-8101-6E76C6856F3E}" dt="2026-04-21T08:44:47.978" v="88" actId="113"/>
      <pc:docMkLst>
        <pc:docMk/>
      </pc:docMkLst>
      <pc:sldChg chg="modSp mod">
        <pc:chgData name="Li,Fengqiong (HP Medicine) BII-CN-B" userId="dae7b85d-6b67-4faa-a5b6-30ff5e066a0d" providerId="ADAL" clId="{60A4576C-9A3A-4D2E-8101-6E76C6856F3E}" dt="2026-04-21T08:44:47.978" v="88" actId="113"/>
        <pc:sldMkLst>
          <pc:docMk/>
          <pc:sldMk cId="749431036" sldId="2147483638"/>
        </pc:sldMkLst>
        <pc:graphicFrameChg chg="modGraphic">
          <ac:chgData name="Li,Fengqiong (HP Medicine) BII-CN-B" userId="dae7b85d-6b67-4faa-a5b6-30ff5e066a0d" providerId="ADAL" clId="{60A4576C-9A3A-4D2E-8101-6E76C6856F3E}" dt="2026-04-21T08:44:47.978" v="88" actId="113"/>
          <ac:graphicFrameMkLst>
            <pc:docMk/>
            <pc:sldMk cId="749431036" sldId="2147483638"/>
            <ac:graphicFrameMk id="6" creationId="{7DCD6B0A-08A9-C410-91D5-8DD0DB9C246E}"/>
          </ac:graphicFrameMkLst>
        </pc:graphicFrameChg>
      </pc:sldChg>
    </pc:docChg>
  </pc:docChgLst>
  <pc:docChgLst>
    <pc:chgData name="Zhu,Dr.,Yayun (HP Medicine) BII-CN-S" userId="S::yayun.zhu@boehringer-ingelheim.com::f923e91b-1433-4718-a9fb-37abca69f87f" providerId="AD" clId="Web-{1E19BBEC-F2A1-F8CB-0080-BC7CB3B8BE17}"/>
    <pc:docChg chg="addSld delSld modSld sldOrd addSection modSection">
      <pc:chgData name="Zhu,Dr.,Yayun (HP Medicine) BII-CN-S" userId="S::yayun.zhu@boehringer-ingelheim.com::f923e91b-1433-4718-a9fb-37abca69f87f" providerId="AD" clId="Web-{1E19BBEC-F2A1-F8CB-0080-BC7CB3B8BE17}" dt="2026-04-20T05:52:28.616" v="42"/>
      <pc:docMkLst>
        <pc:docMk/>
      </pc:docMkLst>
    </pc:docChg>
  </pc:docChgLst>
  <pc:docChgLst>
    <pc:chgData name="Zhu,Dr.,Yayun (HP Medicine) BII-CN-S" userId="f923e91b-1433-4718-a9fb-37abca69f87f" providerId="ADAL" clId="{353978F8-FE93-47DA-9992-C48A2C69D624}"/>
    <pc:docChg chg="undo custSel addSld delSld modSld sldOrd modSection">
      <pc:chgData name="Zhu,Dr.,Yayun (HP Medicine) BII-CN-S" userId="f923e91b-1433-4718-a9fb-37abca69f87f" providerId="ADAL" clId="{353978F8-FE93-47DA-9992-C48A2C69D624}" dt="2026-04-20T08:05:21.406" v="1764" actId="17846"/>
      <pc:docMkLst>
        <pc:docMk/>
      </pc:docMkLst>
      <pc:sldChg chg="addSp delSp modSp mod ord">
        <pc:chgData name="Zhu,Dr.,Yayun (HP Medicine) BII-CN-S" userId="f923e91b-1433-4718-a9fb-37abca69f87f" providerId="ADAL" clId="{353978F8-FE93-47DA-9992-C48A2C69D624}" dt="2026-04-20T07:53:10.354" v="1762"/>
        <pc:sldMkLst>
          <pc:docMk/>
          <pc:sldMk cId="3239486853" sldId="319"/>
        </pc:sldMkLst>
        <pc:spChg chg="add mod">
          <ac:chgData name="Zhu,Dr.,Yayun (HP Medicine) BII-CN-S" userId="f923e91b-1433-4718-a9fb-37abca69f87f" providerId="ADAL" clId="{353978F8-FE93-47DA-9992-C48A2C69D624}" dt="2026-04-13T06:37:17.805" v="1629" actId="1076"/>
          <ac:spMkLst>
            <pc:docMk/>
            <pc:sldMk cId="3239486853" sldId="319"/>
            <ac:spMk id="3" creationId="{2B529116-619A-B22C-D37A-AD2593CA4EEA}"/>
          </ac:spMkLst>
        </pc:spChg>
        <pc:spChg chg="mod">
          <ac:chgData name="Zhu,Dr.,Yayun (HP Medicine) BII-CN-S" userId="f923e91b-1433-4718-a9fb-37abca69f87f" providerId="ADAL" clId="{353978F8-FE93-47DA-9992-C48A2C69D624}" dt="2026-04-13T06:37:16.013" v="1628" actId="1076"/>
          <ac:spMkLst>
            <pc:docMk/>
            <pc:sldMk cId="3239486853" sldId="319"/>
            <ac:spMk id="7" creationId="{26BA530A-C457-25AA-947F-BA3FA6611112}"/>
          </ac:spMkLst>
        </pc:spChg>
        <pc:spChg chg="mod">
          <ac:chgData name="Zhu,Dr.,Yayun (HP Medicine) BII-CN-S" userId="f923e91b-1433-4718-a9fb-37abca69f87f" providerId="ADAL" clId="{353978F8-FE93-47DA-9992-C48A2C69D624}" dt="2026-04-13T06:37:13.834" v="1627" actId="207"/>
          <ac:spMkLst>
            <pc:docMk/>
            <pc:sldMk cId="3239486853" sldId="319"/>
            <ac:spMk id="12" creationId="{2C94B3DD-7115-EDB6-BDF3-8060F14B50F6}"/>
          </ac:spMkLst>
        </pc:spChg>
        <pc:spChg chg="add mod">
          <ac:chgData name="Zhu,Dr.,Yayun (HP Medicine) BII-CN-S" userId="f923e91b-1433-4718-a9fb-37abca69f87f" providerId="ADAL" clId="{353978F8-FE93-47DA-9992-C48A2C69D624}" dt="2026-04-13T06:42:53.575" v="1715" actId="14100"/>
          <ac:spMkLst>
            <pc:docMk/>
            <pc:sldMk cId="3239486853" sldId="319"/>
            <ac:spMk id="18" creationId="{44530CCF-5C16-C4CA-A1D0-8DD2AB6D7E60}"/>
          </ac:spMkLst>
        </pc:spChg>
        <pc:picChg chg="add mod">
          <ac:chgData name="Zhu,Dr.,Yayun (HP Medicine) BII-CN-S" userId="f923e91b-1433-4718-a9fb-37abca69f87f" providerId="ADAL" clId="{353978F8-FE93-47DA-9992-C48A2C69D624}" dt="2026-04-13T06:37:24.113" v="1631" actId="1076"/>
          <ac:picMkLst>
            <pc:docMk/>
            <pc:sldMk cId="3239486853" sldId="319"/>
            <ac:picMk id="14" creationId="{98F70355-8D7F-9B1F-FCBC-1709F12EDFA9}"/>
          </ac:picMkLst>
        </pc:picChg>
        <pc:picChg chg="add mod">
          <ac:chgData name="Zhu,Dr.,Yayun (HP Medicine) BII-CN-S" userId="f923e91b-1433-4718-a9fb-37abca69f87f" providerId="ADAL" clId="{353978F8-FE93-47DA-9992-C48A2C69D624}" dt="2026-04-13T06:37:21.053" v="1630" actId="1076"/>
          <ac:picMkLst>
            <pc:docMk/>
            <pc:sldMk cId="3239486853" sldId="319"/>
            <ac:picMk id="16" creationId="{150DED9B-A546-CB1F-BD34-999A39AD4786}"/>
          </ac:picMkLst>
        </pc:picChg>
      </pc:sldChg>
      <pc:sldMasterChg chg="delSldLayout">
        <pc:chgData name="Zhu,Dr.,Yayun (HP Medicine) BII-CN-S" userId="f923e91b-1433-4718-a9fb-37abca69f87f" providerId="ADAL" clId="{353978F8-FE93-47DA-9992-C48A2C69D624}" dt="2026-04-20T08:05:00.648" v="1763" actId="47"/>
        <pc:sldMasterMkLst>
          <pc:docMk/>
          <pc:sldMasterMk cId="2688107887" sldId="2147483906"/>
        </pc:sldMasterMkLst>
      </pc:sldMasterChg>
    </pc:docChg>
  </pc:docChgLst>
  <pc:docChgLst>
    <pc:chgData name="Zhu,Dr.,Yayun (HP Medicine) BII-CN-S" userId="S::yayun.zhu@boehringer-ingelheim.com::f923e91b-1433-4718-a9fb-37abca69f87f" providerId="AD" clId="Web-{4316C26E-97F2-08D4-2FF9-30503167CF96}"/>
    <pc:docChg chg="modSld">
      <pc:chgData name="Zhu,Dr.,Yayun (HP Medicine) BII-CN-S" userId="S::yayun.zhu@boehringer-ingelheim.com::f923e91b-1433-4718-a9fb-37abca69f87f" providerId="AD" clId="Web-{4316C26E-97F2-08D4-2FF9-30503167CF96}" dt="2026-04-21T15:05:26.217" v="41" actId="14100"/>
      <pc:docMkLst>
        <pc:docMk/>
      </pc:docMkLst>
      <pc:sldChg chg="addSp modSp">
        <pc:chgData name="Zhu,Dr.,Yayun (HP Medicine) BII-CN-S" userId="S::yayun.zhu@boehringer-ingelheim.com::f923e91b-1433-4718-a9fb-37abca69f87f" providerId="AD" clId="Web-{4316C26E-97F2-08D4-2FF9-30503167CF96}" dt="2026-04-21T15:05:26.217" v="41" actId="14100"/>
        <pc:sldMkLst>
          <pc:docMk/>
          <pc:sldMk cId="3638952973" sldId="307"/>
        </pc:sldMkLst>
        <pc:spChg chg="add mod">
          <ac:chgData name="Zhu,Dr.,Yayun (HP Medicine) BII-CN-S" userId="S::yayun.zhu@boehringer-ingelheim.com::f923e91b-1433-4718-a9fb-37abca69f87f" providerId="AD" clId="Web-{4316C26E-97F2-08D4-2FF9-30503167CF96}" dt="2026-04-21T15:04:58.639" v="39" actId="1076"/>
          <ac:spMkLst>
            <pc:docMk/>
            <pc:sldMk cId="3638952973" sldId="307"/>
            <ac:spMk id="44" creationId="{BE1FC89B-B160-6714-397B-7CA084030159}"/>
          </ac:spMkLst>
        </pc:spChg>
        <pc:graphicFrameChg chg="mod">
          <ac:chgData name="Zhu,Dr.,Yayun (HP Medicine) BII-CN-S" userId="S::yayun.zhu@boehringer-ingelheim.com::f923e91b-1433-4718-a9fb-37abca69f87f" providerId="AD" clId="Web-{4316C26E-97F2-08D4-2FF9-30503167CF96}" dt="2026-04-21T15:05:26.217" v="41" actId="14100"/>
          <ac:graphicFrameMkLst>
            <pc:docMk/>
            <pc:sldMk cId="3638952973" sldId="307"/>
            <ac:graphicFrameMk id="3" creationId="{73F870E8-177C-1FA4-F15B-95BCC2E60E8B}"/>
          </ac:graphicFrameMkLst>
        </pc:graphicFrameChg>
      </pc:sldChg>
    </pc:docChg>
  </pc:docChgLst>
  <pc:docChgLst>
    <pc:chgData name="Lu,Yixin (MED CDO) BII-CN-S" userId="6055c963-f18b-4b43-9f26-62c3b4c5f854" providerId="ADAL" clId="{80603554-68AC-429C-A563-DCDA01CBBC7A}"/>
    <pc:docChg chg="custSel modSld">
      <pc:chgData name="Lu,Yixin (MED CDO) BII-CN-S" userId="6055c963-f18b-4b43-9f26-62c3b4c5f854" providerId="ADAL" clId="{80603554-68AC-429C-A563-DCDA01CBBC7A}" dt="2026-04-21T09:49:51.170" v="431" actId="20577"/>
      <pc:docMkLst>
        <pc:docMk/>
      </pc:docMkLst>
      <pc:sldChg chg="modSp mod">
        <pc:chgData name="Lu,Yixin (MED CDO) BII-CN-S" userId="6055c963-f18b-4b43-9f26-62c3b4c5f854" providerId="ADAL" clId="{80603554-68AC-429C-A563-DCDA01CBBC7A}" dt="2026-04-21T01:52:55.522" v="129" actId="20577"/>
        <pc:sldMkLst>
          <pc:docMk/>
          <pc:sldMk cId="1982753963" sldId="266"/>
        </pc:sldMkLst>
        <pc:spChg chg="mod">
          <ac:chgData name="Lu,Yixin (MED CDO) BII-CN-S" userId="6055c963-f18b-4b43-9f26-62c3b4c5f854" providerId="ADAL" clId="{80603554-68AC-429C-A563-DCDA01CBBC7A}" dt="2026-04-21T01:50:07.627" v="85" actId="20577"/>
          <ac:spMkLst>
            <pc:docMk/>
            <pc:sldMk cId="1982753963" sldId="266"/>
            <ac:spMk id="2" creationId="{FFD7E115-9C67-F01E-9A88-4BEA03C2F33C}"/>
          </ac:spMkLst>
        </pc:spChg>
        <pc:spChg chg="mod">
          <ac:chgData name="Lu,Yixin (MED CDO) BII-CN-S" userId="6055c963-f18b-4b43-9f26-62c3b4c5f854" providerId="ADAL" clId="{80603554-68AC-429C-A563-DCDA01CBBC7A}" dt="2026-04-21T01:51:13.750" v="90" actId="1076"/>
          <ac:spMkLst>
            <pc:docMk/>
            <pc:sldMk cId="1982753963" sldId="266"/>
            <ac:spMk id="3" creationId="{25DE82C1-F090-4181-C847-F57E512053B0}"/>
          </ac:spMkLst>
        </pc:spChg>
        <pc:spChg chg="mod">
          <ac:chgData name="Lu,Yixin (MED CDO) BII-CN-S" userId="6055c963-f18b-4b43-9f26-62c3b4c5f854" providerId="ADAL" clId="{80603554-68AC-429C-A563-DCDA01CBBC7A}" dt="2026-04-21T01:52:55.522" v="129" actId="20577"/>
          <ac:spMkLst>
            <pc:docMk/>
            <pc:sldMk cId="1982753963" sldId="266"/>
            <ac:spMk id="8" creationId="{02068A3E-D4B3-4B45-95C0-8C42D8E0B033}"/>
          </ac:spMkLst>
        </pc:spChg>
      </pc:sldChg>
      <pc:sldChg chg="modSp mod">
        <pc:chgData name="Lu,Yixin (MED CDO) BII-CN-S" userId="6055c963-f18b-4b43-9f26-62c3b4c5f854" providerId="ADAL" clId="{80603554-68AC-429C-A563-DCDA01CBBC7A}" dt="2026-04-21T01:35:54.274" v="78" actId="20577"/>
        <pc:sldMkLst>
          <pc:docMk/>
          <pc:sldMk cId="3638952973" sldId="307"/>
        </pc:sldMkLst>
        <pc:spChg chg="mod">
          <ac:chgData name="Lu,Yixin (MED CDO) BII-CN-S" userId="6055c963-f18b-4b43-9f26-62c3b4c5f854" providerId="ADAL" clId="{80603554-68AC-429C-A563-DCDA01CBBC7A}" dt="2026-04-21T01:33:06.444" v="33" actId="20577"/>
          <ac:spMkLst>
            <pc:docMk/>
            <pc:sldMk cId="3638952973" sldId="307"/>
            <ac:spMk id="2" creationId="{00F40C0C-7B70-0D56-73C5-D4DD5CF1A6BF}"/>
          </ac:spMkLst>
        </pc:spChg>
        <pc:spChg chg="mod">
          <ac:chgData name="Lu,Yixin (MED CDO) BII-CN-S" userId="6055c963-f18b-4b43-9f26-62c3b4c5f854" providerId="ADAL" clId="{80603554-68AC-429C-A563-DCDA01CBBC7A}" dt="2026-04-21T01:33:40.903" v="38" actId="1076"/>
          <ac:spMkLst>
            <pc:docMk/>
            <pc:sldMk cId="3638952973" sldId="307"/>
            <ac:spMk id="4" creationId="{3C264224-A313-9FA0-74E7-CAAE8EA0F20D}"/>
          </ac:spMkLst>
        </pc:spChg>
        <pc:spChg chg="mod">
          <ac:chgData name="Lu,Yixin (MED CDO) BII-CN-S" userId="6055c963-f18b-4b43-9f26-62c3b4c5f854" providerId="ADAL" clId="{80603554-68AC-429C-A563-DCDA01CBBC7A}" dt="2026-04-21T01:35:54.274" v="78" actId="20577"/>
          <ac:spMkLst>
            <pc:docMk/>
            <pc:sldMk cId="3638952973" sldId="307"/>
            <ac:spMk id="8" creationId="{E6C667B6-3D15-9057-A160-222C0E02D955}"/>
          </ac:spMkLst>
        </pc:spChg>
        <pc:graphicFrameChg chg="modGraphic">
          <ac:chgData name="Lu,Yixin (MED CDO) BII-CN-S" userId="6055c963-f18b-4b43-9f26-62c3b4c5f854" providerId="ADAL" clId="{80603554-68AC-429C-A563-DCDA01CBBC7A}" dt="2026-04-21T01:32:43.243" v="20" actId="20577"/>
          <ac:graphicFrameMkLst>
            <pc:docMk/>
            <pc:sldMk cId="3638952973" sldId="307"/>
            <ac:graphicFrameMk id="5" creationId="{29B3D64B-30AD-54DF-2B1E-931686BCF998}"/>
          </ac:graphicFrameMkLst>
        </pc:graphicFrameChg>
        <pc:graphicFrameChg chg="modGraphic">
          <ac:chgData name="Lu,Yixin (MED CDO) BII-CN-S" userId="6055c963-f18b-4b43-9f26-62c3b4c5f854" providerId="ADAL" clId="{80603554-68AC-429C-A563-DCDA01CBBC7A}" dt="2026-04-21T01:32:47.660" v="24" actId="20577"/>
          <ac:graphicFrameMkLst>
            <pc:docMk/>
            <pc:sldMk cId="3638952973" sldId="307"/>
            <ac:graphicFrameMk id="6" creationId="{40D72364-826C-0DE8-183E-D78F8890AD8F}"/>
          </ac:graphicFrameMkLst>
        </pc:graphicFrameChg>
      </pc:sldChg>
      <pc:sldChg chg="modSp mod">
        <pc:chgData name="Lu,Yixin (MED CDO) BII-CN-S" userId="6055c963-f18b-4b43-9f26-62c3b4c5f854" providerId="ADAL" clId="{80603554-68AC-429C-A563-DCDA01CBBC7A}" dt="2026-04-21T09:49:51.170" v="431" actId="20577"/>
        <pc:sldMkLst>
          <pc:docMk/>
          <pc:sldMk cId="749431036" sldId="2147483638"/>
        </pc:sldMkLst>
        <pc:graphicFrameChg chg="mod modGraphic">
          <ac:chgData name="Lu,Yixin (MED CDO) BII-CN-S" userId="6055c963-f18b-4b43-9f26-62c3b4c5f854" providerId="ADAL" clId="{80603554-68AC-429C-A563-DCDA01CBBC7A}" dt="2026-04-21T09:49:51.170" v="431" actId="20577"/>
          <ac:graphicFrameMkLst>
            <pc:docMk/>
            <pc:sldMk cId="749431036" sldId="2147483638"/>
            <ac:graphicFrameMk id="6" creationId="{7DCD6B0A-08A9-C410-91D5-8DD0DB9C246E}"/>
          </ac:graphicFrameMkLst>
        </pc:graphicFrameChg>
      </pc:sldChg>
    </pc:docChg>
  </pc:docChgLst>
  <pc:docChgLst>
    <pc:chgData name="Tian,Liqun (HP Medicine) BII-CN-S" userId="5424a580-e195-4277-8a43-0a39a25c1936" providerId="ADAL" clId="{537BF928-B50C-474D-B9FF-4406546E8881}"/>
    <pc:docChg chg="addSld delSld modSld modSection">
      <pc:chgData name="Tian,Liqun (HP Medicine) BII-CN-S" userId="5424a580-e195-4277-8a43-0a39a25c1936" providerId="ADAL" clId="{537BF928-B50C-474D-B9FF-4406546E8881}" dt="2026-04-20T06:05:54.808" v="3"/>
      <pc:docMkLst>
        <pc:docMk/>
      </pc:docMkLst>
      <pc:sldChg chg="add">
        <pc:chgData name="Tian,Liqun (HP Medicine) BII-CN-S" userId="5424a580-e195-4277-8a43-0a39a25c1936" providerId="ADAL" clId="{537BF928-B50C-474D-B9FF-4406546E8881}" dt="2026-04-20T06:05:24.904" v="0"/>
        <pc:sldMkLst>
          <pc:docMk/>
          <pc:sldMk cId="2537969807" sldId="2147377299"/>
        </pc:sldMkLst>
      </pc:sldChg>
      <pc:sldChg chg="add">
        <pc:chgData name="Tian,Liqun (HP Medicine) BII-CN-S" userId="5424a580-e195-4277-8a43-0a39a25c1936" providerId="ADAL" clId="{537BF928-B50C-474D-B9FF-4406546E8881}" dt="2026-04-20T06:05:54.808" v="3"/>
        <pc:sldMkLst>
          <pc:docMk/>
          <pc:sldMk cId="3596366688" sldId="2147377311"/>
        </pc:sldMkLst>
      </pc:sldChg>
      <pc:sldChg chg="add">
        <pc:chgData name="Tian,Liqun (HP Medicine) BII-CN-S" userId="5424a580-e195-4277-8a43-0a39a25c1936" providerId="ADAL" clId="{537BF928-B50C-474D-B9FF-4406546E8881}" dt="2026-04-20T06:05:54.808" v="3"/>
        <pc:sldMkLst>
          <pc:docMk/>
          <pc:sldMk cId="3942673018" sldId="2147480200"/>
        </pc:sldMkLst>
      </pc:sldChg>
      <pc:sldChg chg="add">
        <pc:chgData name="Tian,Liqun (HP Medicine) BII-CN-S" userId="5424a580-e195-4277-8a43-0a39a25c1936" providerId="ADAL" clId="{537BF928-B50C-474D-B9FF-4406546E8881}" dt="2026-04-20T06:05:54.808" v="3"/>
        <pc:sldMkLst>
          <pc:docMk/>
          <pc:sldMk cId="1001908199" sldId="2147483643"/>
        </pc:sldMkLst>
      </pc:sldChg>
      <pc:sldMasterChg chg="delSldLayout">
        <pc:chgData name="Tian,Liqun (HP Medicine) BII-CN-S" userId="5424a580-e195-4277-8a43-0a39a25c1936" providerId="ADAL" clId="{537BF928-B50C-474D-B9FF-4406546E8881}" dt="2026-04-20T06:05:35.293" v="1" actId="47"/>
        <pc:sldMasterMkLst>
          <pc:docMk/>
          <pc:sldMasterMk cId="54380218" sldId="2147484012"/>
        </pc:sldMasterMkLst>
      </pc:sldMasterChg>
    </pc:docChg>
  </pc:docChgLst>
  <pc:docChgLst>
    <pc:chgData name="Zhu,Dr.,Yayun (HP Medicine) BII-CN-S" userId="S::yayun.zhu@boehringer-ingelheim.com::f923e91b-1433-4718-a9fb-37abca69f87f" providerId="AD" clId="Web-{28286E56-A8FE-AA3E-8163-9AA8DCB03E03}"/>
    <pc:docChg chg="modSld">
      <pc:chgData name="Zhu,Dr.,Yayun (HP Medicine) BII-CN-S" userId="S::yayun.zhu@boehringer-ingelheim.com::f923e91b-1433-4718-a9fb-37abca69f87f" providerId="AD" clId="Web-{28286E56-A8FE-AA3E-8163-9AA8DCB03E03}" dt="2026-04-15T01:21:23.275" v="1" actId="20577"/>
      <pc:docMkLst>
        <pc:docMk/>
      </pc:docMkLst>
      <pc:sldChg chg="modSp">
        <pc:chgData name="Zhu,Dr.,Yayun (HP Medicine) BII-CN-S" userId="S::yayun.zhu@boehringer-ingelheim.com::f923e91b-1433-4718-a9fb-37abca69f87f" providerId="AD" clId="Web-{28286E56-A8FE-AA3E-8163-9AA8DCB03E03}" dt="2026-04-15T01:21:23.275" v="1" actId="20577"/>
        <pc:sldMkLst>
          <pc:docMk/>
          <pc:sldMk cId="3239486853" sldId="319"/>
        </pc:sldMkLst>
        <pc:spChg chg="mod">
          <ac:chgData name="Zhu,Dr.,Yayun (HP Medicine) BII-CN-S" userId="S::yayun.zhu@boehringer-ingelheim.com::f923e91b-1433-4718-a9fb-37abca69f87f" providerId="AD" clId="Web-{28286E56-A8FE-AA3E-8163-9AA8DCB03E03}" dt="2026-04-15T01:21:23.275" v="1" actId="20577"/>
          <ac:spMkLst>
            <pc:docMk/>
            <pc:sldMk cId="3239486853" sldId="319"/>
            <ac:spMk id="18" creationId="{44530CCF-5C16-C4CA-A1D0-8DD2AB6D7E60}"/>
          </ac:spMkLst>
        </pc:spChg>
      </pc:sldChg>
    </pc:docChg>
  </pc:docChgLst>
  <pc:docChgLst>
    <pc:chgData name="Zhu,Dr.,Yayun (HP Medicine) BII-CN-S" userId="S::yayun.zhu@boehringer-ingelheim.com::f923e91b-1433-4718-a9fb-37abca69f87f" providerId="AD" clId="Web-{25F1A60C-C175-4180-0404-E54D10589F6F}"/>
    <pc:docChg chg="modSld">
      <pc:chgData name="Zhu,Dr.,Yayun (HP Medicine) BII-CN-S" userId="S::yayun.zhu@boehringer-ingelheim.com::f923e91b-1433-4718-a9fb-37abca69f87f" providerId="AD" clId="Web-{25F1A60C-C175-4180-0404-E54D10589F6F}" dt="2026-04-21T05:30:39.209" v="8" actId="1076"/>
      <pc:docMkLst>
        <pc:docMk/>
      </pc:docMkLst>
      <pc:sldChg chg="modSp">
        <pc:chgData name="Zhu,Dr.,Yayun (HP Medicine) BII-CN-S" userId="S::yayun.zhu@boehringer-ingelheim.com::f923e91b-1433-4718-a9fb-37abca69f87f" providerId="AD" clId="Web-{25F1A60C-C175-4180-0404-E54D10589F6F}" dt="2026-04-21T05:30:39.209" v="8" actId="1076"/>
        <pc:sldMkLst>
          <pc:docMk/>
          <pc:sldMk cId="3239486853" sldId="319"/>
        </pc:sldMkLst>
        <pc:spChg chg="mod">
          <ac:chgData name="Zhu,Dr.,Yayun (HP Medicine) BII-CN-S" userId="S::yayun.zhu@boehringer-ingelheim.com::f923e91b-1433-4718-a9fb-37abca69f87f" providerId="AD" clId="Web-{25F1A60C-C175-4180-0404-E54D10589F6F}" dt="2026-04-21T05:30:39.209" v="8" actId="1076"/>
          <ac:spMkLst>
            <pc:docMk/>
            <pc:sldMk cId="3239486853" sldId="319"/>
            <ac:spMk id="18" creationId="{44530CCF-5C16-C4CA-A1D0-8DD2AB6D7E60}"/>
          </ac:spMkLst>
        </pc:spChg>
      </pc:sldChg>
    </pc:docChg>
  </pc:docChgLst>
  <pc:docChgLst>
    <pc:chgData name="Zhu,Dr.,Yayun (HP Medicine) BII-CN-S" userId="S::yayun.zhu@boehringer-ingelheim.com::f923e91b-1433-4718-a9fb-37abca69f87f" providerId="AD" clId="Web-{3D413475-A659-3CF7-0CA5-EEF0C45CB971}"/>
    <pc:docChg chg="modSld sldOrd">
      <pc:chgData name="Zhu,Dr.,Yayun (HP Medicine) BII-CN-S" userId="S::yayun.zhu@boehringer-ingelheim.com::f923e91b-1433-4718-a9fb-37abca69f87f" providerId="AD" clId="Web-{3D413475-A659-3CF7-0CA5-EEF0C45CB971}" dt="2026-04-23T05:48:35.701" v="1" actId="1076"/>
      <pc:docMkLst>
        <pc:docMk/>
      </pc:docMkLst>
      <pc:sldChg chg="ord">
        <pc:chgData name="Zhu,Dr.,Yayun (HP Medicine) BII-CN-S" userId="S::yayun.zhu@boehringer-ingelheim.com::f923e91b-1433-4718-a9fb-37abca69f87f" providerId="AD" clId="Web-{3D413475-A659-3CF7-0CA5-EEF0C45CB971}" dt="2026-04-23T05:47:05.402" v="0"/>
        <pc:sldMkLst>
          <pc:docMk/>
          <pc:sldMk cId="284758553" sldId="265"/>
        </pc:sldMkLst>
      </pc:sldChg>
      <pc:sldChg chg="modSp">
        <pc:chgData name="Zhu,Dr.,Yayun (HP Medicine) BII-CN-S" userId="S::yayun.zhu@boehringer-ingelheim.com::f923e91b-1433-4718-a9fb-37abca69f87f" providerId="AD" clId="Web-{3D413475-A659-3CF7-0CA5-EEF0C45CB971}" dt="2026-04-23T05:48:35.701" v="1" actId="1076"/>
        <pc:sldMkLst>
          <pc:docMk/>
          <pc:sldMk cId="3638952973" sldId="307"/>
        </pc:sldMkLst>
        <pc:spChg chg="mod">
          <ac:chgData name="Zhu,Dr.,Yayun (HP Medicine) BII-CN-S" userId="S::yayun.zhu@boehringer-ingelheim.com::f923e91b-1433-4718-a9fb-37abca69f87f" providerId="AD" clId="Web-{3D413475-A659-3CF7-0CA5-EEF0C45CB971}" dt="2026-04-23T05:48:35.701" v="1" actId="1076"/>
          <ac:spMkLst>
            <pc:docMk/>
            <pc:sldMk cId="3638952973" sldId="307"/>
            <ac:spMk id="44" creationId="{BE1FC89B-B160-6714-397B-7CA084030159}"/>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boehringer.sharepoint.com/sites/z365airtivitytcm/Shared%20Documents/General/Study%20Management/12%20Recruitment/1397-0014%20-%20Graphs%20Country%20Status%20Overview%20-%20global.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boehringer.sharepoint.com/sites/z365airtivitytcm/Shared%20Documents/General/Study%20Management/12%20Recruitment/1397-0014_recuritment-caliborate.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embeddings/oleObject8.bin"/><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embeddings/oleObject9.bin"/><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ltLang="zh-CN" sz="1400" b="0" i="0" u="none" strike="noStrike" kern="1200" spc="0" baseline="0">
                <a:solidFill>
                  <a:sysClr val="windowText" lastClr="000000">
                    <a:lumMod val="65000"/>
                    <a:lumOff val="35000"/>
                  </a:sysClr>
                </a:solidFill>
              </a:rPr>
              <a:t>Global Recruitment</a:t>
            </a:r>
          </a:p>
        </c:rich>
      </c:tx>
      <c:layout>
        <c:manualLayout>
          <c:xMode val="edge"/>
          <c:yMode val="edge"/>
          <c:x val="0.42777168741931887"/>
          <c:y val="9.3857732001809899E-2"/>
        </c:manualLayout>
      </c:layout>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zh-CN"/>
        </a:p>
      </c:txPr>
    </c:title>
    <c:autoTitleDeleted val="0"/>
    <c:plotArea>
      <c:layout/>
      <c:lineChart>
        <c:grouping val="standard"/>
        <c:varyColors val="0"/>
        <c:ser>
          <c:idx val="0"/>
          <c:order val="0"/>
          <c:tx>
            <c:strRef>
              <c:f>Sheet1!$B$1</c:f>
              <c:strCache>
                <c:ptCount val="1"/>
                <c:pt idx="0">
                  <c:v>Planned Screened</c:v>
                </c:pt>
              </c:strCache>
            </c:strRef>
          </c:tx>
          <c:spPr>
            <a:ln w="28575" cap="rnd">
              <a:solidFill>
                <a:schemeClr val="accent1"/>
              </a:solidFill>
              <a:round/>
            </a:ln>
            <a:effectLst/>
          </c:spPr>
          <c:marker>
            <c:symbol val="circle"/>
            <c:size val="5"/>
            <c:spPr>
              <a:solidFill>
                <a:schemeClr val="accent1"/>
              </a:solidFill>
              <a:ln w="9525">
                <a:solidFill>
                  <a:schemeClr val="accent1"/>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Sheet1!$A$2:$A$15</c:f>
              <c:numCache>
                <c:formatCode>[$-409]mmm\-yy;@</c:formatCode>
                <c:ptCount val="14"/>
                <c:pt idx="0">
                  <c:v>45824</c:v>
                </c:pt>
                <c:pt idx="1">
                  <c:v>45854</c:v>
                </c:pt>
                <c:pt idx="2">
                  <c:v>45885</c:v>
                </c:pt>
                <c:pt idx="3">
                  <c:v>45916</c:v>
                </c:pt>
                <c:pt idx="4">
                  <c:v>45946</c:v>
                </c:pt>
                <c:pt idx="5">
                  <c:v>45977</c:v>
                </c:pt>
                <c:pt idx="6">
                  <c:v>46007</c:v>
                </c:pt>
                <c:pt idx="7">
                  <c:v>46038</c:v>
                </c:pt>
                <c:pt idx="8">
                  <c:v>46069</c:v>
                </c:pt>
                <c:pt idx="9">
                  <c:v>46097</c:v>
                </c:pt>
                <c:pt idx="10">
                  <c:v>46128</c:v>
                </c:pt>
                <c:pt idx="11">
                  <c:v>46158</c:v>
                </c:pt>
                <c:pt idx="12">
                  <c:v>46189</c:v>
                </c:pt>
                <c:pt idx="13">
                  <c:v>46219</c:v>
                </c:pt>
              </c:numCache>
            </c:numRef>
          </c:cat>
          <c:val>
            <c:numRef>
              <c:f>Sheet1!$B$2:$B$15</c:f>
              <c:numCache>
                <c:formatCode>General</c:formatCode>
                <c:ptCount val="14"/>
                <c:pt idx="0">
                  <c:v>9</c:v>
                </c:pt>
                <c:pt idx="1">
                  <c:v>20</c:v>
                </c:pt>
                <c:pt idx="2">
                  <c:v>36</c:v>
                </c:pt>
                <c:pt idx="3">
                  <c:v>139</c:v>
                </c:pt>
                <c:pt idx="4">
                  <c:v>294</c:v>
                </c:pt>
                <c:pt idx="5">
                  <c:v>479</c:v>
                </c:pt>
                <c:pt idx="6">
                  <c:v>670</c:v>
                </c:pt>
                <c:pt idx="7">
                  <c:v>866</c:v>
                </c:pt>
                <c:pt idx="8">
                  <c:v>1122</c:v>
                </c:pt>
                <c:pt idx="9">
                  <c:v>1442</c:v>
                </c:pt>
                <c:pt idx="10">
                  <c:v>1762</c:v>
                </c:pt>
                <c:pt idx="11">
                  <c:v>2082</c:v>
                </c:pt>
                <c:pt idx="12">
                  <c:v>2305</c:v>
                </c:pt>
                <c:pt idx="13">
                  <c:v>2305</c:v>
                </c:pt>
              </c:numCache>
            </c:numRef>
          </c:val>
          <c:smooth val="0"/>
          <c:extLst>
            <c:ext xmlns:c16="http://schemas.microsoft.com/office/drawing/2014/chart" uri="{C3380CC4-5D6E-409C-BE32-E72D297353CC}">
              <c16:uniqueId val="{00000000-D78D-46DD-B746-45277683A62F}"/>
            </c:ext>
          </c:extLst>
        </c:ser>
        <c:ser>
          <c:idx val="1"/>
          <c:order val="1"/>
          <c:tx>
            <c:strRef>
              <c:f>Sheet1!$C$1</c:f>
              <c:strCache>
                <c:ptCount val="1"/>
                <c:pt idx="0">
                  <c:v>Actual Screened </c:v>
                </c:pt>
              </c:strCache>
            </c:strRef>
          </c:tx>
          <c:spPr>
            <a:ln w="28575" cap="rnd">
              <a:solidFill>
                <a:schemeClr val="accent2"/>
              </a:solidFill>
              <a:round/>
            </a:ln>
            <a:effectLst/>
          </c:spPr>
          <c:marker>
            <c:symbol val="circle"/>
            <c:size val="5"/>
            <c:spPr>
              <a:solidFill>
                <a:schemeClr val="accent2"/>
              </a:solidFill>
              <a:ln w="9525">
                <a:solidFill>
                  <a:schemeClr val="accent2"/>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Sheet1!$A$2:$A$15</c:f>
              <c:numCache>
                <c:formatCode>[$-409]mmm\-yy;@</c:formatCode>
                <c:ptCount val="14"/>
                <c:pt idx="0">
                  <c:v>45824</c:v>
                </c:pt>
                <c:pt idx="1">
                  <c:v>45854</c:v>
                </c:pt>
                <c:pt idx="2">
                  <c:v>45885</c:v>
                </c:pt>
                <c:pt idx="3">
                  <c:v>45916</c:v>
                </c:pt>
                <c:pt idx="4">
                  <c:v>45946</c:v>
                </c:pt>
                <c:pt idx="5">
                  <c:v>45977</c:v>
                </c:pt>
                <c:pt idx="6">
                  <c:v>46007</c:v>
                </c:pt>
                <c:pt idx="7">
                  <c:v>46038</c:v>
                </c:pt>
                <c:pt idx="8">
                  <c:v>46069</c:v>
                </c:pt>
                <c:pt idx="9">
                  <c:v>46097</c:v>
                </c:pt>
                <c:pt idx="10">
                  <c:v>46128</c:v>
                </c:pt>
                <c:pt idx="11">
                  <c:v>46158</c:v>
                </c:pt>
                <c:pt idx="12">
                  <c:v>46189</c:v>
                </c:pt>
                <c:pt idx="13">
                  <c:v>46219</c:v>
                </c:pt>
              </c:numCache>
            </c:numRef>
          </c:cat>
          <c:val>
            <c:numRef>
              <c:f>Sheet1!$C$2:$C$15</c:f>
              <c:numCache>
                <c:formatCode>General</c:formatCode>
                <c:ptCount val="14"/>
                <c:pt idx="0">
                  <c:v>9</c:v>
                </c:pt>
                <c:pt idx="1">
                  <c:v>22</c:v>
                </c:pt>
                <c:pt idx="2">
                  <c:v>52</c:v>
                </c:pt>
                <c:pt idx="3">
                  <c:v>146</c:v>
                </c:pt>
                <c:pt idx="4">
                  <c:v>329</c:v>
                </c:pt>
                <c:pt idx="5">
                  <c:v>531</c:v>
                </c:pt>
                <c:pt idx="6">
                  <c:v>843</c:v>
                </c:pt>
                <c:pt idx="7">
                  <c:v>1255</c:v>
                </c:pt>
                <c:pt idx="8">
                  <c:v>1633</c:v>
                </c:pt>
                <c:pt idx="9">
                  <c:v>2120</c:v>
                </c:pt>
                <c:pt idx="10">
                  <c:v>2243</c:v>
                </c:pt>
              </c:numCache>
            </c:numRef>
          </c:val>
          <c:smooth val="0"/>
          <c:extLst>
            <c:ext xmlns:c16="http://schemas.microsoft.com/office/drawing/2014/chart" uri="{C3380CC4-5D6E-409C-BE32-E72D297353CC}">
              <c16:uniqueId val="{00000001-D78D-46DD-B746-45277683A62F}"/>
            </c:ext>
          </c:extLst>
        </c:ser>
        <c:ser>
          <c:idx val="2"/>
          <c:order val="2"/>
          <c:tx>
            <c:strRef>
              <c:f>Sheet1!$D$1</c:f>
              <c:strCache>
                <c:ptCount val="1"/>
                <c:pt idx="0">
                  <c:v>Planned Randomized</c:v>
                </c:pt>
              </c:strCache>
            </c:strRef>
          </c:tx>
          <c:spPr>
            <a:ln w="28575" cap="rnd">
              <a:solidFill>
                <a:schemeClr val="accent3"/>
              </a:solidFill>
              <a:round/>
            </a:ln>
            <a:effectLst/>
          </c:spPr>
          <c:marker>
            <c:symbol val="circle"/>
            <c:size val="5"/>
            <c:spPr>
              <a:solidFill>
                <a:schemeClr val="accent3"/>
              </a:solidFill>
              <a:ln w="9525">
                <a:solidFill>
                  <a:schemeClr val="accent3"/>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Sheet1!$A$2:$A$15</c:f>
              <c:numCache>
                <c:formatCode>[$-409]mmm\-yy;@</c:formatCode>
                <c:ptCount val="14"/>
                <c:pt idx="0">
                  <c:v>45824</c:v>
                </c:pt>
                <c:pt idx="1">
                  <c:v>45854</c:v>
                </c:pt>
                <c:pt idx="2">
                  <c:v>45885</c:v>
                </c:pt>
                <c:pt idx="3">
                  <c:v>45916</c:v>
                </c:pt>
                <c:pt idx="4">
                  <c:v>45946</c:v>
                </c:pt>
                <c:pt idx="5">
                  <c:v>45977</c:v>
                </c:pt>
                <c:pt idx="6">
                  <c:v>46007</c:v>
                </c:pt>
                <c:pt idx="7">
                  <c:v>46038</c:v>
                </c:pt>
                <c:pt idx="8">
                  <c:v>46069</c:v>
                </c:pt>
                <c:pt idx="9">
                  <c:v>46097</c:v>
                </c:pt>
                <c:pt idx="10">
                  <c:v>46128</c:v>
                </c:pt>
                <c:pt idx="11">
                  <c:v>46158</c:v>
                </c:pt>
                <c:pt idx="12">
                  <c:v>46189</c:v>
                </c:pt>
                <c:pt idx="13">
                  <c:v>46219</c:v>
                </c:pt>
              </c:numCache>
            </c:numRef>
          </c:cat>
          <c:val>
            <c:numRef>
              <c:f>Sheet1!$D$2:$D$15</c:f>
              <c:numCache>
                <c:formatCode>General</c:formatCode>
                <c:ptCount val="14"/>
                <c:pt idx="0">
                  <c:v>0</c:v>
                </c:pt>
                <c:pt idx="1">
                  <c:v>7</c:v>
                </c:pt>
                <c:pt idx="2">
                  <c:v>18</c:v>
                </c:pt>
                <c:pt idx="3">
                  <c:v>42</c:v>
                </c:pt>
                <c:pt idx="4">
                  <c:v>105</c:v>
                </c:pt>
                <c:pt idx="5">
                  <c:v>229</c:v>
                </c:pt>
                <c:pt idx="6">
                  <c:v>377</c:v>
                </c:pt>
                <c:pt idx="7">
                  <c:v>530</c:v>
                </c:pt>
                <c:pt idx="8">
                  <c:v>735</c:v>
                </c:pt>
                <c:pt idx="9">
                  <c:v>945</c:v>
                </c:pt>
                <c:pt idx="10">
                  <c:v>1145</c:v>
                </c:pt>
                <c:pt idx="11">
                  <c:v>1460</c:v>
                </c:pt>
                <c:pt idx="12">
                  <c:v>1680</c:v>
                </c:pt>
                <c:pt idx="13">
                  <c:v>1915</c:v>
                </c:pt>
              </c:numCache>
            </c:numRef>
          </c:val>
          <c:smooth val="0"/>
          <c:extLst>
            <c:ext xmlns:c16="http://schemas.microsoft.com/office/drawing/2014/chart" uri="{C3380CC4-5D6E-409C-BE32-E72D297353CC}">
              <c16:uniqueId val="{00000002-D78D-46DD-B746-45277683A62F}"/>
            </c:ext>
          </c:extLst>
        </c:ser>
        <c:ser>
          <c:idx val="3"/>
          <c:order val="3"/>
          <c:tx>
            <c:strRef>
              <c:f>Sheet1!$E$1</c:f>
              <c:strCache>
                <c:ptCount val="1"/>
                <c:pt idx="0">
                  <c:v>Actual Randomized</c:v>
                </c:pt>
              </c:strCache>
            </c:strRef>
          </c:tx>
          <c:spPr>
            <a:ln w="28575" cap="rnd">
              <a:solidFill>
                <a:schemeClr val="accent4"/>
              </a:solidFill>
              <a:round/>
            </a:ln>
            <a:effectLst/>
          </c:spPr>
          <c:marker>
            <c:symbol val="circle"/>
            <c:size val="5"/>
            <c:spPr>
              <a:solidFill>
                <a:schemeClr val="accent4"/>
              </a:solidFill>
              <a:ln w="9525">
                <a:solidFill>
                  <a:schemeClr val="accent4"/>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Sheet1!$A$2:$A$15</c:f>
              <c:numCache>
                <c:formatCode>[$-409]mmm\-yy;@</c:formatCode>
                <c:ptCount val="14"/>
                <c:pt idx="0">
                  <c:v>45824</c:v>
                </c:pt>
                <c:pt idx="1">
                  <c:v>45854</c:v>
                </c:pt>
                <c:pt idx="2">
                  <c:v>45885</c:v>
                </c:pt>
                <c:pt idx="3">
                  <c:v>45916</c:v>
                </c:pt>
                <c:pt idx="4">
                  <c:v>45946</c:v>
                </c:pt>
                <c:pt idx="5">
                  <c:v>45977</c:v>
                </c:pt>
                <c:pt idx="6">
                  <c:v>46007</c:v>
                </c:pt>
                <c:pt idx="7">
                  <c:v>46038</c:v>
                </c:pt>
                <c:pt idx="8">
                  <c:v>46069</c:v>
                </c:pt>
                <c:pt idx="9">
                  <c:v>46097</c:v>
                </c:pt>
                <c:pt idx="10">
                  <c:v>46128</c:v>
                </c:pt>
                <c:pt idx="11">
                  <c:v>46158</c:v>
                </c:pt>
                <c:pt idx="12">
                  <c:v>46189</c:v>
                </c:pt>
                <c:pt idx="13">
                  <c:v>46219</c:v>
                </c:pt>
              </c:numCache>
            </c:numRef>
          </c:cat>
          <c:val>
            <c:numRef>
              <c:f>Sheet1!$E$2:$E$15</c:f>
              <c:numCache>
                <c:formatCode>General</c:formatCode>
                <c:ptCount val="14"/>
                <c:pt idx="0">
                  <c:v>0</c:v>
                </c:pt>
                <c:pt idx="1">
                  <c:v>8</c:v>
                </c:pt>
                <c:pt idx="2">
                  <c:v>18</c:v>
                </c:pt>
                <c:pt idx="3">
                  <c:v>43</c:v>
                </c:pt>
                <c:pt idx="4">
                  <c:v>128</c:v>
                </c:pt>
                <c:pt idx="5">
                  <c:v>251</c:v>
                </c:pt>
                <c:pt idx="6">
                  <c:v>459</c:v>
                </c:pt>
                <c:pt idx="7">
                  <c:v>704</c:v>
                </c:pt>
                <c:pt idx="8">
                  <c:v>998</c:v>
                </c:pt>
                <c:pt idx="9">
                  <c:v>1324</c:v>
                </c:pt>
                <c:pt idx="10">
                  <c:v>1558</c:v>
                </c:pt>
              </c:numCache>
            </c:numRef>
          </c:val>
          <c:smooth val="0"/>
          <c:extLst>
            <c:ext xmlns:c16="http://schemas.microsoft.com/office/drawing/2014/chart" uri="{C3380CC4-5D6E-409C-BE32-E72D297353CC}">
              <c16:uniqueId val="{00000003-D78D-46DD-B746-45277683A62F}"/>
            </c:ext>
          </c:extLst>
        </c:ser>
        <c:dLbls>
          <c:dLblPos val="t"/>
          <c:showLegendKey val="0"/>
          <c:showVal val="1"/>
          <c:showCatName val="0"/>
          <c:showSerName val="0"/>
          <c:showPercent val="0"/>
          <c:showBubbleSize val="0"/>
        </c:dLbls>
        <c:marker val="1"/>
        <c:smooth val="0"/>
        <c:axId val="929497880"/>
        <c:axId val="929499320"/>
      </c:lineChart>
      <c:dateAx>
        <c:axId val="929497880"/>
        <c:scaling>
          <c:orientation val="minMax"/>
        </c:scaling>
        <c:delete val="0"/>
        <c:axPos val="b"/>
        <c:numFmt formatCode="[$-409]mmm\-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929499320"/>
        <c:crosses val="autoZero"/>
        <c:auto val="1"/>
        <c:lblOffset val="100"/>
        <c:baseTimeUnit val="months"/>
      </c:dateAx>
      <c:valAx>
        <c:axId val="92949932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929497880"/>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900" b="0" i="0" u="none" strike="noStrike" kern="1200" baseline="0">
                <a:solidFill>
                  <a:schemeClr val="tx1">
                    <a:lumMod val="65000"/>
                    <a:lumOff val="35000"/>
                  </a:schemeClr>
                </a:solidFill>
                <a:latin typeface="+mn-lt"/>
                <a:ea typeface="+mn-ea"/>
                <a:cs typeface="+mn-cs"/>
              </a:defRPr>
            </a:pPr>
            <a:endParaRPr lang="zh-CN"/>
          </a:p>
        </c:txPr>
      </c:dTable>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ltLang="zh-CN" sz="1400" b="0" i="0" u="none" strike="noStrike" kern="1200" spc="0" baseline="0">
                <a:solidFill>
                  <a:sysClr val="windowText" lastClr="000000">
                    <a:lumMod val="65000"/>
                    <a:lumOff val="35000"/>
                  </a:sysClr>
                </a:solidFill>
              </a:rPr>
              <a:t>Recrutiment - Mainland- accelerated</a:t>
            </a:r>
            <a:endParaRPr lang="en-US" sz="1400" b="0" i="0" u="none" strike="noStrike" kern="1200" spc="0" baseline="0">
              <a:solidFill>
                <a:sysClr val="windowText" lastClr="000000">
                  <a:lumMod val="65000"/>
                  <a:lumOff val="35000"/>
                </a:sysClr>
              </a:solidFill>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Mainland!$E$306</c:f>
              <c:strCache>
                <c:ptCount val="1"/>
              </c:strCache>
            </c:strRef>
          </c:tx>
          <c:spPr>
            <a:ln w="28575" cap="rnd">
              <a:solidFill>
                <a:schemeClr val="accent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l"/>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Mainland!$F$305:$R$305</c:f>
              <c:strCache>
                <c:ptCount val="13"/>
                <c:pt idx="0">
                  <c:v>Jul 2025</c:v>
                </c:pt>
                <c:pt idx="1">
                  <c:v>Aug 2025</c:v>
                </c:pt>
                <c:pt idx="2">
                  <c:v>Sep-25</c:v>
                </c:pt>
                <c:pt idx="3">
                  <c:v>Oct-25</c:v>
                </c:pt>
                <c:pt idx="4">
                  <c:v>Nov-25</c:v>
                </c:pt>
                <c:pt idx="5">
                  <c:v>Dec-25</c:v>
                </c:pt>
                <c:pt idx="6">
                  <c:v>Jan-26</c:v>
                </c:pt>
                <c:pt idx="7">
                  <c:v>Feb-26</c:v>
                </c:pt>
                <c:pt idx="8">
                  <c:v>Mar-26</c:v>
                </c:pt>
                <c:pt idx="9">
                  <c:v>Apr-26</c:v>
                </c:pt>
                <c:pt idx="10">
                  <c:v>May-26</c:v>
                </c:pt>
                <c:pt idx="11">
                  <c:v>Jun-26</c:v>
                </c:pt>
                <c:pt idx="12">
                  <c:v>Jul-26</c:v>
                </c:pt>
              </c:strCache>
            </c:strRef>
          </c:cat>
          <c:val>
            <c:numRef>
              <c:f>Mainland!$F$306:$R$306</c:f>
              <c:numCache>
                <c:formatCode>0</c:formatCode>
                <c:ptCount val="13"/>
                <c:pt idx="0">
                  <c:v>0</c:v>
                </c:pt>
                <c:pt idx="1">
                  <c:v>4</c:v>
                </c:pt>
                <c:pt idx="2">
                  <c:v>16</c:v>
                </c:pt>
                <c:pt idx="3">
                  <c:v>32</c:v>
                </c:pt>
                <c:pt idx="4">
                  <c:v>105</c:v>
                </c:pt>
                <c:pt idx="5">
                  <c:v>135</c:v>
                </c:pt>
                <c:pt idx="6">
                  <c:v>180</c:v>
                </c:pt>
                <c:pt idx="7">
                  <c:v>200</c:v>
                </c:pt>
                <c:pt idx="8">
                  <c:v>230</c:v>
                </c:pt>
                <c:pt idx="9">
                  <c:v>260</c:v>
                </c:pt>
                <c:pt idx="10">
                  <c:v>268</c:v>
                </c:pt>
                <c:pt idx="11">
                  <c:v>268</c:v>
                </c:pt>
                <c:pt idx="12">
                  <c:v>268</c:v>
                </c:pt>
              </c:numCache>
            </c:numRef>
          </c:val>
          <c:smooth val="0"/>
          <c:extLst>
            <c:ext xmlns:c16="http://schemas.microsoft.com/office/drawing/2014/chart" uri="{C3380CC4-5D6E-409C-BE32-E72D297353CC}">
              <c16:uniqueId val="{00000000-93B8-423C-A5D4-3D105377BFDE}"/>
            </c:ext>
          </c:extLst>
        </c:ser>
        <c:ser>
          <c:idx val="1"/>
          <c:order val="1"/>
          <c:tx>
            <c:strRef>
              <c:f>Mainland!$E$307</c:f>
              <c:strCache>
                <c:ptCount val="1"/>
                <c:pt idx="0">
                  <c:v>Screening Total-a</c:v>
                </c:pt>
              </c:strCache>
            </c:strRef>
          </c:tx>
          <c:spPr>
            <a:ln w="28575" cap="rnd">
              <a:solidFill>
                <a:schemeClr val="accent2"/>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l"/>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Mainland!$F$305:$R$305</c:f>
              <c:strCache>
                <c:ptCount val="13"/>
                <c:pt idx="0">
                  <c:v>Jul 2025</c:v>
                </c:pt>
                <c:pt idx="1">
                  <c:v>Aug 2025</c:v>
                </c:pt>
                <c:pt idx="2">
                  <c:v>Sep-25</c:v>
                </c:pt>
                <c:pt idx="3">
                  <c:v>Oct-25</c:v>
                </c:pt>
                <c:pt idx="4">
                  <c:v>Nov-25</c:v>
                </c:pt>
                <c:pt idx="5">
                  <c:v>Dec-25</c:v>
                </c:pt>
                <c:pt idx="6">
                  <c:v>Jan-26</c:v>
                </c:pt>
                <c:pt idx="7">
                  <c:v>Feb-26</c:v>
                </c:pt>
                <c:pt idx="8">
                  <c:v>Mar-26</c:v>
                </c:pt>
                <c:pt idx="9">
                  <c:v>Apr-26</c:v>
                </c:pt>
                <c:pt idx="10">
                  <c:v>May-26</c:v>
                </c:pt>
                <c:pt idx="11">
                  <c:v>Jun-26</c:v>
                </c:pt>
                <c:pt idx="12">
                  <c:v>Jul-26</c:v>
                </c:pt>
              </c:strCache>
            </c:strRef>
          </c:cat>
          <c:val>
            <c:numRef>
              <c:f>Mainland!$F$307:$R$307</c:f>
              <c:numCache>
                <c:formatCode>General</c:formatCode>
                <c:ptCount val="13"/>
                <c:pt idx="0">
                  <c:v>1</c:v>
                </c:pt>
                <c:pt idx="1">
                  <c:v>8</c:v>
                </c:pt>
                <c:pt idx="2">
                  <c:v>32</c:v>
                </c:pt>
                <c:pt idx="3" formatCode="0">
                  <c:v>46</c:v>
                </c:pt>
                <c:pt idx="4" formatCode="0">
                  <c:v>110</c:v>
                </c:pt>
                <c:pt idx="5" formatCode="0">
                  <c:v>170</c:v>
                </c:pt>
                <c:pt idx="6" formatCode="0">
                  <c:v>250</c:v>
                </c:pt>
                <c:pt idx="7">
                  <c:v>270</c:v>
                </c:pt>
                <c:pt idx="8">
                  <c:v>323</c:v>
                </c:pt>
                <c:pt idx="9">
                  <c:v>323</c:v>
                </c:pt>
              </c:numCache>
            </c:numRef>
          </c:val>
          <c:smooth val="0"/>
          <c:extLst>
            <c:ext xmlns:c16="http://schemas.microsoft.com/office/drawing/2014/chart" uri="{C3380CC4-5D6E-409C-BE32-E72D297353CC}">
              <c16:uniqueId val="{00000001-93B8-423C-A5D4-3D105377BFDE}"/>
            </c:ext>
          </c:extLst>
        </c:ser>
        <c:ser>
          <c:idx val="2"/>
          <c:order val="2"/>
          <c:tx>
            <c:strRef>
              <c:f>Mainland!$E$308</c:f>
              <c:strCache>
                <c:ptCount val="1"/>
                <c:pt idx="0">
                  <c:v>Enrollment Total-p</c:v>
                </c:pt>
              </c:strCache>
            </c:strRef>
          </c:tx>
          <c:spPr>
            <a:ln w="28575" cap="rnd">
              <a:solidFill>
                <a:schemeClr val="accent3"/>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l"/>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Mainland!$F$305:$R$305</c:f>
              <c:strCache>
                <c:ptCount val="13"/>
                <c:pt idx="0">
                  <c:v>Jul 2025</c:v>
                </c:pt>
                <c:pt idx="1">
                  <c:v>Aug 2025</c:v>
                </c:pt>
                <c:pt idx="2">
                  <c:v>Sep-25</c:v>
                </c:pt>
                <c:pt idx="3">
                  <c:v>Oct-25</c:v>
                </c:pt>
                <c:pt idx="4">
                  <c:v>Nov-25</c:v>
                </c:pt>
                <c:pt idx="5">
                  <c:v>Dec-25</c:v>
                </c:pt>
                <c:pt idx="6">
                  <c:v>Jan-26</c:v>
                </c:pt>
                <c:pt idx="7">
                  <c:v>Feb-26</c:v>
                </c:pt>
                <c:pt idx="8">
                  <c:v>Mar-26</c:v>
                </c:pt>
                <c:pt idx="9">
                  <c:v>Apr-26</c:v>
                </c:pt>
                <c:pt idx="10">
                  <c:v>May-26</c:v>
                </c:pt>
                <c:pt idx="11">
                  <c:v>Jun-26</c:v>
                </c:pt>
                <c:pt idx="12">
                  <c:v>Jul-26</c:v>
                </c:pt>
              </c:strCache>
            </c:strRef>
          </c:cat>
          <c:val>
            <c:numRef>
              <c:f>Mainland!$F$308:$R$308</c:f>
              <c:numCache>
                <c:formatCode>0</c:formatCode>
                <c:ptCount val="13"/>
                <c:pt idx="0">
                  <c:v>0</c:v>
                </c:pt>
                <c:pt idx="1">
                  <c:v>0</c:v>
                </c:pt>
                <c:pt idx="2">
                  <c:v>4</c:v>
                </c:pt>
                <c:pt idx="3">
                  <c:v>12</c:v>
                </c:pt>
                <c:pt idx="4">
                  <c:v>37</c:v>
                </c:pt>
                <c:pt idx="5">
                  <c:v>60</c:v>
                </c:pt>
                <c:pt idx="6">
                  <c:v>87</c:v>
                </c:pt>
                <c:pt idx="7">
                  <c:v>112</c:v>
                </c:pt>
                <c:pt idx="8">
                  <c:v>137</c:v>
                </c:pt>
                <c:pt idx="9">
                  <c:v>162</c:v>
                </c:pt>
                <c:pt idx="10">
                  <c:v>187</c:v>
                </c:pt>
                <c:pt idx="11">
                  <c:v>200</c:v>
                </c:pt>
                <c:pt idx="12">
                  <c:v>201</c:v>
                </c:pt>
              </c:numCache>
            </c:numRef>
          </c:val>
          <c:smooth val="0"/>
          <c:extLst>
            <c:ext xmlns:c16="http://schemas.microsoft.com/office/drawing/2014/chart" uri="{C3380CC4-5D6E-409C-BE32-E72D297353CC}">
              <c16:uniqueId val="{00000002-93B8-423C-A5D4-3D105377BFDE}"/>
            </c:ext>
          </c:extLst>
        </c:ser>
        <c:ser>
          <c:idx val="3"/>
          <c:order val="3"/>
          <c:tx>
            <c:strRef>
              <c:f>Mainland!$E$309</c:f>
              <c:strCache>
                <c:ptCount val="1"/>
                <c:pt idx="0">
                  <c:v>Enrollment Total-a</c:v>
                </c:pt>
              </c:strCache>
            </c:strRef>
          </c:tx>
          <c:spPr>
            <a:ln w="28575" cap="rnd">
              <a:solidFill>
                <a:schemeClr val="accent4"/>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l"/>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Mainland!$F$305:$R$305</c:f>
              <c:strCache>
                <c:ptCount val="13"/>
                <c:pt idx="0">
                  <c:v>Jul 2025</c:v>
                </c:pt>
                <c:pt idx="1">
                  <c:v>Aug 2025</c:v>
                </c:pt>
                <c:pt idx="2">
                  <c:v>Sep-25</c:v>
                </c:pt>
                <c:pt idx="3">
                  <c:v>Oct-25</c:v>
                </c:pt>
                <c:pt idx="4">
                  <c:v>Nov-25</c:v>
                </c:pt>
                <c:pt idx="5">
                  <c:v>Dec-25</c:v>
                </c:pt>
                <c:pt idx="6">
                  <c:v>Jan-26</c:v>
                </c:pt>
                <c:pt idx="7">
                  <c:v>Feb-26</c:v>
                </c:pt>
                <c:pt idx="8">
                  <c:v>Mar-26</c:v>
                </c:pt>
                <c:pt idx="9">
                  <c:v>Apr-26</c:v>
                </c:pt>
                <c:pt idx="10">
                  <c:v>May-26</c:v>
                </c:pt>
                <c:pt idx="11">
                  <c:v>Jun-26</c:v>
                </c:pt>
                <c:pt idx="12">
                  <c:v>Jul-26</c:v>
                </c:pt>
              </c:strCache>
            </c:strRef>
          </c:cat>
          <c:val>
            <c:numRef>
              <c:f>Mainland!$F$309:$R$309</c:f>
              <c:numCache>
                <c:formatCode>General</c:formatCode>
                <c:ptCount val="13"/>
                <c:pt idx="0">
                  <c:v>0</c:v>
                </c:pt>
                <c:pt idx="1">
                  <c:v>2</c:v>
                </c:pt>
                <c:pt idx="2">
                  <c:v>10</c:v>
                </c:pt>
                <c:pt idx="3">
                  <c:v>19</c:v>
                </c:pt>
                <c:pt idx="4">
                  <c:v>69</c:v>
                </c:pt>
                <c:pt idx="5">
                  <c:v>91</c:v>
                </c:pt>
                <c:pt idx="6">
                  <c:v>145</c:v>
                </c:pt>
                <c:pt idx="7">
                  <c:v>182</c:v>
                </c:pt>
                <c:pt idx="8">
                  <c:v>219</c:v>
                </c:pt>
                <c:pt idx="9">
                  <c:v>242</c:v>
                </c:pt>
              </c:numCache>
            </c:numRef>
          </c:val>
          <c:smooth val="0"/>
          <c:extLst>
            <c:ext xmlns:c16="http://schemas.microsoft.com/office/drawing/2014/chart" uri="{C3380CC4-5D6E-409C-BE32-E72D297353CC}">
              <c16:uniqueId val="{00000003-93B8-423C-A5D4-3D105377BFDE}"/>
            </c:ext>
          </c:extLst>
        </c:ser>
        <c:dLbls>
          <c:dLblPos val="l"/>
          <c:showLegendKey val="0"/>
          <c:showVal val="1"/>
          <c:showCatName val="0"/>
          <c:showSerName val="0"/>
          <c:showPercent val="0"/>
          <c:showBubbleSize val="0"/>
        </c:dLbls>
        <c:smooth val="0"/>
        <c:axId val="534177832"/>
        <c:axId val="534179632"/>
      </c:lineChart>
      <c:catAx>
        <c:axId val="53417783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34179632"/>
        <c:crosses val="autoZero"/>
        <c:auto val="1"/>
        <c:lblAlgn val="ctr"/>
        <c:lblOffset val="100"/>
        <c:noMultiLvlLbl val="0"/>
      </c:catAx>
      <c:valAx>
        <c:axId val="534179632"/>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34177832"/>
        <c:crosses val="autoZero"/>
        <c:crossBetween val="between"/>
      </c:valAx>
      <c:dTable>
        <c:showHorzBorder val="1"/>
        <c:showVertBorder val="1"/>
        <c:showOutline val="1"/>
        <c:showKeys val="0"/>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900" b="0" i="0" u="none" strike="noStrike" kern="1200" baseline="0">
                <a:solidFill>
                  <a:schemeClr val="tx1">
                    <a:lumMod val="65000"/>
                    <a:lumOff val="35000"/>
                  </a:schemeClr>
                </a:solidFill>
                <a:latin typeface="+mn-lt"/>
                <a:ea typeface="+mn-ea"/>
                <a:cs typeface="+mn-cs"/>
              </a:defRPr>
            </a:pPr>
            <a:endParaRPr lang="en-US"/>
          </a:p>
        </c:txPr>
      </c:dTable>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'[工作表 在 INFL TA-CEC Portfolio 20260420.pptx]template'!$A$5</c:f>
              <c:strCache>
                <c:ptCount val="1"/>
                <c:pt idx="0">
                  <c:v>Patients Enrolled/Randomized (Actual)</c:v>
                </c:pt>
              </c:strCache>
            </c:strRef>
          </c:tx>
          <c:spPr>
            <a:ln w="28575" cap="rnd">
              <a:solidFill>
                <a:schemeClr val="tx1">
                  <a:lumMod val="95000"/>
                  <a:lumOff val="5000"/>
                </a:schemeClr>
              </a:solidFill>
              <a:round/>
            </a:ln>
            <a:effectLst/>
          </c:spPr>
          <c:marker>
            <c:symbol val="circle"/>
            <c:size val="5"/>
            <c:spPr>
              <a:solidFill>
                <a:schemeClr val="tx1">
                  <a:lumMod val="95000"/>
                  <a:lumOff val="5000"/>
                </a:schemeClr>
              </a:solidFill>
              <a:ln w="9525">
                <a:solidFill>
                  <a:schemeClr val="tx1">
                    <a:lumMod val="95000"/>
                    <a:lumOff val="5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INFL TA-CEC Portfolio 20260420.pptx]template'!$B$4:$W$4</c:f>
              <c:numCache>
                <c:formatCode>[$-409]mmm\-yy;@</c:formatCode>
                <c:ptCount val="22"/>
                <c:pt idx="0">
                  <c:v>45658</c:v>
                </c:pt>
                <c:pt idx="1">
                  <c:v>45689</c:v>
                </c:pt>
                <c:pt idx="2">
                  <c:v>45717</c:v>
                </c:pt>
                <c:pt idx="3">
                  <c:v>45748</c:v>
                </c:pt>
                <c:pt idx="4">
                  <c:v>45778</c:v>
                </c:pt>
                <c:pt idx="5">
                  <c:v>45809</c:v>
                </c:pt>
                <c:pt idx="6">
                  <c:v>45839</c:v>
                </c:pt>
                <c:pt idx="7">
                  <c:v>45870</c:v>
                </c:pt>
                <c:pt idx="8">
                  <c:v>45901</c:v>
                </c:pt>
                <c:pt idx="9">
                  <c:v>45931</c:v>
                </c:pt>
                <c:pt idx="10">
                  <c:v>45962</c:v>
                </c:pt>
                <c:pt idx="11">
                  <c:v>45992</c:v>
                </c:pt>
                <c:pt idx="12">
                  <c:v>46023</c:v>
                </c:pt>
                <c:pt idx="13">
                  <c:v>46054</c:v>
                </c:pt>
                <c:pt idx="14">
                  <c:v>46082</c:v>
                </c:pt>
                <c:pt idx="15">
                  <c:v>46113</c:v>
                </c:pt>
                <c:pt idx="16">
                  <c:v>46143</c:v>
                </c:pt>
                <c:pt idx="17">
                  <c:v>46174</c:v>
                </c:pt>
                <c:pt idx="18">
                  <c:v>46204</c:v>
                </c:pt>
                <c:pt idx="19">
                  <c:v>46260</c:v>
                </c:pt>
                <c:pt idx="20">
                  <c:v>46291</c:v>
                </c:pt>
                <c:pt idx="21">
                  <c:v>46321</c:v>
                </c:pt>
              </c:numCache>
            </c:numRef>
          </c:cat>
          <c:val>
            <c:numRef>
              <c:f>'[工作表 在 INFL TA-CEC Portfolio 20260420.pptx]template'!$B$5:$W$5</c:f>
              <c:numCache>
                <c:formatCode>General</c:formatCode>
                <c:ptCount val="22"/>
                <c:pt idx="1">
                  <c:v>0</c:v>
                </c:pt>
                <c:pt idx="2">
                  <c:v>2</c:v>
                </c:pt>
                <c:pt idx="3">
                  <c:v>4</c:v>
                </c:pt>
                <c:pt idx="4">
                  <c:v>7</c:v>
                </c:pt>
                <c:pt idx="5">
                  <c:v>10</c:v>
                </c:pt>
                <c:pt idx="6">
                  <c:v>14</c:v>
                </c:pt>
                <c:pt idx="7">
                  <c:v>18</c:v>
                </c:pt>
                <c:pt idx="8">
                  <c:v>23</c:v>
                </c:pt>
                <c:pt idx="9">
                  <c:v>24</c:v>
                </c:pt>
                <c:pt idx="10">
                  <c:v>28</c:v>
                </c:pt>
                <c:pt idx="11">
                  <c:v>31</c:v>
                </c:pt>
                <c:pt idx="12">
                  <c:v>36</c:v>
                </c:pt>
                <c:pt idx="13">
                  <c:v>40</c:v>
                </c:pt>
                <c:pt idx="14">
                  <c:v>47</c:v>
                </c:pt>
                <c:pt idx="15">
                  <c:v>54</c:v>
                </c:pt>
              </c:numCache>
            </c:numRef>
          </c:val>
          <c:smooth val="0"/>
          <c:extLst>
            <c:ext xmlns:c16="http://schemas.microsoft.com/office/drawing/2014/chart" uri="{C3380CC4-5D6E-409C-BE32-E72D297353CC}">
              <c16:uniqueId val="{00000000-0A1E-44B9-9556-83666CCB6829}"/>
            </c:ext>
          </c:extLst>
        </c:ser>
        <c:ser>
          <c:idx val="1"/>
          <c:order val="1"/>
          <c:tx>
            <c:strRef>
              <c:f>'[工作表 在 INFL TA-CEC Portfolio 20260420.pptx]template'!$A$6</c:f>
              <c:strCache>
                <c:ptCount val="1"/>
                <c:pt idx="0">
                  <c:v>Patients Enrolled/Randomized (orginial plan)</c:v>
                </c:pt>
              </c:strCache>
            </c:strRef>
          </c:tx>
          <c:spPr>
            <a:ln w="28575" cap="rnd">
              <a:solidFill>
                <a:srgbClr val="00B050"/>
              </a:solidFill>
              <a:round/>
            </a:ln>
            <a:effectLst/>
          </c:spPr>
          <c:marker>
            <c:symbol val="circle"/>
            <c:size val="5"/>
            <c:spPr>
              <a:solidFill>
                <a:srgbClr val="00B050"/>
              </a:solidFill>
              <a:ln w="9525">
                <a:solidFill>
                  <a:srgbClr val="00B05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INFL TA-CEC Portfolio 20260420.pptx]template'!$B$4:$W$4</c:f>
              <c:numCache>
                <c:formatCode>[$-409]mmm\-yy;@</c:formatCode>
                <c:ptCount val="22"/>
                <c:pt idx="0">
                  <c:v>45658</c:v>
                </c:pt>
                <c:pt idx="1">
                  <c:v>45689</c:v>
                </c:pt>
                <c:pt idx="2">
                  <c:v>45717</c:v>
                </c:pt>
                <c:pt idx="3">
                  <c:v>45748</c:v>
                </c:pt>
                <c:pt idx="4">
                  <c:v>45778</c:v>
                </c:pt>
                <c:pt idx="5">
                  <c:v>45809</c:v>
                </c:pt>
                <c:pt idx="6">
                  <c:v>45839</c:v>
                </c:pt>
                <c:pt idx="7">
                  <c:v>45870</c:v>
                </c:pt>
                <c:pt idx="8">
                  <c:v>45901</c:v>
                </c:pt>
                <c:pt idx="9">
                  <c:v>45931</c:v>
                </c:pt>
                <c:pt idx="10">
                  <c:v>45962</c:v>
                </c:pt>
                <c:pt idx="11">
                  <c:v>45992</c:v>
                </c:pt>
                <c:pt idx="12">
                  <c:v>46023</c:v>
                </c:pt>
                <c:pt idx="13">
                  <c:v>46054</c:v>
                </c:pt>
                <c:pt idx="14">
                  <c:v>46082</c:v>
                </c:pt>
                <c:pt idx="15">
                  <c:v>46113</c:v>
                </c:pt>
                <c:pt idx="16">
                  <c:v>46143</c:v>
                </c:pt>
                <c:pt idx="17">
                  <c:v>46174</c:v>
                </c:pt>
                <c:pt idx="18">
                  <c:v>46204</c:v>
                </c:pt>
                <c:pt idx="19">
                  <c:v>46260</c:v>
                </c:pt>
                <c:pt idx="20">
                  <c:v>46291</c:v>
                </c:pt>
                <c:pt idx="21">
                  <c:v>46321</c:v>
                </c:pt>
              </c:numCache>
            </c:numRef>
          </c:cat>
          <c:val>
            <c:numRef>
              <c:f>'[工作表 在 INFL TA-CEC Portfolio 20260420.pptx]template'!$B$6:$W$6</c:f>
              <c:numCache>
                <c:formatCode>General</c:formatCode>
                <c:ptCount val="22"/>
                <c:pt idx="1">
                  <c:v>3</c:v>
                </c:pt>
                <c:pt idx="2">
                  <c:v>7</c:v>
                </c:pt>
                <c:pt idx="3">
                  <c:v>12</c:v>
                </c:pt>
                <c:pt idx="4">
                  <c:v>17</c:v>
                </c:pt>
                <c:pt idx="5">
                  <c:v>22</c:v>
                </c:pt>
                <c:pt idx="6">
                  <c:v>28</c:v>
                </c:pt>
                <c:pt idx="7">
                  <c:v>32</c:v>
                </c:pt>
                <c:pt idx="8">
                  <c:v>39</c:v>
                </c:pt>
                <c:pt idx="9">
                  <c:v>44</c:v>
                </c:pt>
                <c:pt idx="10">
                  <c:v>48</c:v>
                </c:pt>
                <c:pt idx="11">
                  <c:v>52</c:v>
                </c:pt>
                <c:pt idx="12">
                  <c:v>55</c:v>
                </c:pt>
                <c:pt idx="13">
                  <c:v>57</c:v>
                </c:pt>
                <c:pt idx="14">
                  <c:v>63</c:v>
                </c:pt>
                <c:pt idx="15">
                  <c:v>69</c:v>
                </c:pt>
                <c:pt idx="16">
                  <c:v>75</c:v>
                </c:pt>
                <c:pt idx="17">
                  <c:v>83</c:v>
                </c:pt>
                <c:pt idx="18">
                  <c:v>86</c:v>
                </c:pt>
                <c:pt idx="19">
                  <c:v>87</c:v>
                </c:pt>
                <c:pt idx="20">
                  <c:v>88</c:v>
                </c:pt>
                <c:pt idx="21">
                  <c:v>90</c:v>
                </c:pt>
              </c:numCache>
            </c:numRef>
          </c:val>
          <c:smooth val="0"/>
          <c:extLst>
            <c:ext xmlns:c16="http://schemas.microsoft.com/office/drawing/2014/chart" uri="{C3380CC4-5D6E-409C-BE32-E72D297353CC}">
              <c16:uniqueId val="{00000001-0A1E-44B9-9556-83666CCB6829}"/>
            </c:ext>
          </c:extLst>
        </c:ser>
        <c:ser>
          <c:idx val="2"/>
          <c:order val="2"/>
          <c:tx>
            <c:strRef>
              <c:f>'[工作表 在 INFL TA-CEC Portfolio 20260420.pptx]template'!$A$10</c:f>
              <c:strCache>
                <c:ptCount val="1"/>
                <c:pt idx="0">
                  <c:v>Patient Screened(Actual)</c:v>
                </c:pt>
              </c:strCache>
            </c:strRef>
          </c:tx>
          <c:spPr>
            <a:ln w="28575" cap="rnd">
              <a:solidFill>
                <a:srgbClr val="FFFF00"/>
              </a:solidFill>
              <a:round/>
            </a:ln>
            <a:effectLst/>
          </c:spPr>
          <c:marker>
            <c:symbol val="circle"/>
            <c:size val="5"/>
            <c:spPr>
              <a:solidFill>
                <a:srgbClr val="FFFF00"/>
              </a:solidFill>
              <a:ln w="9525">
                <a:solidFill>
                  <a:srgbClr val="FFFF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INFL TA-CEC Portfolio 20260420.pptx]template'!$B$4:$W$4</c:f>
              <c:numCache>
                <c:formatCode>[$-409]mmm\-yy;@</c:formatCode>
                <c:ptCount val="22"/>
                <c:pt idx="0">
                  <c:v>45658</c:v>
                </c:pt>
                <c:pt idx="1">
                  <c:v>45689</c:v>
                </c:pt>
                <c:pt idx="2">
                  <c:v>45717</c:v>
                </c:pt>
                <c:pt idx="3">
                  <c:v>45748</c:v>
                </c:pt>
                <c:pt idx="4">
                  <c:v>45778</c:v>
                </c:pt>
                <c:pt idx="5">
                  <c:v>45809</c:v>
                </c:pt>
                <c:pt idx="6">
                  <c:v>45839</c:v>
                </c:pt>
                <c:pt idx="7">
                  <c:v>45870</c:v>
                </c:pt>
                <c:pt idx="8">
                  <c:v>45901</c:v>
                </c:pt>
                <c:pt idx="9">
                  <c:v>45931</c:v>
                </c:pt>
                <c:pt idx="10">
                  <c:v>45962</c:v>
                </c:pt>
                <c:pt idx="11">
                  <c:v>45992</c:v>
                </c:pt>
                <c:pt idx="12">
                  <c:v>46023</c:v>
                </c:pt>
                <c:pt idx="13">
                  <c:v>46054</c:v>
                </c:pt>
                <c:pt idx="14">
                  <c:v>46082</c:v>
                </c:pt>
                <c:pt idx="15">
                  <c:v>46113</c:v>
                </c:pt>
                <c:pt idx="16">
                  <c:v>46143</c:v>
                </c:pt>
                <c:pt idx="17">
                  <c:v>46174</c:v>
                </c:pt>
                <c:pt idx="18">
                  <c:v>46204</c:v>
                </c:pt>
                <c:pt idx="19">
                  <c:v>46260</c:v>
                </c:pt>
                <c:pt idx="20">
                  <c:v>46291</c:v>
                </c:pt>
                <c:pt idx="21">
                  <c:v>46321</c:v>
                </c:pt>
              </c:numCache>
            </c:numRef>
          </c:cat>
          <c:val>
            <c:numRef>
              <c:f>'[工作表 在 INFL TA-CEC Portfolio 20260420.pptx]template'!$B$10:$W$10</c:f>
              <c:numCache>
                <c:formatCode>General</c:formatCode>
                <c:ptCount val="22"/>
                <c:pt idx="0">
                  <c:v>0</c:v>
                </c:pt>
                <c:pt idx="1">
                  <c:v>5</c:v>
                </c:pt>
                <c:pt idx="2">
                  <c:v>11</c:v>
                </c:pt>
                <c:pt idx="3">
                  <c:v>19</c:v>
                </c:pt>
                <c:pt idx="4">
                  <c:v>31</c:v>
                </c:pt>
                <c:pt idx="5">
                  <c:v>44</c:v>
                </c:pt>
                <c:pt idx="6">
                  <c:v>52</c:v>
                </c:pt>
                <c:pt idx="7">
                  <c:v>61</c:v>
                </c:pt>
                <c:pt idx="8">
                  <c:v>77</c:v>
                </c:pt>
                <c:pt idx="9">
                  <c:v>89</c:v>
                </c:pt>
                <c:pt idx="10">
                  <c:v>96</c:v>
                </c:pt>
                <c:pt idx="11">
                  <c:v>104</c:v>
                </c:pt>
                <c:pt idx="12">
                  <c:v>115</c:v>
                </c:pt>
                <c:pt idx="13">
                  <c:v>126</c:v>
                </c:pt>
                <c:pt idx="14">
                  <c:v>137</c:v>
                </c:pt>
                <c:pt idx="15">
                  <c:v>142</c:v>
                </c:pt>
              </c:numCache>
            </c:numRef>
          </c:val>
          <c:smooth val="0"/>
          <c:extLst>
            <c:ext xmlns:c16="http://schemas.microsoft.com/office/drawing/2014/chart" uri="{C3380CC4-5D6E-409C-BE32-E72D297353CC}">
              <c16:uniqueId val="{00000002-0A1E-44B9-9556-83666CCB6829}"/>
            </c:ext>
          </c:extLst>
        </c:ser>
        <c:ser>
          <c:idx val="3"/>
          <c:order val="3"/>
          <c:tx>
            <c:strRef>
              <c:f>'[工作表 在 INFL TA-CEC Portfolio 20260420.pptx]template'!$A$11</c:f>
              <c:strCache>
                <c:ptCount val="1"/>
                <c:pt idx="0">
                  <c:v>Patient Screened(Planned)</c:v>
                </c:pt>
              </c:strCache>
            </c:strRef>
          </c:tx>
          <c:spPr>
            <a:ln w="28575" cap="rnd">
              <a:solidFill>
                <a:srgbClr val="CC99FF"/>
              </a:solidFill>
              <a:round/>
            </a:ln>
            <a:effectLst/>
          </c:spPr>
          <c:marker>
            <c:symbol val="circle"/>
            <c:size val="5"/>
            <c:spPr>
              <a:solidFill>
                <a:srgbClr val="CC99FF"/>
              </a:solidFill>
              <a:ln w="9525">
                <a:solidFill>
                  <a:srgbClr val="CC99FF"/>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INFL TA-CEC Portfolio 20260420.pptx]template'!$B$4:$W$4</c:f>
              <c:numCache>
                <c:formatCode>[$-409]mmm\-yy;@</c:formatCode>
                <c:ptCount val="22"/>
                <c:pt idx="0">
                  <c:v>45658</c:v>
                </c:pt>
                <c:pt idx="1">
                  <c:v>45689</c:v>
                </c:pt>
                <c:pt idx="2">
                  <c:v>45717</c:v>
                </c:pt>
                <c:pt idx="3">
                  <c:v>45748</c:v>
                </c:pt>
                <c:pt idx="4">
                  <c:v>45778</c:v>
                </c:pt>
                <c:pt idx="5">
                  <c:v>45809</c:v>
                </c:pt>
                <c:pt idx="6">
                  <c:v>45839</c:v>
                </c:pt>
                <c:pt idx="7">
                  <c:v>45870</c:v>
                </c:pt>
                <c:pt idx="8">
                  <c:v>45901</c:v>
                </c:pt>
                <c:pt idx="9">
                  <c:v>45931</c:v>
                </c:pt>
                <c:pt idx="10">
                  <c:v>45962</c:v>
                </c:pt>
                <c:pt idx="11">
                  <c:v>45992</c:v>
                </c:pt>
                <c:pt idx="12">
                  <c:v>46023</c:v>
                </c:pt>
                <c:pt idx="13">
                  <c:v>46054</c:v>
                </c:pt>
                <c:pt idx="14">
                  <c:v>46082</c:v>
                </c:pt>
                <c:pt idx="15">
                  <c:v>46113</c:v>
                </c:pt>
                <c:pt idx="16">
                  <c:v>46143</c:v>
                </c:pt>
                <c:pt idx="17">
                  <c:v>46174</c:v>
                </c:pt>
                <c:pt idx="18">
                  <c:v>46204</c:v>
                </c:pt>
                <c:pt idx="19">
                  <c:v>46260</c:v>
                </c:pt>
                <c:pt idx="20">
                  <c:v>46291</c:v>
                </c:pt>
                <c:pt idx="21">
                  <c:v>46321</c:v>
                </c:pt>
              </c:numCache>
            </c:numRef>
          </c:cat>
          <c:val>
            <c:numRef>
              <c:f>'[工作表 在 INFL TA-CEC Portfolio 20260420.pptx]template'!$B$11:$W$11</c:f>
              <c:numCache>
                <c:formatCode>General</c:formatCode>
                <c:ptCount val="22"/>
                <c:pt idx="0">
                  <c:v>7</c:v>
                </c:pt>
                <c:pt idx="1">
                  <c:v>14</c:v>
                </c:pt>
                <c:pt idx="2">
                  <c:v>20</c:v>
                </c:pt>
                <c:pt idx="3">
                  <c:v>29</c:v>
                </c:pt>
                <c:pt idx="4">
                  <c:v>37</c:v>
                </c:pt>
                <c:pt idx="5">
                  <c:v>47</c:v>
                </c:pt>
                <c:pt idx="6">
                  <c:v>52</c:v>
                </c:pt>
                <c:pt idx="7">
                  <c:v>62</c:v>
                </c:pt>
                <c:pt idx="8">
                  <c:v>70</c:v>
                </c:pt>
                <c:pt idx="9">
                  <c:v>79</c:v>
                </c:pt>
                <c:pt idx="10">
                  <c:v>87</c:v>
                </c:pt>
                <c:pt idx="11">
                  <c:v>96</c:v>
                </c:pt>
                <c:pt idx="12">
                  <c:v>105</c:v>
                </c:pt>
                <c:pt idx="13">
                  <c:v>117</c:v>
                </c:pt>
                <c:pt idx="14">
                  <c:v>128</c:v>
                </c:pt>
                <c:pt idx="15">
                  <c:v>140</c:v>
                </c:pt>
                <c:pt idx="16">
                  <c:v>151</c:v>
                </c:pt>
                <c:pt idx="17">
                  <c:v>155</c:v>
                </c:pt>
                <c:pt idx="18">
                  <c:v>158</c:v>
                </c:pt>
                <c:pt idx="19">
                  <c:v>159</c:v>
                </c:pt>
              </c:numCache>
            </c:numRef>
          </c:val>
          <c:smooth val="0"/>
          <c:extLst>
            <c:ext xmlns:c16="http://schemas.microsoft.com/office/drawing/2014/chart" uri="{C3380CC4-5D6E-409C-BE32-E72D297353CC}">
              <c16:uniqueId val="{00000003-0A1E-44B9-9556-83666CCB6829}"/>
            </c:ext>
          </c:extLst>
        </c:ser>
        <c:ser>
          <c:idx val="4"/>
          <c:order val="4"/>
          <c:tx>
            <c:strRef>
              <c:f>'[工作表 在 INFL TA-CEC Portfolio 20260420.pptx]template'!$A$7</c:f>
              <c:strCache>
                <c:ptCount val="1"/>
                <c:pt idx="0">
                  <c:v>Patients Enrolled/Randomized (updated plan)</c:v>
                </c:pt>
              </c:strCache>
            </c:strRef>
          </c:tx>
          <c:spPr>
            <a:ln w="28575" cap="rnd">
              <a:solidFill>
                <a:schemeClr val="accent5"/>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CN"/>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INFL TA-CEC Portfolio 20260420.pptx]template'!$B$4:$W$4</c:f>
              <c:numCache>
                <c:formatCode>[$-409]mmm\-yy;@</c:formatCode>
                <c:ptCount val="22"/>
                <c:pt idx="0">
                  <c:v>45658</c:v>
                </c:pt>
                <c:pt idx="1">
                  <c:v>45689</c:v>
                </c:pt>
                <c:pt idx="2">
                  <c:v>45717</c:v>
                </c:pt>
                <c:pt idx="3">
                  <c:v>45748</c:v>
                </c:pt>
                <c:pt idx="4">
                  <c:v>45778</c:v>
                </c:pt>
                <c:pt idx="5">
                  <c:v>45809</c:v>
                </c:pt>
                <c:pt idx="6">
                  <c:v>45839</c:v>
                </c:pt>
                <c:pt idx="7">
                  <c:v>45870</c:v>
                </c:pt>
                <c:pt idx="8">
                  <c:v>45901</c:v>
                </c:pt>
                <c:pt idx="9">
                  <c:v>45931</c:v>
                </c:pt>
                <c:pt idx="10">
                  <c:v>45962</c:v>
                </c:pt>
                <c:pt idx="11">
                  <c:v>45992</c:v>
                </c:pt>
                <c:pt idx="12">
                  <c:v>46023</c:v>
                </c:pt>
                <c:pt idx="13">
                  <c:v>46054</c:v>
                </c:pt>
                <c:pt idx="14">
                  <c:v>46082</c:v>
                </c:pt>
                <c:pt idx="15">
                  <c:v>46113</c:v>
                </c:pt>
                <c:pt idx="16">
                  <c:v>46143</c:v>
                </c:pt>
                <c:pt idx="17">
                  <c:v>46174</c:v>
                </c:pt>
                <c:pt idx="18">
                  <c:v>46204</c:v>
                </c:pt>
                <c:pt idx="19">
                  <c:v>46260</c:v>
                </c:pt>
                <c:pt idx="20">
                  <c:v>46291</c:v>
                </c:pt>
                <c:pt idx="21">
                  <c:v>46321</c:v>
                </c:pt>
              </c:numCache>
            </c:numRef>
          </c:cat>
          <c:val>
            <c:numRef>
              <c:f>'[工作表 在 INFL TA-CEC Portfolio 20260420.pptx]template'!$B$7:$Q$7</c:f>
            </c:numRef>
          </c:val>
          <c:smooth val="0"/>
          <c:extLst>
            <c:ext xmlns:c16="http://schemas.microsoft.com/office/drawing/2014/chart" uri="{C3380CC4-5D6E-409C-BE32-E72D297353CC}">
              <c16:uniqueId val="{00000004-0A1E-44B9-9556-83666CCB6829}"/>
            </c:ext>
          </c:extLst>
        </c:ser>
        <c:dLbls>
          <c:dLblPos val="ctr"/>
          <c:showLegendKey val="0"/>
          <c:showVal val="1"/>
          <c:showCatName val="0"/>
          <c:showSerName val="0"/>
          <c:showPercent val="0"/>
          <c:showBubbleSize val="0"/>
        </c:dLbls>
        <c:marker val="1"/>
        <c:smooth val="0"/>
        <c:axId val="523006048"/>
        <c:axId val="523012280"/>
      </c:lineChart>
      <c:dateAx>
        <c:axId val="523006048"/>
        <c:scaling>
          <c:orientation val="minMax"/>
        </c:scaling>
        <c:delete val="0"/>
        <c:axPos val="b"/>
        <c:numFmt formatCode="[$-409]mmm\-yy;@"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523012280"/>
        <c:crosses val="autoZero"/>
        <c:auto val="0"/>
        <c:lblOffset val="100"/>
        <c:baseTimeUnit val="days"/>
      </c:dateAx>
      <c:valAx>
        <c:axId val="5230122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523006048"/>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900" b="0" i="0" u="none" strike="noStrike" kern="1200" baseline="0">
                <a:solidFill>
                  <a:schemeClr val="tx1">
                    <a:lumMod val="65000"/>
                    <a:lumOff val="35000"/>
                  </a:schemeClr>
                </a:solidFill>
                <a:latin typeface="+mn-lt"/>
                <a:ea typeface="+mn-ea"/>
                <a:cs typeface="+mn-cs"/>
              </a:defRPr>
            </a:pPr>
            <a:endParaRPr lang="zh-CN"/>
          </a:p>
        </c:txPr>
      </c:dTable>
      <c:spPr>
        <a:noFill/>
        <a:ln>
          <a:noFill/>
        </a:ln>
        <a:effectLst/>
      </c:spPr>
    </c:plotArea>
    <c:legend>
      <c:legendPos val="b"/>
      <c:layout>
        <c:manualLayout>
          <c:xMode val="edge"/>
          <c:yMode val="edge"/>
          <c:x val="5.1480305448716679E-2"/>
          <c:y val="0.93672634315369363"/>
          <c:w val="0.89999997668828668"/>
          <c:h val="4.8811184797596004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CN"/>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'[工作表 在 INFL TA-CEC Portfolio 20260420.pptx 2]template'!$A$5</c:f>
              <c:strCache>
                <c:ptCount val="1"/>
                <c:pt idx="0">
                  <c:v>Patients Enrolled/Randomized (Actual)</c:v>
                </c:pt>
              </c:strCache>
            </c:strRef>
          </c:tx>
          <c:spPr>
            <a:ln w="28575" cap="rnd">
              <a:solidFill>
                <a:schemeClr val="tx1"/>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INFL TA-CEC Portfolio 20260420.pptx 2]template'!$B$4:$U$4</c:f>
              <c:numCache>
                <c:formatCode>[$-409]mmm\-yy;@</c:formatCode>
                <c:ptCount val="20"/>
                <c:pt idx="0">
                  <c:v>45658</c:v>
                </c:pt>
                <c:pt idx="1">
                  <c:v>45689</c:v>
                </c:pt>
                <c:pt idx="2">
                  <c:v>45717</c:v>
                </c:pt>
                <c:pt idx="3">
                  <c:v>45748</c:v>
                </c:pt>
                <c:pt idx="4">
                  <c:v>45778</c:v>
                </c:pt>
                <c:pt idx="5">
                  <c:v>45809</c:v>
                </c:pt>
                <c:pt idx="6">
                  <c:v>45839</c:v>
                </c:pt>
                <c:pt idx="7">
                  <c:v>45870</c:v>
                </c:pt>
                <c:pt idx="8">
                  <c:v>45901</c:v>
                </c:pt>
                <c:pt idx="9">
                  <c:v>45931</c:v>
                </c:pt>
                <c:pt idx="10">
                  <c:v>45962</c:v>
                </c:pt>
                <c:pt idx="11">
                  <c:v>45992</c:v>
                </c:pt>
                <c:pt idx="12">
                  <c:v>46023</c:v>
                </c:pt>
                <c:pt idx="13">
                  <c:v>46054</c:v>
                </c:pt>
                <c:pt idx="14">
                  <c:v>46082</c:v>
                </c:pt>
                <c:pt idx="15">
                  <c:v>46113</c:v>
                </c:pt>
                <c:pt idx="16">
                  <c:v>46143</c:v>
                </c:pt>
                <c:pt idx="17">
                  <c:v>46174</c:v>
                </c:pt>
                <c:pt idx="18">
                  <c:v>46204</c:v>
                </c:pt>
                <c:pt idx="19">
                  <c:v>46235</c:v>
                </c:pt>
              </c:numCache>
            </c:numRef>
          </c:cat>
          <c:val>
            <c:numRef>
              <c:f>'[工作表 在 INFL TA-CEC Portfolio 20260420.pptx 2]template'!$B$5:$U$5</c:f>
              <c:numCache>
                <c:formatCode>General</c:formatCode>
                <c:ptCount val="20"/>
                <c:pt idx="2">
                  <c:v>0</c:v>
                </c:pt>
                <c:pt idx="3">
                  <c:v>0</c:v>
                </c:pt>
                <c:pt idx="4">
                  <c:v>0</c:v>
                </c:pt>
                <c:pt idx="5">
                  <c:v>0</c:v>
                </c:pt>
                <c:pt idx="6">
                  <c:v>2</c:v>
                </c:pt>
                <c:pt idx="7">
                  <c:v>4</c:v>
                </c:pt>
                <c:pt idx="8">
                  <c:v>4</c:v>
                </c:pt>
                <c:pt idx="9">
                  <c:v>4</c:v>
                </c:pt>
                <c:pt idx="10">
                  <c:v>4</c:v>
                </c:pt>
                <c:pt idx="11">
                  <c:v>5</c:v>
                </c:pt>
                <c:pt idx="12">
                  <c:v>5</c:v>
                </c:pt>
                <c:pt idx="13">
                  <c:v>5</c:v>
                </c:pt>
                <c:pt idx="14">
                  <c:v>5</c:v>
                </c:pt>
                <c:pt idx="15">
                  <c:v>6</c:v>
                </c:pt>
              </c:numCache>
            </c:numRef>
          </c:val>
          <c:smooth val="0"/>
          <c:extLst>
            <c:ext xmlns:c16="http://schemas.microsoft.com/office/drawing/2014/chart" uri="{C3380CC4-5D6E-409C-BE32-E72D297353CC}">
              <c16:uniqueId val="{00000000-638C-4048-9AA0-6B4A4EC968EF}"/>
            </c:ext>
          </c:extLst>
        </c:ser>
        <c:ser>
          <c:idx val="8"/>
          <c:order val="1"/>
          <c:tx>
            <c:strRef>
              <c:f>'[工作表 在 INFL TA-CEC Portfolio 20260420.pptx 2]template'!$A$11</c:f>
              <c:strCache>
                <c:ptCount val="1"/>
                <c:pt idx="0">
                  <c:v>Patients Enrolled/Randomized (Revised plan 20250915)</c:v>
                </c:pt>
              </c:strCache>
            </c:strRef>
          </c:tx>
          <c:spPr>
            <a:ln w="28575" cap="rnd">
              <a:solidFill>
                <a:srgbClr val="92D050"/>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INFL TA-CEC Portfolio 20260420.pptx 2]template'!$B$4:$U$4</c:f>
              <c:numCache>
                <c:formatCode>[$-409]mmm\-yy;@</c:formatCode>
                <c:ptCount val="20"/>
                <c:pt idx="0">
                  <c:v>45658</c:v>
                </c:pt>
                <c:pt idx="1">
                  <c:v>45689</c:v>
                </c:pt>
                <c:pt idx="2">
                  <c:v>45717</c:v>
                </c:pt>
                <c:pt idx="3">
                  <c:v>45748</c:v>
                </c:pt>
                <c:pt idx="4">
                  <c:v>45778</c:v>
                </c:pt>
                <c:pt idx="5">
                  <c:v>45809</c:v>
                </c:pt>
                <c:pt idx="6">
                  <c:v>45839</c:v>
                </c:pt>
                <c:pt idx="7">
                  <c:v>45870</c:v>
                </c:pt>
                <c:pt idx="8">
                  <c:v>45901</c:v>
                </c:pt>
                <c:pt idx="9">
                  <c:v>45931</c:v>
                </c:pt>
                <c:pt idx="10">
                  <c:v>45962</c:v>
                </c:pt>
                <c:pt idx="11">
                  <c:v>45992</c:v>
                </c:pt>
                <c:pt idx="12">
                  <c:v>46023</c:v>
                </c:pt>
                <c:pt idx="13">
                  <c:v>46054</c:v>
                </c:pt>
                <c:pt idx="14">
                  <c:v>46082</c:v>
                </c:pt>
                <c:pt idx="15">
                  <c:v>46113</c:v>
                </c:pt>
                <c:pt idx="16">
                  <c:v>46143</c:v>
                </c:pt>
                <c:pt idx="17">
                  <c:v>46174</c:v>
                </c:pt>
                <c:pt idx="18">
                  <c:v>46204</c:v>
                </c:pt>
                <c:pt idx="19">
                  <c:v>46235</c:v>
                </c:pt>
              </c:numCache>
            </c:numRef>
          </c:cat>
          <c:val>
            <c:numRef>
              <c:f>'[工作表 在 INFL TA-CEC Portfolio 20260420.pptx 2]template'!$B$11:$U$11</c:f>
              <c:numCache>
                <c:formatCode>General</c:formatCode>
                <c:ptCount val="20"/>
                <c:pt idx="2">
                  <c:v>1</c:v>
                </c:pt>
                <c:pt idx="3">
                  <c:v>1</c:v>
                </c:pt>
                <c:pt idx="4">
                  <c:v>1</c:v>
                </c:pt>
                <c:pt idx="5">
                  <c:v>2</c:v>
                </c:pt>
                <c:pt idx="6">
                  <c:v>2</c:v>
                </c:pt>
                <c:pt idx="7">
                  <c:v>3</c:v>
                </c:pt>
                <c:pt idx="8">
                  <c:v>5</c:v>
                </c:pt>
                <c:pt idx="9">
                  <c:v>6</c:v>
                </c:pt>
                <c:pt idx="10">
                  <c:v>7</c:v>
                </c:pt>
                <c:pt idx="11">
                  <c:v>8</c:v>
                </c:pt>
                <c:pt idx="12">
                  <c:v>9</c:v>
                </c:pt>
                <c:pt idx="13">
                  <c:v>9</c:v>
                </c:pt>
                <c:pt idx="14">
                  <c:v>10</c:v>
                </c:pt>
                <c:pt idx="15">
                  <c:v>11</c:v>
                </c:pt>
                <c:pt idx="16">
                  <c:v>12</c:v>
                </c:pt>
                <c:pt idx="17">
                  <c:v>13</c:v>
                </c:pt>
                <c:pt idx="18">
                  <c:v>14</c:v>
                </c:pt>
                <c:pt idx="19">
                  <c:v>14</c:v>
                </c:pt>
              </c:numCache>
            </c:numRef>
          </c:val>
          <c:smooth val="0"/>
          <c:extLst>
            <c:ext xmlns:c16="http://schemas.microsoft.com/office/drawing/2014/chart" uri="{C3380CC4-5D6E-409C-BE32-E72D297353CC}">
              <c16:uniqueId val="{00000001-638C-4048-9AA0-6B4A4EC968EF}"/>
            </c:ext>
          </c:extLst>
        </c:ser>
        <c:ser>
          <c:idx val="2"/>
          <c:order val="2"/>
          <c:tx>
            <c:strRef>
              <c:f>'[工作表 在 INFL TA-CEC Portfolio 20260420.pptx 2]template'!$A$12</c:f>
              <c:strCache>
                <c:ptCount val="1"/>
                <c:pt idx="0">
                  <c:v>Patient Screened(Actual)</c:v>
                </c:pt>
              </c:strCache>
            </c:strRef>
          </c:tx>
          <c:spPr>
            <a:ln w="28575" cap="rnd">
              <a:solidFill>
                <a:srgbClr val="FFFF00"/>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INFL TA-CEC Portfolio 20260420.pptx 2]template'!$B$4:$U$4</c:f>
              <c:numCache>
                <c:formatCode>[$-409]mmm\-yy;@</c:formatCode>
                <c:ptCount val="20"/>
                <c:pt idx="0">
                  <c:v>45658</c:v>
                </c:pt>
                <c:pt idx="1">
                  <c:v>45689</c:v>
                </c:pt>
                <c:pt idx="2">
                  <c:v>45717</c:v>
                </c:pt>
                <c:pt idx="3">
                  <c:v>45748</c:v>
                </c:pt>
                <c:pt idx="4">
                  <c:v>45778</c:v>
                </c:pt>
                <c:pt idx="5">
                  <c:v>45809</c:v>
                </c:pt>
                <c:pt idx="6">
                  <c:v>45839</c:v>
                </c:pt>
                <c:pt idx="7">
                  <c:v>45870</c:v>
                </c:pt>
                <c:pt idx="8">
                  <c:v>45901</c:v>
                </c:pt>
                <c:pt idx="9">
                  <c:v>45931</c:v>
                </c:pt>
                <c:pt idx="10">
                  <c:v>45962</c:v>
                </c:pt>
                <c:pt idx="11">
                  <c:v>45992</c:v>
                </c:pt>
                <c:pt idx="12">
                  <c:v>46023</c:v>
                </c:pt>
                <c:pt idx="13">
                  <c:v>46054</c:v>
                </c:pt>
                <c:pt idx="14">
                  <c:v>46082</c:v>
                </c:pt>
                <c:pt idx="15">
                  <c:v>46113</c:v>
                </c:pt>
                <c:pt idx="16">
                  <c:v>46143</c:v>
                </c:pt>
                <c:pt idx="17">
                  <c:v>46174</c:v>
                </c:pt>
                <c:pt idx="18">
                  <c:v>46204</c:v>
                </c:pt>
                <c:pt idx="19">
                  <c:v>46235</c:v>
                </c:pt>
              </c:numCache>
            </c:numRef>
          </c:cat>
          <c:val>
            <c:numRef>
              <c:f>'[工作表 在 INFL TA-CEC Portfolio 20260420.pptx 2]template'!$B$12:$U$12</c:f>
              <c:numCache>
                <c:formatCode>General</c:formatCode>
                <c:ptCount val="20"/>
                <c:pt idx="0">
                  <c:v>0</c:v>
                </c:pt>
                <c:pt idx="1">
                  <c:v>1</c:v>
                </c:pt>
                <c:pt idx="2">
                  <c:v>1</c:v>
                </c:pt>
                <c:pt idx="3">
                  <c:v>2</c:v>
                </c:pt>
                <c:pt idx="4">
                  <c:v>6</c:v>
                </c:pt>
                <c:pt idx="5">
                  <c:v>10</c:v>
                </c:pt>
                <c:pt idx="6">
                  <c:v>12</c:v>
                </c:pt>
                <c:pt idx="7">
                  <c:v>14</c:v>
                </c:pt>
                <c:pt idx="8">
                  <c:v>19</c:v>
                </c:pt>
                <c:pt idx="9">
                  <c:v>20</c:v>
                </c:pt>
                <c:pt idx="10">
                  <c:v>20</c:v>
                </c:pt>
                <c:pt idx="11">
                  <c:v>21</c:v>
                </c:pt>
                <c:pt idx="12">
                  <c:v>21</c:v>
                </c:pt>
                <c:pt idx="13">
                  <c:v>21</c:v>
                </c:pt>
                <c:pt idx="14">
                  <c:v>23</c:v>
                </c:pt>
                <c:pt idx="15">
                  <c:v>24</c:v>
                </c:pt>
              </c:numCache>
            </c:numRef>
          </c:val>
          <c:smooth val="0"/>
          <c:extLst>
            <c:ext xmlns:c16="http://schemas.microsoft.com/office/drawing/2014/chart" uri="{C3380CC4-5D6E-409C-BE32-E72D297353CC}">
              <c16:uniqueId val="{00000002-638C-4048-9AA0-6B4A4EC968EF}"/>
            </c:ext>
          </c:extLst>
        </c:ser>
        <c:ser>
          <c:idx val="7"/>
          <c:order val="3"/>
          <c:tx>
            <c:strRef>
              <c:f>'[工作表 在 INFL TA-CEC Portfolio 20260420.pptx 2]template'!$A$15</c:f>
              <c:strCache>
                <c:ptCount val="1"/>
                <c:pt idx="0">
                  <c:v>Patient Screened(Revised Planned 20250915)</c:v>
                </c:pt>
              </c:strCache>
            </c:strRef>
          </c:tx>
          <c:spPr>
            <a:ln w="28575" cap="rnd">
              <a:solidFill>
                <a:srgbClr val="FFCCFF"/>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INFL TA-CEC Portfolio 20260420.pptx 2]template'!$B$4:$U$4</c:f>
              <c:numCache>
                <c:formatCode>[$-409]mmm\-yy;@</c:formatCode>
                <c:ptCount val="20"/>
                <c:pt idx="0">
                  <c:v>45658</c:v>
                </c:pt>
                <c:pt idx="1">
                  <c:v>45689</c:v>
                </c:pt>
                <c:pt idx="2">
                  <c:v>45717</c:v>
                </c:pt>
                <c:pt idx="3">
                  <c:v>45748</c:v>
                </c:pt>
                <c:pt idx="4">
                  <c:v>45778</c:v>
                </c:pt>
                <c:pt idx="5">
                  <c:v>45809</c:v>
                </c:pt>
                <c:pt idx="6">
                  <c:v>45839</c:v>
                </c:pt>
                <c:pt idx="7">
                  <c:v>45870</c:v>
                </c:pt>
                <c:pt idx="8">
                  <c:v>45901</c:v>
                </c:pt>
                <c:pt idx="9">
                  <c:v>45931</c:v>
                </c:pt>
                <c:pt idx="10">
                  <c:v>45962</c:v>
                </c:pt>
                <c:pt idx="11">
                  <c:v>45992</c:v>
                </c:pt>
                <c:pt idx="12">
                  <c:v>46023</c:v>
                </c:pt>
                <c:pt idx="13">
                  <c:v>46054</c:v>
                </c:pt>
                <c:pt idx="14">
                  <c:v>46082</c:v>
                </c:pt>
                <c:pt idx="15">
                  <c:v>46113</c:v>
                </c:pt>
                <c:pt idx="16">
                  <c:v>46143</c:v>
                </c:pt>
                <c:pt idx="17">
                  <c:v>46174</c:v>
                </c:pt>
                <c:pt idx="18">
                  <c:v>46204</c:v>
                </c:pt>
                <c:pt idx="19">
                  <c:v>46235</c:v>
                </c:pt>
              </c:numCache>
            </c:numRef>
          </c:cat>
          <c:val>
            <c:numRef>
              <c:f>'[工作表 在 INFL TA-CEC Portfolio 20260420.pptx 2]template'!$B$15:$U$15</c:f>
              <c:numCache>
                <c:formatCode>General</c:formatCode>
                <c:ptCount val="20"/>
                <c:pt idx="2">
                  <c:v>1</c:v>
                </c:pt>
                <c:pt idx="3">
                  <c:v>2</c:v>
                </c:pt>
                <c:pt idx="4">
                  <c:v>4</c:v>
                </c:pt>
                <c:pt idx="5">
                  <c:v>6</c:v>
                </c:pt>
                <c:pt idx="6">
                  <c:v>8</c:v>
                </c:pt>
                <c:pt idx="7">
                  <c:v>14</c:v>
                </c:pt>
                <c:pt idx="8">
                  <c:v>18</c:v>
                </c:pt>
                <c:pt idx="9">
                  <c:v>20</c:v>
                </c:pt>
                <c:pt idx="10">
                  <c:v>22</c:v>
                </c:pt>
                <c:pt idx="11">
                  <c:v>24</c:v>
                </c:pt>
                <c:pt idx="12">
                  <c:v>26</c:v>
                </c:pt>
                <c:pt idx="13">
                  <c:v>27</c:v>
                </c:pt>
                <c:pt idx="14">
                  <c:v>29</c:v>
                </c:pt>
                <c:pt idx="15">
                  <c:v>31</c:v>
                </c:pt>
                <c:pt idx="16">
                  <c:v>33</c:v>
                </c:pt>
                <c:pt idx="17">
                  <c:v>35</c:v>
                </c:pt>
                <c:pt idx="18">
                  <c:v>35</c:v>
                </c:pt>
              </c:numCache>
            </c:numRef>
          </c:val>
          <c:smooth val="0"/>
          <c:extLst>
            <c:ext xmlns:c16="http://schemas.microsoft.com/office/drawing/2014/chart" uri="{C3380CC4-5D6E-409C-BE32-E72D297353CC}">
              <c16:uniqueId val="{00000003-638C-4048-9AA0-6B4A4EC968EF}"/>
            </c:ext>
          </c:extLst>
        </c:ser>
        <c:ser>
          <c:idx val="1"/>
          <c:order val="4"/>
          <c:tx>
            <c:strRef>
              <c:f>'[工作表 在 INFL TA-CEC Portfolio 20260420.pptx 2]template'!$A$6</c:f>
              <c:strCache>
                <c:ptCount val="1"/>
                <c:pt idx="0">
                  <c:v>Patients Enrolled/Randomized (orginial plan)</c:v>
                </c:pt>
              </c:strCache>
            </c:strRef>
          </c:tx>
          <c:spPr>
            <a:ln w="28575" cap="rnd">
              <a:solidFill>
                <a:schemeClr val="accent4"/>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INFL TA-CEC Portfolio 20260420.pptx 2]template'!$B$4:$U$4</c:f>
              <c:numCache>
                <c:formatCode>[$-409]mmm\-yy;@</c:formatCode>
                <c:ptCount val="20"/>
                <c:pt idx="0">
                  <c:v>45658</c:v>
                </c:pt>
                <c:pt idx="1">
                  <c:v>45689</c:v>
                </c:pt>
                <c:pt idx="2">
                  <c:v>45717</c:v>
                </c:pt>
                <c:pt idx="3">
                  <c:v>45748</c:v>
                </c:pt>
                <c:pt idx="4">
                  <c:v>45778</c:v>
                </c:pt>
                <c:pt idx="5">
                  <c:v>45809</c:v>
                </c:pt>
                <c:pt idx="6">
                  <c:v>45839</c:v>
                </c:pt>
                <c:pt idx="7">
                  <c:v>45870</c:v>
                </c:pt>
                <c:pt idx="8">
                  <c:v>45901</c:v>
                </c:pt>
                <c:pt idx="9">
                  <c:v>45931</c:v>
                </c:pt>
                <c:pt idx="10">
                  <c:v>45962</c:v>
                </c:pt>
                <c:pt idx="11">
                  <c:v>45992</c:v>
                </c:pt>
                <c:pt idx="12">
                  <c:v>46023</c:v>
                </c:pt>
                <c:pt idx="13">
                  <c:v>46054</c:v>
                </c:pt>
                <c:pt idx="14">
                  <c:v>46082</c:v>
                </c:pt>
                <c:pt idx="15">
                  <c:v>46113</c:v>
                </c:pt>
                <c:pt idx="16">
                  <c:v>46143</c:v>
                </c:pt>
                <c:pt idx="17">
                  <c:v>46174</c:v>
                </c:pt>
                <c:pt idx="18">
                  <c:v>46204</c:v>
                </c:pt>
                <c:pt idx="19">
                  <c:v>46235</c:v>
                </c:pt>
              </c:numCache>
            </c:numRef>
          </c:cat>
          <c:val>
            <c:numRef>
              <c:f>'[工作表 在 INFL TA-CEC Portfolio 20260420.pptx 2]template'!$B$6:$Q$6</c:f>
            </c:numRef>
          </c:val>
          <c:smooth val="0"/>
          <c:extLst>
            <c:ext xmlns:c16="http://schemas.microsoft.com/office/drawing/2014/chart" uri="{C3380CC4-5D6E-409C-BE32-E72D297353CC}">
              <c16:uniqueId val="{00000004-638C-4048-9AA0-6B4A4EC968EF}"/>
            </c:ext>
          </c:extLst>
        </c:ser>
        <c:ser>
          <c:idx val="3"/>
          <c:order val="5"/>
          <c:tx>
            <c:strRef>
              <c:f>'[工作表 在 INFL TA-CEC Portfolio 20260420.pptx 2]template'!$A$13</c:f>
              <c:strCache>
                <c:ptCount val="1"/>
                <c:pt idx="0">
                  <c:v>Patient Screened(Planned)</c:v>
                </c:pt>
              </c:strCache>
            </c:strRef>
          </c:tx>
          <c:spPr>
            <a:ln w="28575" cap="rnd">
              <a:solidFill>
                <a:schemeClr val="accent2">
                  <a:lumMod val="60000"/>
                </a:schemeClr>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INFL TA-CEC Portfolio 20260420.pptx 2]template'!$B$4:$U$4</c:f>
              <c:numCache>
                <c:formatCode>[$-409]mmm\-yy;@</c:formatCode>
                <c:ptCount val="20"/>
                <c:pt idx="0">
                  <c:v>45658</c:v>
                </c:pt>
                <c:pt idx="1">
                  <c:v>45689</c:v>
                </c:pt>
                <c:pt idx="2">
                  <c:v>45717</c:v>
                </c:pt>
                <c:pt idx="3">
                  <c:v>45748</c:v>
                </c:pt>
                <c:pt idx="4">
                  <c:v>45778</c:v>
                </c:pt>
                <c:pt idx="5">
                  <c:v>45809</c:v>
                </c:pt>
                <c:pt idx="6">
                  <c:v>45839</c:v>
                </c:pt>
                <c:pt idx="7">
                  <c:v>45870</c:v>
                </c:pt>
                <c:pt idx="8">
                  <c:v>45901</c:v>
                </c:pt>
                <c:pt idx="9">
                  <c:v>45931</c:v>
                </c:pt>
                <c:pt idx="10">
                  <c:v>45962</c:v>
                </c:pt>
                <c:pt idx="11">
                  <c:v>45992</c:v>
                </c:pt>
                <c:pt idx="12">
                  <c:v>46023</c:v>
                </c:pt>
                <c:pt idx="13">
                  <c:v>46054</c:v>
                </c:pt>
                <c:pt idx="14">
                  <c:v>46082</c:v>
                </c:pt>
                <c:pt idx="15">
                  <c:v>46113</c:v>
                </c:pt>
                <c:pt idx="16">
                  <c:v>46143</c:v>
                </c:pt>
                <c:pt idx="17">
                  <c:v>46174</c:v>
                </c:pt>
                <c:pt idx="18">
                  <c:v>46204</c:v>
                </c:pt>
                <c:pt idx="19">
                  <c:v>46235</c:v>
                </c:pt>
              </c:numCache>
            </c:numRef>
          </c:cat>
          <c:val>
            <c:numRef>
              <c:f>'[工作表 在 INFL TA-CEC Portfolio 20260420.pptx 2]template'!$B$13:$Q$13</c:f>
            </c:numRef>
          </c:val>
          <c:smooth val="0"/>
          <c:extLst>
            <c:ext xmlns:c16="http://schemas.microsoft.com/office/drawing/2014/chart" uri="{C3380CC4-5D6E-409C-BE32-E72D297353CC}">
              <c16:uniqueId val="{00000005-638C-4048-9AA0-6B4A4EC968EF}"/>
            </c:ext>
          </c:extLst>
        </c:ser>
        <c:ser>
          <c:idx val="4"/>
          <c:order val="6"/>
          <c:tx>
            <c:strRef>
              <c:f>'[工作表 在 INFL TA-CEC Portfolio 20260420.pptx 2]template'!$A$7</c:f>
              <c:strCache>
                <c:ptCount val="1"/>
                <c:pt idx="0">
                  <c:v>Patients Enrolled/Randomized (updated plan)</c:v>
                </c:pt>
              </c:strCache>
            </c:strRef>
          </c:tx>
          <c:spPr>
            <a:ln w="28575" cap="rnd">
              <a:solidFill>
                <a:schemeClr val="accent4">
                  <a:lumMod val="60000"/>
                </a:schemeClr>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INFL TA-CEC Portfolio 20260420.pptx 2]template'!$B$4:$U$4</c:f>
              <c:numCache>
                <c:formatCode>[$-409]mmm\-yy;@</c:formatCode>
                <c:ptCount val="20"/>
                <c:pt idx="0">
                  <c:v>45658</c:v>
                </c:pt>
                <c:pt idx="1">
                  <c:v>45689</c:v>
                </c:pt>
                <c:pt idx="2">
                  <c:v>45717</c:v>
                </c:pt>
                <c:pt idx="3">
                  <c:v>45748</c:v>
                </c:pt>
                <c:pt idx="4">
                  <c:v>45778</c:v>
                </c:pt>
                <c:pt idx="5">
                  <c:v>45809</c:v>
                </c:pt>
                <c:pt idx="6">
                  <c:v>45839</c:v>
                </c:pt>
                <c:pt idx="7">
                  <c:v>45870</c:v>
                </c:pt>
                <c:pt idx="8">
                  <c:v>45901</c:v>
                </c:pt>
                <c:pt idx="9">
                  <c:v>45931</c:v>
                </c:pt>
                <c:pt idx="10">
                  <c:v>45962</c:v>
                </c:pt>
                <c:pt idx="11">
                  <c:v>45992</c:v>
                </c:pt>
                <c:pt idx="12">
                  <c:v>46023</c:v>
                </c:pt>
                <c:pt idx="13">
                  <c:v>46054</c:v>
                </c:pt>
                <c:pt idx="14">
                  <c:v>46082</c:v>
                </c:pt>
                <c:pt idx="15">
                  <c:v>46113</c:v>
                </c:pt>
                <c:pt idx="16">
                  <c:v>46143</c:v>
                </c:pt>
                <c:pt idx="17">
                  <c:v>46174</c:v>
                </c:pt>
                <c:pt idx="18">
                  <c:v>46204</c:v>
                </c:pt>
                <c:pt idx="19">
                  <c:v>46235</c:v>
                </c:pt>
              </c:numCache>
            </c:numRef>
          </c:cat>
          <c:val>
            <c:numRef>
              <c:f>'[工作表 在 INFL TA-CEC Portfolio 20260420.pptx 2]template'!$B$7:$Q$7</c:f>
            </c:numRef>
          </c:val>
          <c:smooth val="0"/>
          <c:extLst>
            <c:ext xmlns:c16="http://schemas.microsoft.com/office/drawing/2014/chart" uri="{C3380CC4-5D6E-409C-BE32-E72D297353CC}">
              <c16:uniqueId val="{00000006-638C-4048-9AA0-6B4A4EC968EF}"/>
            </c:ext>
          </c:extLst>
        </c:ser>
        <c:ser>
          <c:idx val="5"/>
          <c:order val="7"/>
          <c:tx>
            <c:strRef>
              <c:f>'[工作表 在 INFL TA-CEC Portfolio 20260420.pptx 2]template'!$A$10</c:f>
              <c:strCache>
                <c:ptCount val="1"/>
                <c:pt idx="0">
                  <c:v>Patients Enrolled/Randomized (Revised plan 20250722)</c:v>
                </c:pt>
              </c:strCache>
            </c:strRef>
          </c:tx>
          <c:spPr>
            <a:ln w="28575" cap="rnd">
              <a:solidFill>
                <a:schemeClr val="accent6">
                  <a:lumMod val="60000"/>
                </a:schemeClr>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INFL TA-CEC Portfolio 20260420.pptx 2]template'!$B$4:$U$4</c:f>
              <c:numCache>
                <c:formatCode>[$-409]mmm\-yy;@</c:formatCode>
                <c:ptCount val="20"/>
                <c:pt idx="0">
                  <c:v>45658</c:v>
                </c:pt>
                <c:pt idx="1">
                  <c:v>45689</c:v>
                </c:pt>
                <c:pt idx="2">
                  <c:v>45717</c:v>
                </c:pt>
                <c:pt idx="3">
                  <c:v>45748</c:v>
                </c:pt>
                <c:pt idx="4">
                  <c:v>45778</c:v>
                </c:pt>
                <c:pt idx="5">
                  <c:v>45809</c:v>
                </c:pt>
                <c:pt idx="6">
                  <c:v>45839</c:v>
                </c:pt>
                <c:pt idx="7">
                  <c:v>45870</c:v>
                </c:pt>
                <c:pt idx="8">
                  <c:v>45901</c:v>
                </c:pt>
                <c:pt idx="9">
                  <c:v>45931</c:v>
                </c:pt>
                <c:pt idx="10">
                  <c:v>45962</c:v>
                </c:pt>
                <c:pt idx="11">
                  <c:v>45992</c:v>
                </c:pt>
                <c:pt idx="12">
                  <c:v>46023</c:v>
                </c:pt>
                <c:pt idx="13">
                  <c:v>46054</c:v>
                </c:pt>
                <c:pt idx="14">
                  <c:v>46082</c:v>
                </c:pt>
                <c:pt idx="15">
                  <c:v>46113</c:v>
                </c:pt>
                <c:pt idx="16">
                  <c:v>46143</c:v>
                </c:pt>
                <c:pt idx="17">
                  <c:v>46174</c:v>
                </c:pt>
                <c:pt idx="18">
                  <c:v>46204</c:v>
                </c:pt>
                <c:pt idx="19">
                  <c:v>46235</c:v>
                </c:pt>
              </c:numCache>
            </c:numRef>
          </c:cat>
          <c:val>
            <c:numRef>
              <c:f>'[工作表 在 INFL TA-CEC Portfolio 20260420.pptx 2]template'!$B$10:$Q$10</c:f>
            </c:numRef>
          </c:val>
          <c:smooth val="0"/>
          <c:extLst>
            <c:ext xmlns:c16="http://schemas.microsoft.com/office/drawing/2014/chart" uri="{C3380CC4-5D6E-409C-BE32-E72D297353CC}">
              <c16:uniqueId val="{00000007-638C-4048-9AA0-6B4A4EC968EF}"/>
            </c:ext>
          </c:extLst>
        </c:ser>
        <c:ser>
          <c:idx val="6"/>
          <c:order val="8"/>
          <c:tx>
            <c:strRef>
              <c:f>'[工作表 在 INFL TA-CEC Portfolio 20260420.pptx 2]template'!$A$14</c:f>
              <c:strCache>
                <c:ptCount val="1"/>
                <c:pt idx="0">
                  <c:v>Patient Screened(Revised Planned 20250722)</c:v>
                </c:pt>
              </c:strCache>
            </c:strRef>
          </c:tx>
          <c:spPr>
            <a:ln w="28575" cap="rnd">
              <a:solidFill>
                <a:schemeClr val="accent2">
                  <a:lumMod val="80000"/>
                  <a:lumOff val="20000"/>
                </a:schemeClr>
              </a:solidFill>
              <a:round/>
            </a:ln>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zh-CN"/>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'[工作表 在 INFL TA-CEC Portfolio 20260420.pptx 2]template'!$B$4:$U$4</c:f>
              <c:numCache>
                <c:formatCode>[$-409]mmm\-yy;@</c:formatCode>
                <c:ptCount val="20"/>
                <c:pt idx="0">
                  <c:v>45658</c:v>
                </c:pt>
                <c:pt idx="1">
                  <c:v>45689</c:v>
                </c:pt>
                <c:pt idx="2">
                  <c:v>45717</c:v>
                </c:pt>
                <c:pt idx="3">
                  <c:v>45748</c:v>
                </c:pt>
                <c:pt idx="4">
                  <c:v>45778</c:v>
                </c:pt>
                <c:pt idx="5">
                  <c:v>45809</c:v>
                </c:pt>
                <c:pt idx="6">
                  <c:v>45839</c:v>
                </c:pt>
                <c:pt idx="7">
                  <c:v>45870</c:v>
                </c:pt>
                <c:pt idx="8">
                  <c:v>45901</c:v>
                </c:pt>
                <c:pt idx="9">
                  <c:v>45931</c:v>
                </c:pt>
                <c:pt idx="10">
                  <c:v>45962</c:v>
                </c:pt>
                <c:pt idx="11">
                  <c:v>45992</c:v>
                </c:pt>
                <c:pt idx="12">
                  <c:v>46023</c:v>
                </c:pt>
                <c:pt idx="13">
                  <c:v>46054</c:v>
                </c:pt>
                <c:pt idx="14">
                  <c:v>46082</c:v>
                </c:pt>
                <c:pt idx="15">
                  <c:v>46113</c:v>
                </c:pt>
                <c:pt idx="16">
                  <c:v>46143</c:v>
                </c:pt>
                <c:pt idx="17">
                  <c:v>46174</c:v>
                </c:pt>
                <c:pt idx="18">
                  <c:v>46204</c:v>
                </c:pt>
                <c:pt idx="19">
                  <c:v>46235</c:v>
                </c:pt>
              </c:numCache>
            </c:numRef>
          </c:cat>
          <c:val>
            <c:numRef>
              <c:f>'[工作表 在 INFL TA-CEC Portfolio 20260420.pptx 2]template'!$B$14:$P$14</c:f>
            </c:numRef>
          </c:val>
          <c:smooth val="0"/>
          <c:extLst>
            <c:ext xmlns:c16="http://schemas.microsoft.com/office/drawing/2014/chart" uri="{C3380CC4-5D6E-409C-BE32-E72D297353CC}">
              <c16:uniqueId val="{00000008-638C-4048-9AA0-6B4A4EC968EF}"/>
            </c:ext>
          </c:extLst>
        </c:ser>
        <c:dLbls>
          <c:dLblPos val="t"/>
          <c:showLegendKey val="0"/>
          <c:showVal val="1"/>
          <c:showCatName val="0"/>
          <c:showSerName val="0"/>
          <c:showPercent val="0"/>
          <c:showBubbleSize val="0"/>
        </c:dLbls>
        <c:smooth val="0"/>
        <c:axId val="523006048"/>
        <c:axId val="523012280"/>
      </c:lineChart>
      <c:dateAx>
        <c:axId val="523006048"/>
        <c:scaling>
          <c:orientation val="minMax"/>
        </c:scaling>
        <c:delete val="0"/>
        <c:axPos val="b"/>
        <c:numFmt formatCode="[$-409]mmm\-yy;@" sourceLinked="1"/>
        <c:majorTickMark val="out"/>
        <c:minorTickMark val="none"/>
        <c:tickLblPos val="nextTo"/>
        <c:spPr>
          <a:noFill/>
          <a:ln w="9525" cap="flat" cmpd="sng" algn="ctr">
            <a:solidFill>
              <a:schemeClr val="tx1">
                <a:lumMod val="15000"/>
                <a:lumOff val="85000"/>
              </a:schemeClr>
            </a:solidFill>
            <a:round/>
          </a:ln>
          <a:effectLst/>
        </c:spPr>
        <c:txPr>
          <a:bodyPr rot="-2340000" spcFirstLastPara="1" vertOverflow="ellipsis" wrap="square" anchor="ctr" anchorCtr="0"/>
          <a:lstStyle/>
          <a:p>
            <a:pPr>
              <a:defRPr sz="900" b="0" i="0" u="none" strike="noStrike" kern="1200" baseline="0">
                <a:solidFill>
                  <a:schemeClr val="tx1">
                    <a:lumMod val="65000"/>
                    <a:lumOff val="35000"/>
                  </a:schemeClr>
                </a:solidFill>
                <a:latin typeface="+mn-lt"/>
                <a:ea typeface="+mn-ea"/>
                <a:cs typeface="+mn-cs"/>
              </a:defRPr>
            </a:pPr>
            <a:endParaRPr lang="zh-CN"/>
          </a:p>
        </c:txPr>
        <c:crossAx val="523012280"/>
        <c:crosses val="autoZero"/>
        <c:auto val="1"/>
        <c:lblOffset val="100"/>
        <c:baseTimeUnit val="months"/>
      </c:dateAx>
      <c:valAx>
        <c:axId val="52301228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crossAx val="523006048"/>
        <c:crosses val="autoZero"/>
        <c:crossBetween val="between"/>
      </c:valAx>
      <c:dTable>
        <c:showHorzBorder val="1"/>
        <c:showVertBorder val="0"/>
        <c:showOutline val="0"/>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900" b="0" i="0" u="none" strike="noStrike" kern="1200" baseline="0">
                <a:solidFill>
                  <a:schemeClr val="tx1">
                    <a:lumMod val="65000"/>
                    <a:lumOff val="35000"/>
                  </a:schemeClr>
                </a:solidFill>
                <a:latin typeface="+mn-lt"/>
                <a:ea typeface="+mn-ea"/>
                <a:cs typeface="+mn-cs"/>
              </a:defRPr>
            </a:pPr>
            <a:endParaRPr lang="zh-CN"/>
          </a:p>
        </c:txPr>
      </c:dTable>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zh-CN"/>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CN"/>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ltLang="zh-CN"/>
              <a:t>1368-0140</a:t>
            </a:r>
            <a:r>
              <a:rPr lang="en-US" altLang="zh-CN" baseline="0"/>
              <a:t> Country Recruitment</a:t>
            </a:r>
            <a:endParaRPr lang="zh-CN" alt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zh-CN" altLang="en-US"/>
        </a:p>
      </c:txPr>
    </c:title>
    <c:autoTitleDeleted val="0"/>
    <c:plotArea>
      <c:layout>
        <c:manualLayout>
          <c:layoutTarget val="inner"/>
          <c:xMode val="edge"/>
          <c:yMode val="edge"/>
          <c:x val="2.8182305719191322E-2"/>
          <c:y val="9.3363925061374503E-2"/>
          <c:w val="0.9512137325404999"/>
          <c:h val="0.68424305849292844"/>
        </c:manualLayout>
      </c:layout>
      <c:barChart>
        <c:barDir val="col"/>
        <c:grouping val="stacked"/>
        <c:varyColors val="0"/>
        <c:ser>
          <c:idx val="0"/>
          <c:order val="0"/>
          <c:tx>
            <c:strRef>
              <c:f>Sheet5!$C$3</c:f>
              <c:strCache>
                <c:ptCount val="1"/>
                <c:pt idx="0">
                  <c:v>End of Treatment</c:v>
                </c:pt>
              </c:strCache>
            </c:strRef>
          </c:tx>
          <c:spPr>
            <a:solidFill>
              <a:schemeClr val="accent1"/>
            </a:solidFill>
            <a:ln>
              <a:noFill/>
            </a:ln>
            <a:effectLst/>
          </c:spPr>
          <c:invertIfNegative val="0"/>
          <c:cat>
            <c:strRef>
              <c:f>Sheet5!$B$4:$B$24</c:f>
              <c:strCache>
                <c:ptCount val="21"/>
                <c:pt idx="0">
                  <c:v>Argentina</c:v>
                </c:pt>
                <c:pt idx="1">
                  <c:v>Australia</c:v>
                </c:pt>
                <c:pt idx="2">
                  <c:v>Austria</c:v>
                </c:pt>
                <c:pt idx="3">
                  <c:v>Bdlgium</c:v>
                </c:pt>
                <c:pt idx="4">
                  <c:v>Brazil</c:v>
                </c:pt>
                <c:pt idx="5">
                  <c:v>Canada</c:v>
                </c:pt>
                <c:pt idx="6">
                  <c:v>China</c:v>
                </c:pt>
                <c:pt idx="7">
                  <c:v>Finland</c:v>
                </c:pt>
                <c:pt idx="8">
                  <c:v>France</c:v>
                </c:pt>
                <c:pt idx="9">
                  <c:v>Germany</c:v>
                </c:pt>
                <c:pt idx="10">
                  <c:v>Italy</c:v>
                </c:pt>
                <c:pt idx="11">
                  <c:v>Japan</c:v>
                </c:pt>
                <c:pt idx="12">
                  <c:v>Malaysia</c:v>
                </c:pt>
                <c:pt idx="13">
                  <c:v>Norway</c:v>
                </c:pt>
                <c:pt idx="14">
                  <c:v>Poland</c:v>
                </c:pt>
                <c:pt idx="15">
                  <c:v>Portugal</c:v>
                </c:pt>
                <c:pt idx="16">
                  <c:v>Spain</c:v>
                </c:pt>
                <c:pt idx="17">
                  <c:v>Sweden</c:v>
                </c:pt>
                <c:pt idx="18">
                  <c:v>Switzerland</c:v>
                </c:pt>
                <c:pt idx="19">
                  <c:v>Taiwan</c:v>
                </c:pt>
                <c:pt idx="20">
                  <c:v>United States</c:v>
                </c:pt>
              </c:strCache>
            </c:strRef>
          </c:cat>
          <c:val>
            <c:numRef>
              <c:f>Sheet5!$C$4:$C$24</c:f>
              <c:numCache>
                <c:formatCode>General</c:formatCode>
                <c:ptCount val="21"/>
                <c:pt idx="13">
                  <c:v>1</c:v>
                </c:pt>
                <c:pt idx="20">
                  <c:v>1</c:v>
                </c:pt>
              </c:numCache>
            </c:numRef>
          </c:val>
          <c:extLst>
            <c:ext xmlns:c16="http://schemas.microsoft.com/office/drawing/2014/chart" uri="{C3380CC4-5D6E-409C-BE32-E72D297353CC}">
              <c16:uniqueId val="{00000000-382E-41B5-BB45-E2CF1D51B295}"/>
            </c:ext>
          </c:extLst>
        </c:ser>
        <c:ser>
          <c:idx val="1"/>
          <c:order val="1"/>
          <c:tx>
            <c:strRef>
              <c:f>Sheet5!$D$3</c:f>
              <c:strCache>
                <c:ptCount val="1"/>
                <c:pt idx="0">
                  <c:v>In Treatment</c:v>
                </c:pt>
              </c:strCache>
            </c:strRef>
          </c:tx>
          <c:spPr>
            <a:solidFill>
              <a:schemeClr val="accent2"/>
            </a:solidFill>
            <a:ln>
              <a:noFill/>
            </a:ln>
            <a:effectLst/>
          </c:spPr>
          <c:invertIfNegative val="0"/>
          <c:cat>
            <c:strRef>
              <c:f>Sheet5!$B$4:$B$24</c:f>
              <c:strCache>
                <c:ptCount val="21"/>
                <c:pt idx="0">
                  <c:v>Argentina</c:v>
                </c:pt>
                <c:pt idx="1">
                  <c:v>Australia</c:v>
                </c:pt>
                <c:pt idx="2">
                  <c:v>Austria</c:v>
                </c:pt>
                <c:pt idx="3">
                  <c:v>Bdlgium</c:v>
                </c:pt>
                <c:pt idx="4">
                  <c:v>Brazil</c:v>
                </c:pt>
                <c:pt idx="5">
                  <c:v>Canada</c:v>
                </c:pt>
                <c:pt idx="6">
                  <c:v>China</c:v>
                </c:pt>
                <c:pt idx="7">
                  <c:v>Finland</c:v>
                </c:pt>
                <c:pt idx="8">
                  <c:v>France</c:v>
                </c:pt>
                <c:pt idx="9">
                  <c:v>Germany</c:v>
                </c:pt>
                <c:pt idx="10">
                  <c:v>Italy</c:v>
                </c:pt>
                <c:pt idx="11">
                  <c:v>Japan</c:v>
                </c:pt>
                <c:pt idx="12">
                  <c:v>Malaysia</c:v>
                </c:pt>
                <c:pt idx="13">
                  <c:v>Norway</c:v>
                </c:pt>
                <c:pt idx="14">
                  <c:v>Poland</c:v>
                </c:pt>
                <c:pt idx="15">
                  <c:v>Portugal</c:v>
                </c:pt>
                <c:pt idx="16">
                  <c:v>Spain</c:v>
                </c:pt>
                <c:pt idx="17">
                  <c:v>Sweden</c:v>
                </c:pt>
                <c:pt idx="18">
                  <c:v>Switzerland</c:v>
                </c:pt>
                <c:pt idx="19">
                  <c:v>Taiwan</c:v>
                </c:pt>
                <c:pt idx="20">
                  <c:v>United States</c:v>
                </c:pt>
              </c:strCache>
            </c:strRef>
          </c:cat>
          <c:val>
            <c:numRef>
              <c:f>Sheet5!$D$4:$D$24</c:f>
              <c:numCache>
                <c:formatCode>General</c:formatCode>
                <c:ptCount val="21"/>
                <c:pt idx="1">
                  <c:v>4</c:v>
                </c:pt>
                <c:pt idx="2">
                  <c:v>1</c:v>
                </c:pt>
                <c:pt idx="4">
                  <c:v>1</c:v>
                </c:pt>
                <c:pt idx="6">
                  <c:v>4</c:v>
                </c:pt>
                <c:pt idx="8">
                  <c:v>1</c:v>
                </c:pt>
                <c:pt idx="11">
                  <c:v>2</c:v>
                </c:pt>
                <c:pt idx="14">
                  <c:v>2</c:v>
                </c:pt>
                <c:pt idx="19">
                  <c:v>1</c:v>
                </c:pt>
                <c:pt idx="20">
                  <c:v>2</c:v>
                </c:pt>
              </c:numCache>
            </c:numRef>
          </c:val>
          <c:extLst>
            <c:ext xmlns:c16="http://schemas.microsoft.com/office/drawing/2014/chart" uri="{C3380CC4-5D6E-409C-BE32-E72D297353CC}">
              <c16:uniqueId val="{00000001-382E-41B5-BB45-E2CF1D51B295}"/>
            </c:ext>
          </c:extLst>
        </c:ser>
        <c:ser>
          <c:idx val="2"/>
          <c:order val="2"/>
          <c:tx>
            <c:strRef>
              <c:f>Sheet5!$E$3</c:f>
              <c:strCache>
                <c:ptCount val="1"/>
                <c:pt idx="0">
                  <c:v>Screen Failed</c:v>
                </c:pt>
              </c:strCache>
            </c:strRef>
          </c:tx>
          <c:spPr>
            <a:solidFill>
              <a:schemeClr val="accent3"/>
            </a:solidFill>
            <a:ln>
              <a:noFill/>
            </a:ln>
            <a:effectLst/>
          </c:spPr>
          <c:invertIfNegative val="0"/>
          <c:cat>
            <c:strRef>
              <c:f>Sheet5!$B$4:$B$24</c:f>
              <c:strCache>
                <c:ptCount val="21"/>
                <c:pt idx="0">
                  <c:v>Argentina</c:v>
                </c:pt>
                <c:pt idx="1">
                  <c:v>Australia</c:v>
                </c:pt>
                <c:pt idx="2">
                  <c:v>Austria</c:v>
                </c:pt>
                <c:pt idx="3">
                  <c:v>Bdlgium</c:v>
                </c:pt>
                <c:pt idx="4">
                  <c:v>Brazil</c:v>
                </c:pt>
                <c:pt idx="5">
                  <c:v>Canada</c:v>
                </c:pt>
                <c:pt idx="6">
                  <c:v>China</c:v>
                </c:pt>
                <c:pt idx="7">
                  <c:v>Finland</c:v>
                </c:pt>
                <c:pt idx="8">
                  <c:v>France</c:v>
                </c:pt>
                <c:pt idx="9">
                  <c:v>Germany</c:v>
                </c:pt>
                <c:pt idx="10">
                  <c:v>Italy</c:v>
                </c:pt>
                <c:pt idx="11">
                  <c:v>Japan</c:v>
                </c:pt>
                <c:pt idx="12">
                  <c:v>Malaysia</c:v>
                </c:pt>
                <c:pt idx="13">
                  <c:v>Norway</c:v>
                </c:pt>
                <c:pt idx="14">
                  <c:v>Poland</c:v>
                </c:pt>
                <c:pt idx="15">
                  <c:v>Portugal</c:v>
                </c:pt>
                <c:pt idx="16">
                  <c:v>Spain</c:v>
                </c:pt>
                <c:pt idx="17">
                  <c:v>Sweden</c:v>
                </c:pt>
                <c:pt idx="18">
                  <c:v>Switzerland</c:v>
                </c:pt>
                <c:pt idx="19">
                  <c:v>Taiwan</c:v>
                </c:pt>
                <c:pt idx="20">
                  <c:v>United States</c:v>
                </c:pt>
              </c:strCache>
            </c:strRef>
          </c:cat>
          <c:val>
            <c:numRef>
              <c:f>Sheet5!$E$4:$E$24</c:f>
              <c:numCache>
                <c:formatCode>General</c:formatCode>
                <c:ptCount val="21"/>
                <c:pt idx="0">
                  <c:v>2</c:v>
                </c:pt>
                <c:pt idx="1">
                  <c:v>1</c:v>
                </c:pt>
                <c:pt idx="4">
                  <c:v>3</c:v>
                </c:pt>
                <c:pt idx="5">
                  <c:v>1</c:v>
                </c:pt>
                <c:pt idx="6">
                  <c:v>9</c:v>
                </c:pt>
                <c:pt idx="10">
                  <c:v>2</c:v>
                </c:pt>
                <c:pt idx="11">
                  <c:v>3</c:v>
                </c:pt>
                <c:pt idx="12">
                  <c:v>2</c:v>
                </c:pt>
                <c:pt idx="13">
                  <c:v>1</c:v>
                </c:pt>
                <c:pt idx="14">
                  <c:v>2</c:v>
                </c:pt>
                <c:pt idx="15">
                  <c:v>1</c:v>
                </c:pt>
                <c:pt idx="16">
                  <c:v>1</c:v>
                </c:pt>
                <c:pt idx="17">
                  <c:v>1</c:v>
                </c:pt>
                <c:pt idx="19">
                  <c:v>1</c:v>
                </c:pt>
                <c:pt idx="20">
                  <c:v>9</c:v>
                </c:pt>
              </c:numCache>
            </c:numRef>
          </c:val>
          <c:extLst>
            <c:ext xmlns:c16="http://schemas.microsoft.com/office/drawing/2014/chart" uri="{C3380CC4-5D6E-409C-BE32-E72D297353CC}">
              <c16:uniqueId val="{00000002-382E-41B5-BB45-E2CF1D51B295}"/>
            </c:ext>
          </c:extLst>
        </c:ser>
        <c:ser>
          <c:idx val="3"/>
          <c:order val="3"/>
          <c:tx>
            <c:strRef>
              <c:f>Sheet5!$F$3</c:f>
              <c:strCache>
                <c:ptCount val="1"/>
                <c:pt idx="0">
                  <c:v>Screened</c:v>
                </c:pt>
              </c:strCache>
            </c:strRef>
          </c:tx>
          <c:spPr>
            <a:solidFill>
              <a:schemeClr val="accent4"/>
            </a:solidFill>
            <a:ln>
              <a:noFill/>
            </a:ln>
            <a:effectLst/>
          </c:spPr>
          <c:invertIfNegative val="0"/>
          <c:cat>
            <c:strRef>
              <c:f>Sheet5!$B$4:$B$24</c:f>
              <c:strCache>
                <c:ptCount val="21"/>
                <c:pt idx="0">
                  <c:v>Argentina</c:v>
                </c:pt>
                <c:pt idx="1">
                  <c:v>Australia</c:v>
                </c:pt>
                <c:pt idx="2">
                  <c:v>Austria</c:v>
                </c:pt>
                <c:pt idx="3">
                  <c:v>Bdlgium</c:v>
                </c:pt>
                <c:pt idx="4">
                  <c:v>Brazil</c:v>
                </c:pt>
                <c:pt idx="5">
                  <c:v>Canada</c:v>
                </c:pt>
                <c:pt idx="6">
                  <c:v>China</c:v>
                </c:pt>
                <c:pt idx="7">
                  <c:v>Finland</c:v>
                </c:pt>
                <c:pt idx="8">
                  <c:v>France</c:v>
                </c:pt>
                <c:pt idx="9">
                  <c:v>Germany</c:v>
                </c:pt>
                <c:pt idx="10">
                  <c:v>Italy</c:v>
                </c:pt>
                <c:pt idx="11">
                  <c:v>Japan</c:v>
                </c:pt>
                <c:pt idx="12">
                  <c:v>Malaysia</c:v>
                </c:pt>
                <c:pt idx="13">
                  <c:v>Norway</c:v>
                </c:pt>
                <c:pt idx="14">
                  <c:v>Poland</c:v>
                </c:pt>
                <c:pt idx="15">
                  <c:v>Portugal</c:v>
                </c:pt>
                <c:pt idx="16">
                  <c:v>Spain</c:v>
                </c:pt>
                <c:pt idx="17">
                  <c:v>Sweden</c:v>
                </c:pt>
                <c:pt idx="18">
                  <c:v>Switzerland</c:v>
                </c:pt>
                <c:pt idx="19">
                  <c:v>Taiwan</c:v>
                </c:pt>
                <c:pt idx="20">
                  <c:v>United States</c:v>
                </c:pt>
              </c:strCache>
            </c:strRef>
          </c:cat>
          <c:val>
            <c:numRef>
              <c:f>Sheet5!$F$4:$F$24</c:f>
              <c:numCache>
                <c:formatCode>General</c:formatCode>
                <c:ptCount val="21"/>
                <c:pt idx="5">
                  <c:v>1</c:v>
                </c:pt>
                <c:pt idx="6">
                  <c:v>6</c:v>
                </c:pt>
                <c:pt idx="9">
                  <c:v>1</c:v>
                </c:pt>
                <c:pt idx="11">
                  <c:v>1</c:v>
                </c:pt>
                <c:pt idx="14">
                  <c:v>1</c:v>
                </c:pt>
                <c:pt idx="20">
                  <c:v>3</c:v>
                </c:pt>
              </c:numCache>
            </c:numRef>
          </c:val>
          <c:extLst>
            <c:ext xmlns:c16="http://schemas.microsoft.com/office/drawing/2014/chart" uri="{C3380CC4-5D6E-409C-BE32-E72D297353CC}">
              <c16:uniqueId val="{00000003-382E-41B5-BB45-E2CF1D51B295}"/>
            </c:ext>
          </c:extLst>
        </c:ser>
        <c:dLbls>
          <c:showLegendKey val="0"/>
          <c:showVal val="0"/>
          <c:showCatName val="0"/>
          <c:showSerName val="0"/>
          <c:showPercent val="0"/>
          <c:showBubbleSize val="0"/>
        </c:dLbls>
        <c:gapWidth val="150"/>
        <c:overlap val="100"/>
        <c:axId val="816578136"/>
        <c:axId val="816579216"/>
      </c:barChart>
      <c:catAx>
        <c:axId val="81657813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16579216"/>
        <c:crosses val="autoZero"/>
        <c:auto val="1"/>
        <c:lblAlgn val="ctr"/>
        <c:lblOffset val="100"/>
        <c:noMultiLvlLbl val="0"/>
      </c:catAx>
      <c:valAx>
        <c:axId val="81657921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1657813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omments/modernComment_7FFFFFF6_2CAB68FC.xml><?xml version="1.0" encoding="utf-8"?>
<p188:cmLst xmlns:a="http://schemas.openxmlformats.org/drawingml/2006/main" xmlns:r="http://schemas.openxmlformats.org/officeDocument/2006/relationships" xmlns:p188="http://schemas.microsoft.com/office/powerpoint/2018/8/main">
  <p188:cm id="{C2A14E70-F765-43D1-8C94-C87668477B93}" authorId="{3EE9A3BA-A0DF-86C1-548A-56E94F48D9E7}" status="resolved" created="2026-04-21T06:43:49.641" complete="100000">
    <pc:sldMkLst xmlns:pc="http://schemas.microsoft.com/office/powerpoint/2013/main/command">
      <pc:docMk/>
      <pc:sldMk cId="749431036" sldId="2147483638"/>
    </pc:sldMkLst>
    <p188:txBody>
      <a:bodyPr/>
      <a:lstStyle/>
      <a:p>
        <a:r>
          <a:rPr lang="zh-CN" altLang="en-US"/>
          <a:t>[@Li,Fengqiong (HP Medicine) BII-CN-B]  [@Lu,Yixin (MED CDO) BII-CN-S]  please check the wording and make necessary updates. Thanks.</a:t>
        </a:r>
      </a:p>
    </p188:txBody>
  </p188:cm>
</p188:cmLst>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85097C5-5EC3-4852-8D01-4C5B71175A88}"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4F0044C6-19A0-4E08-A22D-70CB761F46D8}">
      <dgm:prSet phldrT="[Text]" phldr="0" custT="1"/>
      <dgm:spPr/>
      <dgm:t>
        <a:bodyPr/>
        <a:lstStyle/>
        <a:p>
          <a:r>
            <a:rPr lang="en-US" sz="1000" b="1"/>
            <a:t>TOP 3 screening </a:t>
          </a:r>
        </a:p>
      </dgm:t>
    </dgm:pt>
    <dgm:pt modelId="{EA8949FA-4E4A-4F66-8989-D85972D98046}" type="parTrans" cxnId="{A77AD880-BC62-41BF-81E1-7D77CAE02838}">
      <dgm:prSet/>
      <dgm:spPr/>
      <dgm:t>
        <a:bodyPr/>
        <a:lstStyle/>
        <a:p>
          <a:endParaRPr lang="en-US"/>
        </a:p>
      </dgm:t>
    </dgm:pt>
    <dgm:pt modelId="{358EB41C-7006-4EF0-B4C6-CD6A1E171C6A}" type="sibTrans" cxnId="{A77AD880-BC62-41BF-81E1-7D77CAE02838}">
      <dgm:prSet/>
      <dgm:spPr/>
      <dgm:t>
        <a:bodyPr/>
        <a:lstStyle/>
        <a:p>
          <a:endParaRPr lang="en-US"/>
        </a:p>
      </dgm:t>
    </dgm:pt>
    <dgm:pt modelId="{3F195685-B123-490C-9982-F577D057D3F5}">
      <dgm:prSet phldrT="[Text]" phldr="0"/>
      <dgm:spPr/>
      <dgm:t>
        <a:bodyPr/>
        <a:lstStyle/>
        <a:p>
          <a:r>
            <a:rPr lang="en-US" b="1">
              <a:solidFill>
                <a:srgbClr val="FF0000"/>
              </a:solidFill>
            </a:rPr>
            <a:t>1 China, 323</a:t>
          </a:r>
        </a:p>
      </dgm:t>
    </dgm:pt>
    <dgm:pt modelId="{BAE669F8-8989-48B7-96D3-AD0E81F3D92C}" type="parTrans" cxnId="{953F4B66-7126-4F89-ADBC-DFD5F4636980}">
      <dgm:prSet/>
      <dgm:spPr/>
      <dgm:t>
        <a:bodyPr/>
        <a:lstStyle/>
        <a:p>
          <a:endParaRPr lang="en-US"/>
        </a:p>
      </dgm:t>
    </dgm:pt>
    <dgm:pt modelId="{3256EB96-D07E-4554-8DC7-C689780B086B}" type="sibTrans" cxnId="{953F4B66-7126-4F89-ADBC-DFD5F4636980}">
      <dgm:prSet/>
      <dgm:spPr/>
      <dgm:t>
        <a:bodyPr/>
        <a:lstStyle/>
        <a:p>
          <a:endParaRPr lang="en-US"/>
        </a:p>
      </dgm:t>
    </dgm:pt>
    <dgm:pt modelId="{D72C57D6-0033-4D23-9E85-F63225A965F8}">
      <dgm:prSet phldrT="[Text]" phldr="0"/>
      <dgm:spPr/>
      <dgm:t>
        <a:bodyPr/>
        <a:lstStyle/>
        <a:p>
          <a:r>
            <a:rPr lang="en-US"/>
            <a:t>2 Germany, 267</a:t>
          </a:r>
        </a:p>
      </dgm:t>
    </dgm:pt>
    <dgm:pt modelId="{2C7B53E9-D44F-444C-B4B5-96818F137925}" type="parTrans" cxnId="{0EF5A009-ED0D-4956-855E-456CCEE19F62}">
      <dgm:prSet/>
      <dgm:spPr/>
      <dgm:t>
        <a:bodyPr/>
        <a:lstStyle/>
        <a:p>
          <a:endParaRPr lang="en-US"/>
        </a:p>
      </dgm:t>
    </dgm:pt>
    <dgm:pt modelId="{E6C0A1A2-39C3-4576-B149-940AA28C497A}" type="sibTrans" cxnId="{0EF5A009-ED0D-4956-855E-456CCEE19F62}">
      <dgm:prSet/>
      <dgm:spPr/>
      <dgm:t>
        <a:bodyPr/>
        <a:lstStyle/>
        <a:p>
          <a:endParaRPr lang="en-US"/>
        </a:p>
      </dgm:t>
    </dgm:pt>
    <dgm:pt modelId="{0CE44D8E-4928-4704-A237-BEA8DBB6B42D}">
      <dgm:prSet phldrT="[Text]" phldr="0"/>
      <dgm:spPr/>
      <dgm:t>
        <a:bodyPr/>
        <a:lstStyle/>
        <a:p>
          <a:r>
            <a:rPr lang="en-US"/>
            <a:t>3 USA, 265</a:t>
          </a:r>
        </a:p>
      </dgm:t>
    </dgm:pt>
    <dgm:pt modelId="{F59F197E-4A93-4357-9AAD-E80E38AE109D}" type="parTrans" cxnId="{CCABA399-A86F-4E70-A00E-1C2830BEE992}">
      <dgm:prSet/>
      <dgm:spPr/>
      <dgm:t>
        <a:bodyPr/>
        <a:lstStyle/>
        <a:p>
          <a:endParaRPr lang="en-US"/>
        </a:p>
      </dgm:t>
    </dgm:pt>
    <dgm:pt modelId="{F164B755-1A37-4A49-89FA-C861B603011F}" type="sibTrans" cxnId="{CCABA399-A86F-4E70-A00E-1C2830BEE992}">
      <dgm:prSet/>
      <dgm:spPr/>
      <dgm:t>
        <a:bodyPr/>
        <a:lstStyle/>
        <a:p>
          <a:endParaRPr lang="en-US"/>
        </a:p>
      </dgm:t>
    </dgm:pt>
    <dgm:pt modelId="{98839B32-99B4-4066-AE95-0013CAB13A8F}" type="pres">
      <dgm:prSet presAssocID="{585097C5-5EC3-4852-8D01-4C5B71175A88}" presName="vert0" presStyleCnt="0">
        <dgm:presLayoutVars>
          <dgm:dir/>
          <dgm:animOne val="branch"/>
          <dgm:animLvl val="lvl"/>
        </dgm:presLayoutVars>
      </dgm:prSet>
      <dgm:spPr/>
    </dgm:pt>
    <dgm:pt modelId="{A001A642-D0CB-4ABC-824F-F4D4D9B0E66A}" type="pres">
      <dgm:prSet presAssocID="{4F0044C6-19A0-4E08-A22D-70CB761F46D8}" presName="thickLine" presStyleLbl="alignNode1" presStyleIdx="0" presStyleCnt="1"/>
      <dgm:spPr/>
    </dgm:pt>
    <dgm:pt modelId="{3711CFF5-894B-428F-9458-F5F5C4C8A243}" type="pres">
      <dgm:prSet presAssocID="{4F0044C6-19A0-4E08-A22D-70CB761F46D8}" presName="horz1" presStyleCnt="0"/>
      <dgm:spPr/>
    </dgm:pt>
    <dgm:pt modelId="{110AA2F0-4898-4C9E-A0DC-531407208F3A}" type="pres">
      <dgm:prSet presAssocID="{4F0044C6-19A0-4E08-A22D-70CB761F46D8}" presName="tx1" presStyleLbl="revTx" presStyleIdx="0" presStyleCnt="4" custScaleX="183159"/>
      <dgm:spPr/>
    </dgm:pt>
    <dgm:pt modelId="{9D0CF7ED-346D-4383-9229-71320CAA0C0D}" type="pres">
      <dgm:prSet presAssocID="{4F0044C6-19A0-4E08-A22D-70CB761F46D8}" presName="vert1" presStyleCnt="0"/>
      <dgm:spPr/>
    </dgm:pt>
    <dgm:pt modelId="{1060F293-A972-4BB7-86D8-859A3AFFE69E}" type="pres">
      <dgm:prSet presAssocID="{3F195685-B123-490C-9982-F577D057D3F5}" presName="vertSpace2a" presStyleCnt="0"/>
      <dgm:spPr/>
    </dgm:pt>
    <dgm:pt modelId="{C2A2CA14-0761-460C-8D3B-2CE2C6C688F1}" type="pres">
      <dgm:prSet presAssocID="{3F195685-B123-490C-9982-F577D057D3F5}" presName="horz2" presStyleCnt="0"/>
      <dgm:spPr/>
    </dgm:pt>
    <dgm:pt modelId="{CF102F52-C982-4692-8F06-21E80E2DBB8E}" type="pres">
      <dgm:prSet presAssocID="{3F195685-B123-490C-9982-F577D057D3F5}" presName="horzSpace2" presStyleCnt="0"/>
      <dgm:spPr/>
    </dgm:pt>
    <dgm:pt modelId="{8385AB0C-0C39-48B4-82CD-4537127FF105}" type="pres">
      <dgm:prSet presAssocID="{3F195685-B123-490C-9982-F577D057D3F5}" presName="tx2" presStyleLbl="revTx" presStyleIdx="1" presStyleCnt="4"/>
      <dgm:spPr/>
    </dgm:pt>
    <dgm:pt modelId="{BEA1D67B-F98F-4E94-A4E8-3736C01F7F7B}" type="pres">
      <dgm:prSet presAssocID="{3F195685-B123-490C-9982-F577D057D3F5}" presName="vert2" presStyleCnt="0"/>
      <dgm:spPr/>
    </dgm:pt>
    <dgm:pt modelId="{B4E76C4D-4F57-4188-AAEA-5D33DEAA6017}" type="pres">
      <dgm:prSet presAssocID="{3F195685-B123-490C-9982-F577D057D3F5}" presName="thinLine2b" presStyleLbl="callout" presStyleIdx="0" presStyleCnt="3"/>
      <dgm:spPr/>
    </dgm:pt>
    <dgm:pt modelId="{59BBDAF2-0540-4128-BF75-73004C2DF9A2}" type="pres">
      <dgm:prSet presAssocID="{3F195685-B123-490C-9982-F577D057D3F5}" presName="vertSpace2b" presStyleCnt="0"/>
      <dgm:spPr/>
    </dgm:pt>
    <dgm:pt modelId="{E18A7C23-9D34-42B7-969C-1E52DBE966D7}" type="pres">
      <dgm:prSet presAssocID="{D72C57D6-0033-4D23-9E85-F63225A965F8}" presName="horz2" presStyleCnt="0"/>
      <dgm:spPr/>
    </dgm:pt>
    <dgm:pt modelId="{3DD30A23-51AB-4831-BEB1-5ED488A4B0D5}" type="pres">
      <dgm:prSet presAssocID="{D72C57D6-0033-4D23-9E85-F63225A965F8}" presName="horzSpace2" presStyleCnt="0"/>
      <dgm:spPr/>
    </dgm:pt>
    <dgm:pt modelId="{81DFB430-993F-4B88-B690-2E363C226CF6}" type="pres">
      <dgm:prSet presAssocID="{D72C57D6-0033-4D23-9E85-F63225A965F8}" presName="tx2" presStyleLbl="revTx" presStyleIdx="2" presStyleCnt="4"/>
      <dgm:spPr/>
    </dgm:pt>
    <dgm:pt modelId="{9299E30D-B682-4735-8D5E-3A18B4821A92}" type="pres">
      <dgm:prSet presAssocID="{D72C57D6-0033-4D23-9E85-F63225A965F8}" presName="vert2" presStyleCnt="0"/>
      <dgm:spPr/>
    </dgm:pt>
    <dgm:pt modelId="{75C27144-031D-4A1C-A556-CA3316A54514}" type="pres">
      <dgm:prSet presAssocID="{D72C57D6-0033-4D23-9E85-F63225A965F8}" presName="thinLine2b" presStyleLbl="callout" presStyleIdx="1" presStyleCnt="3"/>
      <dgm:spPr/>
    </dgm:pt>
    <dgm:pt modelId="{6BA98BB4-0242-4982-86FE-A310D4FED92A}" type="pres">
      <dgm:prSet presAssocID="{D72C57D6-0033-4D23-9E85-F63225A965F8}" presName="vertSpace2b" presStyleCnt="0"/>
      <dgm:spPr/>
    </dgm:pt>
    <dgm:pt modelId="{BDD5DCCB-FD20-4B71-83E0-D9F1E9EA7092}" type="pres">
      <dgm:prSet presAssocID="{0CE44D8E-4928-4704-A237-BEA8DBB6B42D}" presName="horz2" presStyleCnt="0"/>
      <dgm:spPr/>
    </dgm:pt>
    <dgm:pt modelId="{43829E54-DF0C-4E64-9B3E-00BB1A7C92BE}" type="pres">
      <dgm:prSet presAssocID="{0CE44D8E-4928-4704-A237-BEA8DBB6B42D}" presName="horzSpace2" presStyleCnt="0"/>
      <dgm:spPr/>
    </dgm:pt>
    <dgm:pt modelId="{E19420DB-8AA8-4B47-A4CE-76B0B57C06DC}" type="pres">
      <dgm:prSet presAssocID="{0CE44D8E-4928-4704-A237-BEA8DBB6B42D}" presName="tx2" presStyleLbl="revTx" presStyleIdx="3" presStyleCnt="4"/>
      <dgm:spPr/>
    </dgm:pt>
    <dgm:pt modelId="{E4864962-F475-4A91-9305-F49F1D952ADA}" type="pres">
      <dgm:prSet presAssocID="{0CE44D8E-4928-4704-A237-BEA8DBB6B42D}" presName="vert2" presStyleCnt="0"/>
      <dgm:spPr/>
    </dgm:pt>
    <dgm:pt modelId="{378CF799-AF1E-4D0F-B669-248101FC5A56}" type="pres">
      <dgm:prSet presAssocID="{0CE44D8E-4928-4704-A237-BEA8DBB6B42D}" presName="thinLine2b" presStyleLbl="callout" presStyleIdx="2" presStyleCnt="3"/>
      <dgm:spPr/>
    </dgm:pt>
    <dgm:pt modelId="{398E513C-FF8C-4F6E-B0DC-9363F56DD422}" type="pres">
      <dgm:prSet presAssocID="{0CE44D8E-4928-4704-A237-BEA8DBB6B42D}" presName="vertSpace2b" presStyleCnt="0"/>
      <dgm:spPr/>
    </dgm:pt>
  </dgm:ptLst>
  <dgm:cxnLst>
    <dgm:cxn modelId="{0EF5A009-ED0D-4956-855E-456CCEE19F62}" srcId="{4F0044C6-19A0-4E08-A22D-70CB761F46D8}" destId="{D72C57D6-0033-4D23-9E85-F63225A965F8}" srcOrd="1" destOrd="0" parTransId="{2C7B53E9-D44F-444C-B4B5-96818F137925}" sibTransId="{E6C0A1A2-39C3-4576-B149-940AA28C497A}"/>
    <dgm:cxn modelId="{C87B0F2F-59FD-405F-B946-EBF67421B69A}" type="presOf" srcId="{D72C57D6-0033-4D23-9E85-F63225A965F8}" destId="{81DFB430-993F-4B88-B690-2E363C226CF6}" srcOrd="0" destOrd="0" presId="urn:microsoft.com/office/officeart/2008/layout/LinedList"/>
    <dgm:cxn modelId="{953F4B66-7126-4F89-ADBC-DFD5F4636980}" srcId="{4F0044C6-19A0-4E08-A22D-70CB761F46D8}" destId="{3F195685-B123-490C-9982-F577D057D3F5}" srcOrd="0" destOrd="0" parTransId="{BAE669F8-8989-48B7-96D3-AD0E81F3D92C}" sibTransId="{3256EB96-D07E-4554-8DC7-C689780B086B}"/>
    <dgm:cxn modelId="{A77AD880-BC62-41BF-81E1-7D77CAE02838}" srcId="{585097C5-5EC3-4852-8D01-4C5B71175A88}" destId="{4F0044C6-19A0-4E08-A22D-70CB761F46D8}" srcOrd="0" destOrd="0" parTransId="{EA8949FA-4E4A-4F66-8989-D85972D98046}" sibTransId="{358EB41C-7006-4EF0-B4C6-CD6A1E171C6A}"/>
    <dgm:cxn modelId="{00E97784-ACDD-4C38-B724-908A742CF996}" type="presOf" srcId="{3F195685-B123-490C-9982-F577D057D3F5}" destId="{8385AB0C-0C39-48B4-82CD-4537127FF105}" srcOrd="0" destOrd="0" presId="urn:microsoft.com/office/officeart/2008/layout/LinedList"/>
    <dgm:cxn modelId="{AAD07395-46E5-4DE1-A411-8762E973A6EC}" type="presOf" srcId="{0CE44D8E-4928-4704-A237-BEA8DBB6B42D}" destId="{E19420DB-8AA8-4B47-A4CE-76B0B57C06DC}" srcOrd="0" destOrd="0" presId="urn:microsoft.com/office/officeart/2008/layout/LinedList"/>
    <dgm:cxn modelId="{CCABA399-A86F-4E70-A00E-1C2830BEE992}" srcId="{4F0044C6-19A0-4E08-A22D-70CB761F46D8}" destId="{0CE44D8E-4928-4704-A237-BEA8DBB6B42D}" srcOrd="2" destOrd="0" parTransId="{F59F197E-4A93-4357-9AAD-E80E38AE109D}" sibTransId="{F164B755-1A37-4A49-89FA-C861B603011F}"/>
    <dgm:cxn modelId="{BC2BA09A-B25E-4B9B-BFA7-875B35C54751}" type="presOf" srcId="{585097C5-5EC3-4852-8D01-4C5B71175A88}" destId="{98839B32-99B4-4066-AE95-0013CAB13A8F}" srcOrd="0" destOrd="0" presId="urn:microsoft.com/office/officeart/2008/layout/LinedList"/>
    <dgm:cxn modelId="{92300EC4-1009-4842-979B-F3049AB1CA38}" type="presOf" srcId="{4F0044C6-19A0-4E08-A22D-70CB761F46D8}" destId="{110AA2F0-4898-4C9E-A0DC-531407208F3A}" srcOrd="0" destOrd="0" presId="urn:microsoft.com/office/officeart/2008/layout/LinedList"/>
    <dgm:cxn modelId="{781174A1-6DDA-46BA-A77A-FC31AEEAC384}" type="presParOf" srcId="{98839B32-99B4-4066-AE95-0013CAB13A8F}" destId="{A001A642-D0CB-4ABC-824F-F4D4D9B0E66A}" srcOrd="0" destOrd="0" presId="urn:microsoft.com/office/officeart/2008/layout/LinedList"/>
    <dgm:cxn modelId="{50CCC767-8783-437A-9C36-055CB1D2048F}" type="presParOf" srcId="{98839B32-99B4-4066-AE95-0013CAB13A8F}" destId="{3711CFF5-894B-428F-9458-F5F5C4C8A243}" srcOrd="1" destOrd="0" presId="urn:microsoft.com/office/officeart/2008/layout/LinedList"/>
    <dgm:cxn modelId="{6161C64F-8AFE-4243-879A-C6CBA59F4DD9}" type="presParOf" srcId="{3711CFF5-894B-428F-9458-F5F5C4C8A243}" destId="{110AA2F0-4898-4C9E-A0DC-531407208F3A}" srcOrd="0" destOrd="0" presId="urn:microsoft.com/office/officeart/2008/layout/LinedList"/>
    <dgm:cxn modelId="{0E0979D7-D0AC-479C-80B9-45C8AC8963C5}" type="presParOf" srcId="{3711CFF5-894B-428F-9458-F5F5C4C8A243}" destId="{9D0CF7ED-346D-4383-9229-71320CAA0C0D}" srcOrd="1" destOrd="0" presId="urn:microsoft.com/office/officeart/2008/layout/LinedList"/>
    <dgm:cxn modelId="{CDB54FD6-A6D1-497C-9102-889A684B34D7}" type="presParOf" srcId="{9D0CF7ED-346D-4383-9229-71320CAA0C0D}" destId="{1060F293-A972-4BB7-86D8-859A3AFFE69E}" srcOrd="0" destOrd="0" presId="urn:microsoft.com/office/officeart/2008/layout/LinedList"/>
    <dgm:cxn modelId="{DA9017DA-1DD6-44AE-8E6E-8A7B0F848D77}" type="presParOf" srcId="{9D0CF7ED-346D-4383-9229-71320CAA0C0D}" destId="{C2A2CA14-0761-460C-8D3B-2CE2C6C688F1}" srcOrd="1" destOrd="0" presId="urn:microsoft.com/office/officeart/2008/layout/LinedList"/>
    <dgm:cxn modelId="{9F3E639E-09C4-4A26-AEB1-A9BC45F20F59}" type="presParOf" srcId="{C2A2CA14-0761-460C-8D3B-2CE2C6C688F1}" destId="{CF102F52-C982-4692-8F06-21E80E2DBB8E}" srcOrd="0" destOrd="0" presId="urn:microsoft.com/office/officeart/2008/layout/LinedList"/>
    <dgm:cxn modelId="{5BDD34C7-B4CD-4E81-8BFE-35249C6E4825}" type="presParOf" srcId="{C2A2CA14-0761-460C-8D3B-2CE2C6C688F1}" destId="{8385AB0C-0C39-48B4-82CD-4537127FF105}" srcOrd="1" destOrd="0" presId="urn:microsoft.com/office/officeart/2008/layout/LinedList"/>
    <dgm:cxn modelId="{01505086-1D7E-4454-A628-08218D05AA48}" type="presParOf" srcId="{C2A2CA14-0761-460C-8D3B-2CE2C6C688F1}" destId="{BEA1D67B-F98F-4E94-A4E8-3736C01F7F7B}" srcOrd="2" destOrd="0" presId="urn:microsoft.com/office/officeart/2008/layout/LinedList"/>
    <dgm:cxn modelId="{0D92A630-0459-4A34-B703-9068D13FE146}" type="presParOf" srcId="{9D0CF7ED-346D-4383-9229-71320CAA0C0D}" destId="{B4E76C4D-4F57-4188-AAEA-5D33DEAA6017}" srcOrd="2" destOrd="0" presId="urn:microsoft.com/office/officeart/2008/layout/LinedList"/>
    <dgm:cxn modelId="{47F887FC-0101-4134-8E28-BA7EEAE753C9}" type="presParOf" srcId="{9D0CF7ED-346D-4383-9229-71320CAA0C0D}" destId="{59BBDAF2-0540-4128-BF75-73004C2DF9A2}" srcOrd="3" destOrd="0" presId="urn:microsoft.com/office/officeart/2008/layout/LinedList"/>
    <dgm:cxn modelId="{95E81E31-D0E8-465A-8987-B94AA6798629}" type="presParOf" srcId="{9D0CF7ED-346D-4383-9229-71320CAA0C0D}" destId="{E18A7C23-9D34-42B7-969C-1E52DBE966D7}" srcOrd="4" destOrd="0" presId="urn:microsoft.com/office/officeart/2008/layout/LinedList"/>
    <dgm:cxn modelId="{799D6B41-FBCB-4721-B498-6B6E9AF4B38D}" type="presParOf" srcId="{E18A7C23-9D34-42B7-969C-1E52DBE966D7}" destId="{3DD30A23-51AB-4831-BEB1-5ED488A4B0D5}" srcOrd="0" destOrd="0" presId="urn:microsoft.com/office/officeart/2008/layout/LinedList"/>
    <dgm:cxn modelId="{0AEA54CB-1CC6-4430-A609-E4420378B049}" type="presParOf" srcId="{E18A7C23-9D34-42B7-969C-1E52DBE966D7}" destId="{81DFB430-993F-4B88-B690-2E363C226CF6}" srcOrd="1" destOrd="0" presId="urn:microsoft.com/office/officeart/2008/layout/LinedList"/>
    <dgm:cxn modelId="{532D7CAF-66A1-4100-97E8-0FEB21B8170B}" type="presParOf" srcId="{E18A7C23-9D34-42B7-969C-1E52DBE966D7}" destId="{9299E30D-B682-4735-8D5E-3A18B4821A92}" srcOrd="2" destOrd="0" presId="urn:microsoft.com/office/officeart/2008/layout/LinedList"/>
    <dgm:cxn modelId="{CBACC568-6314-444D-B2DB-3EACE47C3024}" type="presParOf" srcId="{9D0CF7ED-346D-4383-9229-71320CAA0C0D}" destId="{75C27144-031D-4A1C-A556-CA3316A54514}" srcOrd="5" destOrd="0" presId="urn:microsoft.com/office/officeart/2008/layout/LinedList"/>
    <dgm:cxn modelId="{9D9BB757-9D79-4D2E-894C-A70ED0CBA895}" type="presParOf" srcId="{9D0CF7ED-346D-4383-9229-71320CAA0C0D}" destId="{6BA98BB4-0242-4982-86FE-A310D4FED92A}" srcOrd="6" destOrd="0" presId="urn:microsoft.com/office/officeart/2008/layout/LinedList"/>
    <dgm:cxn modelId="{57A86BE1-EF1B-41C3-B267-CF25CC851566}" type="presParOf" srcId="{9D0CF7ED-346D-4383-9229-71320CAA0C0D}" destId="{BDD5DCCB-FD20-4B71-83E0-D9F1E9EA7092}" srcOrd="7" destOrd="0" presId="urn:microsoft.com/office/officeart/2008/layout/LinedList"/>
    <dgm:cxn modelId="{6050022E-AB07-49F7-96FA-93C13DECC730}" type="presParOf" srcId="{BDD5DCCB-FD20-4B71-83E0-D9F1E9EA7092}" destId="{43829E54-DF0C-4E64-9B3E-00BB1A7C92BE}" srcOrd="0" destOrd="0" presId="urn:microsoft.com/office/officeart/2008/layout/LinedList"/>
    <dgm:cxn modelId="{43022BAC-55EF-45B8-A233-E8C926078FC3}" type="presParOf" srcId="{BDD5DCCB-FD20-4B71-83E0-D9F1E9EA7092}" destId="{E19420DB-8AA8-4B47-A4CE-76B0B57C06DC}" srcOrd="1" destOrd="0" presId="urn:microsoft.com/office/officeart/2008/layout/LinedList"/>
    <dgm:cxn modelId="{FB3E5B03-9723-4272-A7AC-20C3B17559AE}" type="presParOf" srcId="{BDD5DCCB-FD20-4B71-83E0-D9F1E9EA7092}" destId="{E4864962-F475-4A91-9305-F49F1D952ADA}" srcOrd="2" destOrd="0" presId="urn:microsoft.com/office/officeart/2008/layout/LinedList"/>
    <dgm:cxn modelId="{D829811B-00F9-4848-AB09-26C14F2E6AC1}" type="presParOf" srcId="{9D0CF7ED-346D-4383-9229-71320CAA0C0D}" destId="{378CF799-AF1E-4D0F-B669-248101FC5A56}" srcOrd="8" destOrd="0" presId="urn:microsoft.com/office/officeart/2008/layout/LinedList"/>
    <dgm:cxn modelId="{DF794F18-C726-43A2-9F98-79BDCD5A1179}" type="presParOf" srcId="{9D0CF7ED-346D-4383-9229-71320CAA0C0D}" destId="{398E513C-FF8C-4F6E-B0DC-9363F56DD422}" srcOrd="9" destOrd="0" presId="urn:microsoft.com/office/officeart/2008/layout/Line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85097C5-5EC3-4852-8D01-4C5B71175A88}"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4F0044C6-19A0-4E08-A22D-70CB761F46D8}">
      <dgm:prSet phldrT="[Text]" custT="1"/>
      <dgm:spPr/>
      <dgm:t>
        <a:bodyPr/>
        <a:lstStyle/>
        <a:p>
          <a:r>
            <a:rPr lang="en-US" sz="800" b="1"/>
            <a:t>TOP 3 randomization </a:t>
          </a:r>
        </a:p>
      </dgm:t>
    </dgm:pt>
    <dgm:pt modelId="{EA8949FA-4E4A-4F66-8989-D85972D98046}" type="parTrans" cxnId="{A77AD880-BC62-41BF-81E1-7D77CAE02838}">
      <dgm:prSet/>
      <dgm:spPr/>
      <dgm:t>
        <a:bodyPr/>
        <a:lstStyle/>
        <a:p>
          <a:endParaRPr lang="en-US"/>
        </a:p>
      </dgm:t>
    </dgm:pt>
    <dgm:pt modelId="{358EB41C-7006-4EF0-B4C6-CD6A1E171C6A}" type="sibTrans" cxnId="{A77AD880-BC62-41BF-81E1-7D77CAE02838}">
      <dgm:prSet/>
      <dgm:spPr/>
      <dgm:t>
        <a:bodyPr/>
        <a:lstStyle/>
        <a:p>
          <a:endParaRPr lang="en-US"/>
        </a:p>
      </dgm:t>
    </dgm:pt>
    <dgm:pt modelId="{3F195685-B123-490C-9982-F577D057D3F5}">
      <dgm:prSet phldrT="[Text]" phldr="0"/>
      <dgm:spPr/>
      <dgm:t>
        <a:bodyPr/>
        <a:lstStyle/>
        <a:p>
          <a:r>
            <a:rPr lang="en-US" b="1">
              <a:solidFill>
                <a:srgbClr val="FF0000"/>
              </a:solidFill>
            </a:rPr>
            <a:t>1 China, 242</a:t>
          </a:r>
        </a:p>
      </dgm:t>
    </dgm:pt>
    <dgm:pt modelId="{BAE669F8-8989-48B7-96D3-AD0E81F3D92C}" type="parTrans" cxnId="{953F4B66-7126-4F89-ADBC-DFD5F4636980}">
      <dgm:prSet/>
      <dgm:spPr/>
      <dgm:t>
        <a:bodyPr/>
        <a:lstStyle/>
        <a:p>
          <a:endParaRPr lang="en-US"/>
        </a:p>
      </dgm:t>
    </dgm:pt>
    <dgm:pt modelId="{3256EB96-D07E-4554-8DC7-C689780B086B}" type="sibTrans" cxnId="{953F4B66-7126-4F89-ADBC-DFD5F4636980}">
      <dgm:prSet/>
      <dgm:spPr/>
      <dgm:t>
        <a:bodyPr/>
        <a:lstStyle/>
        <a:p>
          <a:endParaRPr lang="en-US"/>
        </a:p>
      </dgm:t>
    </dgm:pt>
    <dgm:pt modelId="{D72C57D6-0033-4D23-9E85-F63225A965F8}">
      <dgm:prSet phldrT="[Text]" phldr="0"/>
      <dgm:spPr/>
      <dgm:t>
        <a:bodyPr/>
        <a:lstStyle/>
        <a:p>
          <a:r>
            <a:rPr lang="en-US"/>
            <a:t>2 Germany, 199</a:t>
          </a:r>
        </a:p>
      </dgm:t>
    </dgm:pt>
    <dgm:pt modelId="{2C7B53E9-D44F-444C-B4B5-96818F137925}" type="parTrans" cxnId="{0EF5A009-ED0D-4956-855E-456CCEE19F62}">
      <dgm:prSet/>
      <dgm:spPr/>
      <dgm:t>
        <a:bodyPr/>
        <a:lstStyle/>
        <a:p>
          <a:endParaRPr lang="en-US"/>
        </a:p>
      </dgm:t>
    </dgm:pt>
    <dgm:pt modelId="{E6C0A1A2-39C3-4576-B149-940AA28C497A}" type="sibTrans" cxnId="{0EF5A009-ED0D-4956-855E-456CCEE19F62}">
      <dgm:prSet/>
      <dgm:spPr/>
      <dgm:t>
        <a:bodyPr/>
        <a:lstStyle/>
        <a:p>
          <a:endParaRPr lang="en-US"/>
        </a:p>
      </dgm:t>
    </dgm:pt>
    <dgm:pt modelId="{0CE44D8E-4928-4704-A237-BEA8DBB6B42D}">
      <dgm:prSet phldrT="[Text]" phldr="0"/>
      <dgm:spPr/>
      <dgm:t>
        <a:bodyPr/>
        <a:lstStyle/>
        <a:p>
          <a:r>
            <a:rPr lang="en-US"/>
            <a:t>3 USA, 150</a:t>
          </a:r>
        </a:p>
      </dgm:t>
    </dgm:pt>
    <dgm:pt modelId="{F59F197E-4A93-4357-9AAD-E80E38AE109D}" type="parTrans" cxnId="{CCABA399-A86F-4E70-A00E-1C2830BEE992}">
      <dgm:prSet/>
      <dgm:spPr/>
      <dgm:t>
        <a:bodyPr/>
        <a:lstStyle/>
        <a:p>
          <a:endParaRPr lang="en-US"/>
        </a:p>
      </dgm:t>
    </dgm:pt>
    <dgm:pt modelId="{F164B755-1A37-4A49-89FA-C861B603011F}" type="sibTrans" cxnId="{CCABA399-A86F-4E70-A00E-1C2830BEE992}">
      <dgm:prSet/>
      <dgm:spPr/>
      <dgm:t>
        <a:bodyPr/>
        <a:lstStyle/>
        <a:p>
          <a:endParaRPr lang="en-US"/>
        </a:p>
      </dgm:t>
    </dgm:pt>
    <dgm:pt modelId="{98839B32-99B4-4066-AE95-0013CAB13A8F}" type="pres">
      <dgm:prSet presAssocID="{585097C5-5EC3-4852-8D01-4C5B71175A88}" presName="vert0" presStyleCnt="0">
        <dgm:presLayoutVars>
          <dgm:dir/>
          <dgm:animOne val="branch"/>
          <dgm:animLvl val="lvl"/>
        </dgm:presLayoutVars>
      </dgm:prSet>
      <dgm:spPr/>
    </dgm:pt>
    <dgm:pt modelId="{A001A642-D0CB-4ABC-824F-F4D4D9B0E66A}" type="pres">
      <dgm:prSet presAssocID="{4F0044C6-19A0-4E08-A22D-70CB761F46D8}" presName="thickLine" presStyleLbl="alignNode1" presStyleIdx="0" presStyleCnt="1"/>
      <dgm:spPr/>
    </dgm:pt>
    <dgm:pt modelId="{3711CFF5-894B-428F-9458-F5F5C4C8A243}" type="pres">
      <dgm:prSet presAssocID="{4F0044C6-19A0-4E08-A22D-70CB761F46D8}" presName="horz1" presStyleCnt="0"/>
      <dgm:spPr/>
    </dgm:pt>
    <dgm:pt modelId="{110AA2F0-4898-4C9E-A0DC-531407208F3A}" type="pres">
      <dgm:prSet presAssocID="{4F0044C6-19A0-4E08-A22D-70CB761F46D8}" presName="tx1" presStyleLbl="revTx" presStyleIdx="0" presStyleCnt="4" custScaleX="183159" custLinFactNeighborX="-487" custLinFactNeighborY="49"/>
      <dgm:spPr/>
    </dgm:pt>
    <dgm:pt modelId="{9D0CF7ED-346D-4383-9229-71320CAA0C0D}" type="pres">
      <dgm:prSet presAssocID="{4F0044C6-19A0-4E08-A22D-70CB761F46D8}" presName="vert1" presStyleCnt="0"/>
      <dgm:spPr/>
    </dgm:pt>
    <dgm:pt modelId="{1060F293-A972-4BB7-86D8-859A3AFFE69E}" type="pres">
      <dgm:prSet presAssocID="{3F195685-B123-490C-9982-F577D057D3F5}" presName="vertSpace2a" presStyleCnt="0"/>
      <dgm:spPr/>
    </dgm:pt>
    <dgm:pt modelId="{C2A2CA14-0761-460C-8D3B-2CE2C6C688F1}" type="pres">
      <dgm:prSet presAssocID="{3F195685-B123-490C-9982-F577D057D3F5}" presName="horz2" presStyleCnt="0"/>
      <dgm:spPr/>
    </dgm:pt>
    <dgm:pt modelId="{CF102F52-C982-4692-8F06-21E80E2DBB8E}" type="pres">
      <dgm:prSet presAssocID="{3F195685-B123-490C-9982-F577D057D3F5}" presName="horzSpace2" presStyleCnt="0"/>
      <dgm:spPr/>
    </dgm:pt>
    <dgm:pt modelId="{8385AB0C-0C39-48B4-82CD-4537127FF105}" type="pres">
      <dgm:prSet presAssocID="{3F195685-B123-490C-9982-F577D057D3F5}" presName="tx2" presStyleLbl="revTx" presStyleIdx="1" presStyleCnt="4"/>
      <dgm:spPr/>
    </dgm:pt>
    <dgm:pt modelId="{BEA1D67B-F98F-4E94-A4E8-3736C01F7F7B}" type="pres">
      <dgm:prSet presAssocID="{3F195685-B123-490C-9982-F577D057D3F5}" presName="vert2" presStyleCnt="0"/>
      <dgm:spPr/>
    </dgm:pt>
    <dgm:pt modelId="{B4E76C4D-4F57-4188-AAEA-5D33DEAA6017}" type="pres">
      <dgm:prSet presAssocID="{3F195685-B123-490C-9982-F577D057D3F5}" presName="thinLine2b" presStyleLbl="callout" presStyleIdx="0" presStyleCnt="3"/>
      <dgm:spPr/>
    </dgm:pt>
    <dgm:pt modelId="{59BBDAF2-0540-4128-BF75-73004C2DF9A2}" type="pres">
      <dgm:prSet presAssocID="{3F195685-B123-490C-9982-F577D057D3F5}" presName="vertSpace2b" presStyleCnt="0"/>
      <dgm:spPr/>
    </dgm:pt>
    <dgm:pt modelId="{E18A7C23-9D34-42B7-969C-1E52DBE966D7}" type="pres">
      <dgm:prSet presAssocID="{D72C57D6-0033-4D23-9E85-F63225A965F8}" presName="horz2" presStyleCnt="0"/>
      <dgm:spPr/>
    </dgm:pt>
    <dgm:pt modelId="{3DD30A23-51AB-4831-BEB1-5ED488A4B0D5}" type="pres">
      <dgm:prSet presAssocID="{D72C57D6-0033-4D23-9E85-F63225A965F8}" presName="horzSpace2" presStyleCnt="0"/>
      <dgm:spPr/>
    </dgm:pt>
    <dgm:pt modelId="{81DFB430-993F-4B88-B690-2E363C226CF6}" type="pres">
      <dgm:prSet presAssocID="{D72C57D6-0033-4D23-9E85-F63225A965F8}" presName="tx2" presStyleLbl="revTx" presStyleIdx="2" presStyleCnt="4"/>
      <dgm:spPr/>
    </dgm:pt>
    <dgm:pt modelId="{9299E30D-B682-4735-8D5E-3A18B4821A92}" type="pres">
      <dgm:prSet presAssocID="{D72C57D6-0033-4D23-9E85-F63225A965F8}" presName="vert2" presStyleCnt="0"/>
      <dgm:spPr/>
    </dgm:pt>
    <dgm:pt modelId="{75C27144-031D-4A1C-A556-CA3316A54514}" type="pres">
      <dgm:prSet presAssocID="{D72C57D6-0033-4D23-9E85-F63225A965F8}" presName="thinLine2b" presStyleLbl="callout" presStyleIdx="1" presStyleCnt="3"/>
      <dgm:spPr/>
    </dgm:pt>
    <dgm:pt modelId="{6BA98BB4-0242-4982-86FE-A310D4FED92A}" type="pres">
      <dgm:prSet presAssocID="{D72C57D6-0033-4D23-9E85-F63225A965F8}" presName="vertSpace2b" presStyleCnt="0"/>
      <dgm:spPr/>
    </dgm:pt>
    <dgm:pt modelId="{BDD5DCCB-FD20-4B71-83E0-D9F1E9EA7092}" type="pres">
      <dgm:prSet presAssocID="{0CE44D8E-4928-4704-A237-BEA8DBB6B42D}" presName="horz2" presStyleCnt="0"/>
      <dgm:spPr/>
    </dgm:pt>
    <dgm:pt modelId="{43829E54-DF0C-4E64-9B3E-00BB1A7C92BE}" type="pres">
      <dgm:prSet presAssocID="{0CE44D8E-4928-4704-A237-BEA8DBB6B42D}" presName="horzSpace2" presStyleCnt="0"/>
      <dgm:spPr/>
    </dgm:pt>
    <dgm:pt modelId="{E19420DB-8AA8-4B47-A4CE-76B0B57C06DC}" type="pres">
      <dgm:prSet presAssocID="{0CE44D8E-4928-4704-A237-BEA8DBB6B42D}" presName="tx2" presStyleLbl="revTx" presStyleIdx="3" presStyleCnt="4"/>
      <dgm:spPr/>
    </dgm:pt>
    <dgm:pt modelId="{E4864962-F475-4A91-9305-F49F1D952ADA}" type="pres">
      <dgm:prSet presAssocID="{0CE44D8E-4928-4704-A237-BEA8DBB6B42D}" presName="vert2" presStyleCnt="0"/>
      <dgm:spPr/>
    </dgm:pt>
    <dgm:pt modelId="{378CF799-AF1E-4D0F-B669-248101FC5A56}" type="pres">
      <dgm:prSet presAssocID="{0CE44D8E-4928-4704-A237-BEA8DBB6B42D}" presName="thinLine2b" presStyleLbl="callout" presStyleIdx="2" presStyleCnt="3"/>
      <dgm:spPr/>
    </dgm:pt>
    <dgm:pt modelId="{398E513C-FF8C-4F6E-B0DC-9363F56DD422}" type="pres">
      <dgm:prSet presAssocID="{0CE44D8E-4928-4704-A237-BEA8DBB6B42D}" presName="vertSpace2b" presStyleCnt="0"/>
      <dgm:spPr/>
    </dgm:pt>
  </dgm:ptLst>
  <dgm:cxnLst>
    <dgm:cxn modelId="{0EF5A009-ED0D-4956-855E-456CCEE19F62}" srcId="{4F0044C6-19A0-4E08-A22D-70CB761F46D8}" destId="{D72C57D6-0033-4D23-9E85-F63225A965F8}" srcOrd="1" destOrd="0" parTransId="{2C7B53E9-D44F-444C-B4B5-96818F137925}" sibTransId="{E6C0A1A2-39C3-4576-B149-940AA28C497A}"/>
    <dgm:cxn modelId="{C87B0F2F-59FD-405F-B946-EBF67421B69A}" type="presOf" srcId="{D72C57D6-0033-4D23-9E85-F63225A965F8}" destId="{81DFB430-993F-4B88-B690-2E363C226CF6}" srcOrd="0" destOrd="0" presId="urn:microsoft.com/office/officeart/2008/layout/LinedList"/>
    <dgm:cxn modelId="{953F4B66-7126-4F89-ADBC-DFD5F4636980}" srcId="{4F0044C6-19A0-4E08-A22D-70CB761F46D8}" destId="{3F195685-B123-490C-9982-F577D057D3F5}" srcOrd="0" destOrd="0" parTransId="{BAE669F8-8989-48B7-96D3-AD0E81F3D92C}" sibTransId="{3256EB96-D07E-4554-8DC7-C689780B086B}"/>
    <dgm:cxn modelId="{A77AD880-BC62-41BF-81E1-7D77CAE02838}" srcId="{585097C5-5EC3-4852-8D01-4C5B71175A88}" destId="{4F0044C6-19A0-4E08-A22D-70CB761F46D8}" srcOrd="0" destOrd="0" parTransId="{EA8949FA-4E4A-4F66-8989-D85972D98046}" sibTransId="{358EB41C-7006-4EF0-B4C6-CD6A1E171C6A}"/>
    <dgm:cxn modelId="{00E97784-ACDD-4C38-B724-908A742CF996}" type="presOf" srcId="{3F195685-B123-490C-9982-F577D057D3F5}" destId="{8385AB0C-0C39-48B4-82CD-4537127FF105}" srcOrd="0" destOrd="0" presId="urn:microsoft.com/office/officeart/2008/layout/LinedList"/>
    <dgm:cxn modelId="{AAD07395-46E5-4DE1-A411-8762E973A6EC}" type="presOf" srcId="{0CE44D8E-4928-4704-A237-BEA8DBB6B42D}" destId="{E19420DB-8AA8-4B47-A4CE-76B0B57C06DC}" srcOrd="0" destOrd="0" presId="urn:microsoft.com/office/officeart/2008/layout/LinedList"/>
    <dgm:cxn modelId="{CCABA399-A86F-4E70-A00E-1C2830BEE992}" srcId="{4F0044C6-19A0-4E08-A22D-70CB761F46D8}" destId="{0CE44D8E-4928-4704-A237-BEA8DBB6B42D}" srcOrd="2" destOrd="0" parTransId="{F59F197E-4A93-4357-9AAD-E80E38AE109D}" sibTransId="{F164B755-1A37-4A49-89FA-C861B603011F}"/>
    <dgm:cxn modelId="{BC2BA09A-B25E-4B9B-BFA7-875B35C54751}" type="presOf" srcId="{585097C5-5EC3-4852-8D01-4C5B71175A88}" destId="{98839B32-99B4-4066-AE95-0013CAB13A8F}" srcOrd="0" destOrd="0" presId="urn:microsoft.com/office/officeart/2008/layout/LinedList"/>
    <dgm:cxn modelId="{92300EC4-1009-4842-979B-F3049AB1CA38}" type="presOf" srcId="{4F0044C6-19A0-4E08-A22D-70CB761F46D8}" destId="{110AA2F0-4898-4C9E-A0DC-531407208F3A}" srcOrd="0" destOrd="0" presId="urn:microsoft.com/office/officeart/2008/layout/LinedList"/>
    <dgm:cxn modelId="{781174A1-6DDA-46BA-A77A-FC31AEEAC384}" type="presParOf" srcId="{98839B32-99B4-4066-AE95-0013CAB13A8F}" destId="{A001A642-D0CB-4ABC-824F-F4D4D9B0E66A}" srcOrd="0" destOrd="0" presId="urn:microsoft.com/office/officeart/2008/layout/LinedList"/>
    <dgm:cxn modelId="{50CCC767-8783-437A-9C36-055CB1D2048F}" type="presParOf" srcId="{98839B32-99B4-4066-AE95-0013CAB13A8F}" destId="{3711CFF5-894B-428F-9458-F5F5C4C8A243}" srcOrd="1" destOrd="0" presId="urn:microsoft.com/office/officeart/2008/layout/LinedList"/>
    <dgm:cxn modelId="{6161C64F-8AFE-4243-879A-C6CBA59F4DD9}" type="presParOf" srcId="{3711CFF5-894B-428F-9458-F5F5C4C8A243}" destId="{110AA2F0-4898-4C9E-A0DC-531407208F3A}" srcOrd="0" destOrd="0" presId="urn:microsoft.com/office/officeart/2008/layout/LinedList"/>
    <dgm:cxn modelId="{0E0979D7-D0AC-479C-80B9-45C8AC8963C5}" type="presParOf" srcId="{3711CFF5-894B-428F-9458-F5F5C4C8A243}" destId="{9D0CF7ED-346D-4383-9229-71320CAA0C0D}" srcOrd="1" destOrd="0" presId="urn:microsoft.com/office/officeart/2008/layout/LinedList"/>
    <dgm:cxn modelId="{CDB54FD6-A6D1-497C-9102-889A684B34D7}" type="presParOf" srcId="{9D0CF7ED-346D-4383-9229-71320CAA0C0D}" destId="{1060F293-A972-4BB7-86D8-859A3AFFE69E}" srcOrd="0" destOrd="0" presId="urn:microsoft.com/office/officeart/2008/layout/LinedList"/>
    <dgm:cxn modelId="{DA9017DA-1DD6-44AE-8E6E-8A7B0F848D77}" type="presParOf" srcId="{9D0CF7ED-346D-4383-9229-71320CAA0C0D}" destId="{C2A2CA14-0761-460C-8D3B-2CE2C6C688F1}" srcOrd="1" destOrd="0" presId="urn:microsoft.com/office/officeart/2008/layout/LinedList"/>
    <dgm:cxn modelId="{9F3E639E-09C4-4A26-AEB1-A9BC45F20F59}" type="presParOf" srcId="{C2A2CA14-0761-460C-8D3B-2CE2C6C688F1}" destId="{CF102F52-C982-4692-8F06-21E80E2DBB8E}" srcOrd="0" destOrd="0" presId="urn:microsoft.com/office/officeart/2008/layout/LinedList"/>
    <dgm:cxn modelId="{5BDD34C7-B4CD-4E81-8BFE-35249C6E4825}" type="presParOf" srcId="{C2A2CA14-0761-460C-8D3B-2CE2C6C688F1}" destId="{8385AB0C-0C39-48B4-82CD-4537127FF105}" srcOrd="1" destOrd="0" presId="urn:microsoft.com/office/officeart/2008/layout/LinedList"/>
    <dgm:cxn modelId="{01505086-1D7E-4454-A628-08218D05AA48}" type="presParOf" srcId="{C2A2CA14-0761-460C-8D3B-2CE2C6C688F1}" destId="{BEA1D67B-F98F-4E94-A4E8-3736C01F7F7B}" srcOrd="2" destOrd="0" presId="urn:microsoft.com/office/officeart/2008/layout/LinedList"/>
    <dgm:cxn modelId="{0D92A630-0459-4A34-B703-9068D13FE146}" type="presParOf" srcId="{9D0CF7ED-346D-4383-9229-71320CAA0C0D}" destId="{B4E76C4D-4F57-4188-AAEA-5D33DEAA6017}" srcOrd="2" destOrd="0" presId="urn:microsoft.com/office/officeart/2008/layout/LinedList"/>
    <dgm:cxn modelId="{47F887FC-0101-4134-8E28-BA7EEAE753C9}" type="presParOf" srcId="{9D0CF7ED-346D-4383-9229-71320CAA0C0D}" destId="{59BBDAF2-0540-4128-BF75-73004C2DF9A2}" srcOrd="3" destOrd="0" presId="urn:microsoft.com/office/officeart/2008/layout/LinedList"/>
    <dgm:cxn modelId="{95E81E31-D0E8-465A-8987-B94AA6798629}" type="presParOf" srcId="{9D0CF7ED-346D-4383-9229-71320CAA0C0D}" destId="{E18A7C23-9D34-42B7-969C-1E52DBE966D7}" srcOrd="4" destOrd="0" presId="urn:microsoft.com/office/officeart/2008/layout/LinedList"/>
    <dgm:cxn modelId="{799D6B41-FBCB-4721-B498-6B6E9AF4B38D}" type="presParOf" srcId="{E18A7C23-9D34-42B7-969C-1E52DBE966D7}" destId="{3DD30A23-51AB-4831-BEB1-5ED488A4B0D5}" srcOrd="0" destOrd="0" presId="urn:microsoft.com/office/officeart/2008/layout/LinedList"/>
    <dgm:cxn modelId="{0AEA54CB-1CC6-4430-A609-E4420378B049}" type="presParOf" srcId="{E18A7C23-9D34-42B7-969C-1E52DBE966D7}" destId="{81DFB430-993F-4B88-B690-2E363C226CF6}" srcOrd="1" destOrd="0" presId="urn:microsoft.com/office/officeart/2008/layout/LinedList"/>
    <dgm:cxn modelId="{532D7CAF-66A1-4100-97E8-0FEB21B8170B}" type="presParOf" srcId="{E18A7C23-9D34-42B7-969C-1E52DBE966D7}" destId="{9299E30D-B682-4735-8D5E-3A18B4821A92}" srcOrd="2" destOrd="0" presId="urn:microsoft.com/office/officeart/2008/layout/LinedList"/>
    <dgm:cxn modelId="{CBACC568-6314-444D-B2DB-3EACE47C3024}" type="presParOf" srcId="{9D0CF7ED-346D-4383-9229-71320CAA0C0D}" destId="{75C27144-031D-4A1C-A556-CA3316A54514}" srcOrd="5" destOrd="0" presId="urn:microsoft.com/office/officeart/2008/layout/LinedList"/>
    <dgm:cxn modelId="{9D9BB757-9D79-4D2E-894C-A70ED0CBA895}" type="presParOf" srcId="{9D0CF7ED-346D-4383-9229-71320CAA0C0D}" destId="{6BA98BB4-0242-4982-86FE-A310D4FED92A}" srcOrd="6" destOrd="0" presId="urn:microsoft.com/office/officeart/2008/layout/LinedList"/>
    <dgm:cxn modelId="{57A86BE1-EF1B-41C3-B267-CF25CC851566}" type="presParOf" srcId="{9D0CF7ED-346D-4383-9229-71320CAA0C0D}" destId="{BDD5DCCB-FD20-4B71-83E0-D9F1E9EA7092}" srcOrd="7" destOrd="0" presId="urn:microsoft.com/office/officeart/2008/layout/LinedList"/>
    <dgm:cxn modelId="{6050022E-AB07-49F7-96FA-93C13DECC730}" type="presParOf" srcId="{BDD5DCCB-FD20-4B71-83E0-D9F1E9EA7092}" destId="{43829E54-DF0C-4E64-9B3E-00BB1A7C92BE}" srcOrd="0" destOrd="0" presId="urn:microsoft.com/office/officeart/2008/layout/LinedList"/>
    <dgm:cxn modelId="{43022BAC-55EF-45B8-A233-E8C926078FC3}" type="presParOf" srcId="{BDD5DCCB-FD20-4B71-83E0-D9F1E9EA7092}" destId="{E19420DB-8AA8-4B47-A4CE-76B0B57C06DC}" srcOrd="1" destOrd="0" presId="urn:microsoft.com/office/officeart/2008/layout/LinedList"/>
    <dgm:cxn modelId="{FB3E5B03-9723-4272-A7AC-20C3B17559AE}" type="presParOf" srcId="{BDD5DCCB-FD20-4B71-83E0-D9F1E9EA7092}" destId="{E4864962-F475-4A91-9305-F49F1D952ADA}" srcOrd="2" destOrd="0" presId="urn:microsoft.com/office/officeart/2008/layout/LinedList"/>
    <dgm:cxn modelId="{D829811B-00F9-4848-AB09-26C14F2E6AC1}" type="presParOf" srcId="{9D0CF7ED-346D-4383-9229-71320CAA0C0D}" destId="{378CF799-AF1E-4D0F-B669-248101FC5A56}" srcOrd="8" destOrd="0" presId="urn:microsoft.com/office/officeart/2008/layout/LinedList"/>
    <dgm:cxn modelId="{DF794F18-C726-43A2-9F98-79BDCD5A1179}" type="presParOf" srcId="{9D0CF7ED-346D-4383-9229-71320CAA0C0D}" destId="{398E513C-FF8C-4F6E-B0DC-9363F56DD422}" srcOrd="9" destOrd="0" presId="urn:microsoft.com/office/officeart/2008/layout/LinedList"/>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01A642-D0CB-4ABC-824F-F4D4D9B0E66A}">
      <dsp:nvSpPr>
        <dsp:cNvPr id="0" name=""/>
        <dsp:cNvSpPr/>
      </dsp:nvSpPr>
      <dsp:spPr>
        <a:xfrm>
          <a:off x="0" y="0"/>
          <a:ext cx="3155620"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10AA2F0-4898-4C9E-A0DC-531407208F3A}">
      <dsp:nvSpPr>
        <dsp:cNvPr id="0" name=""/>
        <dsp:cNvSpPr/>
      </dsp:nvSpPr>
      <dsp:spPr>
        <a:xfrm>
          <a:off x="0" y="0"/>
          <a:ext cx="990016" cy="8383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t" anchorCtr="0">
          <a:noAutofit/>
        </a:bodyPr>
        <a:lstStyle/>
        <a:p>
          <a:pPr marL="0" lvl="0" indent="0" algn="l" defTabSz="444500">
            <a:lnSpc>
              <a:spcPct val="90000"/>
            </a:lnSpc>
            <a:spcBef>
              <a:spcPct val="0"/>
            </a:spcBef>
            <a:spcAft>
              <a:spcPct val="35000"/>
            </a:spcAft>
            <a:buNone/>
          </a:pPr>
          <a:r>
            <a:rPr lang="en-US" sz="1000" b="1" kern="1200"/>
            <a:t>TOP 3 screening </a:t>
          </a:r>
        </a:p>
      </dsp:txBody>
      <dsp:txXfrm>
        <a:off x="0" y="0"/>
        <a:ext cx="990016" cy="838327"/>
      </dsp:txXfrm>
    </dsp:sp>
    <dsp:sp modelId="{8385AB0C-0C39-48B4-82CD-4537127FF105}">
      <dsp:nvSpPr>
        <dsp:cNvPr id="0" name=""/>
        <dsp:cNvSpPr/>
      </dsp:nvSpPr>
      <dsp:spPr>
        <a:xfrm>
          <a:off x="1030556" y="13098"/>
          <a:ext cx="2121553" cy="2619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US" sz="1100" b="1" kern="1200">
              <a:solidFill>
                <a:srgbClr val="FF0000"/>
              </a:solidFill>
            </a:rPr>
            <a:t>1 China, 323</a:t>
          </a:r>
        </a:p>
      </dsp:txBody>
      <dsp:txXfrm>
        <a:off x="1030556" y="13098"/>
        <a:ext cx="2121553" cy="261977"/>
      </dsp:txXfrm>
    </dsp:sp>
    <dsp:sp modelId="{B4E76C4D-4F57-4188-AAEA-5D33DEAA6017}">
      <dsp:nvSpPr>
        <dsp:cNvPr id="0" name=""/>
        <dsp:cNvSpPr/>
      </dsp:nvSpPr>
      <dsp:spPr>
        <a:xfrm>
          <a:off x="990016" y="275076"/>
          <a:ext cx="2162092"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1DFB430-993F-4B88-B690-2E363C226CF6}">
      <dsp:nvSpPr>
        <dsp:cNvPr id="0" name=""/>
        <dsp:cNvSpPr/>
      </dsp:nvSpPr>
      <dsp:spPr>
        <a:xfrm>
          <a:off x="1030556" y="288174"/>
          <a:ext cx="2121553" cy="2619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US" sz="1100" kern="1200"/>
            <a:t>2 Germany, 267</a:t>
          </a:r>
        </a:p>
      </dsp:txBody>
      <dsp:txXfrm>
        <a:off x="1030556" y="288174"/>
        <a:ext cx="2121553" cy="261977"/>
      </dsp:txXfrm>
    </dsp:sp>
    <dsp:sp modelId="{75C27144-031D-4A1C-A556-CA3316A54514}">
      <dsp:nvSpPr>
        <dsp:cNvPr id="0" name=""/>
        <dsp:cNvSpPr/>
      </dsp:nvSpPr>
      <dsp:spPr>
        <a:xfrm>
          <a:off x="990016" y="550152"/>
          <a:ext cx="2162092"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19420DB-8AA8-4B47-A4CE-76B0B57C06DC}">
      <dsp:nvSpPr>
        <dsp:cNvPr id="0" name=""/>
        <dsp:cNvSpPr/>
      </dsp:nvSpPr>
      <dsp:spPr>
        <a:xfrm>
          <a:off x="1030556" y="563250"/>
          <a:ext cx="2121553" cy="2619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US" sz="1100" kern="1200"/>
            <a:t>3 USA, 265</a:t>
          </a:r>
        </a:p>
      </dsp:txBody>
      <dsp:txXfrm>
        <a:off x="1030556" y="563250"/>
        <a:ext cx="2121553" cy="261977"/>
      </dsp:txXfrm>
    </dsp:sp>
    <dsp:sp modelId="{378CF799-AF1E-4D0F-B669-248101FC5A56}">
      <dsp:nvSpPr>
        <dsp:cNvPr id="0" name=""/>
        <dsp:cNvSpPr/>
      </dsp:nvSpPr>
      <dsp:spPr>
        <a:xfrm>
          <a:off x="990016" y="825228"/>
          <a:ext cx="2162092"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01A642-D0CB-4ABC-824F-F4D4D9B0E66A}">
      <dsp:nvSpPr>
        <dsp:cNvPr id="0" name=""/>
        <dsp:cNvSpPr/>
      </dsp:nvSpPr>
      <dsp:spPr>
        <a:xfrm>
          <a:off x="0" y="0"/>
          <a:ext cx="2479232" cy="0"/>
        </a:xfrm>
        <a:prstGeom prst="line">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10AA2F0-4898-4C9E-A0DC-531407208F3A}">
      <dsp:nvSpPr>
        <dsp:cNvPr id="0" name=""/>
        <dsp:cNvSpPr/>
      </dsp:nvSpPr>
      <dsp:spPr>
        <a:xfrm>
          <a:off x="0" y="0"/>
          <a:ext cx="777812" cy="8389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t" anchorCtr="0">
          <a:noAutofit/>
        </a:bodyPr>
        <a:lstStyle/>
        <a:p>
          <a:pPr marL="0" lvl="0" indent="0" algn="l" defTabSz="355600">
            <a:lnSpc>
              <a:spcPct val="90000"/>
            </a:lnSpc>
            <a:spcBef>
              <a:spcPct val="0"/>
            </a:spcBef>
            <a:spcAft>
              <a:spcPct val="35000"/>
            </a:spcAft>
            <a:buNone/>
          </a:pPr>
          <a:r>
            <a:rPr lang="en-US" sz="800" b="1" kern="1200"/>
            <a:t>TOP 3 randomization </a:t>
          </a:r>
        </a:p>
      </dsp:txBody>
      <dsp:txXfrm>
        <a:off x="0" y="0"/>
        <a:ext cx="777812" cy="838944"/>
      </dsp:txXfrm>
    </dsp:sp>
    <dsp:sp modelId="{8385AB0C-0C39-48B4-82CD-4537127FF105}">
      <dsp:nvSpPr>
        <dsp:cNvPr id="0" name=""/>
        <dsp:cNvSpPr/>
      </dsp:nvSpPr>
      <dsp:spPr>
        <a:xfrm>
          <a:off x="809662" y="13108"/>
          <a:ext cx="1666811" cy="2621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US" sz="1100" b="1" kern="1200">
              <a:solidFill>
                <a:srgbClr val="FF0000"/>
              </a:solidFill>
            </a:rPr>
            <a:t>1 China, 242</a:t>
          </a:r>
        </a:p>
      </dsp:txBody>
      <dsp:txXfrm>
        <a:off x="809662" y="13108"/>
        <a:ext cx="1666811" cy="262169"/>
      </dsp:txXfrm>
    </dsp:sp>
    <dsp:sp modelId="{B4E76C4D-4F57-4188-AAEA-5D33DEAA6017}">
      <dsp:nvSpPr>
        <dsp:cNvPr id="0" name=""/>
        <dsp:cNvSpPr/>
      </dsp:nvSpPr>
      <dsp:spPr>
        <a:xfrm>
          <a:off x="777812" y="275278"/>
          <a:ext cx="1698661"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1DFB430-993F-4B88-B690-2E363C226CF6}">
      <dsp:nvSpPr>
        <dsp:cNvPr id="0" name=""/>
        <dsp:cNvSpPr/>
      </dsp:nvSpPr>
      <dsp:spPr>
        <a:xfrm>
          <a:off x="809662" y="288386"/>
          <a:ext cx="1666811" cy="2621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US" sz="1100" kern="1200"/>
            <a:t>2 Germany, 199</a:t>
          </a:r>
        </a:p>
      </dsp:txBody>
      <dsp:txXfrm>
        <a:off x="809662" y="288386"/>
        <a:ext cx="1666811" cy="262169"/>
      </dsp:txXfrm>
    </dsp:sp>
    <dsp:sp modelId="{75C27144-031D-4A1C-A556-CA3316A54514}">
      <dsp:nvSpPr>
        <dsp:cNvPr id="0" name=""/>
        <dsp:cNvSpPr/>
      </dsp:nvSpPr>
      <dsp:spPr>
        <a:xfrm>
          <a:off x="777812" y="550556"/>
          <a:ext cx="1698661"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19420DB-8AA8-4B47-A4CE-76B0B57C06DC}">
      <dsp:nvSpPr>
        <dsp:cNvPr id="0" name=""/>
        <dsp:cNvSpPr/>
      </dsp:nvSpPr>
      <dsp:spPr>
        <a:xfrm>
          <a:off x="809662" y="563665"/>
          <a:ext cx="1666811" cy="2621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US" sz="1100" kern="1200"/>
            <a:t>3 USA, 150</a:t>
          </a:r>
        </a:p>
      </dsp:txBody>
      <dsp:txXfrm>
        <a:off x="809662" y="563665"/>
        <a:ext cx="1666811" cy="262169"/>
      </dsp:txXfrm>
    </dsp:sp>
    <dsp:sp modelId="{378CF799-AF1E-4D0F-B669-248101FC5A56}">
      <dsp:nvSpPr>
        <dsp:cNvPr id="0" name=""/>
        <dsp:cNvSpPr/>
      </dsp:nvSpPr>
      <dsp:spPr>
        <a:xfrm>
          <a:off x="777812" y="825835"/>
          <a:ext cx="1698661" cy="0"/>
        </a:xfrm>
        <a:prstGeom prst="line">
          <a:avLst/>
        </a:prstGeom>
        <a:solidFill>
          <a:schemeClr val="accent1">
            <a:hueOff val="0"/>
            <a:satOff val="0"/>
            <a:lumOff val="0"/>
            <a:alphaOff val="0"/>
          </a:schemeClr>
        </a:solidFill>
        <a:ln w="12700" cap="flat" cmpd="sng" algn="ctr">
          <a:solidFill>
            <a:schemeClr val="accent1">
              <a:tint val="5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D1AF16-6F8D-4DA0-840B-A855AE3206B0}" type="datetimeFigureOut">
              <a:rPr lang="zh-CN" altLang="en-US" smtClean="0"/>
              <a:t>2026/5/13</a:t>
            </a:fld>
            <a:endParaRPr lang="zh-CN"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CB4BB5-E309-45E5-BB7A-A4E8DEB85991}" type="slidenum">
              <a:rPr lang="zh-CN" altLang="en-US" smtClean="0"/>
              <a:t>‹#›</a:t>
            </a:fld>
            <a:endParaRPr lang="zh-CN" altLang="en-US"/>
          </a:p>
        </p:txBody>
      </p:sp>
    </p:spTree>
    <p:extLst>
      <p:ext uri="{BB962C8B-B14F-4D97-AF65-F5344CB8AC3E}">
        <p14:creationId xmlns:p14="http://schemas.microsoft.com/office/powerpoint/2010/main" val="9545932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endParaRPr lang="de-DE"/>
          </a:p>
        </p:txBody>
      </p:sp>
      <p:sp>
        <p:nvSpPr>
          <p:cNvPr id="4" name="Footer Placeholder 3"/>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E7E6E6"/>
                </a:solidFill>
                <a:effectLst/>
                <a:uLnTx/>
                <a:uFillTx/>
                <a:latin typeface="等线" panose="020F0502020204030204"/>
                <a:ea typeface="+mn-ea"/>
                <a:cs typeface="+mn-cs"/>
              </a:rPr>
              <a:t>Presentation title    |    ONLY FOR INTERNAL USE</a:t>
            </a:r>
          </a:p>
        </p:txBody>
      </p:sp>
      <p:sp>
        <p:nvSpPr>
          <p:cNvPr id="5" name="Slide Number Placehold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88EF01-4040-4B6C-80FD-9D313BD6F632}" type="slidenum">
              <a:rPr kumimoji="0" lang="en-US" sz="800" b="0" i="0" u="none" strike="noStrike" kern="1200" cap="none" spc="0" normalizeH="0" baseline="0" noProof="0" smtClean="0">
                <a:ln>
                  <a:noFill/>
                </a:ln>
                <a:solidFill>
                  <a:srgbClr val="E7E6E6"/>
                </a:solidFill>
                <a:effectLst/>
                <a:uLnTx/>
                <a:uFillTx/>
                <a:latin typeface="等线"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800" b="0" i="0" u="none" strike="noStrike" kern="1200" cap="none" spc="0" normalizeH="0" baseline="0" noProof="0">
              <a:ln>
                <a:noFill/>
              </a:ln>
              <a:solidFill>
                <a:srgbClr val="E7E6E6"/>
              </a:solidFill>
              <a:effectLst/>
              <a:uLnTx/>
              <a:uFillTx/>
              <a:latin typeface="等线" panose="020F0502020204030204"/>
              <a:ea typeface="+mn-ea"/>
              <a:cs typeface="+mn-cs"/>
            </a:endParaRPr>
          </a:p>
        </p:txBody>
      </p:sp>
    </p:spTree>
    <p:extLst>
      <p:ext uri="{BB962C8B-B14F-4D97-AF65-F5344CB8AC3E}">
        <p14:creationId xmlns:p14="http://schemas.microsoft.com/office/powerpoint/2010/main" val="34230965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2817FD-24B3-9D88-3D03-0ED3136966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323E36-0718-03CF-FC32-AF2E7EF866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EA1D32-B3F3-28E7-8BE6-3D759C56667B}"/>
              </a:ext>
            </a:extLst>
          </p:cNvPr>
          <p:cNvSpPr>
            <a:spLocks noGrp="1"/>
          </p:cNvSpPr>
          <p:nvPr>
            <p:ph type="body" idx="1"/>
          </p:nvPr>
        </p:nvSpPr>
        <p:spPr/>
        <p:txBody>
          <a:bodyPr/>
          <a:lstStyle/>
          <a:p>
            <a:r>
              <a:rPr lang="en-US" altLang="zh-CN" err="1"/>
              <a:t>mann</a:t>
            </a:r>
            <a:endParaRPr lang="zh-CN" altLang="en-US"/>
          </a:p>
        </p:txBody>
      </p:sp>
      <p:sp>
        <p:nvSpPr>
          <p:cNvPr id="4" name="Slide Number Placeholder 3">
            <a:extLst>
              <a:ext uri="{FF2B5EF4-FFF2-40B4-BE49-F238E27FC236}">
                <a16:creationId xmlns:a16="http://schemas.microsoft.com/office/drawing/2014/main" id="{CB6B1A97-B5B3-2436-D0C3-D7EC16BCB1D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0EDDAC-DE75-41AE-9B58-967EC3E860B8}" type="slidenum">
              <a:rPr kumimoji="0" lang="en-US" sz="1200" b="0" i="0" u="none" strike="noStrike" kern="1200" cap="none" spc="0" normalizeH="0" baseline="0" noProof="0" smtClean="0">
                <a:ln>
                  <a:noFill/>
                </a:ln>
                <a:solidFill>
                  <a:prstClr val="black"/>
                </a:solidFill>
                <a:effectLst/>
                <a:uLnTx/>
                <a:uFillTx/>
                <a:latin typeface="等线"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5977897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21B208-5AD8-4F8A-2E8E-B5257A70BB55}"/>
            </a:ext>
          </a:extLst>
        </p:cNvPr>
        <p:cNvGrpSpPr/>
        <p:nvPr/>
      </p:nvGrpSpPr>
      <p:grpSpPr>
        <a:xfrm>
          <a:off x="0" y="0"/>
          <a:ext cx="0" cy="0"/>
          <a:chOff x="0" y="0"/>
          <a:chExt cx="0" cy="0"/>
        </a:xfrm>
      </p:grpSpPr>
      <p:sp>
        <p:nvSpPr>
          <p:cNvPr id="2" name="Slide Text">
            <a:extLst>
              <a:ext uri="{FF2B5EF4-FFF2-40B4-BE49-F238E27FC236}">
                <a16:creationId xmlns:a16="http://schemas.microsoft.com/office/drawing/2014/main" id="{D54E6FDA-9847-F6E2-1345-0A39106D14E7}"/>
              </a:ext>
            </a:extLst>
          </p:cNvPr>
          <p:cNvSpPr>
            <a:spLocks noGrp="1"/>
          </p:cNvSpPr>
          <p:nvPr>
            <p:ph type="body" idx="1"/>
          </p:nvPr>
        </p:nvSpPr>
        <p:spPr/>
        <p:txBody>
          <a:bodyPr/>
          <a:lstStyle/>
          <a:p>
            <a:r>
              <a:rPr b="1"/>
              <a:t>ECR</a:t>
            </a:r>
            <a:endParaRPr/>
          </a:p>
          <a:p>
            <a:r>
              <a:rPr b="0"/>
              <a:t>No alt text provided</a:t>
            </a:r>
            <a:endParaRPr/>
          </a:p>
          <a:p>
            <a:endParaRPr/>
          </a:p>
          <a:p>
            <a:r>
              <a:rPr b="1"/>
              <a:t>pivotTable</a:t>
            </a:r>
            <a:endParaRPr/>
          </a:p>
          <a:p>
            <a:r>
              <a:rPr b="0"/>
              <a:t>No alt text provided</a:t>
            </a:r>
            <a:endParaRPr/>
          </a:p>
          <a:p>
            <a:endParaRPr/>
          </a:p>
          <a:p>
            <a:r>
              <a:rPr b="1"/>
              <a:t>image</a:t>
            </a:r>
            <a:endParaRPr/>
          </a:p>
          <a:p>
            <a:r>
              <a:rPr b="0"/>
              <a:t>No alt text provided</a:t>
            </a:r>
            <a:endParaRPr/>
          </a:p>
          <a:p>
            <a:endParaRPr/>
          </a:p>
          <a:p>
            <a:r>
              <a:rPr b="1"/>
              <a:t>textbox</a:t>
            </a:r>
            <a:endParaRPr/>
          </a:p>
          <a:p>
            <a:r>
              <a:rPr b="0"/>
              <a:t>No alt text provided</a:t>
            </a:r>
            <a:endParaRPr/>
          </a:p>
          <a:p>
            <a:endParaRPr/>
          </a:p>
          <a:p>
            <a:r>
              <a:rPr b="1"/>
              <a:t>textbox</a:t>
            </a:r>
            <a:endParaRPr/>
          </a:p>
          <a:p>
            <a:r>
              <a:rPr b="0"/>
              <a:t>No alt text provided</a:t>
            </a:r>
            <a:endParaRPr/>
          </a:p>
          <a:p>
            <a:endParaRPr/>
          </a:p>
          <a:p>
            <a:r>
              <a:rPr b="1"/>
              <a:t>card</a:t>
            </a:r>
            <a:endParaRPr/>
          </a:p>
          <a:p>
            <a:r>
              <a:rPr b="0"/>
              <a:t>No alt text provided</a:t>
            </a:r>
            <a:endParaRPr/>
          </a:p>
          <a:p>
            <a:endParaRPr/>
          </a:p>
          <a:p>
            <a:r>
              <a:rPr b="1"/>
              <a:t>IIS</a:t>
            </a:r>
            <a:endParaRPr/>
          </a:p>
          <a:p>
            <a:r>
              <a:rPr b="0"/>
              <a:t>No alt text provided</a:t>
            </a:r>
            <a:endParaRPr/>
          </a:p>
          <a:p>
            <a:endParaRPr/>
          </a:p>
          <a:p>
            <a:r>
              <a:rPr b="1"/>
              <a:t>slicer</a:t>
            </a:r>
            <a:endParaRPr/>
          </a:p>
          <a:p>
            <a:r>
              <a:rPr b="0"/>
              <a:t>No alt text provided</a:t>
            </a:r>
            <a:endParaRPr/>
          </a:p>
          <a:p>
            <a:endParaRPr/>
          </a:p>
          <a:p>
            <a:r>
              <a:rPr b="1"/>
              <a:t>slicer</a:t>
            </a:r>
            <a:endParaRPr/>
          </a:p>
          <a:p>
            <a:r>
              <a:rPr b="0"/>
              <a:t>No alt text provided</a:t>
            </a:r>
            <a:endParaRPr/>
          </a:p>
          <a:p>
            <a:endParaRPr/>
          </a:p>
          <a:p>
            <a:r>
              <a:rPr b="1"/>
              <a:t>slicer</a:t>
            </a:r>
            <a:endParaRPr/>
          </a:p>
          <a:p>
            <a:r>
              <a:rPr b="0"/>
              <a:t>No alt text provided</a:t>
            </a:r>
            <a:endParaRPr/>
          </a:p>
          <a:p>
            <a:endParaRPr/>
          </a:p>
          <a:p>
            <a:r>
              <a:rPr b="1"/>
              <a:t>slicer</a:t>
            </a:r>
            <a:endParaRPr/>
          </a:p>
          <a:p>
            <a:r>
              <a:rPr b="0"/>
              <a:t>No alt text provided</a:t>
            </a:r>
            <a:endParaRPr/>
          </a:p>
          <a:p>
            <a:endParaRPr/>
          </a:p>
          <a:p>
            <a:r>
              <a:rPr b="1"/>
              <a:t>BI-ONISed</a:t>
            </a:r>
            <a:endParaRPr/>
          </a:p>
          <a:p>
            <a:r>
              <a:rPr b="0"/>
              <a:t>No alt text provided</a:t>
            </a:r>
            <a:endParaRPr/>
          </a:p>
          <a:p>
            <a:endParaRPr/>
          </a:p>
          <a:p>
            <a:r>
              <a:rPr b="1"/>
              <a:t>BI-ONISnd</a:t>
            </a:r>
            <a:endParaRPr/>
          </a:p>
          <a:p>
            <a:r>
              <a:rPr b="0"/>
              <a:t>No alt text provided</a:t>
            </a:r>
            <a:endParaRPr/>
          </a:p>
          <a:p>
            <a:endParaRPr/>
          </a:p>
          <a:p>
            <a:r>
              <a:rPr b="1"/>
              <a:t>EAP</a:t>
            </a:r>
            <a:endParaRPr/>
          </a:p>
          <a:p>
            <a:r>
              <a:rPr b="0"/>
              <a:t>No alt text provided</a:t>
            </a:r>
            <a:endParaRPr/>
          </a:p>
          <a:p>
            <a:endParaRPr/>
          </a:p>
          <a:p>
            <a:r>
              <a:rPr b="1"/>
              <a:t>BI-Clinical trial</a:t>
            </a:r>
            <a:endParaRPr/>
          </a:p>
          <a:p>
            <a:r>
              <a:rPr b="0"/>
              <a:t>No alt text provided</a:t>
            </a:r>
            <a:endParaRPr/>
          </a:p>
          <a:p>
            <a:endParaRPr/>
          </a:p>
          <a:p>
            <a:r>
              <a:rPr b="1"/>
              <a:t>image</a:t>
            </a:r>
            <a:endParaRPr/>
          </a:p>
          <a:p>
            <a:r>
              <a:rPr b="0"/>
              <a:t>No alt text provided</a:t>
            </a:r>
            <a:endParaRPr/>
          </a:p>
          <a:p>
            <a:endParaRPr/>
          </a:p>
        </p:txBody>
      </p:sp>
    </p:spTree>
    <p:extLst>
      <p:ext uri="{BB962C8B-B14F-4D97-AF65-F5344CB8AC3E}">
        <p14:creationId xmlns:p14="http://schemas.microsoft.com/office/powerpoint/2010/main" val="25630860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49B08F7-394B-4A9A-9BAD-EB2EB147F9C5}" type="slidenum">
              <a:rPr kumimoji="0" lang="en-US" sz="1200" b="0" i="0" u="none" strike="noStrike" kern="1200" cap="none" spc="0" normalizeH="0" baseline="0" noProof="0" smtClean="0">
                <a:ln>
                  <a:noFill/>
                </a:ln>
                <a:solidFill>
                  <a:prstClr val="black"/>
                </a:solidFill>
                <a:effectLst/>
                <a:uLnTx/>
                <a:uFillTx/>
                <a:latin typeface="BISansOpt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BISansOpti"/>
              <a:ea typeface="+mn-ea"/>
              <a:cs typeface="+mn-cs"/>
            </a:endParaRPr>
          </a:p>
        </p:txBody>
      </p:sp>
    </p:spTree>
    <p:extLst>
      <p:ext uri="{BB962C8B-B14F-4D97-AF65-F5344CB8AC3E}">
        <p14:creationId xmlns:p14="http://schemas.microsoft.com/office/powerpoint/2010/main" val="29929691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9DB45-653A-B017-DAF4-ED9536B4F65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A9BAACF-3DCB-5DB3-C88F-C67DD56DF58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C223F91-05DB-8D09-F38A-A099125B3EA9}"/>
              </a:ext>
            </a:extLst>
          </p:cNvPr>
          <p:cNvSpPr>
            <a:spLocks noGrp="1"/>
          </p:cNvSpPr>
          <p:nvPr>
            <p:ph type="body" idx="1"/>
          </p:nvPr>
        </p:nvSpPr>
        <p:spPr/>
        <p:txBody>
          <a:bodyPr/>
          <a:lstStyle/>
          <a:p>
            <a:endParaRPr lang="en-US"/>
          </a:p>
        </p:txBody>
      </p:sp>
      <p:sp>
        <p:nvSpPr>
          <p:cNvPr id="4" name="灯片编号占位符 3">
            <a:extLst>
              <a:ext uri="{FF2B5EF4-FFF2-40B4-BE49-F238E27FC236}">
                <a16:creationId xmlns:a16="http://schemas.microsoft.com/office/drawing/2014/main" id="{542A5AA6-A6DB-019A-D0DD-E2B89DA14BC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49B08F7-394B-4A9A-9BAD-EB2EB147F9C5}" type="slidenum">
              <a:rPr kumimoji="0" lang="en-US" sz="1200" b="0" i="0" u="none" strike="noStrike" kern="1200" cap="none" spc="0" normalizeH="0" baseline="0" noProof="0" smtClean="0">
                <a:ln>
                  <a:noFill/>
                </a:ln>
                <a:solidFill>
                  <a:prstClr val="black"/>
                </a:solidFill>
                <a:effectLst/>
                <a:uLnTx/>
                <a:uFillTx/>
                <a:latin typeface="BISansOpt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BISansOpti"/>
              <a:ea typeface="+mn-ea"/>
              <a:cs typeface="+mn-cs"/>
            </a:endParaRPr>
          </a:p>
        </p:txBody>
      </p:sp>
    </p:spTree>
    <p:extLst>
      <p:ext uri="{BB962C8B-B14F-4D97-AF65-F5344CB8AC3E}">
        <p14:creationId xmlns:p14="http://schemas.microsoft.com/office/powerpoint/2010/main" val="11103441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49B08F7-394B-4A9A-9BAD-EB2EB147F9C5}" type="slidenum">
              <a:rPr kumimoji="0" lang="en-US" sz="1200" b="0" i="0" u="none" strike="noStrike" kern="1200" cap="none" spc="0" normalizeH="0" baseline="0" noProof="0" smtClean="0">
                <a:ln>
                  <a:noFill/>
                </a:ln>
                <a:solidFill>
                  <a:prstClr val="black"/>
                </a:solidFill>
                <a:effectLst/>
                <a:uLnTx/>
                <a:uFillTx/>
                <a:latin typeface="BISansOpt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BISansOpti"/>
              <a:ea typeface="+mn-ea"/>
              <a:cs typeface="+mn-cs"/>
            </a:endParaRPr>
          </a:p>
        </p:txBody>
      </p:sp>
    </p:spTree>
    <p:extLst>
      <p:ext uri="{BB962C8B-B14F-4D97-AF65-F5344CB8AC3E}">
        <p14:creationId xmlns:p14="http://schemas.microsoft.com/office/powerpoint/2010/main" val="29929691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9DB45-653A-B017-DAF4-ED9536B4F65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A9BAACF-3DCB-5DB3-C88F-C67DD56DF58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C223F91-05DB-8D09-F38A-A099125B3EA9}"/>
              </a:ext>
            </a:extLst>
          </p:cNvPr>
          <p:cNvSpPr>
            <a:spLocks noGrp="1"/>
          </p:cNvSpPr>
          <p:nvPr>
            <p:ph type="body" idx="1"/>
          </p:nvPr>
        </p:nvSpPr>
        <p:spPr/>
        <p:txBody>
          <a:bodyPr/>
          <a:lstStyle/>
          <a:p>
            <a:endParaRPr lang="en-US"/>
          </a:p>
        </p:txBody>
      </p:sp>
      <p:sp>
        <p:nvSpPr>
          <p:cNvPr id="4" name="灯片编号占位符 3">
            <a:extLst>
              <a:ext uri="{FF2B5EF4-FFF2-40B4-BE49-F238E27FC236}">
                <a16:creationId xmlns:a16="http://schemas.microsoft.com/office/drawing/2014/main" id="{542A5AA6-A6DB-019A-D0DD-E2B89DA14BCB}"/>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49B08F7-394B-4A9A-9BAD-EB2EB147F9C5}" type="slidenum">
              <a:rPr kumimoji="0" lang="en-US" sz="1200" b="0" i="0" u="none" strike="noStrike" kern="1200" cap="none" spc="0" normalizeH="0" baseline="0" noProof="0" smtClean="0">
                <a:ln>
                  <a:noFill/>
                </a:ln>
                <a:solidFill>
                  <a:prstClr val="black"/>
                </a:solidFill>
                <a:effectLst/>
                <a:uLnTx/>
                <a:uFillTx/>
                <a:latin typeface="BISansOpt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BISansOpti"/>
              <a:ea typeface="+mn-ea"/>
              <a:cs typeface="+mn-cs"/>
            </a:endParaRPr>
          </a:p>
        </p:txBody>
      </p:sp>
    </p:spTree>
    <p:extLst>
      <p:ext uri="{BB962C8B-B14F-4D97-AF65-F5344CB8AC3E}">
        <p14:creationId xmlns:p14="http://schemas.microsoft.com/office/powerpoint/2010/main" val="11103441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altLang="zh-CN" sz="1200" b="0" i="0" u="none" strike="noStrike" kern="1200" cap="none" spc="0" normalizeH="0" baseline="0" noProof="0">
              <a:ln>
                <a:noFill/>
              </a:ln>
              <a:solidFill>
                <a:srgbClr val="000000"/>
              </a:solidFill>
              <a:effectLst/>
              <a:uLnTx/>
              <a:uFillTx/>
              <a:latin typeface="BISansCond"/>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40BD463-D209-4FAB-A722-B2AFE81AC984}" type="slidenum">
              <a:rPr kumimoji="0" lang="de-DE" sz="1200" b="0" i="0" u="none" strike="noStrike" kern="1200" cap="none" spc="0" normalizeH="0" baseline="0" noProof="0" smtClean="0">
                <a:ln>
                  <a:noFill/>
                </a:ln>
                <a:solidFill>
                  <a:prstClr val="black"/>
                </a:solidFill>
                <a:effectLst/>
                <a:uLnTx/>
                <a:uFillTx/>
                <a:latin typeface="BISansOpt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de-DE" sz="1200" b="0" i="0" u="none" strike="noStrike" kern="1200" cap="none" spc="0" normalizeH="0" baseline="0" noProof="0">
              <a:ln>
                <a:noFill/>
              </a:ln>
              <a:solidFill>
                <a:prstClr val="black"/>
              </a:solidFill>
              <a:effectLst/>
              <a:uLnTx/>
              <a:uFillTx/>
              <a:latin typeface="BISansOpti"/>
              <a:ea typeface="+mn-ea"/>
              <a:cs typeface="+mn-cs"/>
            </a:endParaRPr>
          </a:p>
        </p:txBody>
      </p:sp>
    </p:spTree>
    <p:extLst>
      <p:ext uri="{BB962C8B-B14F-4D97-AF65-F5344CB8AC3E}">
        <p14:creationId xmlns:p14="http://schemas.microsoft.com/office/powerpoint/2010/main" val="29686245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40BD463-D209-4FAB-A722-B2AFE81AC984}" type="slidenum">
              <a:rPr kumimoji="0" lang="de-DE" sz="1200" b="0" i="0" u="none" strike="noStrike" kern="1200" cap="none" spc="0" normalizeH="0" baseline="0" noProof="0" smtClean="0">
                <a:ln>
                  <a:noFill/>
                </a:ln>
                <a:solidFill>
                  <a:prstClr val="black"/>
                </a:solidFill>
                <a:effectLst/>
                <a:uLnTx/>
                <a:uFillTx/>
                <a:latin typeface="等线"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de-DE" sz="12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19695241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BEEC86-3521-71B4-5EF1-99EFEFB28F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950DDE-F549-EDDC-D595-43E956380C7B}"/>
              </a:ext>
            </a:extLst>
          </p:cNvPr>
          <p:cNvSpPr>
            <a:spLocks noGrp="1" noRot="1" noChangeAspect="1"/>
          </p:cNvSpPr>
          <p:nvPr>
            <p:ph type="sldImg"/>
          </p:nvPr>
        </p:nvSpPr>
        <p:spPr>
          <a:xfrm>
            <a:off x="476250" y="611188"/>
            <a:ext cx="5903913" cy="3321050"/>
          </a:xfrm>
        </p:spPr>
      </p:sp>
      <p:sp>
        <p:nvSpPr>
          <p:cNvPr id="3" name="Notes Placeholder 2">
            <a:extLst>
              <a:ext uri="{FF2B5EF4-FFF2-40B4-BE49-F238E27FC236}">
                <a16:creationId xmlns:a16="http://schemas.microsoft.com/office/drawing/2014/main" id="{D729FF98-397D-487D-BA0A-8CB690490790}"/>
              </a:ext>
            </a:extLst>
          </p:cNvPr>
          <p:cNvSpPr>
            <a:spLocks noGrp="1"/>
          </p:cNvSpPr>
          <p:nvPr>
            <p:ph type="body" idx="1"/>
          </p:nvPr>
        </p:nvSpPr>
        <p:spPr/>
        <p:txBody>
          <a:bodyPr/>
          <a:lstStyle/>
          <a:p>
            <a:endParaRPr lang="zh-CN" altLang="en-US"/>
          </a:p>
        </p:txBody>
      </p:sp>
      <p:sp>
        <p:nvSpPr>
          <p:cNvPr id="4" name="Slide Number Placeholder 3">
            <a:extLst>
              <a:ext uri="{FF2B5EF4-FFF2-40B4-BE49-F238E27FC236}">
                <a16:creationId xmlns:a16="http://schemas.microsoft.com/office/drawing/2014/main" id="{71064BFE-1D0C-3FB0-303D-4EC0749C85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40BD463-D209-4FAB-A722-B2AFE81AC984}" type="slidenum">
              <a:rPr kumimoji="0" lang="de-DE" sz="1200" b="0" i="0" u="none" strike="noStrike" kern="1200" cap="none" spc="0" normalizeH="0" baseline="0" noProof="0" smtClean="0">
                <a:ln>
                  <a:noFill/>
                </a:ln>
                <a:solidFill>
                  <a:prstClr val="black"/>
                </a:solidFill>
                <a:effectLst/>
                <a:uLnTx/>
                <a:uFillTx/>
                <a:latin typeface="等线"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de-DE" sz="12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26156640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F6FA5-ADDB-2608-7ABD-2A6339C86C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8FB826-5FEA-0F40-06DB-0539E0EC2D15}"/>
              </a:ext>
            </a:extLst>
          </p:cNvPr>
          <p:cNvSpPr>
            <a:spLocks noGrp="1" noRot="1" noChangeAspect="1"/>
          </p:cNvSpPr>
          <p:nvPr>
            <p:ph type="sldImg"/>
          </p:nvPr>
        </p:nvSpPr>
        <p:spPr>
          <a:xfrm>
            <a:off x="476250" y="611188"/>
            <a:ext cx="5903913" cy="3321050"/>
          </a:xfrm>
        </p:spPr>
      </p:sp>
      <p:sp>
        <p:nvSpPr>
          <p:cNvPr id="3" name="Notes Placeholder 2">
            <a:extLst>
              <a:ext uri="{FF2B5EF4-FFF2-40B4-BE49-F238E27FC236}">
                <a16:creationId xmlns:a16="http://schemas.microsoft.com/office/drawing/2014/main" id="{3F8244D5-1CC7-21F8-CCB1-E5409A8E7B74}"/>
              </a:ext>
            </a:extLst>
          </p:cNvPr>
          <p:cNvSpPr>
            <a:spLocks noGrp="1"/>
          </p:cNvSpPr>
          <p:nvPr>
            <p:ph type="body" idx="1"/>
          </p:nvPr>
        </p:nvSpPr>
        <p:spPr/>
        <p:txBody>
          <a:bodyPr/>
          <a:lstStyle/>
          <a:p>
            <a:endParaRPr lang="zh-CN" altLang="en-US"/>
          </a:p>
        </p:txBody>
      </p:sp>
      <p:sp>
        <p:nvSpPr>
          <p:cNvPr id="4" name="Slide Number Placeholder 3">
            <a:extLst>
              <a:ext uri="{FF2B5EF4-FFF2-40B4-BE49-F238E27FC236}">
                <a16:creationId xmlns:a16="http://schemas.microsoft.com/office/drawing/2014/main" id="{2E7877A8-4CDD-B864-0344-80FD7C4BE8A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40BD463-D209-4FAB-A722-B2AFE81AC984}" type="slidenum">
              <a:rPr kumimoji="0" lang="de-DE" sz="1200" b="0" i="0" u="none" strike="noStrike" kern="1200" cap="none" spc="0" normalizeH="0" baseline="0" noProof="0" smtClean="0">
                <a:ln>
                  <a:noFill/>
                </a:ln>
                <a:solidFill>
                  <a:prstClr val="black"/>
                </a:solidFill>
                <a:effectLst/>
                <a:uLnTx/>
                <a:uFillTx/>
                <a:latin typeface="等线"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de-DE" sz="1200" b="0" i="0" u="none" strike="noStrike" kern="1200" cap="none" spc="0" normalizeH="0" baseline="0" noProof="0">
              <a:ln>
                <a:noFill/>
              </a:ln>
              <a:solidFill>
                <a:prstClr val="black"/>
              </a:solidFill>
              <a:effectLst/>
              <a:uLnTx/>
              <a:uFillTx/>
              <a:latin typeface="等线" panose="020F0502020204030204"/>
              <a:ea typeface="+mn-ea"/>
              <a:cs typeface="+mn-cs"/>
            </a:endParaRPr>
          </a:p>
        </p:txBody>
      </p:sp>
    </p:spTree>
    <p:extLst>
      <p:ext uri="{BB962C8B-B14F-4D97-AF65-F5344CB8AC3E}">
        <p14:creationId xmlns:p14="http://schemas.microsoft.com/office/powerpoint/2010/main" val="37402193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altLang="zh-CN" sz="1200" b="0" i="0" u="none" strike="noStrike" kern="1200" cap="none" spc="0" normalizeH="0" baseline="0" noProof="0">
              <a:ln>
                <a:noFill/>
              </a:ln>
              <a:solidFill>
                <a:srgbClr val="000000"/>
              </a:solidFill>
              <a:effectLst/>
              <a:uLnTx/>
              <a:uFillTx/>
              <a:latin typeface="BISansCond"/>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40BD463-D209-4FAB-A722-B2AFE81AC984}" type="slidenum">
              <a:rPr kumimoji="0" lang="de-DE" sz="1200" b="0" i="0" u="none" strike="noStrike" kern="1200" cap="none" spc="0" normalizeH="0" baseline="0" noProof="0" smtClean="0">
                <a:ln>
                  <a:noFill/>
                </a:ln>
                <a:solidFill>
                  <a:prstClr val="black"/>
                </a:solidFill>
                <a:effectLst/>
                <a:uLnTx/>
                <a:uFillTx/>
                <a:latin typeface="BISansOpt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de-DE" sz="1200" b="0" i="0" u="none" strike="noStrike" kern="1200" cap="none" spc="0" normalizeH="0" baseline="0" noProof="0">
              <a:ln>
                <a:noFill/>
              </a:ln>
              <a:solidFill>
                <a:prstClr val="black"/>
              </a:solidFill>
              <a:effectLst/>
              <a:uLnTx/>
              <a:uFillTx/>
              <a:latin typeface="BISansOpti"/>
              <a:ea typeface="+mn-ea"/>
              <a:cs typeface="+mn-cs"/>
            </a:endParaRPr>
          </a:p>
        </p:txBody>
      </p:sp>
    </p:spTree>
    <p:extLst>
      <p:ext uri="{BB962C8B-B14F-4D97-AF65-F5344CB8AC3E}">
        <p14:creationId xmlns:p14="http://schemas.microsoft.com/office/powerpoint/2010/main" val="13221967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ED413-8C79-7535-C650-2EFDC73662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B8A66A-042E-C73B-18E7-8121CF1350D5}"/>
              </a:ext>
            </a:extLst>
          </p:cNvPr>
          <p:cNvSpPr>
            <a:spLocks noGrp="1" noRot="1" noChangeAspect="1"/>
          </p:cNvSpPr>
          <p:nvPr>
            <p:ph type="sldImg"/>
          </p:nvPr>
        </p:nvSpPr>
        <p:spPr>
          <a:xfrm>
            <a:off x="476250" y="611188"/>
            <a:ext cx="5903913" cy="3321050"/>
          </a:xfrm>
        </p:spPr>
      </p:sp>
      <p:sp>
        <p:nvSpPr>
          <p:cNvPr id="3" name="Notes Placeholder 2">
            <a:extLst>
              <a:ext uri="{FF2B5EF4-FFF2-40B4-BE49-F238E27FC236}">
                <a16:creationId xmlns:a16="http://schemas.microsoft.com/office/drawing/2014/main" id="{4461C80F-A6CB-ADC2-3D93-6BC86063454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altLang="zh-CN" sz="1200" b="0" i="0" u="none" strike="noStrike" kern="1200" cap="none" spc="0" normalizeH="0" baseline="0" noProof="0">
              <a:ln>
                <a:noFill/>
              </a:ln>
              <a:solidFill>
                <a:srgbClr val="000000"/>
              </a:solidFill>
              <a:effectLst/>
              <a:uLnTx/>
              <a:uFillTx/>
              <a:latin typeface="BISansCond"/>
              <a:ea typeface="+mn-ea"/>
              <a:cs typeface="+mn-cs"/>
            </a:endParaRPr>
          </a:p>
        </p:txBody>
      </p:sp>
      <p:sp>
        <p:nvSpPr>
          <p:cNvPr id="4" name="Slide Number Placeholder 3">
            <a:extLst>
              <a:ext uri="{FF2B5EF4-FFF2-40B4-BE49-F238E27FC236}">
                <a16:creationId xmlns:a16="http://schemas.microsoft.com/office/drawing/2014/main" id="{253D034B-58D3-DB43-8928-BBAAB10F8D7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40BD463-D209-4FAB-A722-B2AFE81AC984}" type="slidenum">
              <a:rPr kumimoji="0" lang="de-DE" sz="1200" b="0" i="0" u="none" strike="noStrike" kern="1200" cap="none" spc="0" normalizeH="0" baseline="0" noProof="0" smtClean="0">
                <a:ln>
                  <a:noFill/>
                </a:ln>
                <a:solidFill>
                  <a:prstClr val="black"/>
                </a:solidFill>
                <a:effectLst/>
                <a:uLnTx/>
                <a:uFillTx/>
                <a:latin typeface="BISansOpt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de-DE" sz="1200" b="0" i="0" u="none" strike="noStrike" kern="1200" cap="none" spc="0" normalizeH="0" baseline="0" noProof="0">
              <a:ln>
                <a:noFill/>
              </a:ln>
              <a:solidFill>
                <a:prstClr val="black"/>
              </a:solidFill>
              <a:effectLst/>
              <a:uLnTx/>
              <a:uFillTx/>
              <a:latin typeface="BISansOpti"/>
              <a:ea typeface="+mn-ea"/>
              <a:cs typeface="+mn-cs"/>
            </a:endParaRPr>
          </a:p>
        </p:txBody>
      </p:sp>
    </p:spTree>
    <p:extLst>
      <p:ext uri="{BB962C8B-B14F-4D97-AF65-F5344CB8AC3E}">
        <p14:creationId xmlns:p14="http://schemas.microsoft.com/office/powerpoint/2010/main" val="32160143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base"/>
            <a:endParaRPr lang="en-US" sz="1200" b="0" i="0" kern="1200">
              <a:solidFill>
                <a:schemeClr val="tx1"/>
              </a:solidFill>
              <a:effectLst/>
              <a:latin typeface="+mn-lt"/>
              <a:ea typeface="+mn-ea"/>
              <a:cs typeface="+mn-cs"/>
            </a:endParaRPr>
          </a:p>
          <a:p>
            <a:endParaRPr lang="en-US"/>
          </a:p>
        </p:txBody>
      </p:sp>
      <p:sp>
        <p:nvSpPr>
          <p:cNvPr id="4" name="Slide Number Placeholder 3"/>
          <p:cNvSpPr>
            <a:spLocks noGrp="1"/>
          </p:cNvSpPr>
          <p:nvPr>
            <p:ph type="sldNum" sz="quarter" idx="5"/>
          </p:nvPr>
        </p:nvSpPr>
        <p:spPr/>
        <p:txBody>
          <a:bodyPr/>
          <a:lstStyle/>
          <a:p>
            <a:fld id="{F6CB4BB5-E309-45E5-BB7A-A4E8DEB85991}" type="slidenum">
              <a:rPr lang="zh-CN" altLang="en-US" smtClean="0"/>
              <a:t>23</a:t>
            </a:fld>
            <a:endParaRPr lang="zh-CN" altLang="en-US"/>
          </a:p>
        </p:txBody>
      </p:sp>
    </p:spTree>
    <p:extLst>
      <p:ext uri="{BB962C8B-B14F-4D97-AF65-F5344CB8AC3E}">
        <p14:creationId xmlns:p14="http://schemas.microsoft.com/office/powerpoint/2010/main" val="18056531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25FAE7-5502-7528-13E1-02DD188E774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643F99E-54F8-7EB1-C50D-AB25464FAEF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1EDFEDB-255A-99F6-4693-5B3C6DA38D00}"/>
              </a:ext>
            </a:extLst>
          </p:cNvPr>
          <p:cNvSpPr>
            <a:spLocks noGrp="1"/>
          </p:cNvSpPr>
          <p:nvPr>
            <p:ph type="body" idx="1"/>
          </p:nvPr>
        </p:nvSpPr>
        <p:spPr/>
        <p:txBody>
          <a:bodyPr/>
          <a:lstStyle/>
          <a:p>
            <a:r>
              <a:rPr lang="en-US" altLang="zh-CN"/>
              <a:t>Global</a:t>
            </a:r>
            <a:r>
              <a:rPr lang="zh-CN" altLang="en-US"/>
              <a:t>并未提供</a:t>
            </a:r>
            <a:r>
              <a:rPr lang="en-US" altLang="zh-CN"/>
              <a:t>3-7</a:t>
            </a:r>
            <a:r>
              <a:rPr lang="zh-CN" altLang="en-US"/>
              <a:t>月筛选和随机的具体计划，根据现有数据进行推测。</a:t>
            </a:r>
          </a:p>
        </p:txBody>
      </p:sp>
      <p:sp>
        <p:nvSpPr>
          <p:cNvPr id="4" name="灯片编号占位符 3">
            <a:extLst>
              <a:ext uri="{FF2B5EF4-FFF2-40B4-BE49-F238E27FC236}">
                <a16:creationId xmlns:a16="http://schemas.microsoft.com/office/drawing/2014/main" id="{305BCE45-97E9-9F2B-2F8C-1D783C8770E1}"/>
              </a:ext>
            </a:extLst>
          </p:cNvPr>
          <p:cNvSpPr>
            <a:spLocks noGrp="1"/>
          </p:cNvSpPr>
          <p:nvPr>
            <p:ph type="sldNum" sz="quarter" idx="5"/>
          </p:nvPr>
        </p:nvSpPr>
        <p:spPr/>
        <p:txBody>
          <a:bodyPr/>
          <a:lstStyle/>
          <a:p>
            <a:fld id="{F6CB4BB5-E309-45E5-BB7A-A4E8DEB85991}" type="slidenum">
              <a:rPr lang="zh-CN" altLang="en-US" smtClean="0"/>
              <a:t>25</a:t>
            </a:fld>
            <a:endParaRPr lang="zh-CN" altLang="en-US"/>
          </a:p>
        </p:txBody>
      </p:sp>
    </p:spTree>
    <p:extLst>
      <p:ext uri="{BB962C8B-B14F-4D97-AF65-F5344CB8AC3E}">
        <p14:creationId xmlns:p14="http://schemas.microsoft.com/office/powerpoint/2010/main" val="5132386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fld id="{F6CB4BB5-E309-45E5-BB7A-A4E8DEB85991}" type="slidenum">
              <a:rPr lang="zh-CN" altLang="en-US" smtClean="0"/>
              <a:t>27</a:t>
            </a:fld>
            <a:endParaRPr lang="zh-CN" altLang="en-US"/>
          </a:p>
        </p:txBody>
      </p:sp>
    </p:spTree>
    <p:extLst>
      <p:ext uri="{BB962C8B-B14F-4D97-AF65-F5344CB8AC3E}">
        <p14:creationId xmlns:p14="http://schemas.microsoft.com/office/powerpoint/2010/main" val="22935752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C68380-B264-5C6D-C3BA-1999E954A0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3FDF0A-C8F6-B690-202A-C8E2935658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96D12-D4F8-6C9A-7143-5E6C991C0A1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800">
              <a:solidFill>
                <a:srgbClr val="000000"/>
              </a:solidFill>
              <a:latin typeface="BISans"/>
              <a:ea typeface="等线" panose="02010600030101010101" pitchFamily="2" charset="-122"/>
            </a:endParaRPr>
          </a:p>
        </p:txBody>
      </p:sp>
      <p:sp>
        <p:nvSpPr>
          <p:cNvPr id="4" name="Slide Number Placeholder 3">
            <a:extLst>
              <a:ext uri="{FF2B5EF4-FFF2-40B4-BE49-F238E27FC236}">
                <a16:creationId xmlns:a16="http://schemas.microsoft.com/office/drawing/2014/main" id="{33B24857-D675-9A53-FAE3-851E1EC8267E}"/>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8D0D97-DB3F-4E61-81F7-89017C080499}" type="slidenum">
              <a:rPr kumimoji="0" lang="zh-CN" altLang="en-US" sz="1200" b="0" i="0" u="none" strike="noStrike" kern="1200" cap="none" spc="0" normalizeH="0" baseline="0" noProof="0" smtClean="0">
                <a:ln>
                  <a:noFill/>
                </a:ln>
                <a:solidFill>
                  <a:prstClr val="black"/>
                </a:solidFill>
                <a:effectLst/>
                <a:uLnTx/>
                <a:uFillTx/>
                <a:latin typeface="BISansOpt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zh-CN" altLang="en-US" sz="1200" b="0" i="0" u="none" strike="noStrike" kern="1200" cap="none" spc="0" normalizeH="0" baseline="0" noProof="0">
              <a:ln>
                <a:noFill/>
              </a:ln>
              <a:solidFill>
                <a:prstClr val="black"/>
              </a:solidFill>
              <a:effectLst/>
              <a:uLnTx/>
              <a:uFillTx/>
              <a:latin typeface="BISansOpti"/>
              <a:ea typeface="宋体" panose="02010600030101010101" pitchFamily="2" charset="-122"/>
              <a:cs typeface="+mn-cs"/>
            </a:endParaRPr>
          </a:p>
        </p:txBody>
      </p:sp>
    </p:spTree>
    <p:extLst>
      <p:ext uri="{BB962C8B-B14F-4D97-AF65-F5344CB8AC3E}">
        <p14:creationId xmlns:p14="http://schemas.microsoft.com/office/powerpoint/2010/main" val="43054098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EE9FF3-2473-72D9-12FB-78B200D696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A60E03-8890-FC3A-4BAA-21C1DF9AD122}"/>
              </a:ext>
            </a:extLst>
          </p:cNvPr>
          <p:cNvSpPr>
            <a:spLocks noGrp="1" noRot="1" noChangeAspect="1"/>
          </p:cNvSpPr>
          <p:nvPr>
            <p:ph type="sldImg"/>
          </p:nvPr>
        </p:nvSpPr>
        <p:spPr/>
        <p:txBody>
          <a:bodyPr/>
          <a:lstStyle/>
          <a:p>
            <a:endParaRPr lang="zh-CN" altLang="en-US"/>
          </a:p>
        </p:txBody>
      </p:sp>
      <p:sp>
        <p:nvSpPr>
          <p:cNvPr id="3" name="Notes Placeholder 2">
            <a:extLst>
              <a:ext uri="{FF2B5EF4-FFF2-40B4-BE49-F238E27FC236}">
                <a16:creationId xmlns:a16="http://schemas.microsoft.com/office/drawing/2014/main" id="{B6661CED-40A6-CD89-3923-9D11DB260F5D}"/>
              </a:ext>
            </a:extLst>
          </p:cNvPr>
          <p:cNvSpPr>
            <a:spLocks noGrp="1"/>
          </p:cNvSpPr>
          <p:nvPr>
            <p:ph type="body" idx="1"/>
          </p:nvPr>
        </p:nvSpPr>
        <p:spPr/>
        <p:txBody>
          <a:bodyPr/>
          <a:lstStyle/>
          <a:p>
            <a:endParaRPr lang="zh-CN" altLang="en-US"/>
          </a:p>
        </p:txBody>
      </p:sp>
      <p:sp>
        <p:nvSpPr>
          <p:cNvPr id="4" name="Slide Number Placeholder 3">
            <a:extLst>
              <a:ext uri="{FF2B5EF4-FFF2-40B4-BE49-F238E27FC236}">
                <a16:creationId xmlns:a16="http://schemas.microsoft.com/office/drawing/2014/main" id="{E0799213-B86B-058F-B161-B693B8E29CA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CB4BB5-E309-45E5-BB7A-A4E8DEB85991}"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6379881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58ECD-5611-4E98-4833-686F5C9E1E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19F79B-16C7-C4E5-C512-DB381F9D25E4}"/>
              </a:ext>
            </a:extLst>
          </p:cNvPr>
          <p:cNvSpPr>
            <a:spLocks noGrp="1" noRot="1" noChangeAspect="1"/>
          </p:cNvSpPr>
          <p:nvPr>
            <p:ph type="sldImg"/>
          </p:nvPr>
        </p:nvSpPr>
        <p:spPr/>
        <p:txBody>
          <a:bodyPr/>
          <a:lstStyle/>
          <a:p>
            <a:endParaRPr lang="zh-CN" altLang="en-US"/>
          </a:p>
        </p:txBody>
      </p:sp>
      <p:sp>
        <p:nvSpPr>
          <p:cNvPr id="3" name="Notes Placeholder 2">
            <a:extLst>
              <a:ext uri="{FF2B5EF4-FFF2-40B4-BE49-F238E27FC236}">
                <a16:creationId xmlns:a16="http://schemas.microsoft.com/office/drawing/2014/main" id="{AFD9566D-1174-08CB-7B88-6D7EF3F107A0}"/>
              </a:ext>
            </a:extLst>
          </p:cNvPr>
          <p:cNvSpPr>
            <a:spLocks noGrp="1"/>
          </p:cNvSpPr>
          <p:nvPr>
            <p:ph type="body" idx="1"/>
          </p:nvPr>
        </p:nvSpPr>
        <p:spPr/>
        <p:txBody>
          <a:bodyPr/>
          <a:lstStyle/>
          <a:p>
            <a:endParaRPr lang="zh-CN" altLang="en-US"/>
          </a:p>
        </p:txBody>
      </p:sp>
      <p:sp>
        <p:nvSpPr>
          <p:cNvPr id="4" name="Slide Number Placeholder 3">
            <a:extLst>
              <a:ext uri="{FF2B5EF4-FFF2-40B4-BE49-F238E27FC236}">
                <a16:creationId xmlns:a16="http://schemas.microsoft.com/office/drawing/2014/main" id="{8C61C796-FEFC-7D4C-9CA2-39C3CBA6E83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6CB4BB5-E309-45E5-BB7A-A4E8DEB85991}"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9952153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476250" y="611188"/>
            <a:ext cx="5903913" cy="332105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C7AFE83-9B12-48D8-AAB3-A72074BEE5DD}" type="slidenum">
              <a:rPr lang="en-US" smtClean="0"/>
              <a:t>34</a:t>
            </a:fld>
            <a:endParaRPr lang="en-US"/>
          </a:p>
        </p:txBody>
      </p:sp>
    </p:spTree>
    <p:extLst>
      <p:ext uri="{BB962C8B-B14F-4D97-AF65-F5344CB8AC3E}">
        <p14:creationId xmlns:p14="http://schemas.microsoft.com/office/powerpoint/2010/main" val="34275289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fld id="{F6CB4BB5-E309-45E5-BB7A-A4E8DEB85991}" type="slidenum">
              <a:rPr lang="zh-CN" altLang="en-US" smtClean="0"/>
              <a:t>37</a:t>
            </a:fld>
            <a:endParaRPr lang="zh-CN" altLang="en-US"/>
          </a:p>
        </p:txBody>
      </p:sp>
    </p:spTree>
    <p:extLst>
      <p:ext uri="{BB962C8B-B14F-4D97-AF65-F5344CB8AC3E}">
        <p14:creationId xmlns:p14="http://schemas.microsoft.com/office/powerpoint/2010/main" val="18343547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9FE67DE-5FB7-4559-9814-A2C84A92479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294851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93675" y="663575"/>
            <a:ext cx="6408738" cy="3605213"/>
          </a:xfrm>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8D0D97-DB3F-4E61-81F7-89017C080499}" type="slidenum">
              <a:rPr kumimoji="0" lang="zh-CN" altLang="en-US" sz="1200" b="0" i="0" u="none" strike="noStrike" kern="1200" cap="none" spc="0" normalizeH="0" baseline="0" noProof="0" smtClean="0">
                <a:ln>
                  <a:noFill/>
                </a:ln>
                <a:solidFill>
                  <a:prstClr val="black"/>
                </a:solidFill>
                <a:effectLst/>
                <a:uLnTx/>
                <a:uFillTx/>
                <a:latin typeface="BISansOpt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zh-CN" altLang="en-US" sz="1200" b="0" i="0" u="none" strike="noStrike" kern="1200" cap="none" spc="0" normalizeH="0" baseline="0" noProof="0">
              <a:ln>
                <a:noFill/>
              </a:ln>
              <a:solidFill>
                <a:prstClr val="black"/>
              </a:solidFill>
              <a:effectLst/>
              <a:uLnTx/>
              <a:uFillTx/>
              <a:latin typeface="BISansOpti"/>
              <a:ea typeface="宋体" panose="02010600030101010101" pitchFamily="2" charset="-122"/>
              <a:cs typeface="+mn-cs"/>
            </a:endParaRPr>
          </a:p>
        </p:txBody>
      </p:sp>
    </p:spTree>
    <p:extLst>
      <p:ext uri="{BB962C8B-B14F-4D97-AF65-F5344CB8AC3E}">
        <p14:creationId xmlns:p14="http://schemas.microsoft.com/office/powerpoint/2010/main" val="331057196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FC3365-7ADC-3493-92A3-326C549790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5F3B11-6AF2-124C-BF9C-938BC3DA0F55}"/>
              </a:ext>
            </a:extLst>
          </p:cNvPr>
          <p:cNvSpPr>
            <a:spLocks noGrp="1" noRot="1" noChangeAspect="1"/>
          </p:cNvSpPr>
          <p:nvPr>
            <p:ph type="sldImg"/>
          </p:nvPr>
        </p:nvSpPr>
        <p:spPr>
          <a:xfrm>
            <a:off x="193675" y="663575"/>
            <a:ext cx="6408738" cy="3605213"/>
          </a:xfrm>
        </p:spPr>
      </p:sp>
      <p:sp>
        <p:nvSpPr>
          <p:cNvPr id="3" name="Notes Placeholder 2">
            <a:extLst>
              <a:ext uri="{FF2B5EF4-FFF2-40B4-BE49-F238E27FC236}">
                <a16:creationId xmlns:a16="http://schemas.microsoft.com/office/drawing/2014/main" id="{266CBC0C-AAA7-DE47-993D-62628DB1472F}"/>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DAE217C5-42AB-5E23-D037-F8E48A3DF4A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F3931CD-8897-4FA7-A884-29B64A940888}" type="slidenum">
              <a:rPr kumimoji="0" lang="en-GB" sz="1200" b="0" i="0" u="none" strike="noStrike" kern="1200" cap="none" spc="0" normalizeH="0" baseline="0" noProof="0" smtClean="0">
                <a:ln>
                  <a:noFill/>
                </a:ln>
                <a:solidFill>
                  <a:prstClr val="black"/>
                </a:solidFill>
                <a:effectLst/>
                <a:uLnTx/>
                <a:uFillTx/>
                <a:latin typeface="等线"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GB" sz="1200" b="0" i="0" u="none" strike="noStrike" kern="1200" cap="none" spc="0" normalizeH="0" baseline="0" noProof="0">
              <a:ln>
                <a:noFill/>
              </a:ln>
              <a:solidFill>
                <a:prstClr val="black"/>
              </a:solidFill>
              <a:effectLst/>
              <a:uLnTx/>
              <a:uFillTx/>
              <a:latin typeface="等线" panose="02110004020202020204"/>
              <a:ea typeface="+mn-ea"/>
              <a:cs typeface="+mn-cs"/>
            </a:endParaRPr>
          </a:p>
        </p:txBody>
      </p:sp>
    </p:spTree>
    <p:extLst>
      <p:ext uri="{BB962C8B-B14F-4D97-AF65-F5344CB8AC3E}">
        <p14:creationId xmlns:p14="http://schemas.microsoft.com/office/powerpoint/2010/main" val="34642466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All </a:t>
            </a:r>
            <a:r>
              <a:rPr lang="en-US" sz="1200" b="1" i="0" kern="1200">
                <a:solidFill>
                  <a:schemeClr val="tx1"/>
                </a:solidFill>
                <a:effectLst/>
                <a:latin typeface="+mn-lt"/>
                <a:ea typeface="+mn-ea"/>
                <a:cs typeface="+mn-cs"/>
              </a:rPr>
              <a:t>adult subjects</a:t>
            </a:r>
            <a:r>
              <a:rPr lang="en-US" sz="1200" b="0" i="0" kern="1200">
                <a:solidFill>
                  <a:schemeClr val="tx1"/>
                </a:solidFill>
                <a:effectLst/>
                <a:latin typeface="+mn-lt"/>
                <a:ea typeface="+mn-ea"/>
                <a:cs typeface="+mn-cs"/>
              </a:rPr>
              <a:t> are expected to complete the trial by </a:t>
            </a:r>
            <a:r>
              <a:rPr lang="en-US" sz="1200" b="1" i="0" kern="1200">
                <a:solidFill>
                  <a:schemeClr val="tx1"/>
                </a:solidFill>
                <a:effectLst/>
                <a:latin typeface="+mn-lt"/>
                <a:ea typeface="+mn-ea"/>
                <a:cs typeface="+mn-cs"/>
              </a:rPr>
              <a:t>2 August 2027</a:t>
            </a:r>
            <a:r>
              <a:rPr lang="en-US" sz="1200" b="0" i="0" kern="1200">
                <a:solidFill>
                  <a:schemeClr val="tx1"/>
                </a:solidFill>
                <a:effectLst/>
                <a:latin typeface="+mn-lt"/>
                <a:ea typeface="+mn-ea"/>
                <a:cs typeface="+mn-cs"/>
              </a:rPr>
              <a:t>.</a:t>
            </a:r>
          </a:p>
          <a:p>
            <a:r>
              <a:rPr lang="en-US" sz="1200" b="0" i="0" kern="1200">
                <a:solidFill>
                  <a:schemeClr val="tx1"/>
                </a:solidFill>
                <a:effectLst/>
                <a:latin typeface="+mn-lt"/>
                <a:ea typeface="+mn-ea"/>
                <a:cs typeface="+mn-cs"/>
              </a:rPr>
              <a:t>All </a:t>
            </a:r>
            <a:r>
              <a:rPr lang="en-US" sz="1200" b="1" i="0" kern="1200">
                <a:solidFill>
                  <a:schemeClr val="tx1"/>
                </a:solidFill>
                <a:effectLst/>
                <a:latin typeface="+mn-lt"/>
                <a:ea typeface="+mn-ea"/>
                <a:cs typeface="+mn-cs"/>
              </a:rPr>
              <a:t>adolescent subjects</a:t>
            </a:r>
            <a:r>
              <a:rPr lang="en-US" sz="1200" b="0" i="0" kern="1200">
                <a:solidFill>
                  <a:schemeClr val="tx1"/>
                </a:solidFill>
                <a:effectLst/>
                <a:latin typeface="+mn-lt"/>
                <a:ea typeface="+mn-ea"/>
                <a:cs typeface="+mn-cs"/>
              </a:rPr>
              <a:t> are expected to complete the trial by </a:t>
            </a:r>
            <a:r>
              <a:rPr lang="en-US" sz="1200" b="1" i="0" kern="1200">
                <a:solidFill>
                  <a:schemeClr val="tx1"/>
                </a:solidFill>
                <a:effectLst/>
                <a:latin typeface="+mn-lt"/>
                <a:ea typeface="+mn-ea"/>
                <a:cs typeface="+mn-cs"/>
              </a:rPr>
              <a:t>April 2028</a:t>
            </a:r>
            <a:r>
              <a:rPr lang="en-US" sz="1200" b="0" i="0" kern="1200">
                <a:solidFill>
                  <a:schemeClr val="tx1"/>
                </a:solidFill>
                <a:effectLst/>
                <a:latin typeface="+mn-lt"/>
                <a:ea typeface="+mn-ea"/>
                <a:cs typeface="+mn-cs"/>
              </a:rPr>
              <a:t>.</a:t>
            </a:r>
          </a:p>
          <a:p>
            <a:endParaRPr lang="en-US"/>
          </a:p>
        </p:txBody>
      </p:sp>
      <p:sp>
        <p:nvSpPr>
          <p:cNvPr id="4" name="Slide Number Placeholder 3"/>
          <p:cNvSpPr>
            <a:spLocks noGrp="1"/>
          </p:cNvSpPr>
          <p:nvPr>
            <p:ph type="sldNum" sz="quarter" idx="5"/>
          </p:nvPr>
        </p:nvSpPr>
        <p:spPr/>
        <p:txBody>
          <a:bodyPr/>
          <a:lstStyle/>
          <a:p>
            <a:fld id="{F6CB4BB5-E309-45E5-BB7A-A4E8DEB85991}" type="slidenum">
              <a:rPr lang="zh-CN" altLang="en-US" smtClean="0"/>
              <a:t>55</a:t>
            </a:fld>
            <a:endParaRPr lang="zh-CN" altLang="en-US"/>
          </a:p>
        </p:txBody>
      </p:sp>
    </p:spTree>
    <p:extLst>
      <p:ext uri="{BB962C8B-B14F-4D97-AF65-F5344CB8AC3E}">
        <p14:creationId xmlns:p14="http://schemas.microsoft.com/office/powerpoint/2010/main" val="304877004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r>
              <a:rPr lang="en-US" sz="1800">
                <a:effectLst/>
                <a:latin typeface="Segoe UI" panose="020B0502040204020203" pitchFamily="34" charset="0"/>
              </a:rPr>
              <a:t>EU Feb</a:t>
            </a:r>
            <a:endParaRPr lang="en-US" sz="1800">
              <a:effectLst/>
              <a:latin typeface="Arial" panose="020B0604020202020204" pitchFamily="34" charset="0"/>
            </a:endParaRPr>
          </a:p>
          <a:p>
            <a:r>
              <a:rPr lang="en-US" sz="1800">
                <a:effectLst/>
                <a:latin typeface="Segoe UI" panose="020B0502040204020203" pitchFamily="34" charset="0"/>
              </a:rPr>
              <a:t>JP Apr</a:t>
            </a:r>
            <a:endParaRPr lang="en-US" sz="1800">
              <a:effectLst/>
              <a:latin typeface="Arial" panose="020B0604020202020204" pitchFamily="34" charset="0"/>
            </a:endParaRPr>
          </a:p>
          <a:p>
            <a:r>
              <a:rPr lang="en-US" sz="1800">
                <a:effectLst/>
                <a:latin typeface="Segoe UI" panose="020B0502040204020203" pitchFamily="34" charset="0"/>
              </a:rPr>
              <a:t>CN (end of) Jun</a:t>
            </a:r>
          </a:p>
        </p:txBody>
      </p:sp>
      <p:sp>
        <p:nvSpPr>
          <p:cNvPr id="4" name="Footer Placeholder 3"/>
          <p:cNvSpPr>
            <a:spLocks noGrp="1"/>
          </p:cNvSpPr>
          <p:nvPr>
            <p:ph type="ftr" sz="quarter" idx="4"/>
          </p:nvPr>
        </p:nvSpPr>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rPr>
              <a:t>Presentation title    |    ONLY FOR INTERNAL USE</a:t>
            </a:r>
          </a:p>
        </p:txBody>
      </p:sp>
      <p:sp>
        <p:nvSpPr>
          <p:cNvPr id="5" name="Slide Number Placeholder 4"/>
          <p:cNvSpPr>
            <a:spLocks noGrp="1"/>
          </p:cNvSpPr>
          <p:nvPr>
            <p:ph type="sldNum" sz="quarter" idx="5"/>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D388EF01-4040-4B6C-80FD-9D313BD6F632}" type="slidenum">
              <a:rPr kumimoji="0" lang="en-US" sz="800" b="0" i="0" u="none" strike="noStrike" kern="1200" cap="none" spc="0" normalizeH="0" baseline="0" noProof="0" smtClean="0">
                <a:ln>
                  <a:noFill/>
                </a:ln>
                <a:solidFill>
                  <a:srgbClr val="08312A"/>
                </a:solidFill>
                <a:effectLst/>
                <a:uLnTx/>
                <a:uFillTx/>
                <a:latin typeface="Boehringer Forward Text" panose="02000500000000020000" pitchFamily="2" charset="0"/>
                <a:ea typeface="+mn-ea"/>
                <a:cs typeface="+mn-cs"/>
              </a:rPr>
              <a:pPr marL="0" marR="0" lvl="0" indent="0" algn="r" defTabSz="914400" eaLnBrk="1" fontAlgn="auto" latinLnBrk="0" hangingPunct="1">
                <a:lnSpc>
                  <a:spcPct val="100000"/>
                </a:lnSpc>
                <a:spcBef>
                  <a:spcPts val="0"/>
                </a:spcBef>
                <a:spcAft>
                  <a:spcPts val="0"/>
                </a:spcAft>
                <a:buClrTx/>
                <a:buSzTx/>
                <a:buFontTx/>
                <a:buNone/>
                <a:tabLst/>
                <a:defRPr/>
              </a:pPr>
              <a:t>60</a:t>
            </a:fld>
            <a:endParaRPr kumimoji="0" lang="en-US" sz="8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endParaRPr>
          </a:p>
        </p:txBody>
      </p:sp>
    </p:spTree>
    <p:extLst>
      <p:ext uri="{BB962C8B-B14F-4D97-AF65-F5344CB8AC3E}">
        <p14:creationId xmlns:p14="http://schemas.microsoft.com/office/powerpoint/2010/main" val="354836005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B8F8B-C89A-6378-2F47-0287424E81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46C40B-B082-4845-A31E-89F4DBE832C4}"/>
              </a:ext>
            </a:extLst>
          </p:cNvPr>
          <p:cNvSpPr>
            <a:spLocks noGrp="1" noRot="1" noChangeAspect="1"/>
          </p:cNvSpPr>
          <p:nvPr>
            <p:ph type="sldImg"/>
          </p:nvPr>
        </p:nvSpPr>
        <p:spPr>
          <a:xfrm>
            <a:off x="476250" y="611188"/>
            <a:ext cx="5903913" cy="3321050"/>
          </a:xfrm>
        </p:spPr>
      </p:sp>
      <p:sp>
        <p:nvSpPr>
          <p:cNvPr id="3" name="Notes Placeholder 2">
            <a:extLst>
              <a:ext uri="{FF2B5EF4-FFF2-40B4-BE49-F238E27FC236}">
                <a16:creationId xmlns:a16="http://schemas.microsoft.com/office/drawing/2014/main" id="{C1953A8C-1F5B-B1B2-B986-762445E70E75}"/>
              </a:ext>
            </a:extLst>
          </p:cNvPr>
          <p:cNvSpPr>
            <a:spLocks noGrp="1"/>
          </p:cNvSpPr>
          <p:nvPr>
            <p:ph type="body" idx="1"/>
          </p:nvPr>
        </p:nvSpPr>
        <p:spPr/>
        <p:txBody>
          <a:bodyPr/>
          <a:lstStyle/>
          <a:p>
            <a:r>
              <a:rPr lang="en-US" sz="1800">
                <a:effectLst/>
                <a:latin typeface="Segoe UI" panose="020B0502040204020203" pitchFamily="34" charset="0"/>
              </a:rPr>
              <a:t>EU Feb</a:t>
            </a:r>
            <a:endParaRPr lang="en-US" sz="1800">
              <a:effectLst/>
              <a:latin typeface="Arial" panose="020B0604020202020204" pitchFamily="34" charset="0"/>
            </a:endParaRPr>
          </a:p>
          <a:p>
            <a:r>
              <a:rPr lang="en-US" sz="1800">
                <a:effectLst/>
                <a:latin typeface="Segoe UI" panose="020B0502040204020203" pitchFamily="34" charset="0"/>
              </a:rPr>
              <a:t>JP Apr</a:t>
            </a:r>
            <a:endParaRPr lang="en-US" sz="1800">
              <a:effectLst/>
              <a:latin typeface="Arial" panose="020B0604020202020204" pitchFamily="34" charset="0"/>
            </a:endParaRPr>
          </a:p>
          <a:p>
            <a:r>
              <a:rPr lang="en-US" sz="1800">
                <a:effectLst/>
                <a:latin typeface="Segoe UI" panose="020B0502040204020203" pitchFamily="34" charset="0"/>
              </a:rPr>
              <a:t>CN (end of) Jun</a:t>
            </a:r>
          </a:p>
        </p:txBody>
      </p:sp>
      <p:sp>
        <p:nvSpPr>
          <p:cNvPr id="4" name="Footer Placeholder 3">
            <a:extLst>
              <a:ext uri="{FF2B5EF4-FFF2-40B4-BE49-F238E27FC236}">
                <a16:creationId xmlns:a16="http://schemas.microsoft.com/office/drawing/2014/main" id="{DC740870-F2A6-6838-FADC-ACB70E122417}"/>
              </a:ext>
            </a:extLst>
          </p:cNvPr>
          <p:cNvSpPr>
            <a:spLocks noGrp="1"/>
          </p:cNvSpPr>
          <p:nvPr>
            <p:ph type="ftr" sz="quarter" idx="4"/>
          </p:nvPr>
        </p:nvSpPr>
        <p:spPr/>
        <p: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rPr>
              <a:t>Presentation title    |    ONLY FOR INTERNAL USE</a:t>
            </a:r>
          </a:p>
        </p:txBody>
      </p:sp>
      <p:sp>
        <p:nvSpPr>
          <p:cNvPr id="5" name="Slide Number Placeholder 4">
            <a:extLst>
              <a:ext uri="{FF2B5EF4-FFF2-40B4-BE49-F238E27FC236}">
                <a16:creationId xmlns:a16="http://schemas.microsoft.com/office/drawing/2014/main" id="{47284808-3F49-3169-8956-DD95C6F843EC}"/>
              </a:ext>
            </a:extLst>
          </p:cNvPr>
          <p:cNvSpPr>
            <a:spLocks noGrp="1"/>
          </p:cNvSpPr>
          <p:nvPr>
            <p:ph type="sldNum" sz="quarter" idx="5"/>
          </p:nvPr>
        </p:nvSpPr>
        <p:spPr/>
        <p:txBody>
          <a:bodyPr/>
          <a:lstStyle/>
          <a:p>
            <a:pPr marL="0" marR="0" lvl="0" indent="0" algn="r" defTabSz="914400" eaLnBrk="1" fontAlgn="auto" latinLnBrk="0" hangingPunct="1">
              <a:lnSpc>
                <a:spcPct val="100000"/>
              </a:lnSpc>
              <a:spcBef>
                <a:spcPts val="0"/>
              </a:spcBef>
              <a:spcAft>
                <a:spcPts val="0"/>
              </a:spcAft>
              <a:buClrTx/>
              <a:buSzTx/>
              <a:buFontTx/>
              <a:buNone/>
              <a:tabLst/>
              <a:defRPr/>
            </a:pPr>
            <a:fld id="{D388EF01-4040-4B6C-80FD-9D313BD6F632}" type="slidenum">
              <a:rPr kumimoji="0" lang="en-US" sz="800" b="0" i="0" u="none" strike="noStrike" kern="1200" cap="none" spc="0" normalizeH="0" baseline="0" noProof="0" smtClean="0">
                <a:ln>
                  <a:noFill/>
                </a:ln>
                <a:solidFill>
                  <a:srgbClr val="08312A"/>
                </a:solidFill>
                <a:effectLst/>
                <a:uLnTx/>
                <a:uFillTx/>
                <a:latin typeface="Boehringer Forward Text" panose="02000500000000020000" pitchFamily="2" charset="0"/>
                <a:ea typeface="+mn-ea"/>
                <a:cs typeface="+mn-cs"/>
              </a:rPr>
              <a:pPr marL="0" marR="0" lvl="0" indent="0" algn="r" defTabSz="914400" eaLnBrk="1" fontAlgn="auto" latinLnBrk="0" hangingPunct="1">
                <a:lnSpc>
                  <a:spcPct val="100000"/>
                </a:lnSpc>
                <a:spcBef>
                  <a:spcPts val="0"/>
                </a:spcBef>
                <a:spcAft>
                  <a:spcPts val="0"/>
                </a:spcAft>
                <a:buClrTx/>
                <a:buSzTx/>
                <a:buFontTx/>
                <a:buNone/>
                <a:tabLst/>
                <a:defRPr/>
              </a:pPr>
              <a:t>61</a:t>
            </a:fld>
            <a:endParaRPr kumimoji="0" lang="en-US" sz="8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endParaRPr>
          </a:p>
        </p:txBody>
      </p:sp>
    </p:spTree>
    <p:extLst>
      <p:ext uri="{BB962C8B-B14F-4D97-AF65-F5344CB8AC3E}">
        <p14:creationId xmlns:p14="http://schemas.microsoft.com/office/powerpoint/2010/main" val="336178101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sv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sv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xml"/><Relationship Id="rId5" Type="http://schemas.openxmlformats.org/officeDocument/2006/relationships/image" Target="../media/image11.png"/><Relationship Id="rId4" Type="http://schemas.openxmlformats.org/officeDocument/2006/relationships/image" Target="../media/image13.emf"/></Relationships>
</file>

<file path=ppt/slideLayouts/_rels/slideLayout7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3.xml"/><Relationship Id="rId4" Type="http://schemas.openxmlformats.org/officeDocument/2006/relationships/image" Target="../media/image13.emf"/></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2.xml"/><Relationship Id="rId1" Type="http://schemas.openxmlformats.org/officeDocument/2006/relationships/tags" Target="../tags/tag4.xml"/><Relationship Id="rId4" Type="http://schemas.openxmlformats.org/officeDocument/2006/relationships/image" Target="../media/image14.emf"/></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Master" Target="../slideMasters/slideMaster2.xml"/><Relationship Id="rId4" Type="http://schemas.openxmlformats.org/officeDocument/2006/relationships/image" Target="../media/image17.jpeg"/></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8.svg"/><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Master" Target="../slideMasters/slideMaster3.xml"/><Relationship Id="rId4" Type="http://schemas.openxmlformats.org/officeDocument/2006/relationships/image" Target="../media/image8.png"/></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svg"/><Relationship Id="rId1" Type="http://schemas.openxmlformats.org/officeDocument/2006/relationships/slideMaster" Target="../slideMasters/slideMaster3.xml"/><Relationship Id="rId4" Type="http://schemas.openxmlformats.org/officeDocument/2006/relationships/image" Target="../media/image8.png"/></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Master" Target="../slideMasters/slideMaster3.xml"/><Relationship Id="rId4" Type="http://schemas.openxmlformats.org/officeDocument/2006/relationships/image" Target="../media/image8.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svg"/><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svg"/><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svg"/><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svg"/><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svg"/><Relationship Id="rId1" Type="http://schemas.openxmlformats.org/officeDocument/2006/relationships/slideMaster" Target="../slideMasters/slideMaster3.xml"/></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Master" Target="../slideMasters/slideMaster3.xml"/><Relationship Id="rId4" Type="http://schemas.openxmlformats.org/officeDocument/2006/relationships/image" Target="../media/image8.png"/></Relationships>
</file>

<file path=ppt/slideLayouts/_rels/slideLayout1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svg"/><Relationship Id="rId1" Type="http://schemas.openxmlformats.org/officeDocument/2006/relationships/slideMaster" Target="../slideMasters/slideMaster3.xml"/><Relationship Id="rId4" Type="http://schemas.openxmlformats.org/officeDocument/2006/relationships/image" Target="../media/image8.png"/></Relationships>
</file>

<file path=ppt/slideLayouts/_rels/slideLayout120.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svg"/><Relationship Id="rId1" Type="http://schemas.openxmlformats.org/officeDocument/2006/relationships/slideMaster" Target="../slideMasters/slideMaster3.xml"/><Relationship Id="rId4" Type="http://schemas.openxmlformats.org/officeDocument/2006/relationships/image" Target="../media/image8.png"/></Relationships>
</file>

<file path=ppt/slideLayouts/_rels/slideLayout12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21.svg"/><Relationship Id="rId1" Type="http://schemas.openxmlformats.org/officeDocument/2006/relationships/slideMaster" Target="../slideMasters/slideMaster3.xml"/><Relationship Id="rId4" Type="http://schemas.openxmlformats.org/officeDocument/2006/relationships/image" Target="../media/image8.png"/></Relationships>
</file>

<file path=ppt/slideLayouts/_rels/slideLayout12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Master" Target="../slideMasters/slideMaster3.xml"/><Relationship Id="rId4" Type="http://schemas.openxmlformats.org/officeDocument/2006/relationships/image" Target="../media/image8.png"/></Relationships>
</file>

<file path=ppt/slideLayouts/_rels/slideLayout1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svg"/><Relationship Id="rId1" Type="http://schemas.openxmlformats.org/officeDocument/2006/relationships/slideMaster" Target="../slideMasters/slideMaster3.xml"/><Relationship Id="rId4" Type="http://schemas.openxmlformats.org/officeDocument/2006/relationships/image" Target="../media/image8.png"/></Relationships>
</file>

<file path=ppt/slideLayouts/_rels/slideLayout124.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svg"/><Relationship Id="rId1" Type="http://schemas.openxmlformats.org/officeDocument/2006/relationships/slideMaster" Target="../slideMasters/slideMaster3.xml"/><Relationship Id="rId4" Type="http://schemas.openxmlformats.org/officeDocument/2006/relationships/image" Target="../media/image24.svg"/></Relationships>
</file>

<file path=ppt/slideLayouts/_rels/slideLayout12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Master" Target="../slideMasters/slideMaster3.xml"/><Relationship Id="rId4" Type="http://schemas.openxmlformats.org/officeDocument/2006/relationships/image" Target="../media/image8.png"/></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21.svg"/><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21.svg"/><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1.svg"/><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2" Type="http://schemas.openxmlformats.org/officeDocument/2006/relationships/image" Target="../media/image21.svg"/><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21.svg"/><Relationship Id="rId1" Type="http://schemas.openxmlformats.org/officeDocument/2006/relationships/slideMaster" Target="../slideMasters/slideMaster3.xml"/><Relationship Id="rId4" Type="http://schemas.openxmlformats.org/officeDocument/2006/relationships/image" Target="../media/image8.png"/></Relationships>
</file>

<file path=ppt/slideLayouts/_rels/slideLayout1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1.svg"/><Relationship Id="rId1" Type="http://schemas.openxmlformats.org/officeDocument/2006/relationships/slideMaster" Target="../slideMasters/slideMaster3.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21.svg"/><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1.svg"/><Relationship Id="rId1"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3.xml"/></Relationships>
</file>

<file path=ppt/slideLayouts/_rels/slideLayout13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3.xml"/></Relationships>
</file>

<file path=ppt/slideLayouts/_rels/slideLayout13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3.xml"/></Relationships>
</file>

<file path=ppt/slideLayouts/_rels/slideLayout13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3.xml"/></Relationships>
</file>

<file path=ppt/slideLayouts/_rels/slideLayout14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3.xml"/></Relationships>
</file>

<file path=ppt/slideLayouts/_rels/slideLayout14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3.xml"/></Relationships>
</file>

<file path=ppt/slideLayouts/_rels/slideLayout14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3.xml"/></Relationships>
</file>

<file path=ppt/slideLayouts/_rels/slideLayout1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3.xml"/></Relationships>
</file>

<file path=ppt/slideLayouts/_rels/slideLayout14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3.xml"/></Relationships>
</file>

<file path=ppt/slideLayouts/_rels/slideLayout14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3.xml"/></Relationships>
</file>

<file path=ppt/slideLayouts/_rels/slideLayout146.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3.xml"/></Relationships>
</file>

<file path=ppt/slideLayouts/_rels/slideLayout14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1.svg"/><Relationship Id="rId1" Type="http://schemas.openxmlformats.org/officeDocument/2006/relationships/slideMaster" Target="../slideMasters/slideMaster3.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3.xml"/><Relationship Id="rId1" Type="http://schemas.openxmlformats.org/officeDocument/2006/relationships/tags" Target="../tags/tag6.xml"/><Relationship Id="rId4" Type="http://schemas.openxmlformats.org/officeDocument/2006/relationships/image" Target="../media/image14.emf"/></Relationships>
</file>

<file path=ppt/slideLayouts/_rels/slideLayout15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15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4.xml"/></Relationships>
</file>

<file path=ppt/slideLayouts/_rels/slideLayout15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Master" Target="../slideMasters/slideMaster4.xml"/><Relationship Id="rId4" Type="http://schemas.openxmlformats.org/officeDocument/2006/relationships/image" Target="../media/image8.png"/></Relationships>
</file>

<file path=ppt/slideLayouts/_rels/slideLayout15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svg"/><Relationship Id="rId1" Type="http://schemas.openxmlformats.org/officeDocument/2006/relationships/slideMaster" Target="../slideMasters/slideMaster4.xml"/><Relationship Id="rId4" Type="http://schemas.openxmlformats.org/officeDocument/2006/relationships/image" Target="../media/image8.png"/></Relationships>
</file>

<file path=ppt/slideLayouts/_rels/slideLayout15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Master" Target="../slideMasters/slideMaster4.xml"/><Relationship Id="rId4" Type="http://schemas.openxmlformats.org/officeDocument/2006/relationships/image" Target="../media/image8.png"/></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7.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4.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9.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4.xml"/></Relationships>
</file>

<file path=ppt/slideLayouts/_rels/slideLayout16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svg"/><Relationship Id="rId1" Type="http://schemas.openxmlformats.org/officeDocument/2006/relationships/slideMaster" Target="../slideMasters/slideMaster4.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2.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4.xml"/></Relationships>
</file>

<file path=ppt/slideLayouts/_rels/slideLayout16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4.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4.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17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17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4.xml"/></Relationships>
</file>

<file path=ppt/slideLayouts/_rels/slideLayout17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4.xml"/></Relationships>
</file>

<file path=ppt/slideLayouts/_rels/slideLayout17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svg"/><Relationship Id="rId1" Type="http://schemas.openxmlformats.org/officeDocument/2006/relationships/slideMaster" Target="../slideMasters/slideMaster4.xml"/></Relationships>
</file>

<file path=ppt/slideLayouts/_rels/slideLayout17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svg"/><Relationship Id="rId1" Type="http://schemas.openxmlformats.org/officeDocument/2006/relationships/slideMaster" Target="../slideMasters/slideMaster4.xml"/></Relationships>
</file>

<file path=ppt/slideLayouts/_rels/slideLayout17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4.xml"/></Relationships>
</file>

<file path=ppt/slideLayouts/_rels/slideLayout17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4.xml"/></Relationships>
</file>

<file path=ppt/slideLayouts/_rels/slideLayout17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4.xml"/></Relationships>
</file>

<file path=ppt/slideLayouts/_rels/slideLayout17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4.xml"/></Relationships>
</file>

<file path=ppt/slideLayouts/_rels/slideLayout17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4.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svg"/><Relationship Id="rId1" Type="http://schemas.openxmlformats.org/officeDocument/2006/relationships/slideMaster" Target="../slideMasters/slideMaster4.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7.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svg"/><Relationship Id="rId1" Type="http://schemas.openxmlformats.org/officeDocument/2006/relationships/slideMaster" Target="../slideMasters/slideMaster4.xml"/></Relationships>
</file>

<file path=ppt/slideLayouts/_rels/slideLayout188.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svg"/><Relationship Id="rId1" Type="http://schemas.openxmlformats.org/officeDocument/2006/relationships/slideMaster" Target="../slideMasters/slideMaster4.xml"/><Relationship Id="rId4" Type="http://schemas.openxmlformats.org/officeDocument/2006/relationships/image" Target="../media/image8.png"/></Relationships>
</file>

<file path=ppt/slideLayouts/_rels/slideLayout18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21.svg"/><Relationship Id="rId1" Type="http://schemas.openxmlformats.org/officeDocument/2006/relationships/slideMaster" Target="../slideMasters/slideMaster4.xml"/><Relationship Id="rId4" Type="http://schemas.openxmlformats.org/officeDocument/2006/relationships/image" Target="../media/image8.png"/></Relationships>
</file>

<file path=ppt/slideLayouts/_rels/slideLayout19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Master" Target="../slideMasters/slideMaster4.xml"/><Relationship Id="rId4" Type="http://schemas.openxmlformats.org/officeDocument/2006/relationships/image" Target="../media/image8.png"/></Relationships>
</file>

<file path=ppt/slideLayouts/_rels/slideLayout191.xml.rels><?xml version="1.0" encoding="UTF-8" standalone="yes"?>
<Relationships xmlns="http://schemas.openxmlformats.org/package/2006/relationships"><Relationship Id="rId2" Type="http://schemas.openxmlformats.org/officeDocument/2006/relationships/image" Target="../media/image21.svg"/><Relationship Id="rId1" Type="http://schemas.openxmlformats.org/officeDocument/2006/relationships/slideMaster" Target="../slideMasters/slideMaster4.xml"/></Relationships>
</file>

<file path=ppt/slideLayouts/_rels/slideLayout192.xml.rels><?xml version="1.0" encoding="UTF-8" standalone="yes"?>
<Relationships xmlns="http://schemas.openxmlformats.org/package/2006/relationships"><Relationship Id="rId2" Type="http://schemas.openxmlformats.org/officeDocument/2006/relationships/image" Target="../media/image21.svg"/><Relationship Id="rId1" Type="http://schemas.openxmlformats.org/officeDocument/2006/relationships/slideMaster" Target="../slideMasters/slideMaster4.xml"/></Relationships>
</file>

<file path=ppt/slideLayouts/_rels/slideLayout19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1.svg"/><Relationship Id="rId1" Type="http://schemas.openxmlformats.org/officeDocument/2006/relationships/slideMaster" Target="../slideMasters/slideMaster4.xml"/></Relationships>
</file>

<file path=ppt/slideLayouts/_rels/slideLayout194.xml.rels><?xml version="1.0" encoding="UTF-8" standalone="yes"?>
<Relationships xmlns="http://schemas.openxmlformats.org/package/2006/relationships"><Relationship Id="rId2" Type="http://schemas.openxmlformats.org/officeDocument/2006/relationships/image" Target="../media/image21.svg"/><Relationship Id="rId1" Type="http://schemas.openxmlformats.org/officeDocument/2006/relationships/slideMaster" Target="../slideMasters/slideMaster4.xml"/></Relationships>
</file>

<file path=ppt/slideLayouts/_rels/slideLayout195.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4.xml"/></Relationships>
</file>

<file path=ppt/slideLayouts/_rels/slideLayout196.xml.rels><?xml version="1.0" encoding="UTF-8" standalone="yes"?>
<Relationships xmlns="http://schemas.openxmlformats.org/package/2006/relationships"><Relationship Id="rId2" Type="http://schemas.openxmlformats.org/officeDocument/2006/relationships/image" Target="../media/image21.svg"/><Relationship Id="rId1" Type="http://schemas.openxmlformats.org/officeDocument/2006/relationships/slideMaster" Target="../slideMasters/slideMaster4.xml"/></Relationships>
</file>

<file path=ppt/slideLayouts/_rels/slideLayout19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4.xml"/></Relationships>
</file>

<file path=ppt/slideLayouts/_rels/slideLayout19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1.svg"/><Relationship Id="rId1" Type="http://schemas.openxmlformats.org/officeDocument/2006/relationships/slideMaster" Target="../slideMasters/slideMaster4.xml"/></Relationships>
</file>

<file path=ppt/slideLayouts/_rels/slideLayout19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1.svg"/><Relationship Id="rId1" Type="http://schemas.openxmlformats.org/officeDocument/2006/relationships/slideMaster" Target="../slideMasters/slideMaster4.xml"/></Relationships>
</file>

<file path=ppt/slideLayouts/_rels/slideLayout20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4.xml"/></Relationships>
</file>

<file path=ppt/slideLayouts/_rels/slideLayout20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4.xml"/></Relationships>
</file>

<file path=ppt/slideLayouts/_rels/slideLayout20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4.xml"/></Relationships>
</file>

<file path=ppt/slideLayouts/_rels/slideLayout20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4.xml"/></Relationships>
</file>

<file path=ppt/slideLayouts/_rels/slideLayout20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4.xml"/></Relationships>
</file>

<file path=ppt/slideLayouts/_rels/slideLayout20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1.svg"/><Relationship Id="rId1" Type="http://schemas.openxmlformats.org/officeDocument/2006/relationships/slideMaster" Target="../slideMasters/slideMaster4.xml"/></Relationships>
</file>

<file path=ppt/slideLayouts/_rels/slideLayout20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4.xml"/></Relationships>
</file>

<file path=ppt/slideLayouts/_rels/slideLayout20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4.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Master" Target="../slideMasters/slideMaster4.xml"/><Relationship Id="rId4" Type="http://schemas.openxmlformats.org/officeDocument/2006/relationships/image" Target="../media/image8.png"/></Relationships>
</file>

<file path=ppt/slideLayouts/_rels/slideLayout2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svg"/><Relationship Id="rId1" Type="http://schemas.openxmlformats.org/officeDocument/2006/relationships/slideMaster" Target="../slideMasters/slideMaster4.xml"/><Relationship Id="rId4" Type="http://schemas.openxmlformats.org/officeDocument/2006/relationships/image" Target="../media/image8.png"/></Relationships>
</file>

<file path=ppt/slideLayouts/_rels/slideLayout21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21.svg"/><Relationship Id="rId1" Type="http://schemas.openxmlformats.org/officeDocument/2006/relationships/slideMaster" Target="../slideMasters/slideMaster4.xml"/><Relationship Id="rId4" Type="http://schemas.openxmlformats.org/officeDocument/2006/relationships/image" Target="../media/image8.png"/></Relationships>
</file>

<file path=ppt/slideLayouts/_rels/slideLayout21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Master" Target="../slideMasters/slideMaster4.xml"/><Relationship Id="rId4" Type="http://schemas.openxmlformats.org/officeDocument/2006/relationships/image" Target="../media/image8.png"/></Relationships>
</file>

<file path=ppt/slideLayouts/_rels/slideLayout2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svg"/><Relationship Id="rId1" Type="http://schemas.openxmlformats.org/officeDocument/2006/relationships/slideMaster" Target="../slideMasters/slideMaster4.xml"/><Relationship Id="rId4" Type="http://schemas.openxmlformats.org/officeDocument/2006/relationships/image" Target="../media/image8.png"/></Relationships>
</file>

<file path=ppt/slideLayouts/_rels/slideLayout21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21.svg"/><Relationship Id="rId1" Type="http://schemas.openxmlformats.org/officeDocument/2006/relationships/slideMaster" Target="../slideMasters/slideMaster4.xml"/><Relationship Id="rId4" Type="http://schemas.openxmlformats.org/officeDocument/2006/relationships/image" Target="../media/image8.png"/></Relationships>
</file>

<file path=ppt/slideLayouts/_rels/slideLayout2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4.xml"/></Relationships>
</file>

<file path=ppt/slideLayouts/_rels/slideLayout2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4.xml"/></Relationships>
</file>

<file path=ppt/slideLayouts/_rels/slideLayout2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4.xml"/></Relationships>
</file>

<file path=ppt/slideLayouts/_rels/slideLayout2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4.xml"/></Relationships>
</file>

<file path=ppt/slideLayouts/_rels/slideLayout2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4.xml"/></Relationships>
</file>

<file path=ppt/slideLayouts/_rels/slideLayout2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4.xml"/></Relationships>
</file>

<file path=ppt/slideLayouts/_rels/slideLayout2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4.xml"/></Relationships>
</file>

<file path=ppt/slideLayouts/_rels/slideLayout2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4.xml"/></Relationships>
</file>

<file path=ppt/slideLayouts/_rels/slideLayout2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4.xml"/></Relationships>
</file>

<file path=ppt/slideLayouts/_rels/slideLayout2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4.xml"/></Relationships>
</file>

<file path=ppt/slideLayouts/_rels/slideLayout2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4.xml"/></Relationships>
</file>

<file path=ppt/slideLayouts/_rels/slideLayout2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4.xml"/></Relationships>
</file>

<file path=ppt/slideLayouts/_rels/slideLayout228.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svg"/><Relationship Id="rId1" Type="http://schemas.openxmlformats.org/officeDocument/2006/relationships/slideMaster" Target="../slideMasters/slideMaster4.xml"/><Relationship Id="rId4" Type="http://schemas.openxmlformats.org/officeDocument/2006/relationships/image" Target="../media/image24.svg"/></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svg"/><Relationship Id="rId1" Type="http://schemas.openxmlformats.org/officeDocument/2006/relationships/slideMaster" Target="../slideMasters/slideMaster4.xml"/><Relationship Id="rId4" Type="http://schemas.openxmlformats.org/officeDocument/2006/relationships/image" Target="../media/image8.png"/></Relationships>
</file>

<file path=ppt/slideLayouts/_rels/slideLayout23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21.svg"/><Relationship Id="rId1" Type="http://schemas.openxmlformats.org/officeDocument/2006/relationships/slideMaster" Target="../slideMasters/slideMaster4.xml"/><Relationship Id="rId4" Type="http://schemas.openxmlformats.org/officeDocument/2006/relationships/image" Target="../media/image8.png"/></Relationships>
</file>

<file path=ppt/slideLayouts/_rels/slideLayout23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5.xml"/></Relationships>
</file>

<file path=ppt/slideLayouts/_rels/slideLayout23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5.xml"/></Relationships>
</file>

<file path=ppt/slideLayouts/_rels/slideLayout23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Master" Target="../slideMasters/slideMaster5.xml"/><Relationship Id="rId4" Type="http://schemas.openxmlformats.org/officeDocument/2006/relationships/image" Target="../media/image8.png"/></Relationships>
</file>

<file path=ppt/slideLayouts/_rels/slideLayout23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svg"/><Relationship Id="rId1" Type="http://schemas.openxmlformats.org/officeDocument/2006/relationships/slideMaster" Target="../slideMasters/slideMaster5.xml"/><Relationship Id="rId4" Type="http://schemas.openxmlformats.org/officeDocument/2006/relationships/image" Target="../media/image8.png"/></Relationships>
</file>

<file path=ppt/slideLayouts/_rels/slideLayout23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21.svg"/><Relationship Id="rId1" Type="http://schemas.openxmlformats.org/officeDocument/2006/relationships/slideMaster" Target="../slideMasters/slideMaster5.xml"/><Relationship Id="rId4" Type="http://schemas.openxmlformats.org/officeDocument/2006/relationships/image" Target="../media/image8.png"/></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9.xml.rels><?xml version="1.0" encoding="UTF-8" standalone="yes"?>
<Relationships xmlns="http://schemas.openxmlformats.org/package/2006/relationships"><Relationship Id="rId2" Type="http://schemas.openxmlformats.org/officeDocument/2006/relationships/image" Target="../media/image21.svg"/><Relationship Id="rId1" Type="http://schemas.openxmlformats.org/officeDocument/2006/relationships/slideMaster" Target="../slideMasters/slideMaster5.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1.xml.rels><?xml version="1.0" encoding="UTF-8" standalone="yes"?>
<Relationships xmlns="http://schemas.openxmlformats.org/package/2006/relationships"><Relationship Id="rId2" Type="http://schemas.openxmlformats.org/officeDocument/2006/relationships/image" Target="../media/image21.svg"/><Relationship Id="rId1" Type="http://schemas.openxmlformats.org/officeDocument/2006/relationships/slideMaster" Target="../slideMasters/slideMaster5.xml"/></Relationships>
</file>

<file path=ppt/slideLayouts/_rels/slideLayout24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1.svg"/><Relationship Id="rId1" Type="http://schemas.openxmlformats.org/officeDocument/2006/relationships/slideMaster" Target="../slideMasters/slideMaster5.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4.xml.rels><?xml version="1.0" encoding="UTF-8" standalone="yes"?>
<Relationships xmlns="http://schemas.openxmlformats.org/package/2006/relationships"><Relationship Id="rId2" Type="http://schemas.openxmlformats.org/officeDocument/2006/relationships/image" Target="../media/image21.svg"/><Relationship Id="rId1" Type="http://schemas.openxmlformats.org/officeDocument/2006/relationships/slideMaster" Target="../slideMasters/slideMaster5.xml"/></Relationships>
</file>

<file path=ppt/slideLayouts/_rels/slideLayout24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5.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7.xml.rels><?xml version="1.0" encoding="UTF-8" standalone="yes"?>
<Relationships xmlns="http://schemas.openxmlformats.org/package/2006/relationships"><Relationship Id="rId2" Type="http://schemas.openxmlformats.org/officeDocument/2006/relationships/image" Target="../media/image21.svg"/><Relationship Id="rId1" Type="http://schemas.openxmlformats.org/officeDocument/2006/relationships/slideMaster" Target="../slideMasters/slideMaster5.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25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25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5.xml"/></Relationships>
</file>

<file path=ppt/slideLayouts/_rels/slideLayout25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5.xml"/></Relationships>
</file>

<file path=ppt/slideLayouts/_rels/slideLayout25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1.svg"/><Relationship Id="rId1" Type="http://schemas.openxmlformats.org/officeDocument/2006/relationships/slideMaster" Target="../slideMasters/slideMaster5.xml"/></Relationships>
</file>

<file path=ppt/slideLayouts/_rels/slideLayout25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1.svg"/><Relationship Id="rId1" Type="http://schemas.openxmlformats.org/officeDocument/2006/relationships/slideMaster" Target="../slideMasters/slideMaster5.xml"/></Relationships>
</file>

<file path=ppt/slideLayouts/_rels/slideLayout25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5.xml"/></Relationships>
</file>

<file path=ppt/slideLayouts/_rels/slideLayout25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5.xml"/></Relationships>
</file>

<file path=ppt/slideLayouts/_rels/slideLayout25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5.xml"/></Relationships>
</file>

<file path=ppt/slideLayouts/_rels/slideLayout26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5.xml"/></Relationships>
</file>

<file path=ppt/slideLayouts/_rels/slideLayout26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5.xml"/></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1.svg"/><Relationship Id="rId1" Type="http://schemas.openxmlformats.org/officeDocument/2006/relationships/slideMaster" Target="../slideMasters/slideMaster5.xml"/></Relationships>
</file>

<file path=ppt/slideLayouts/_rels/slideLayout2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5.xml"/></Relationships>
</file>

<file path=ppt/slideLayouts/_rels/slideLayout26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5.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Master" Target="../slideMasters/slideMaster5.xml"/><Relationship Id="rId4" Type="http://schemas.openxmlformats.org/officeDocument/2006/relationships/image" Target="../media/image8.png"/></Relationships>
</file>

<file path=ppt/slideLayouts/_rels/slideLayout270.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5.xml"/></Relationships>
</file>

<file path=ppt/slideLayouts/_rels/slideLayout271.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5.xml"/></Relationships>
</file>

<file path=ppt/slideLayouts/_rels/slideLayout27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svg"/><Relationship Id="rId1" Type="http://schemas.openxmlformats.org/officeDocument/2006/relationships/slideMaster" Target="../slideMasters/slideMaster5.xml"/></Relationships>
</file>

<file path=ppt/slideLayouts/_rels/slideLayout273.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5.xml"/></Relationships>
</file>

<file path=ppt/slideLayouts/_rels/slideLayout274.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5.xml"/></Relationships>
</file>

<file path=ppt/slideLayouts/_rels/slideLayout27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svg"/><Relationship Id="rId1" Type="http://schemas.openxmlformats.org/officeDocument/2006/relationships/slideMaster" Target="../slideMasters/slideMaster5.xml"/></Relationships>
</file>

<file path=ppt/slideLayouts/_rels/slideLayout27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svg"/><Relationship Id="rId1" Type="http://schemas.openxmlformats.org/officeDocument/2006/relationships/slideMaster" Target="../slideMasters/slideMaster5.xml"/></Relationships>
</file>

<file path=ppt/slideLayouts/_rels/slideLayout27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svg"/><Relationship Id="rId1" Type="http://schemas.openxmlformats.org/officeDocument/2006/relationships/slideMaster" Target="../slideMasters/slideMaster5.xml"/></Relationships>
</file>

<file path=ppt/slideLayouts/_rels/slideLayout27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5.xml"/></Relationships>
</file>

<file path=ppt/slideLayouts/_rels/slideLayout279.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svg"/><Relationship Id="rId1" Type="http://schemas.openxmlformats.org/officeDocument/2006/relationships/slideMaster" Target="../slideMasters/slideMaster5.xml"/></Relationships>
</file>

<file path=ppt/slideLayouts/_rels/slideLayout280.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svg"/><Relationship Id="rId1" Type="http://schemas.openxmlformats.org/officeDocument/2006/relationships/slideMaster" Target="../slideMasters/slideMaster5.xml"/><Relationship Id="rId4" Type="http://schemas.openxmlformats.org/officeDocument/2006/relationships/image" Target="../media/image8.png"/></Relationships>
</file>

<file path=ppt/slideLayouts/_rels/slideLayout281.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5.xml"/></Relationships>
</file>

<file path=ppt/slideLayouts/_rels/slideLayout28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6.xml"/></Relationships>
</file>

<file path=ppt/slideLayouts/_rels/slideLayout28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6.xml"/></Relationships>
</file>

<file path=ppt/slideLayouts/_rels/slideLayout28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Master" Target="../slideMasters/slideMaster6.xml"/><Relationship Id="rId4" Type="http://schemas.openxmlformats.org/officeDocument/2006/relationships/image" Target="../media/image8.png"/></Relationships>
</file>

<file path=ppt/slideLayouts/_rels/slideLayout28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svg"/><Relationship Id="rId1" Type="http://schemas.openxmlformats.org/officeDocument/2006/relationships/slideMaster" Target="../slideMasters/slideMaster6.xml"/><Relationship Id="rId4" Type="http://schemas.openxmlformats.org/officeDocument/2006/relationships/image" Target="../media/image8.png"/></Relationships>
</file>

<file path=ppt/slideLayouts/_rels/slideLayout28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Master" Target="../slideMasters/slideMaster6.xml"/><Relationship Id="rId4" Type="http://schemas.openxmlformats.org/officeDocument/2006/relationships/image" Target="../media/image8.png"/></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88.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6.xml"/></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0.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6.xml"/></Relationships>
</file>

<file path=ppt/slideLayouts/_rels/slideLayout29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svg"/><Relationship Id="rId1" Type="http://schemas.openxmlformats.org/officeDocument/2006/relationships/slideMaster" Target="../slideMasters/slideMaster6.xml"/></Relationships>
</file>

<file path=ppt/slideLayouts/_rels/slideLayout29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3.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6.xml"/></Relationships>
</file>

<file path=ppt/slideLayouts/_rels/slideLayout29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6.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6.xml.rels><?xml version="1.0" encoding="UTF-8" standalone="yes"?>
<Relationships xmlns="http://schemas.openxmlformats.org/package/2006/relationships"><Relationship Id="rId2" Type="http://schemas.openxmlformats.org/officeDocument/2006/relationships/image" Target="../media/image9.svg"/><Relationship Id="rId1" Type="http://schemas.openxmlformats.org/officeDocument/2006/relationships/slideMaster" Target="../slideMasters/slideMaster6.xml"/></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0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6.xml"/></Relationships>
</file>

<file path=ppt/slideLayouts/_rels/slideLayout30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6.xml"/></Relationships>
</file>

<file path=ppt/slideLayouts/_rels/slideLayout30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6.xml"/></Relationships>
</file>

<file path=ppt/slideLayouts/_rels/slideLayout30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6.xml"/></Relationships>
</file>

<file path=ppt/slideLayouts/_rels/slideLayout30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svg"/><Relationship Id="rId1" Type="http://schemas.openxmlformats.org/officeDocument/2006/relationships/slideMaster" Target="../slideMasters/slideMaster6.xml"/></Relationships>
</file>

<file path=ppt/slideLayouts/_rels/slideLayout30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svg"/><Relationship Id="rId1" Type="http://schemas.openxmlformats.org/officeDocument/2006/relationships/slideMaster" Target="../slideMasters/slideMaster6.xml"/></Relationships>
</file>

<file path=ppt/slideLayouts/_rels/slideLayout30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6.xml"/></Relationships>
</file>

<file path=ppt/slideLayouts/_rels/slideLayout30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6.xml"/></Relationships>
</file>

<file path=ppt/slideLayouts/_rels/slideLayout30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6.xml"/></Relationships>
</file>

<file path=ppt/slideLayouts/_rels/slideLayout30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6.xml"/></Relationships>
</file>

<file path=ppt/slideLayouts/_rels/slideLayout3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svg"/><Relationship Id="rId1" Type="http://schemas.openxmlformats.org/officeDocument/2006/relationships/slideMaster" Target="../slideMasters/slideMaster6.xml"/></Relationships>
</file>

<file path=ppt/slideLayouts/_rels/slideLayout3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svg"/><Relationship Id="rId1" Type="http://schemas.openxmlformats.org/officeDocument/2006/relationships/slideMaster" Target="../slideMasters/slideMaster6.xml"/></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3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gray">
          <a:xfrm>
            <a:off x="10094400" y="6166373"/>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a:prstGeom prst="rect">
            <a:avLst/>
          </a:prstGeom>
        </p:spPr>
        <p:txBody>
          <a:bodyPr/>
          <a:lstStyle>
            <a:lvl1pPr algn="l">
              <a:defRPr/>
            </a:lvl1pPr>
          </a:lstStyle>
          <a:p>
            <a:r>
              <a:rPr lang="en-US"/>
              <a:t>ONLY FOR INTERNAL USE</a:t>
            </a:r>
          </a:p>
        </p:txBody>
      </p:sp>
    </p:spTree>
    <p:extLst>
      <p:ext uri="{BB962C8B-B14F-4D97-AF65-F5344CB8AC3E}">
        <p14:creationId xmlns:p14="http://schemas.microsoft.com/office/powerpoint/2010/main" val="40713460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gray">
          <a:xfrm>
            <a:off x="10094400" y="6166373"/>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a:prstGeom prst="rect">
            <a:avLst/>
          </a:prstGeom>
        </p:spPr>
        <p:txBody>
          <a:bodyPr/>
          <a:lstStyle>
            <a:lvl1pPr algn="l">
              <a:defRPr>
                <a:solidFill>
                  <a:schemeClr val="bg1"/>
                </a:solidFill>
              </a:defRPr>
            </a:lvl1pPr>
          </a:lstStyle>
          <a:p>
            <a:r>
              <a:rPr lang="en-US"/>
              <a:t>ONLY FOR INTERNAL USE</a:t>
            </a:r>
          </a:p>
        </p:txBody>
      </p:sp>
    </p:spTree>
    <p:extLst>
      <p:ext uri="{BB962C8B-B14F-4D97-AF65-F5344CB8AC3E}">
        <p14:creationId xmlns:p14="http://schemas.microsoft.com/office/powerpoint/2010/main" val="32256718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a:prstGeom prst="rect">
            <a:avLst/>
          </a:prstGeo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a:extLst>
                <a:ext uri="{96DAC541-7B7A-43D3-8B79-37D633B846F1}">
                  <asvg:svgBlip xmlns:asvg="http://schemas.microsoft.com/office/drawing/2016/SVG/main" r:embed="rId2"/>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966635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a:prstGeom prst="rect">
            <a:avLst/>
          </a:prstGeo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a:extLst>
                <a:ext uri="{96DAC541-7B7A-43D3-8B79-37D633B846F1}">
                  <asvg:svgBlip xmlns:asvg="http://schemas.microsoft.com/office/drawing/2016/SVG/main" r:embed="rId2"/>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4590618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7" y="6165328"/>
            <a:ext cx="5040000" cy="216000"/>
          </a:xfrm>
          <a:prstGeom prst="rect">
            <a:avLst/>
          </a:prstGeo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57512947"/>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6" y="1412876"/>
            <a:ext cx="11233151" cy="4537075"/>
          </a:xfrm>
        </p:spPr>
        <p:txBody>
          <a:bodyPr/>
          <a:lstStyle>
            <a:lvl1pPr marL="359991" indent="-359991">
              <a:spcBef>
                <a:spcPts val="1800"/>
              </a:spcBef>
              <a:buFont typeface="+mj-lt"/>
              <a:buAutoNum type="arabicPeriod"/>
              <a:defRPr sz="2000"/>
            </a:lvl1pPr>
            <a:lvl2pPr marL="539987" indent="-179996">
              <a:spcBef>
                <a:spcPts val="200"/>
              </a:spcBef>
              <a:spcAft>
                <a:spcPts val="200"/>
              </a:spcAft>
              <a:buFont typeface="Arial" panose="020B0604020202020204" pitchFamily="34" charset="0"/>
              <a:buChar char="•"/>
              <a:defRPr/>
            </a:lvl2pPr>
            <a:lvl3pPr marL="539987" indent="-179996">
              <a:spcBef>
                <a:spcPts val="200"/>
              </a:spcBef>
              <a:spcAft>
                <a:spcPts val="200"/>
              </a:spcAft>
              <a:buFont typeface="Arial" panose="020B0604020202020204" pitchFamily="34" charset="0"/>
              <a:buChar char="•"/>
              <a:defRPr/>
            </a:lvl3pPr>
            <a:lvl4pPr marL="539987" indent="-179996">
              <a:spcBef>
                <a:spcPts val="200"/>
              </a:spcBef>
              <a:spcAft>
                <a:spcPts val="200"/>
              </a:spcAft>
              <a:buFont typeface="Arial" panose="020B0604020202020204" pitchFamily="34" charset="0"/>
              <a:buChar char="•"/>
              <a:defRPr/>
            </a:lvl4pPr>
            <a:lvl5pPr marL="539987" indent="-179996">
              <a:spcBef>
                <a:spcPts val="200"/>
              </a:spcBef>
              <a:spcAft>
                <a:spcPts val="200"/>
              </a:spcAft>
              <a:buFont typeface="Arial" panose="020B0604020202020204" pitchFamily="34" charset="0"/>
              <a:buChar char="•"/>
              <a:defRPr sz="1600"/>
            </a:lvl5pPr>
            <a:lvl6pPr marL="539987" indent="-179996">
              <a:spcBef>
                <a:spcPts val="200"/>
              </a:spcBef>
              <a:spcAft>
                <a:spcPts val="200"/>
              </a:spcAft>
              <a:buFont typeface="Arial" panose="020B0604020202020204" pitchFamily="34" charset="0"/>
              <a:buChar char="•"/>
              <a:defRPr sz="1600"/>
            </a:lvl6pPr>
            <a:lvl7pPr marL="539987" indent="-179996">
              <a:spcBef>
                <a:spcPts val="200"/>
              </a:spcBef>
              <a:spcAft>
                <a:spcPts val="200"/>
              </a:spcAft>
              <a:buFont typeface="Arial" panose="020B0604020202020204" pitchFamily="34" charset="0"/>
              <a:buChar char="•"/>
              <a:defRPr sz="1600"/>
            </a:lvl7pPr>
            <a:lvl8pPr marL="539987" indent="-179996">
              <a:spcBef>
                <a:spcPts val="200"/>
              </a:spcBef>
              <a:spcAft>
                <a:spcPts val="200"/>
              </a:spcAft>
              <a:buFont typeface="Arial" panose="020B0604020202020204" pitchFamily="34" charset="0"/>
              <a:buChar char="•"/>
              <a:defRPr sz="1600"/>
            </a:lvl8pPr>
            <a:lvl9pPr marL="539987" indent="-179996">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4259958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5"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5"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5"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5"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1618203822"/>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Tree>
    <p:extLst>
      <p:ext uri="{BB962C8B-B14F-4D97-AF65-F5344CB8AC3E}">
        <p14:creationId xmlns:p14="http://schemas.microsoft.com/office/powerpoint/2010/main" val="283000008"/>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239642849"/>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6" y="1412875"/>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6"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069193835"/>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6"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33882643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6"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6937643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15835769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4012692822"/>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9246131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a:prstGeom prst="rect">
            <a:avLst/>
          </a:prstGeom>
        </p:spPr>
        <p:txBody>
          <a:bodyPr/>
          <a:lstStyle>
            <a:lvl1pPr>
              <a:defRPr>
                <a:solidFill>
                  <a:schemeClr val="bg1"/>
                </a:solidFill>
              </a:defRPr>
            </a:lvl1pPr>
          </a:lstStyle>
          <a:p>
            <a:r>
              <a:rPr lang="en-US"/>
              <a:t>Presentation title    |    </a:t>
            </a:r>
          </a:p>
          <a:p>
            <a:r>
              <a:rPr lang="en-US"/>
              <a:t>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287703967"/>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414061951"/>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3" y="1413223"/>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9"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40"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Tree>
    <p:extLst>
      <p:ext uri="{BB962C8B-B14F-4D97-AF65-F5344CB8AC3E}">
        <p14:creationId xmlns:p14="http://schemas.microsoft.com/office/powerpoint/2010/main" val="2327353862"/>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90"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740785132"/>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4"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995246037"/>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7" y="0"/>
            <a:ext cx="4043363"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43502093"/>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2"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494933957"/>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832816044"/>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8"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809848678"/>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1"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a:xfrm>
            <a:off x="6312024" y="6246836"/>
            <a:ext cx="5040560" cy="288000"/>
          </a:xfrm>
          <a:prstGeom prst="rect">
            <a:avLst/>
          </a:prstGeom>
        </p:spPr>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158610983"/>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5"/>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a:xfrm>
            <a:off x="6312024" y="6246836"/>
            <a:ext cx="5040560" cy="288000"/>
          </a:xfrm>
          <a:prstGeom prst="rect">
            <a:avLst/>
          </a:prstGeom>
        </p:spPr>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1448112326"/>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2"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6"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a:xfrm>
            <a:off x="6312024" y="6246836"/>
            <a:ext cx="5040560" cy="288000"/>
          </a:xfrm>
          <a:prstGeom prst="rect">
            <a:avLst/>
          </a:prstGeom>
        </p:spPr>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120560460"/>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7" y="0"/>
            <a:ext cx="4043363"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5"/>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a:xfrm>
            <a:off x="6312024" y="6246836"/>
            <a:ext cx="5040560" cy="288000"/>
          </a:xfrm>
          <a:prstGeom prst="rect">
            <a:avLst/>
          </a:prstGeom>
        </p:spPr>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6753238"/>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3"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5"/>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a:xfrm>
            <a:off x="6312024" y="6246836"/>
            <a:ext cx="5040560" cy="288000"/>
          </a:xfrm>
          <a:prstGeom prst="rect">
            <a:avLst/>
          </a:prstGeom>
        </p:spPr>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825525858"/>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47643049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66275609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2" y="0"/>
            <a:ext cx="12191999"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5"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8"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287317322"/>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6" y="476251"/>
            <a:ext cx="11233151"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6"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9"/>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4"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pPr marL="0" indent="0" algn="l">
                <a:buFont typeface="Arial" panose="020B0604020202020204" pitchFamily="34" charset="0"/>
                <a:buNone/>
              </a:pPr>
              <a:t>2026</a:t>
            </a:fld>
            <a:r>
              <a:rPr lang="en-US" sz="900"/>
              <a:t> Boehringer Ingelheim International GmbH. All rights reserved.</a:t>
            </a:r>
          </a:p>
        </p:txBody>
      </p:sp>
    </p:spTree>
    <p:extLst>
      <p:ext uri="{BB962C8B-B14F-4D97-AF65-F5344CB8AC3E}">
        <p14:creationId xmlns:p14="http://schemas.microsoft.com/office/powerpoint/2010/main" val="63184497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blank">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0AD1C50B-E8A2-4BF1-8E49-B64B7009FA23}" type="datetime1">
              <a:rPr lang="en-GB" noProof="0" smtClean="0"/>
              <a:t>13/05/2026</a:t>
            </a:fld>
            <a:endParaRPr lang="en-GB" noProof="0"/>
          </a:p>
        </p:txBody>
      </p:sp>
      <p:sp>
        <p:nvSpPr>
          <p:cNvPr id="3" name="Fußzeilenplatzhalter 2"/>
          <p:cNvSpPr>
            <a:spLocks noGrp="1"/>
          </p:cNvSpPr>
          <p:nvPr>
            <p:ph type="ftr" sz="quarter" idx="11"/>
          </p:nvPr>
        </p:nvSpPr>
        <p:spPr>
          <a:xfrm>
            <a:off x="6312024" y="6246836"/>
            <a:ext cx="5040560" cy="288000"/>
          </a:xfrm>
          <a:prstGeom prst="rect">
            <a:avLst/>
          </a:prstGeom>
        </p:spPr>
        <p:txBody>
          <a:bodyPr/>
          <a:lstStyle/>
          <a:p>
            <a:endParaRPr lang="en-GB" noProof="0"/>
          </a:p>
        </p:txBody>
      </p:sp>
      <p:sp>
        <p:nvSpPr>
          <p:cNvPr id="4" name="Foliennummernplatzhalter 3"/>
          <p:cNvSpPr>
            <a:spLocks noGrp="1"/>
          </p:cNvSpPr>
          <p:nvPr>
            <p:ph type="sldNum" sz="quarter" idx="12"/>
          </p:nvPr>
        </p:nvSpPr>
        <p:spPr/>
        <p:txBody>
          <a:bodyPr/>
          <a:lstStyle/>
          <a:p>
            <a:fld id="{143B55C4-4F5A-416B-997D-6CE47EB0A945}" type="slidenum">
              <a:rPr lang="en-GB" noProof="0" smtClean="0"/>
              <a:t>‹#›</a:t>
            </a:fld>
            <a:endParaRPr lang="en-GB" noProof="0"/>
          </a:p>
        </p:txBody>
      </p:sp>
      <p:pic>
        <p:nvPicPr>
          <p:cNvPr id="5"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2350558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96352410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56_Title Slide">
    <p:spTree>
      <p:nvGrpSpPr>
        <p:cNvPr id="1" name=""/>
        <p:cNvGrpSpPr/>
        <p:nvPr/>
      </p:nvGrpSpPr>
      <p:grpSpPr>
        <a:xfrm>
          <a:off x="0" y="0"/>
          <a:ext cx="0" cy="0"/>
          <a:chOff x="0" y="0"/>
          <a:chExt cx="0" cy="0"/>
        </a:xfrm>
      </p:grpSpPr>
      <p:sp>
        <p:nvSpPr>
          <p:cNvPr id="7" name="Picture Placeholder 2"/>
          <p:cNvSpPr>
            <a:spLocks noGrp="1"/>
          </p:cNvSpPr>
          <p:nvPr>
            <p:ph type="pic" sz="quarter" idx="11"/>
          </p:nvPr>
        </p:nvSpPr>
        <p:spPr>
          <a:xfrm>
            <a:off x="6583081" y="239892"/>
            <a:ext cx="5300117" cy="6335891"/>
          </a:xfrm>
          <a:custGeom>
            <a:avLst/>
            <a:gdLst/>
            <a:ahLst/>
            <a:cxnLst/>
            <a:rect l="l" t="t" r="r" b="b"/>
            <a:pathLst>
              <a:path w="4335753" h="5183067">
                <a:moveTo>
                  <a:pt x="2624125" y="1178296"/>
                </a:moveTo>
                <a:cubicBezTo>
                  <a:pt x="2698245" y="1173058"/>
                  <a:pt x="2774671" y="1189136"/>
                  <a:pt x="2843864" y="1229085"/>
                </a:cubicBezTo>
                <a:cubicBezTo>
                  <a:pt x="3028381" y="1335615"/>
                  <a:pt x="3091600" y="1571555"/>
                  <a:pt x="2985070" y="1756071"/>
                </a:cubicBezTo>
                <a:lnTo>
                  <a:pt x="1117895" y="4990113"/>
                </a:lnTo>
                <a:cubicBezTo>
                  <a:pt x="1011365" y="5174629"/>
                  <a:pt x="775425" y="5237849"/>
                  <a:pt x="590909" y="5131318"/>
                </a:cubicBezTo>
                <a:cubicBezTo>
                  <a:pt x="406393" y="5024788"/>
                  <a:pt x="343173" y="4788848"/>
                  <a:pt x="449703" y="4604332"/>
                </a:cubicBezTo>
                <a:lnTo>
                  <a:pt x="2316878" y="1370290"/>
                </a:lnTo>
                <a:cubicBezTo>
                  <a:pt x="2383459" y="1254968"/>
                  <a:pt x="2500592" y="1187027"/>
                  <a:pt x="2624125" y="1178296"/>
                </a:cubicBezTo>
                <a:close/>
                <a:moveTo>
                  <a:pt x="3923060" y="861165"/>
                </a:moveTo>
                <a:cubicBezTo>
                  <a:pt x="3997180" y="855927"/>
                  <a:pt x="4073605" y="872005"/>
                  <a:pt x="4142799" y="911954"/>
                </a:cubicBezTo>
                <a:cubicBezTo>
                  <a:pt x="4327315" y="1018484"/>
                  <a:pt x="4390534" y="1254424"/>
                  <a:pt x="4284004" y="1438940"/>
                </a:cubicBezTo>
                <a:lnTo>
                  <a:pt x="2416832" y="4672979"/>
                </a:lnTo>
                <a:cubicBezTo>
                  <a:pt x="2310301" y="4857495"/>
                  <a:pt x="2074361" y="4920715"/>
                  <a:pt x="1889845" y="4814185"/>
                </a:cubicBezTo>
                <a:cubicBezTo>
                  <a:pt x="1705329" y="4707654"/>
                  <a:pt x="1642109" y="4471714"/>
                  <a:pt x="1748639" y="4287198"/>
                </a:cubicBezTo>
                <a:lnTo>
                  <a:pt x="3615812" y="1053159"/>
                </a:lnTo>
                <a:cubicBezTo>
                  <a:pt x="3682394" y="937837"/>
                  <a:pt x="3799525" y="869895"/>
                  <a:pt x="3923060" y="861165"/>
                </a:cubicBezTo>
                <a:close/>
                <a:moveTo>
                  <a:pt x="2226169" y="961"/>
                </a:moveTo>
                <a:cubicBezTo>
                  <a:pt x="2300289" y="-4277"/>
                  <a:pt x="2376714" y="11800"/>
                  <a:pt x="2445908" y="51750"/>
                </a:cubicBezTo>
                <a:cubicBezTo>
                  <a:pt x="2630424" y="158280"/>
                  <a:pt x="2693644" y="394220"/>
                  <a:pt x="2587114" y="578736"/>
                </a:cubicBezTo>
                <a:lnTo>
                  <a:pt x="719942" y="3812773"/>
                </a:lnTo>
                <a:cubicBezTo>
                  <a:pt x="613411" y="3997289"/>
                  <a:pt x="377471" y="4060509"/>
                  <a:pt x="192955" y="3953979"/>
                </a:cubicBezTo>
                <a:cubicBezTo>
                  <a:pt x="8439" y="3847448"/>
                  <a:pt x="-54781" y="3611508"/>
                  <a:pt x="51749" y="3426992"/>
                </a:cubicBezTo>
                <a:lnTo>
                  <a:pt x="1918921" y="192955"/>
                </a:lnTo>
                <a:cubicBezTo>
                  <a:pt x="1985503" y="77633"/>
                  <a:pt x="2102635" y="9691"/>
                  <a:pt x="2226169" y="961"/>
                </a:cubicBezTo>
                <a:close/>
              </a:path>
            </a:pathLst>
          </a:custGeom>
          <a:noFill/>
        </p:spPr>
        <p:txBody>
          <a:bodyPr lIns="68580" tIns="34290" rIns="68580" bIns="34290" anchor="ctr">
            <a:normAutofit/>
          </a:bodyPr>
          <a:lstStyle>
            <a:lvl1pPr marL="0" indent="0" algn="ctr">
              <a:buNone/>
              <a:defRPr sz="1660" baseline="0">
                <a:latin typeface="OPPOSans M" panose="00020600040101010101" pitchFamily="18" charset="-122"/>
                <a:cs typeface="Lato Regular"/>
              </a:defRPr>
            </a:lvl1pPr>
          </a:lstStyle>
          <a:p>
            <a:endParaRPr lang="en-US"/>
          </a:p>
        </p:txBody>
      </p:sp>
    </p:spTree>
    <p:extLst>
      <p:ext uri="{BB962C8B-B14F-4D97-AF65-F5344CB8AC3E}">
        <p14:creationId xmlns:p14="http://schemas.microsoft.com/office/powerpoint/2010/main" val="127122722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标题">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891F1F4-B9F8-8CFC-C6FD-77C2D4ACAB82}"/>
              </a:ext>
            </a:extLst>
          </p:cNvPr>
          <p:cNvSpPr>
            <a:spLocks noGrp="1"/>
          </p:cNvSpPr>
          <p:nvPr>
            <p:ph type="dt" sz="half" idx="10"/>
          </p:nvPr>
        </p:nvSpPr>
        <p:spPr/>
        <p:txBody>
          <a:bodyPr/>
          <a:lstStyle/>
          <a:p>
            <a:fld id="{5DE66590-3E96-4764-9BF7-697F166BBDD2}" type="datetimeFigureOut">
              <a:rPr lang="zh-CN" altLang="en-US" smtClean="0"/>
              <a:t>2026/5/13</a:t>
            </a:fld>
            <a:endParaRPr lang="zh-CN" altLang="en-US"/>
          </a:p>
        </p:txBody>
      </p:sp>
      <p:sp>
        <p:nvSpPr>
          <p:cNvPr id="3" name="页脚占位符 2">
            <a:extLst>
              <a:ext uri="{FF2B5EF4-FFF2-40B4-BE49-F238E27FC236}">
                <a16:creationId xmlns:a16="http://schemas.microsoft.com/office/drawing/2014/main" id="{AC5AB01F-981A-1245-32FD-CA7ED3F1EF60}"/>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40D059A1-3ADB-385A-0ACA-C3332CFAA1B5}"/>
              </a:ext>
            </a:extLst>
          </p:cNvPr>
          <p:cNvSpPr>
            <a:spLocks noGrp="1"/>
          </p:cNvSpPr>
          <p:nvPr>
            <p:ph type="sldNum" sz="quarter" idx="12"/>
          </p:nvPr>
        </p:nvSpPr>
        <p:spPr/>
        <p:txBody>
          <a:bodyPr/>
          <a:lstStyle/>
          <a:p>
            <a:fld id="{01C16240-A846-4458-80FC-BD33C1EA2FF0}" type="slidenum">
              <a:rPr lang="zh-CN" altLang="en-US" smtClean="0"/>
              <a:t>‹#›</a:t>
            </a:fld>
            <a:endParaRPr lang="zh-CN" altLang="en-US"/>
          </a:p>
        </p:txBody>
      </p:sp>
      <p:sp>
        <p:nvSpPr>
          <p:cNvPr id="6" name="文本占位符 5">
            <a:extLst>
              <a:ext uri="{FF2B5EF4-FFF2-40B4-BE49-F238E27FC236}">
                <a16:creationId xmlns:a16="http://schemas.microsoft.com/office/drawing/2014/main" id="{A7B5850D-D735-46B9-D260-373560190F41}"/>
              </a:ext>
            </a:extLst>
          </p:cNvPr>
          <p:cNvSpPr>
            <a:spLocks noGrp="1"/>
          </p:cNvSpPr>
          <p:nvPr>
            <p:ph type="body" sz="quarter" idx="13"/>
          </p:nvPr>
        </p:nvSpPr>
        <p:spPr>
          <a:xfrm>
            <a:off x="442913" y="454025"/>
            <a:ext cx="9600579" cy="398571"/>
          </a:xfrm>
        </p:spPr>
        <p:txBody>
          <a:bodyPr lIns="0" tIns="0" rIns="0" bIns="0" anchor="b" anchorCtr="0">
            <a:spAutoFit/>
          </a:bodyPr>
          <a:lstStyle>
            <a:lvl1pPr marL="0" indent="0">
              <a:buNone/>
              <a:defRPr lang="zh-CN" altLang="en-US" dirty="0">
                <a:gradFill>
                  <a:gsLst>
                    <a:gs pos="0">
                      <a:schemeClr val="accent1"/>
                    </a:gs>
                    <a:gs pos="100000">
                      <a:schemeClr val="accent1">
                        <a:lumMod val="75000"/>
                      </a:schemeClr>
                    </a:gs>
                  </a:gsLst>
                  <a:lin ang="2700000" scaled="1"/>
                </a:gradFill>
                <a:latin typeface="+mj-ea"/>
                <a:ea typeface="+mj-ea"/>
              </a:defRPr>
            </a:lvl1pPr>
          </a:lstStyle>
          <a:p>
            <a:pPr lvl="0"/>
            <a:r>
              <a:rPr lang="zh-CN" altLang="en-US"/>
              <a:t>单击此处编辑母版文本样式</a:t>
            </a:r>
          </a:p>
        </p:txBody>
      </p:sp>
    </p:spTree>
    <p:extLst>
      <p:ext uri="{BB962C8B-B14F-4D97-AF65-F5344CB8AC3E}">
        <p14:creationId xmlns:p14="http://schemas.microsoft.com/office/powerpoint/2010/main" val="37837935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1" y="274638"/>
            <a:ext cx="10972800" cy="582595"/>
          </a:xfrm>
          <a:prstGeom prst="rect">
            <a:avLst/>
          </a:prstGeom>
        </p:spPr>
        <p:txBody>
          <a:bodyPr lIns="91429" tIns="45715" rIns="91429" bIns="45715" anchor="ctr" anchorCtr="0"/>
          <a:lstStyle>
            <a:lvl1pPr algn="l">
              <a:defRPr sz="2880">
                <a:solidFill>
                  <a:schemeClr val="accent1"/>
                </a:solidFill>
                <a:latin typeface="+mj-ea"/>
                <a:ea typeface="+mj-ea"/>
              </a:defRPr>
            </a:lvl1pPr>
          </a:lstStyle>
          <a:p>
            <a:r>
              <a:rPr lang="zh-CN" altLang="en-US"/>
              <a:t>单击此处编辑母版标题样式</a:t>
            </a:r>
          </a:p>
        </p:txBody>
      </p:sp>
      <p:sp>
        <p:nvSpPr>
          <p:cNvPr id="7" name="内容占位符 2"/>
          <p:cNvSpPr>
            <a:spLocks noGrp="1"/>
          </p:cNvSpPr>
          <p:nvPr>
            <p:ph idx="1"/>
          </p:nvPr>
        </p:nvSpPr>
        <p:spPr>
          <a:xfrm>
            <a:off x="609601" y="988219"/>
            <a:ext cx="10972800" cy="5184000"/>
          </a:xfrm>
          <a:prstGeom prst="rect">
            <a:avLst/>
          </a:prstGeom>
        </p:spPr>
        <p:txBody>
          <a:bodyPr lIns="91429" tIns="45715" rIns="91429" bIns="45715"/>
          <a:lstStyle>
            <a:lvl1pPr>
              <a:defRPr sz="1920">
                <a:latin typeface="+mj-ea"/>
                <a:ea typeface="+mj-ea"/>
              </a:defRPr>
            </a:lvl1pPr>
            <a:lvl2pPr>
              <a:defRPr sz="1920">
                <a:latin typeface="+mj-ea"/>
                <a:ea typeface="+mj-ea"/>
              </a:defRPr>
            </a:lvl2pPr>
            <a:lvl3pPr>
              <a:defRPr sz="1680">
                <a:latin typeface="+mj-ea"/>
                <a:ea typeface="+mj-ea"/>
              </a:defRPr>
            </a:lvl3pPr>
            <a:lvl4pPr>
              <a:defRPr sz="1680">
                <a:latin typeface="+mj-ea"/>
                <a:ea typeface="+mj-ea"/>
              </a:defRPr>
            </a:lvl4pPr>
            <a:lvl5pPr>
              <a:defRPr sz="1680">
                <a:latin typeface="+mj-ea"/>
                <a:ea typeface="+mj-ea"/>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文本占位符 11"/>
          <p:cNvSpPr>
            <a:spLocks noGrp="1"/>
          </p:cNvSpPr>
          <p:nvPr>
            <p:ph type="body" sz="quarter" idx="10" hasCustomPrompt="1"/>
          </p:nvPr>
        </p:nvSpPr>
        <p:spPr>
          <a:xfrm>
            <a:off x="609605" y="6467588"/>
            <a:ext cx="8462726" cy="318256"/>
          </a:xfrm>
          <a:prstGeom prst="rect">
            <a:avLst/>
          </a:prstGeom>
        </p:spPr>
        <p:txBody>
          <a:bodyPr lIns="76179" tIns="38089" rIns="76179" bIns="38089" anchor="ctr"/>
          <a:lstStyle>
            <a:lvl1pPr marL="0" indent="0">
              <a:buNone/>
              <a:defRPr kumimoji="0" lang="zh-CN" altLang="en-US" sz="1200" b="0" i="0" u="none" strike="noStrike" kern="0" cap="none" spc="0" normalizeH="0" baseline="0" noProof="0" dirty="0" smtClean="0">
                <a:ln>
                  <a:noFill/>
                </a:ln>
                <a:solidFill>
                  <a:schemeClr val="tx1"/>
                </a:solidFill>
                <a:effectLst/>
                <a:uLnTx/>
                <a:uFillTx/>
                <a:latin typeface="+mj-ea"/>
                <a:ea typeface="+mj-ea"/>
                <a:cs typeface="+mn-cs"/>
              </a:defRPr>
            </a:lvl1pPr>
          </a:lstStyle>
          <a:p>
            <a:pPr lvl="0"/>
            <a:r>
              <a:rPr lang="zh-CN" altLang="en-US"/>
              <a:t>数据来源：</a:t>
            </a:r>
          </a:p>
        </p:txBody>
      </p:sp>
    </p:spTree>
    <p:extLst>
      <p:ext uri="{BB962C8B-B14F-4D97-AF65-F5344CB8AC3E}">
        <p14:creationId xmlns:p14="http://schemas.microsoft.com/office/powerpoint/2010/main" val="243507666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6_标题和内容">
    <p:spTree>
      <p:nvGrpSpPr>
        <p:cNvPr id="1" name=""/>
        <p:cNvGrpSpPr/>
        <p:nvPr/>
      </p:nvGrpSpPr>
      <p:grpSpPr>
        <a:xfrm>
          <a:off x="0" y="0"/>
          <a:ext cx="0" cy="0"/>
          <a:chOff x="0" y="0"/>
          <a:chExt cx="0" cy="0"/>
        </a:xfrm>
      </p:grpSpPr>
      <p:sp>
        <p:nvSpPr>
          <p:cNvPr id="4" name="标题 1"/>
          <p:cNvSpPr>
            <a:spLocks noGrp="1"/>
          </p:cNvSpPr>
          <p:nvPr>
            <p:ph type="title"/>
          </p:nvPr>
        </p:nvSpPr>
        <p:spPr>
          <a:xfrm>
            <a:off x="609601" y="274638"/>
            <a:ext cx="10972800" cy="582595"/>
          </a:xfrm>
          <a:prstGeom prst="rect">
            <a:avLst/>
          </a:prstGeom>
        </p:spPr>
        <p:txBody>
          <a:bodyPr lIns="91429" tIns="45715" rIns="91429" bIns="45715" anchor="ctr" anchorCtr="0"/>
          <a:lstStyle>
            <a:lvl1pPr algn="l">
              <a:defRPr sz="2880">
                <a:solidFill>
                  <a:schemeClr val="accent1"/>
                </a:solidFill>
                <a:latin typeface="+mj-ea"/>
                <a:ea typeface="+mj-ea"/>
              </a:defRPr>
            </a:lvl1pPr>
          </a:lstStyle>
          <a:p>
            <a:r>
              <a:rPr lang="zh-CN" altLang="en-US"/>
              <a:t>单击此处编辑母版标题样式</a:t>
            </a:r>
          </a:p>
        </p:txBody>
      </p:sp>
      <p:sp>
        <p:nvSpPr>
          <p:cNvPr id="8" name="文本占位符 11"/>
          <p:cNvSpPr>
            <a:spLocks noGrp="1"/>
          </p:cNvSpPr>
          <p:nvPr>
            <p:ph type="body" sz="quarter" idx="10" hasCustomPrompt="1"/>
          </p:nvPr>
        </p:nvSpPr>
        <p:spPr>
          <a:xfrm>
            <a:off x="609605" y="6467588"/>
            <a:ext cx="8462726" cy="318256"/>
          </a:xfrm>
          <a:prstGeom prst="rect">
            <a:avLst/>
          </a:prstGeom>
        </p:spPr>
        <p:txBody>
          <a:bodyPr lIns="76179" tIns="38089" rIns="76179" bIns="38089" anchor="ctr"/>
          <a:lstStyle>
            <a:lvl1pPr marL="0" indent="0">
              <a:buNone/>
              <a:defRPr kumimoji="0" lang="zh-CN" altLang="en-US" sz="1200" b="0" i="0" u="none" strike="noStrike" kern="0" cap="none" spc="0" normalizeH="0" baseline="0" noProof="0" dirty="0" smtClean="0">
                <a:ln>
                  <a:noFill/>
                </a:ln>
                <a:solidFill>
                  <a:schemeClr val="tx1"/>
                </a:solidFill>
                <a:effectLst/>
                <a:uLnTx/>
                <a:uFillTx/>
                <a:latin typeface="+mj-ea"/>
                <a:ea typeface="+mj-ea"/>
                <a:cs typeface="+mn-cs"/>
              </a:defRPr>
            </a:lvl1pPr>
          </a:lstStyle>
          <a:p>
            <a:pPr lvl="0"/>
            <a:r>
              <a:rPr lang="zh-CN" altLang="en-US"/>
              <a:t>数据来源：</a:t>
            </a:r>
          </a:p>
        </p:txBody>
      </p:sp>
    </p:spTree>
    <p:extLst>
      <p:ext uri="{BB962C8B-B14F-4D97-AF65-F5344CB8AC3E}">
        <p14:creationId xmlns:p14="http://schemas.microsoft.com/office/powerpoint/2010/main" val="373488531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2D8156-BF7E-CDE9-3E99-F53A9DF5135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EF37C13-3D18-1362-FC67-B374142FB52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344C16-6798-D4A3-5624-CD52AA8D00F9}"/>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2229EC4C-9B85-91E1-ED6A-2A694801D0DD}"/>
              </a:ext>
            </a:extLst>
          </p:cNvPr>
          <p:cNvSpPr>
            <a:spLocks noGrp="1"/>
          </p:cNvSpPr>
          <p:nvPr>
            <p:ph type="ftr" sz="quarter" idx="11"/>
          </p:nvPr>
        </p:nvSpPr>
        <p:spPr/>
        <p:txBody>
          <a:bodyPr/>
          <a:lstStyle/>
          <a:p>
            <a:r>
              <a:rPr lang="en-US"/>
              <a:t>Presentation title    |    ONLY FOR INTERNAL USE</a:t>
            </a:r>
          </a:p>
        </p:txBody>
      </p:sp>
      <p:sp>
        <p:nvSpPr>
          <p:cNvPr id="6" name="Slide Number Placeholder 5">
            <a:extLst>
              <a:ext uri="{FF2B5EF4-FFF2-40B4-BE49-F238E27FC236}">
                <a16:creationId xmlns:a16="http://schemas.microsoft.com/office/drawing/2014/main" id="{F2033110-F28C-3315-85FF-6974DBBAE50C}"/>
              </a:ext>
            </a:extLst>
          </p:cNvPr>
          <p:cNvSpPr>
            <a:spLocks noGrp="1"/>
          </p:cNvSpPr>
          <p:nvPr>
            <p:ph type="sldNum" sz="quarter" idx="12"/>
          </p:nvPr>
        </p:nvSpPr>
        <p:spPr/>
        <p:txBody>
          <a:bodyPr/>
          <a:lstStyle/>
          <a:p>
            <a:fld id="{8D70766E-ED60-4152-BABF-438224519024}" type="slidenum">
              <a:rPr lang="en-US" smtClean="0"/>
              <a:t>‹#›</a:t>
            </a:fld>
            <a:endParaRPr lang="en-US"/>
          </a:p>
        </p:txBody>
      </p:sp>
    </p:spTree>
    <p:extLst>
      <p:ext uri="{BB962C8B-B14F-4D97-AF65-F5344CB8AC3E}">
        <p14:creationId xmlns:p14="http://schemas.microsoft.com/office/powerpoint/2010/main" val="116400970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gray">
          <a:xfrm>
            <a:off x="10094400" y="6166373"/>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ltLang="zh-CN"/>
              <a:t>TA CEC Portfolio Update|    ONLY FOR INTERNAL USE</a:t>
            </a:r>
          </a:p>
        </p:txBody>
      </p:sp>
    </p:spTree>
    <p:extLst>
      <p:ext uri="{BB962C8B-B14F-4D97-AF65-F5344CB8AC3E}">
        <p14:creationId xmlns:p14="http://schemas.microsoft.com/office/powerpoint/2010/main" val="407354235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gray">
          <a:xfrm>
            <a:off x="10094400" y="6166373"/>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ltLang="zh-CN">
                <a:solidFill>
                  <a:schemeClr val="bg1"/>
                </a:solidFill>
              </a:rPr>
              <a:t>TA CEC Portfolio Update|    ONLY FOR INTERNAL USE</a:t>
            </a:r>
          </a:p>
        </p:txBody>
      </p:sp>
    </p:spTree>
    <p:extLst>
      <p:ext uri="{BB962C8B-B14F-4D97-AF65-F5344CB8AC3E}">
        <p14:creationId xmlns:p14="http://schemas.microsoft.com/office/powerpoint/2010/main" val="414872323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ltLang="zh-CN"/>
              <a:t>TA CEC Portfolio Update|    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a:extLst>
                <a:ext uri="{96DAC541-7B7A-43D3-8B79-37D633B846F1}">
                  <asvg:svgBlip xmlns:asvg="http://schemas.microsoft.com/office/drawing/2016/SVG/main" r:embed="rId2"/>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20518772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ltLang="zh-CN"/>
              <a:t>TA CEC Portfolio Update|    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a:extLst>
                <a:ext uri="{96DAC541-7B7A-43D3-8B79-37D633B846F1}">
                  <asvg:svgBlip xmlns:asvg="http://schemas.microsoft.com/office/drawing/2016/SVG/main" r:embed="rId2"/>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3264678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7" y="6165328"/>
            <a:ext cx="5040000" cy="216000"/>
          </a:xfrm>
        </p:spPr>
        <p:txBody>
          <a:bodyPr/>
          <a:lstStyle>
            <a:lvl1pPr algn="l">
              <a:defRPr>
                <a:solidFill>
                  <a:schemeClr val="bg1"/>
                </a:solidFill>
              </a:defRPr>
            </a:lvl1pPr>
          </a:lstStyle>
          <a:p>
            <a:r>
              <a:rPr lang="en-US" altLang="zh-CN"/>
              <a:t>TA CEC Portfolio Update|    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904065615"/>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6" y="1412876"/>
            <a:ext cx="11233151" cy="4537075"/>
          </a:xfrm>
        </p:spPr>
        <p:txBody>
          <a:bodyPr/>
          <a:lstStyle>
            <a:lvl1pPr marL="359991" indent="-359991">
              <a:spcBef>
                <a:spcPts val="1800"/>
              </a:spcBef>
              <a:buFont typeface="+mj-lt"/>
              <a:buAutoNum type="arabicPeriod"/>
              <a:defRPr sz="2000"/>
            </a:lvl1pPr>
            <a:lvl2pPr marL="539987" indent="-179996">
              <a:spcBef>
                <a:spcPts val="200"/>
              </a:spcBef>
              <a:spcAft>
                <a:spcPts val="200"/>
              </a:spcAft>
              <a:buFont typeface="Arial" panose="020B0604020202020204" pitchFamily="34" charset="0"/>
              <a:buChar char="•"/>
              <a:defRPr/>
            </a:lvl2pPr>
            <a:lvl3pPr marL="539987" indent="-179996">
              <a:spcBef>
                <a:spcPts val="200"/>
              </a:spcBef>
              <a:spcAft>
                <a:spcPts val="200"/>
              </a:spcAft>
              <a:buFont typeface="Arial" panose="020B0604020202020204" pitchFamily="34" charset="0"/>
              <a:buChar char="•"/>
              <a:defRPr/>
            </a:lvl3pPr>
            <a:lvl4pPr marL="539987" indent="-179996">
              <a:spcBef>
                <a:spcPts val="200"/>
              </a:spcBef>
              <a:spcAft>
                <a:spcPts val="200"/>
              </a:spcAft>
              <a:buFont typeface="Arial" panose="020B0604020202020204" pitchFamily="34" charset="0"/>
              <a:buChar char="•"/>
              <a:defRPr/>
            </a:lvl4pPr>
            <a:lvl5pPr marL="539987" indent="-179996">
              <a:spcBef>
                <a:spcPts val="200"/>
              </a:spcBef>
              <a:spcAft>
                <a:spcPts val="200"/>
              </a:spcAft>
              <a:buFont typeface="Arial" panose="020B0604020202020204" pitchFamily="34" charset="0"/>
              <a:buChar char="•"/>
              <a:defRPr sz="1600"/>
            </a:lvl5pPr>
            <a:lvl6pPr marL="539987" indent="-179996">
              <a:spcBef>
                <a:spcPts val="200"/>
              </a:spcBef>
              <a:spcAft>
                <a:spcPts val="200"/>
              </a:spcAft>
              <a:buFont typeface="Arial" panose="020B0604020202020204" pitchFamily="34" charset="0"/>
              <a:buChar char="•"/>
              <a:defRPr sz="1600"/>
            </a:lvl6pPr>
            <a:lvl7pPr marL="539987" indent="-179996">
              <a:spcBef>
                <a:spcPts val="200"/>
              </a:spcBef>
              <a:spcAft>
                <a:spcPts val="200"/>
              </a:spcAft>
              <a:buFont typeface="Arial" panose="020B0604020202020204" pitchFamily="34" charset="0"/>
              <a:buChar char="•"/>
              <a:defRPr sz="1600"/>
            </a:lvl7pPr>
            <a:lvl8pPr marL="539987" indent="-179996">
              <a:spcBef>
                <a:spcPts val="200"/>
              </a:spcBef>
              <a:spcAft>
                <a:spcPts val="200"/>
              </a:spcAft>
              <a:buFont typeface="Arial" panose="020B0604020202020204" pitchFamily="34" charset="0"/>
              <a:buChar char="•"/>
              <a:defRPr sz="1600"/>
            </a:lvl8pPr>
            <a:lvl9pPr marL="539987" indent="-179996">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ltLang="zh-CN"/>
              <a:t>TA CEC Portfolio Update|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66724031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ltLang="zh-CN"/>
              <a:t>TA CEC Portfolio Update|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5"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5"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5"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5"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938799803"/>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ltLang="zh-CN"/>
              <a:t>TA CEC Portfolio Update|    ONLY FOR INTERNAL USE</a:t>
            </a:r>
          </a:p>
        </p:txBody>
      </p:sp>
    </p:spTree>
    <p:extLst>
      <p:ext uri="{BB962C8B-B14F-4D97-AF65-F5344CB8AC3E}">
        <p14:creationId xmlns:p14="http://schemas.microsoft.com/office/powerpoint/2010/main" val="3893108127"/>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ltLang="zh-CN"/>
              <a:t>TA CEC Portfolio Update|    ONLY FOR INTERNAL USE</a:t>
            </a:r>
          </a:p>
        </p:txBody>
      </p:sp>
    </p:spTree>
    <p:extLst>
      <p:ext uri="{BB962C8B-B14F-4D97-AF65-F5344CB8AC3E}">
        <p14:creationId xmlns:p14="http://schemas.microsoft.com/office/powerpoint/2010/main" val="2449303422"/>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6" y="1412875"/>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6"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ltLang="zh-CN"/>
              <a:t>TA CEC Portfolio Update|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902637914"/>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6"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ltLang="zh-CN"/>
              <a:t>TA CEC Portfolio Update|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8999116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6"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ltLang="zh-CN"/>
              <a:t>TA CEC Portfolio Update|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151096484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ltLang="zh-CN"/>
              <a:t>TA CEC Portfolio Update|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85398474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ltLang="zh-CN"/>
              <a:t>TA CEC Portfolio Update|    </a:t>
            </a:r>
          </a:p>
          <a:p>
            <a:r>
              <a:rPr lang="en-US" altLang="zh-CN"/>
              <a:t>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4222372034"/>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ltLang="zh-CN"/>
              <a:t>TA CEC Portfolio Update|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42945492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ltLang="zh-CN"/>
              <a:t>TA CEC Portfolio Update|   </a:t>
            </a:r>
          </a:p>
          <a:p>
            <a:r>
              <a:rPr lang="en-US" altLang="zh-CN"/>
              <a:t> 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4035051311"/>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ltLang="zh-CN"/>
              <a:t>TA CEC Portfolio Update|    ONLY FOR INTERNAL USE</a:t>
            </a:r>
          </a:p>
        </p:txBody>
      </p:sp>
    </p:spTree>
    <p:extLst>
      <p:ext uri="{BB962C8B-B14F-4D97-AF65-F5344CB8AC3E}">
        <p14:creationId xmlns:p14="http://schemas.microsoft.com/office/powerpoint/2010/main" val="4010905451"/>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3" y="1413223"/>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9"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40"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ltLang="zh-CN"/>
              <a:t>TA CEC Portfolio Update|    ONLY FOR INTERNAL USE</a:t>
            </a:r>
          </a:p>
        </p:txBody>
      </p:sp>
    </p:spTree>
    <p:extLst>
      <p:ext uri="{BB962C8B-B14F-4D97-AF65-F5344CB8AC3E}">
        <p14:creationId xmlns:p14="http://schemas.microsoft.com/office/powerpoint/2010/main" val="3290377132"/>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90"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ltLang="zh-CN"/>
              <a:t>TA CEC Portfolio Update|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883918156"/>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4"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ltLang="zh-CN"/>
              <a:t>TA CEC Portfolio Update|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988095295"/>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7" y="0"/>
            <a:ext cx="4043363"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ltLang="zh-CN"/>
              <a:t>TA CEC Portfolio Update|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456231112"/>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2"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ltLang="zh-CN"/>
              <a:t>TA CEC Portfolio Update|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097045613"/>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ltLang="zh-CN"/>
              <a:t>TA CEC Portfolio Update|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7982649"/>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8"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ltLang="zh-CN"/>
              <a:t>TA CEC Portfolio Update|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818363044"/>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1"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ltLang="zh-CN"/>
              <a:t>TA CEC Portfolio Update|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920972931"/>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5"/>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ltLang="zh-CN"/>
              <a:t>TA CEC Portfolio Update|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1557599861"/>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2"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6"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ltLang="zh-CN"/>
              <a:t>TA CEC Portfolio Update|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379046605"/>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7" y="0"/>
            <a:ext cx="4043363"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5"/>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ltLang="zh-CN"/>
              <a:t>TA CEC Portfolio Update|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596083742"/>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3"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5"/>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ltLang="zh-CN"/>
              <a:t>TA CEC Portfolio Update|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286299823"/>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2_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ltLang="zh-CN"/>
              <a:t>TA CEC Portfolio Update|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20197226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ltLang="zh-CN"/>
              <a:t>TA CEC Portfolio Update|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614420967"/>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2" y="0"/>
            <a:ext cx="12191999"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5"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8"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ltLang="zh-CN"/>
              <a:t>TA CEC Portfolio Update|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021350679"/>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ltLang="zh-CN"/>
              <a:t>TA CEC Portfolio Update|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6" y="476251"/>
            <a:ext cx="11233151"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6"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9"/>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4"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pPr marL="0" indent="0" algn="l">
                <a:buFont typeface="Arial" panose="020B0604020202020204" pitchFamily="34" charset="0"/>
                <a:buNone/>
              </a:pPr>
              <a:t>2026</a:t>
            </a:fld>
            <a:r>
              <a:rPr lang="en-US" sz="900"/>
              <a:t> Boehringer Ingelheim International GmbH. All rights reserved.</a:t>
            </a:r>
          </a:p>
        </p:txBody>
      </p:sp>
    </p:spTree>
    <p:extLst>
      <p:ext uri="{BB962C8B-B14F-4D97-AF65-F5344CB8AC3E}">
        <p14:creationId xmlns:p14="http://schemas.microsoft.com/office/powerpoint/2010/main" val="724329213"/>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4106F-A246-2E48-9544-E8146AB80CF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3229C53-2CA9-764A-93AB-ECAD546B01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66C782C-8745-7347-B6AC-4D8772289B98}"/>
              </a:ext>
            </a:extLst>
          </p:cNvPr>
          <p:cNvSpPr>
            <a:spLocks noGrp="1"/>
          </p:cNvSpPr>
          <p:nvPr>
            <p:ph type="dt" sz="half" idx="10"/>
          </p:nvPr>
        </p:nvSpPr>
        <p:spPr/>
        <p:txBody>
          <a:bodyPr/>
          <a:lstStyle/>
          <a:p>
            <a:fld id="{37A2730A-859E-B540-ADF3-E97069AD1FDB}" type="datetimeFigureOut">
              <a:rPr lang="en-US" smtClean="0"/>
              <a:t>5/13/2026</a:t>
            </a:fld>
            <a:endParaRPr lang="en-US"/>
          </a:p>
        </p:txBody>
      </p:sp>
      <p:sp>
        <p:nvSpPr>
          <p:cNvPr id="5" name="Footer Placeholder 4">
            <a:extLst>
              <a:ext uri="{FF2B5EF4-FFF2-40B4-BE49-F238E27FC236}">
                <a16:creationId xmlns:a16="http://schemas.microsoft.com/office/drawing/2014/main" id="{0A1CFD0D-118D-4441-A91C-1B836A28AA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CB8388-0632-6942-96AC-2D619404EDCE}"/>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638003592"/>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itleOnly">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F76203F-990A-A4D1-A9C8-4ED611EF2352}"/>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19604285-7E47-4BDA-B910-BCE08721467F}"/>
              </a:ext>
            </a:extLst>
          </p:cNvPr>
          <p:cNvSpPr>
            <a:spLocks noGrp="1"/>
          </p:cNvSpPr>
          <p:nvPr>
            <p:ph type="dt" sz="half" idx="10"/>
          </p:nvPr>
        </p:nvSpPr>
        <p:spPr/>
        <p:txBody>
          <a:bodyPr/>
          <a:lstStyle/>
          <a:p>
            <a:fld id="{835D62DE-B08C-49B0-BAE6-D3BB1D1ED573}" type="datetimeFigureOut">
              <a:rPr lang="de-DE" smtClean="0"/>
              <a:t>13.05.2026</a:t>
            </a:fld>
            <a:endParaRPr lang="de-DE"/>
          </a:p>
        </p:txBody>
      </p:sp>
      <p:sp>
        <p:nvSpPr>
          <p:cNvPr id="4" name="Fußzeilenplatzhalter 3">
            <a:extLst>
              <a:ext uri="{FF2B5EF4-FFF2-40B4-BE49-F238E27FC236}">
                <a16:creationId xmlns:a16="http://schemas.microsoft.com/office/drawing/2014/main" id="{CBF78B40-3231-3645-2443-0035B4D14995}"/>
              </a:ext>
            </a:extLst>
          </p:cNvPr>
          <p:cNvSpPr>
            <a:spLocks noGrp="1"/>
          </p:cNvSpPr>
          <p:nvPr>
            <p:ph type="ftr" sz="quarter" idx="11"/>
          </p:nvPr>
        </p:nvSpPr>
        <p:spPr/>
        <p:txBody>
          <a:bodyPr/>
          <a:lstStyle/>
          <a:p>
            <a:endParaRPr lang="de-DE"/>
          </a:p>
        </p:txBody>
      </p:sp>
      <p:sp>
        <p:nvSpPr>
          <p:cNvPr id="5" name="Foliennummernplatzhalter 4">
            <a:extLst>
              <a:ext uri="{FF2B5EF4-FFF2-40B4-BE49-F238E27FC236}">
                <a16:creationId xmlns:a16="http://schemas.microsoft.com/office/drawing/2014/main" id="{B998BFFE-99E4-6C54-C93E-55121BC70400}"/>
              </a:ext>
            </a:extLst>
          </p:cNvPr>
          <p:cNvSpPr>
            <a:spLocks noGrp="1"/>
          </p:cNvSpPr>
          <p:nvPr>
            <p:ph type="sldNum" sz="quarter" idx="12"/>
          </p:nvPr>
        </p:nvSpPr>
        <p:spPr/>
        <p:txBody>
          <a:bodyPr/>
          <a:lstStyle/>
          <a:p>
            <a:fld id="{64300149-7890-4055-8003-5B4D0D60FBA5}" type="slidenum">
              <a:rPr lang="de-DE" smtClean="0"/>
              <a:t>‹#›</a:t>
            </a:fld>
            <a:endParaRPr lang="de-DE"/>
          </a:p>
        </p:txBody>
      </p:sp>
    </p:spTree>
    <p:extLst>
      <p:ext uri="{BB962C8B-B14F-4D97-AF65-F5344CB8AC3E}">
        <p14:creationId xmlns:p14="http://schemas.microsoft.com/office/powerpoint/2010/main" val="3693781997"/>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userDrawn="1">
  <p:cSld name="Standard page_01">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2119" y="1601"/>
          <a:ext cx="2116" cy="1587"/>
        </p:xfrm>
        <a:graphic>
          <a:graphicData uri="http://schemas.openxmlformats.org/presentationml/2006/ole">
            <mc:AlternateContent xmlns:mc="http://schemas.openxmlformats.org/markup-compatibility/2006">
              <mc:Choice xmlns:v="urn:schemas-microsoft-com:vml" Requires="v">
                <p:oleObj name="think-cell 幻灯片" r:id="rId3" imgW="360" imgH="360" progId="TCLayout.ActiveDocument.1">
                  <p:embed/>
                </p:oleObj>
              </mc:Choice>
              <mc:Fallback>
                <p:oleObj name="think-cell 幻灯片" r:id="rId3" imgW="360" imgH="360" progId="TCLayout.ActiveDocument.1">
                  <p:embed/>
                  <p:pic>
                    <p:nvPicPr>
                      <p:cNvPr id="2" name="Object 1" hidden="1"/>
                      <p:cNvPicPr/>
                      <p:nvPr/>
                    </p:nvPicPr>
                    <p:blipFill>
                      <a:blip r:embed="rId4"/>
                      <a:stretch>
                        <a:fillRect/>
                      </a:stretch>
                    </p:blipFill>
                    <p:spPr>
                      <a:xfrm>
                        <a:off x="2119" y="1601"/>
                        <a:ext cx="2116" cy="1587"/>
                      </a:xfrm>
                      <a:prstGeom prst="rect">
                        <a:avLst/>
                      </a:prstGeom>
                    </p:spPr>
                  </p:pic>
                </p:oleObj>
              </mc:Fallback>
            </mc:AlternateContent>
          </a:graphicData>
        </a:graphic>
      </p:graphicFrame>
      <p:sp>
        <p:nvSpPr>
          <p:cNvPr id="9" name="Rechteck 8"/>
          <p:cNvSpPr/>
          <p:nvPr userDrawn="1"/>
        </p:nvSpPr>
        <p:spPr>
          <a:xfrm>
            <a:off x="0" y="2928507"/>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Titel 2"/>
          <p:cNvSpPr>
            <a:spLocks noGrp="1"/>
          </p:cNvSpPr>
          <p:nvPr>
            <p:ph type="title"/>
          </p:nvPr>
        </p:nvSpPr>
        <p:spPr>
          <a:xfrm>
            <a:off x="490100" y="396556"/>
            <a:ext cx="11211800" cy="332399"/>
          </a:xfrm>
        </p:spPr>
        <p:txBody>
          <a:bodyPr anchor="ctr"/>
          <a:lstStyle>
            <a:lvl1pPr>
              <a:lnSpc>
                <a:spcPct val="90000"/>
              </a:lnSpc>
              <a:defRPr/>
            </a:lvl1pPr>
          </a:lstStyle>
          <a:p>
            <a:r>
              <a:rPr lang="en-US"/>
              <a:t>Click to edit Master title style</a:t>
            </a:r>
            <a:endParaRPr lang="de-DE"/>
          </a:p>
        </p:txBody>
      </p:sp>
      <p:sp>
        <p:nvSpPr>
          <p:cNvPr id="4" name="Datumsplatzhalter 3"/>
          <p:cNvSpPr>
            <a:spLocks noGrp="1"/>
          </p:cNvSpPr>
          <p:nvPr>
            <p:ph type="dt" sz="half" idx="10"/>
          </p:nvPr>
        </p:nvSpPr>
        <p:spPr>
          <a:xfrm>
            <a:off x="10313656" y="6597269"/>
            <a:ext cx="625171" cy="153888"/>
          </a:xfrm>
        </p:spPr>
        <p:txBody>
          <a:bodyPr/>
          <a:lstStyle/>
          <a:p>
            <a:fld id="{3A69D335-A02D-4E34-9A8B-12245FC3DA4D}" type="datetime1">
              <a:rPr lang="en-GB" smtClean="0"/>
              <a:t>13/05/2026</a:t>
            </a:fld>
            <a:endParaRPr lang="en-GB"/>
          </a:p>
        </p:txBody>
      </p:sp>
      <p:sp>
        <p:nvSpPr>
          <p:cNvPr id="10" name="Fußzeilenplatzhalter 9"/>
          <p:cNvSpPr>
            <a:spLocks noGrp="1"/>
          </p:cNvSpPr>
          <p:nvPr>
            <p:ph type="ftr" sz="quarter" idx="11"/>
          </p:nvPr>
        </p:nvSpPr>
        <p:spPr/>
        <p:txBody>
          <a:bodyPr/>
          <a:lstStyle>
            <a:lvl1pPr>
              <a:defRPr>
                <a:solidFill>
                  <a:schemeClr val="bg1">
                    <a:lumMod val="50000"/>
                  </a:schemeClr>
                </a:solidFill>
              </a:defRPr>
            </a:lvl1pPr>
          </a:lstStyle>
          <a:p>
            <a:endParaRPr lang="en-GB"/>
          </a:p>
        </p:txBody>
      </p:sp>
      <p:sp>
        <p:nvSpPr>
          <p:cNvPr id="11" name="Foliennummernplatzhalter 10"/>
          <p:cNvSpPr>
            <a:spLocks noGrp="1"/>
          </p:cNvSpPr>
          <p:nvPr>
            <p:ph type="sldNum" sz="quarter" idx="12"/>
          </p:nvPr>
        </p:nvSpPr>
        <p:spPr/>
        <p:txBody>
          <a:bodyPr/>
          <a:lstStyle/>
          <a:p>
            <a:fld id="{143B55C4-4F5A-416B-997D-6CE47EB0A945}" type="slidenum">
              <a:rPr lang="en-GB" smtClean="0"/>
              <a:pPr/>
              <a:t>‹#›</a:t>
            </a:fld>
            <a:endParaRPr lang="en-GB"/>
          </a:p>
        </p:txBody>
      </p:sp>
      <p:pic>
        <p:nvPicPr>
          <p:cNvPr id="12" name="Grafik 6">
            <a:extLst>
              <a:ext uri="{FF2B5EF4-FFF2-40B4-BE49-F238E27FC236}">
                <a16:creationId xmlns:a16="http://schemas.microsoft.com/office/drawing/2014/main" id="{C2CC0828-CC90-46ED-B430-F3647FC802EF}"/>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364443" y="6566804"/>
            <a:ext cx="630270" cy="190510"/>
          </a:xfrm>
          <a:prstGeom prst="rect">
            <a:avLst/>
          </a:prstGeom>
        </p:spPr>
      </p:pic>
    </p:spTree>
    <p:extLst>
      <p:ext uri="{BB962C8B-B14F-4D97-AF65-F5344CB8AC3E}">
        <p14:creationId xmlns:p14="http://schemas.microsoft.com/office/powerpoint/2010/main" val="9856449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userDrawn="1">
  <p:cSld name="2_Standard page_01">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549595573"/>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name="think-cell 幻灯片" r:id="rId3" imgW="360" imgH="360" progId="TCLayout.ActiveDocument.1">
                  <p:embed/>
                </p:oleObj>
              </mc:Choice>
              <mc:Fallback>
                <p:oleObj name="think-cell 幻灯片" r:id="rId3" imgW="360" imgH="360" progId="TCLayout.ActiveDocument.1">
                  <p:embed/>
                  <p:pic>
                    <p:nvPicPr>
                      <p:cNvPr id="2" name="Object 1" hidden="1"/>
                      <p:cNvPicPr/>
                      <p:nvPr/>
                    </p:nvPicPr>
                    <p:blipFill>
                      <a:blip r:embed="rId4"/>
                      <a:stretch>
                        <a:fillRect/>
                      </a:stretch>
                    </p:blipFill>
                    <p:spPr>
                      <a:xfrm>
                        <a:off x="2118" y="1589"/>
                        <a:ext cx="2116" cy="1587"/>
                      </a:xfrm>
                      <a:prstGeom prst="rect">
                        <a:avLst/>
                      </a:prstGeom>
                    </p:spPr>
                  </p:pic>
                </p:oleObj>
              </mc:Fallback>
            </mc:AlternateContent>
          </a:graphicData>
        </a:graphic>
      </p:graphicFrame>
      <p:sp>
        <p:nvSpPr>
          <p:cNvPr id="9" name="Rechteck 8"/>
          <p:cNvSpPr/>
          <p:nvPr userDrawn="1"/>
        </p:nvSpPr>
        <p:spPr>
          <a:xfrm>
            <a:off x="0" y="2928495"/>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latin typeface="BISansOpti" panose="02000503040000020004" pitchFamily="2" charset="0"/>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Titel 2"/>
          <p:cNvSpPr>
            <a:spLocks noGrp="1"/>
          </p:cNvSpPr>
          <p:nvPr>
            <p:ph type="title"/>
          </p:nvPr>
        </p:nvSpPr>
        <p:spPr>
          <a:xfrm>
            <a:off x="627796" y="396544"/>
            <a:ext cx="11074103" cy="332399"/>
          </a:xfrm>
        </p:spPr>
        <p:txBody>
          <a:bodyPr anchor="ctr"/>
          <a:lstStyle>
            <a:lvl1pPr>
              <a:lnSpc>
                <a:spcPct val="90000"/>
              </a:lnSpc>
              <a:defRPr/>
            </a:lvl1pPr>
          </a:lstStyle>
          <a:p>
            <a:r>
              <a:rPr lang="en-US"/>
              <a:t>Click to edit Master title style</a:t>
            </a:r>
            <a:endParaRPr lang="de-DE"/>
          </a:p>
        </p:txBody>
      </p:sp>
      <p:sp>
        <p:nvSpPr>
          <p:cNvPr id="4" name="Datumsplatzhalter 3"/>
          <p:cNvSpPr>
            <a:spLocks noGrp="1"/>
          </p:cNvSpPr>
          <p:nvPr>
            <p:ph type="dt" sz="half" idx="10"/>
          </p:nvPr>
        </p:nvSpPr>
        <p:spPr/>
        <p:txBody>
          <a:bodyPr/>
          <a:lstStyle/>
          <a:p>
            <a:fld id="{DF6355B7-D06A-4243-89C2-3C8B92664F55}" type="datetime1">
              <a:rPr lang="en-GB" smtClean="0"/>
              <a:t>13/05/2026</a:t>
            </a:fld>
            <a:endParaRPr lang="en-GB"/>
          </a:p>
        </p:txBody>
      </p:sp>
      <p:sp>
        <p:nvSpPr>
          <p:cNvPr id="10" name="Fußzeilenplatzhalter 9"/>
          <p:cNvSpPr>
            <a:spLocks noGrp="1"/>
          </p:cNvSpPr>
          <p:nvPr>
            <p:ph type="ftr" sz="quarter" idx="11"/>
          </p:nvPr>
        </p:nvSpPr>
        <p:spPr/>
        <p:txBody>
          <a:bodyPr/>
          <a:lstStyle>
            <a:lvl1pPr>
              <a:defRPr>
                <a:solidFill>
                  <a:schemeClr val="bg1">
                    <a:lumMod val="50000"/>
                  </a:schemeClr>
                </a:solidFill>
              </a:defRPr>
            </a:lvl1pPr>
          </a:lstStyle>
          <a:p>
            <a:endParaRPr lang="en-GB"/>
          </a:p>
        </p:txBody>
      </p:sp>
      <p:sp>
        <p:nvSpPr>
          <p:cNvPr id="11" name="Foliennummernplatzhalter 10"/>
          <p:cNvSpPr>
            <a:spLocks noGrp="1"/>
          </p:cNvSpPr>
          <p:nvPr>
            <p:ph type="sldNum" sz="quarter" idx="12"/>
          </p:nvPr>
        </p:nvSpPr>
        <p:spPr/>
        <p:txBody>
          <a:bodyPr/>
          <a:lstStyle/>
          <a:p>
            <a:fld id="{143B55C4-4F5A-416B-997D-6CE47EB0A945}" type="slidenum">
              <a:rPr lang="en-GB" smtClean="0"/>
              <a:pPr/>
              <a:t>‹#›</a:t>
            </a:fld>
            <a:endParaRPr lang="en-GB"/>
          </a:p>
        </p:txBody>
      </p:sp>
      <p:sp>
        <p:nvSpPr>
          <p:cNvPr id="7" name="Content Placeholder 6"/>
          <p:cNvSpPr>
            <a:spLocks noGrp="1"/>
          </p:cNvSpPr>
          <p:nvPr>
            <p:ph sz="quarter" idx="13"/>
          </p:nvPr>
        </p:nvSpPr>
        <p:spPr>
          <a:xfrm>
            <a:off x="2770188" y="6578600"/>
            <a:ext cx="914400" cy="914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p:cNvSpPr>
            <a:spLocks noGrp="1"/>
          </p:cNvSpPr>
          <p:nvPr>
            <p:ph sz="quarter" idx="14"/>
          </p:nvPr>
        </p:nvSpPr>
        <p:spPr>
          <a:xfrm>
            <a:off x="1582738" y="396875"/>
            <a:ext cx="914400" cy="914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256129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userDrawn="1">
  <p:cSld name="1_Only tit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34FC80F-636D-FECD-9B40-1825BF346930}"/>
              </a:ext>
            </a:extLst>
          </p:cNvPr>
          <p:cNvSpPr/>
          <p:nvPr userDrawn="1"/>
        </p:nvSpPr>
        <p:spPr bwMode="gray">
          <a:xfrm>
            <a:off x="0" y="0"/>
            <a:ext cx="12192000" cy="3496296"/>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sp>
        <p:nvSpPr>
          <p:cNvPr id="2" name="Titel 1"/>
          <p:cNvSpPr>
            <a:spLocks noGrp="1"/>
          </p:cNvSpPr>
          <p:nvPr>
            <p:ph type="title" hasCustomPrompt="1"/>
          </p:nvPr>
        </p:nvSpPr>
        <p:spPr bwMode="gray">
          <a:xfrm>
            <a:off x="479425" y="477000"/>
            <a:ext cx="3101975" cy="486613"/>
          </a:xfrm>
        </p:spPr>
        <p:txBody>
          <a:bodyPr/>
          <a:lstStyle>
            <a:lvl1pPr>
              <a:defRPr>
                <a:solidFill>
                  <a:schemeClr val="tx2"/>
                </a:solidFill>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1866900" y="6427114"/>
            <a:ext cx="7726680" cy="107722"/>
          </a:xfrm>
        </p:spPr>
        <p:txBody>
          <a:bodyPr anchor="b">
            <a:spAutoFit/>
          </a:bodyPr>
          <a:lstStyle>
            <a:lvl1pPr marL="0" indent="0">
              <a:lnSpc>
                <a:spcPct val="100000"/>
              </a:lnSpc>
              <a:spcBef>
                <a:spcPts val="0"/>
              </a:spcBef>
              <a:spcAft>
                <a:spcPts val="0"/>
              </a:spcAft>
              <a:buFont typeface="Arial" panose="020B0604020202020204" pitchFamily="34" charset="0"/>
              <a:buNone/>
              <a:defRPr sz="7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Presentation title    |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8" name="Text Placeholder 7">
            <a:extLst>
              <a:ext uri="{FF2B5EF4-FFF2-40B4-BE49-F238E27FC236}">
                <a16:creationId xmlns:a16="http://schemas.microsoft.com/office/drawing/2014/main" id="{9F7574F0-2257-6DCF-6AE3-0C01A0C6D6E4}"/>
              </a:ext>
            </a:extLst>
          </p:cNvPr>
          <p:cNvSpPr>
            <a:spLocks noGrp="1"/>
          </p:cNvSpPr>
          <p:nvPr>
            <p:ph type="body" sz="quarter" idx="14"/>
          </p:nvPr>
        </p:nvSpPr>
        <p:spPr>
          <a:xfrm>
            <a:off x="479426" y="963613"/>
            <a:ext cx="3101974" cy="2015807"/>
          </a:xfrm>
        </p:spPr>
        <p:txBody>
          <a:bodyPr/>
          <a:lstStyle>
            <a:lvl1pPr marL="0" indent="0">
              <a:lnSpc>
                <a:spcPct val="100000"/>
              </a:lnSpc>
              <a:buNone/>
              <a:defRPr sz="1400">
                <a:solidFill>
                  <a:schemeClr val="tx2"/>
                </a:solidFill>
              </a:defRPr>
            </a:lvl1pPr>
            <a:lvl2pPr marL="216000" indent="0">
              <a:buNone/>
              <a:defRPr>
                <a:solidFill>
                  <a:schemeClr val="tx2"/>
                </a:solidFill>
              </a:defRPr>
            </a:lvl2pPr>
            <a:lvl3pPr marL="360000" indent="0">
              <a:buNone/>
              <a:defRPr>
                <a:solidFill>
                  <a:schemeClr val="tx2"/>
                </a:solidFill>
              </a:defRPr>
            </a:lvl3pPr>
            <a:lvl4pPr marL="576000" indent="0">
              <a:buNone/>
              <a:defRPr>
                <a:solidFill>
                  <a:schemeClr val="tx2"/>
                </a:solidFill>
              </a:defRPr>
            </a:lvl4pPr>
            <a:lvl5pPr marL="0" indent="0">
              <a:buNone/>
              <a:defRPr>
                <a:solidFill>
                  <a:schemeClr val="tx2"/>
                </a:solidFill>
              </a:defRPr>
            </a:lvl5pPr>
          </a:lstStyle>
          <a:p>
            <a:pPr lvl="0"/>
            <a:r>
              <a:rPr lang="en-US"/>
              <a:t>Click to edit Master text styles</a:t>
            </a:r>
          </a:p>
        </p:txBody>
      </p:sp>
      <p:cxnSp>
        <p:nvCxnSpPr>
          <p:cNvPr id="9" name="Straight Connector 8">
            <a:extLst>
              <a:ext uri="{FF2B5EF4-FFF2-40B4-BE49-F238E27FC236}">
                <a16:creationId xmlns:a16="http://schemas.microsoft.com/office/drawing/2014/main" id="{E1359EA1-1759-1A25-699C-BBCA6CB01794}"/>
              </a:ext>
            </a:extLst>
          </p:cNvPr>
          <p:cNvCxnSpPr>
            <a:cxnSpLocks/>
          </p:cNvCxnSpPr>
          <p:nvPr userDrawn="1"/>
        </p:nvCxnSpPr>
        <p:spPr bwMode="gray">
          <a:xfrm>
            <a:off x="0" y="3100668"/>
            <a:ext cx="3751585" cy="0"/>
          </a:xfrm>
          <a:prstGeom prst="line">
            <a:avLst/>
          </a:prstGeom>
          <a:ln w="9525">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67976760"/>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14089A2-CF07-A351-D304-22F64F7E9C2A}"/>
              </a:ext>
            </a:extLst>
          </p:cNvPr>
          <p:cNvSpPr>
            <a:spLocks noGrp="1"/>
          </p:cNvSpPr>
          <p:nvPr>
            <p:ph type="ftr" sz="quarter" idx="10"/>
          </p:nvPr>
        </p:nvSpPr>
        <p:spPr/>
        <p:txBody>
          <a:bodyPr/>
          <a:lstStyle/>
          <a:p>
            <a:r>
              <a:rPr lang="en-US"/>
              <a:t>ONLY FOR INTERNAL USE</a:t>
            </a:r>
          </a:p>
        </p:txBody>
      </p:sp>
      <p:sp>
        <p:nvSpPr>
          <p:cNvPr id="3" name="Slide Number Placeholder 2">
            <a:extLst>
              <a:ext uri="{FF2B5EF4-FFF2-40B4-BE49-F238E27FC236}">
                <a16:creationId xmlns:a16="http://schemas.microsoft.com/office/drawing/2014/main" id="{E5B1142D-0C86-5403-B7EA-5DDD5FDC90EE}"/>
              </a:ext>
            </a:extLst>
          </p:cNvPr>
          <p:cNvSpPr>
            <a:spLocks noGrp="1"/>
          </p:cNvSpPr>
          <p:nvPr>
            <p:ph type="sldNum" sz="quarter" idx="11"/>
          </p:nvPr>
        </p:nvSpPr>
        <p:spPr/>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2899835178"/>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userDrawn="1">
  <p:cSld name="4_One content">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58393BBB-A191-670D-C488-B72AC59D5BFD}"/>
              </a:ext>
            </a:extLst>
          </p:cNvPr>
          <p:cNvGraphicFramePr>
            <a:graphicFrameLocks noChangeAspect="1"/>
          </p:cNvGraphicFramePr>
          <p:nvPr userDrawn="1">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Folie" r:id="rId3" imgW="426" imgH="426" progId="TCLayout.ActiveDocument.1">
                  <p:embed/>
                </p:oleObj>
              </mc:Choice>
              <mc:Fallback>
                <p:oleObj name="think-cell Folie" r:id="rId3" imgW="426" imgH="426" progId="TCLayout.ActiveDocument.1">
                  <p:embed/>
                  <p:pic>
                    <p:nvPicPr>
                      <p:cNvPr id="3" name="think-cell data - do not delete" hidden="1">
                        <a:extLst>
                          <a:ext uri="{FF2B5EF4-FFF2-40B4-BE49-F238E27FC236}">
                            <a16:creationId xmlns:a16="http://schemas.microsoft.com/office/drawing/2014/main" id="{58393BBB-A191-670D-C488-B72AC59D5BFD}"/>
                          </a:ext>
                        </a:extLst>
                      </p:cNvPr>
                      <p:cNvPicPr/>
                      <p:nvPr/>
                    </p:nvPicPr>
                    <p:blipFill>
                      <a:blip r:embed="rId4"/>
                      <a:stretch>
                        <a:fillRect/>
                      </a:stretch>
                    </p:blipFill>
                    <p:spPr>
                      <a:xfrm>
                        <a:off x="1589" y="1589"/>
                        <a:ext cx="1588" cy="1588"/>
                      </a:xfrm>
                      <a:prstGeom prst="rect">
                        <a:avLst/>
                      </a:prstGeom>
                    </p:spPr>
                  </p:pic>
                </p:oleObj>
              </mc:Fallback>
            </mc:AlternateContent>
          </a:graphicData>
        </a:graphic>
      </p:graphicFrame>
      <p:sp>
        <p:nvSpPr>
          <p:cNvPr id="12" name="Titel 11"/>
          <p:cNvSpPr>
            <a:spLocks noGrp="1"/>
          </p:cNvSpPr>
          <p:nvPr>
            <p:ph type="title" hasCustomPrompt="1"/>
          </p:nvPr>
        </p:nvSpPr>
        <p:spPr bwMode="gray"/>
        <p:txBody>
          <a:bodyPr vert="horz"/>
          <a:lstStyle>
            <a:lvl1pPr rtl="0">
              <a:defRPr/>
            </a:lvl1pPr>
          </a:lstStyle>
          <a:p>
            <a:r>
              <a:rPr lang="en-US"/>
              <a:t>Add  title of the slide</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rtl="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lvl1pPr rtl="0">
              <a:defRPr/>
            </a:lvl1pPr>
          </a:lstStyle>
          <a:p>
            <a:r>
              <a:rPr lang="en-US"/>
              <a:t>BI 1291583 Evidence Network 1st July 2025   |    CONFIDENTIAL</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lvl1pPr rtl="0">
              <a:defRPr/>
            </a:lvl1pPr>
          </a:lstStyle>
          <a:p>
            <a:fld id="{DF4E8F9F-5B1F-4F5B-BE49-3245D8C18D9F}" type="slidenum">
              <a:rPr lang="en-US" smtClean="0"/>
              <a:pPr/>
              <a:t>‹#›</a:t>
            </a:fld>
            <a:endParaRPr lang="en-US"/>
          </a:p>
        </p:txBody>
      </p:sp>
    </p:spTree>
    <p:extLst>
      <p:ext uri="{BB962C8B-B14F-4D97-AF65-F5344CB8AC3E}">
        <p14:creationId xmlns:p14="http://schemas.microsoft.com/office/powerpoint/2010/main" val="1034359012"/>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userDrawn="1">
  <p:cSld name="Stand-alone">
    <p:spTree>
      <p:nvGrpSpPr>
        <p:cNvPr id="1" name=""/>
        <p:cNvGrpSpPr/>
        <p:nvPr/>
      </p:nvGrpSpPr>
      <p:grpSpPr>
        <a:xfrm>
          <a:off x="0" y="0"/>
          <a:ext cx="0" cy="0"/>
          <a:chOff x="0" y="0"/>
          <a:chExt cx="0" cy="0"/>
        </a:xfrm>
      </p:grpSpPr>
      <p:sp>
        <p:nvSpPr>
          <p:cNvPr id="4" name="Datumsplatzhalter 3"/>
          <p:cNvSpPr>
            <a:spLocks noGrp="1"/>
          </p:cNvSpPr>
          <p:nvPr>
            <p:ph type="dt" sz="half" idx="10"/>
          </p:nvPr>
        </p:nvSpPr>
        <p:spPr/>
        <p:txBody>
          <a:bodyPr/>
          <a:lstStyle/>
          <a:p>
            <a:fld id="{74E185D7-72A7-4578-96CD-5EF608923CBF}" type="datetime1">
              <a:rPr lang="en-GB" noProof="0" smtClean="0"/>
              <a:t>13/05/2026</a:t>
            </a:fld>
            <a:endParaRPr lang="en-GB" noProof="0"/>
          </a:p>
        </p:txBody>
      </p:sp>
      <p:sp>
        <p:nvSpPr>
          <p:cNvPr id="5" name="Fußzeilenplatzhalter 4"/>
          <p:cNvSpPr>
            <a:spLocks noGrp="1"/>
          </p:cNvSpPr>
          <p:nvPr>
            <p:ph type="ftr" sz="quarter" idx="11"/>
          </p:nvPr>
        </p:nvSpPr>
        <p:spPr/>
        <p:txBody>
          <a:bodyPr/>
          <a:lstStyle/>
          <a:p>
            <a:r>
              <a:rPr lang="en-GB" noProof="0"/>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noProof="0" smtClean="0"/>
              <a:t>‹#›</a:t>
            </a:fld>
            <a:endParaRPr lang="en-GB" noProof="0"/>
          </a:p>
        </p:txBody>
      </p:sp>
      <p:cxnSp>
        <p:nvCxnSpPr>
          <p:cNvPr id="7" name="Gerade Verbindung 6"/>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8"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34383807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userDrawn="1">
  <p:cSld name="3_Content 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350771BE-F040-3E4D-B2E6-692C29B438A7}"/>
              </a:ext>
            </a:extLst>
          </p:cNvPr>
          <p:cNvGrpSpPr/>
          <p:nvPr userDrawn="1"/>
        </p:nvGrpSpPr>
        <p:grpSpPr>
          <a:xfrm>
            <a:off x="9699288" y="279177"/>
            <a:ext cx="2201201" cy="1201539"/>
            <a:chOff x="9699288" y="279177"/>
            <a:chExt cx="2201201" cy="1201539"/>
          </a:xfrm>
        </p:grpSpPr>
        <p:sp>
          <p:nvSpPr>
            <p:cNvPr id="10" name="Triangle 9">
              <a:extLst>
                <a:ext uri="{FF2B5EF4-FFF2-40B4-BE49-F238E27FC236}">
                  <a16:creationId xmlns:a16="http://schemas.microsoft.com/office/drawing/2014/main" id="{E3DEE014-C35C-1849-82A1-D65939825F0F}"/>
                </a:ext>
              </a:extLst>
            </p:cNvPr>
            <p:cNvSpPr/>
            <p:nvPr userDrawn="1"/>
          </p:nvSpPr>
          <p:spPr>
            <a:xfrm rot="5400000">
              <a:off x="9857641" y="340993"/>
              <a:ext cx="896303" cy="772672"/>
            </a:xfrm>
            <a:prstGeom prst="triangle">
              <a:avLst/>
            </a:prstGeom>
            <a:blipFill dpi="0" rotWithShape="1">
              <a:blip r:embed="rId2"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a:p>
          </p:txBody>
        </p:sp>
        <p:grpSp>
          <p:nvGrpSpPr>
            <p:cNvPr id="14" name="Group 13">
              <a:extLst>
                <a:ext uri="{FF2B5EF4-FFF2-40B4-BE49-F238E27FC236}">
                  <a16:creationId xmlns:a16="http://schemas.microsoft.com/office/drawing/2014/main" id="{F653CB2D-33A9-1C47-B153-B8C64AFD536A}"/>
                </a:ext>
              </a:extLst>
            </p:cNvPr>
            <p:cNvGrpSpPr/>
            <p:nvPr userDrawn="1"/>
          </p:nvGrpSpPr>
          <p:grpSpPr>
            <a:xfrm>
              <a:off x="9699288" y="280077"/>
              <a:ext cx="2201201" cy="1200639"/>
              <a:chOff x="8471772" y="4989646"/>
              <a:chExt cx="2892248" cy="1577568"/>
            </a:xfrm>
          </p:grpSpPr>
          <p:sp>
            <p:nvSpPr>
              <p:cNvPr id="15" name="Triangle 14">
                <a:extLst>
                  <a:ext uri="{FF2B5EF4-FFF2-40B4-BE49-F238E27FC236}">
                    <a16:creationId xmlns:a16="http://schemas.microsoft.com/office/drawing/2014/main" id="{4E1AEDC8-7499-9242-B44B-8B54EBAE8242}"/>
                  </a:ext>
                </a:extLst>
              </p:cNvPr>
              <p:cNvSpPr/>
              <p:nvPr/>
            </p:nvSpPr>
            <p:spPr>
              <a:xfrm rot="5400000">
                <a:off x="10450186" y="5044004"/>
                <a:ext cx="788189" cy="679474"/>
              </a:xfrm>
              <a:prstGeom prst="triangle">
                <a:avLst/>
              </a:prstGeom>
              <a:blipFill dpi="0" rotWithShape="1">
                <a:blip r:embed="rId3"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a:p>
            </p:txBody>
          </p:sp>
          <p:sp>
            <p:nvSpPr>
              <p:cNvPr id="16" name="Triangle 15">
                <a:extLst>
                  <a:ext uri="{FF2B5EF4-FFF2-40B4-BE49-F238E27FC236}">
                    <a16:creationId xmlns:a16="http://schemas.microsoft.com/office/drawing/2014/main" id="{0CC3DD7A-4205-4249-AE38-2FD4F039F48D}"/>
                  </a:ext>
                </a:extLst>
              </p:cNvPr>
              <p:cNvSpPr/>
              <p:nvPr/>
            </p:nvSpPr>
            <p:spPr>
              <a:xfrm rot="16200000">
                <a:off x="9275128" y="5470745"/>
                <a:ext cx="1177689" cy="1015249"/>
              </a:xfrm>
              <a:prstGeom prst="triangle">
                <a:avLst/>
              </a:prstGeom>
              <a:blipFill dpi="0" rotWithShape="1">
                <a:blip r:embed="rId4" cstate="screen">
                  <a:extLst>
                    <a:ext uri="{28A0092B-C50C-407E-A947-70E740481C1C}">
                      <a14:useLocalDpi xmlns:a14="http://schemas.microsoft.com/office/drawing/2010/main"/>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a:p>
            </p:txBody>
          </p:sp>
          <p:sp>
            <p:nvSpPr>
              <p:cNvPr id="17" name="Triangle 16">
                <a:extLst>
                  <a:ext uri="{FF2B5EF4-FFF2-40B4-BE49-F238E27FC236}">
                    <a16:creationId xmlns:a16="http://schemas.microsoft.com/office/drawing/2014/main" id="{F7AE6C8C-8646-9F47-93E6-49DD51224E53}"/>
                  </a:ext>
                </a:extLst>
              </p:cNvPr>
              <p:cNvSpPr/>
              <p:nvPr/>
            </p:nvSpPr>
            <p:spPr>
              <a:xfrm rot="5400000">
                <a:off x="10630188" y="5438098"/>
                <a:ext cx="788189" cy="679474"/>
              </a:xfrm>
              <a:prstGeom prst="triangle">
                <a:avLst/>
              </a:prstGeom>
              <a:noFill/>
              <a:ln w="19050">
                <a:solidFill>
                  <a:srgbClr val="FFB6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a:solidFill>
                    <a:schemeClr val="accent1"/>
                  </a:solidFill>
                </a:endParaRPr>
              </a:p>
            </p:txBody>
          </p:sp>
          <p:sp>
            <p:nvSpPr>
              <p:cNvPr id="19" name="Triangle 18">
                <a:extLst>
                  <a:ext uri="{FF2B5EF4-FFF2-40B4-BE49-F238E27FC236}">
                    <a16:creationId xmlns:a16="http://schemas.microsoft.com/office/drawing/2014/main" id="{6FB8F46A-2D29-7043-9B66-6D0F2E7D919A}"/>
                  </a:ext>
                </a:extLst>
              </p:cNvPr>
              <p:cNvSpPr/>
              <p:nvPr/>
            </p:nvSpPr>
            <p:spPr>
              <a:xfrm rot="5400000">
                <a:off x="8434151" y="5234098"/>
                <a:ext cx="545500" cy="470258"/>
              </a:xfrm>
              <a:prstGeom prst="triangl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BR"/>
              </a:p>
            </p:txBody>
          </p:sp>
        </p:grpSp>
      </p:grpSp>
      <p:sp>
        <p:nvSpPr>
          <p:cNvPr id="21" name="Text Placeholder 18">
            <a:extLst>
              <a:ext uri="{FF2B5EF4-FFF2-40B4-BE49-F238E27FC236}">
                <a16:creationId xmlns:a16="http://schemas.microsoft.com/office/drawing/2014/main" id="{FE88D4F9-A2DB-E14C-A6F7-4201DE0BA0CC}"/>
              </a:ext>
            </a:extLst>
          </p:cNvPr>
          <p:cNvSpPr>
            <a:spLocks noGrp="1"/>
          </p:cNvSpPr>
          <p:nvPr>
            <p:ph type="body" sz="quarter" idx="11" hasCustomPrompt="1"/>
          </p:nvPr>
        </p:nvSpPr>
        <p:spPr>
          <a:xfrm>
            <a:off x="1046812" y="600585"/>
            <a:ext cx="8327201" cy="579291"/>
          </a:xfrm>
        </p:spPr>
        <p:txBody>
          <a:bodyPr anchor="t">
            <a:noAutofit/>
          </a:bodyPr>
          <a:lstStyle>
            <a:lvl1pPr>
              <a:lnSpc>
                <a:spcPct val="100000"/>
              </a:lnSpc>
              <a:spcBef>
                <a:spcPts val="0"/>
              </a:spcBef>
              <a:defRPr sz="3000" b="1" spc="0">
                <a:solidFill>
                  <a:schemeClr val="tx1"/>
                </a:solidFill>
              </a:defRPr>
            </a:lvl1pPr>
            <a:lvl2pPr marL="457200" indent="0">
              <a:buNone/>
              <a:defRPr/>
            </a:lvl2pPr>
          </a:lstStyle>
          <a:p>
            <a:pPr lvl="0"/>
            <a:r>
              <a:rPr lang="en-US"/>
              <a:t>CLICK TO ADD TITLE</a:t>
            </a:r>
          </a:p>
        </p:txBody>
      </p:sp>
      <p:sp>
        <p:nvSpPr>
          <p:cNvPr id="11" name="Text Placeholder 18">
            <a:extLst>
              <a:ext uri="{FF2B5EF4-FFF2-40B4-BE49-F238E27FC236}">
                <a16:creationId xmlns:a16="http://schemas.microsoft.com/office/drawing/2014/main" id="{62C67842-F00F-214A-8285-D2EA42989B80}"/>
              </a:ext>
            </a:extLst>
          </p:cNvPr>
          <p:cNvSpPr>
            <a:spLocks noGrp="1"/>
          </p:cNvSpPr>
          <p:nvPr>
            <p:ph type="body" sz="quarter" idx="14" hasCustomPrompt="1"/>
          </p:nvPr>
        </p:nvSpPr>
        <p:spPr>
          <a:xfrm>
            <a:off x="1046811" y="6070674"/>
            <a:ext cx="10628720" cy="486673"/>
          </a:xfrm>
        </p:spPr>
        <p:txBody>
          <a:bodyPr anchor="t">
            <a:noAutofit/>
          </a:bodyPr>
          <a:lstStyle>
            <a:lvl1pPr>
              <a:lnSpc>
                <a:spcPct val="100000"/>
              </a:lnSpc>
              <a:spcBef>
                <a:spcPts val="0"/>
              </a:spcBef>
              <a:defRPr sz="900" b="0" spc="0">
                <a:solidFill>
                  <a:schemeClr val="accent6"/>
                </a:solidFill>
              </a:defRPr>
            </a:lvl1pPr>
            <a:lvl2pPr marL="457200" indent="0">
              <a:buNone/>
              <a:defRPr/>
            </a:lvl2pPr>
          </a:lstStyle>
          <a:p>
            <a:pPr lvl="0"/>
            <a:r>
              <a:rPr lang="en-US"/>
              <a:t>Click to add footnote</a:t>
            </a:r>
          </a:p>
        </p:txBody>
      </p:sp>
      <p:sp>
        <p:nvSpPr>
          <p:cNvPr id="12" name="Content Placeholder 2">
            <a:extLst>
              <a:ext uri="{FF2B5EF4-FFF2-40B4-BE49-F238E27FC236}">
                <a16:creationId xmlns:a16="http://schemas.microsoft.com/office/drawing/2014/main" id="{812B7E6F-7CFD-8A43-B912-46745081D4B3}"/>
              </a:ext>
            </a:extLst>
          </p:cNvPr>
          <p:cNvSpPr>
            <a:spLocks noGrp="1"/>
          </p:cNvSpPr>
          <p:nvPr>
            <p:ph sz="quarter" idx="13"/>
          </p:nvPr>
        </p:nvSpPr>
        <p:spPr>
          <a:xfrm>
            <a:off x="1046814" y="1479810"/>
            <a:ext cx="10628720" cy="4429923"/>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39570851"/>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5" y="477000"/>
            <a:ext cx="8856935" cy="720000"/>
          </a:xfrm>
        </p:spPr>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425" y="5805280"/>
            <a:ext cx="936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sz="800"/>
              <a:t>Presentation Title    |     ONLY FOR INTERNAL USE</a:t>
            </a:r>
            <a:endParaRPr lang="en-US"/>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pic>
        <p:nvPicPr>
          <p:cNvPr id="4" name="Graphic 3">
            <a:extLst>
              <a:ext uri="{FF2B5EF4-FFF2-40B4-BE49-F238E27FC236}">
                <a16:creationId xmlns:a16="http://schemas.microsoft.com/office/drawing/2014/main" id="{CAF22D2D-6C85-9A9A-C5B4-7881E12F3AC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300810" y="477000"/>
            <a:ext cx="1411765" cy="360000"/>
          </a:xfrm>
          <a:prstGeom prst="rect">
            <a:avLst/>
          </a:prstGeom>
        </p:spPr>
      </p:pic>
    </p:spTree>
    <p:extLst>
      <p:ext uri="{BB962C8B-B14F-4D97-AF65-F5344CB8AC3E}">
        <p14:creationId xmlns:p14="http://schemas.microsoft.com/office/powerpoint/2010/main" val="2022250613"/>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Tree>
    <p:extLst>
      <p:ext uri="{BB962C8B-B14F-4D97-AF65-F5344CB8AC3E}">
        <p14:creationId xmlns:p14="http://schemas.microsoft.com/office/powerpoint/2010/main" val="3160674163"/>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Tree>
    <p:extLst>
      <p:ext uri="{BB962C8B-B14F-4D97-AF65-F5344CB8AC3E}">
        <p14:creationId xmlns:p14="http://schemas.microsoft.com/office/powerpoint/2010/main" val="3427630173"/>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a:extLst>
                <a:ext uri="{96DAC541-7B7A-43D3-8B79-37D633B846F1}">
                  <asvg:svgBlip xmlns:asvg="http://schemas.microsoft.com/office/drawing/2016/SVG/main" r:embed="rId2"/>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GB"/>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GB"/>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746551350"/>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a:extLst>
                <a:ext uri="{96DAC541-7B7A-43D3-8B79-37D633B846F1}">
                  <asvg:svgBlip xmlns:asvg="http://schemas.microsoft.com/office/drawing/2016/SVG/main" r:embed="rId2"/>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GB"/>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GB"/>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920492131"/>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GB"/>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10860385"/>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4" y="1412876"/>
            <a:ext cx="11233151" cy="4537074"/>
          </a:xfrm>
        </p:spPr>
        <p:txBody>
          <a:bodyPr/>
          <a:lstStyle>
            <a:lvl1pPr marL="360000" indent="-360000">
              <a:spcBef>
                <a:spcPts val="1800"/>
              </a:spcBef>
              <a:buFont typeface="+mj-lt"/>
              <a:buAutoNum type="arabicPeriod"/>
              <a:defRPr sz="2000"/>
            </a:lvl1pPr>
            <a:lvl2pPr marL="540000" indent="-180000">
              <a:spcBef>
                <a:spcPts val="200"/>
              </a:spcBef>
              <a:spcAft>
                <a:spcPts val="200"/>
              </a:spcAft>
              <a:buFont typeface="Arial" panose="020B0604020202020204" pitchFamily="34" charset="0"/>
              <a:buChar char="•"/>
              <a:defRPr/>
            </a:lvl2pPr>
            <a:lvl3pPr marL="540000" indent="-180000">
              <a:spcBef>
                <a:spcPts val="200"/>
              </a:spcBef>
              <a:spcAft>
                <a:spcPts val="200"/>
              </a:spcAft>
              <a:buFont typeface="Arial" panose="020B0604020202020204" pitchFamily="34" charset="0"/>
              <a:buChar char="•"/>
              <a:defRPr/>
            </a:lvl3pPr>
            <a:lvl4pPr marL="540000" indent="-180000">
              <a:spcBef>
                <a:spcPts val="200"/>
              </a:spcBef>
              <a:spcAft>
                <a:spcPts val="200"/>
              </a:spcAft>
              <a:buFont typeface="Arial" panose="020B0604020202020204" pitchFamily="34" charset="0"/>
              <a:buChar char="•"/>
              <a:defRPr/>
            </a:lvl4pPr>
            <a:lvl5pPr marL="540000" indent="-180000">
              <a:spcBef>
                <a:spcPts val="200"/>
              </a:spcBef>
              <a:spcAft>
                <a:spcPts val="200"/>
              </a:spcAft>
              <a:buFont typeface="Arial" panose="020B0604020202020204" pitchFamily="34" charset="0"/>
              <a:buChar char="•"/>
              <a:defRPr sz="1600"/>
            </a:lvl5pPr>
            <a:lvl6pPr marL="540000" indent="-180000">
              <a:spcBef>
                <a:spcPts val="200"/>
              </a:spcBef>
              <a:spcAft>
                <a:spcPts val="200"/>
              </a:spcAft>
              <a:buFont typeface="Arial" panose="020B0604020202020204" pitchFamily="34" charset="0"/>
              <a:buChar char="•"/>
              <a:defRPr sz="1600"/>
            </a:lvl6pPr>
            <a:lvl7pPr marL="540000" indent="-180000">
              <a:spcBef>
                <a:spcPts val="200"/>
              </a:spcBef>
              <a:spcAft>
                <a:spcPts val="200"/>
              </a:spcAft>
              <a:buFont typeface="Arial" panose="020B0604020202020204" pitchFamily="34" charset="0"/>
              <a:buChar char="•"/>
              <a:defRPr sz="1600"/>
            </a:lvl7pPr>
            <a:lvl8pPr marL="540000" indent="-180000">
              <a:spcBef>
                <a:spcPts val="200"/>
              </a:spcBef>
              <a:spcAft>
                <a:spcPts val="200"/>
              </a:spcAft>
              <a:buFont typeface="Arial" panose="020B0604020202020204" pitchFamily="34" charset="0"/>
              <a:buChar char="•"/>
              <a:defRPr sz="1600"/>
            </a:lvl8pPr>
            <a:lvl9pPr marL="540000" indent="-180000">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PG L-36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412678935"/>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PG L-36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796694109"/>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PG L-36    |    ONLY FOR INTERNAL USE</a:t>
            </a:r>
          </a:p>
        </p:txBody>
      </p:sp>
    </p:spTree>
    <p:extLst>
      <p:ext uri="{BB962C8B-B14F-4D97-AF65-F5344CB8AC3E}">
        <p14:creationId xmlns:p14="http://schemas.microsoft.com/office/powerpoint/2010/main" val="423797186"/>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PG L-36    |    ONLY FOR INTERNAL USE</a:t>
            </a:r>
          </a:p>
        </p:txBody>
      </p:sp>
    </p:spTree>
    <p:extLst>
      <p:ext uri="{BB962C8B-B14F-4D97-AF65-F5344CB8AC3E}">
        <p14:creationId xmlns:p14="http://schemas.microsoft.com/office/powerpoint/2010/main" val="447672988"/>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4" y="1412874"/>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PG L-36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283074638"/>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PG L-36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3809744590"/>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PG L-36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3701847859"/>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PG L-36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209470447"/>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PG L-36    |    </a:t>
            </a:r>
          </a:p>
          <a:p>
            <a:r>
              <a:rPr lang="en-US"/>
              <a:t>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2066218277"/>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PG L-36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890975"/>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PG L-36    |    </a:t>
            </a:r>
          </a:p>
          <a:p>
            <a:r>
              <a:rPr lang="en-US"/>
              <a:t>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3340741418"/>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PG L-36    |    ONLY FOR INTERNAL USE</a:t>
            </a:r>
          </a:p>
        </p:txBody>
      </p:sp>
    </p:spTree>
    <p:extLst>
      <p:ext uri="{BB962C8B-B14F-4D97-AF65-F5344CB8AC3E}">
        <p14:creationId xmlns:p14="http://schemas.microsoft.com/office/powerpoint/2010/main" val="2564109113"/>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4" y="1413222"/>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8"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38"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PG L-36    |    ONLY FOR INTERNAL USE</a:t>
            </a:r>
          </a:p>
        </p:txBody>
      </p:sp>
    </p:spTree>
    <p:extLst>
      <p:ext uri="{BB962C8B-B14F-4D97-AF65-F5344CB8AC3E}">
        <p14:creationId xmlns:p14="http://schemas.microsoft.com/office/powerpoint/2010/main" val="3260822474"/>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88"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PG L-36    |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751211536"/>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2"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PG L-36    |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836721314"/>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8" y="0"/>
            <a:ext cx="4043362"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PG L-36    |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118275689"/>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PG L-36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GB"/>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612941933"/>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PG L-36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902726752"/>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7"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PG L-36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018239967"/>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PG L-36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GB"/>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222496049"/>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4"/>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PG L-36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GB"/>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3048557212"/>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PG L-36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GB"/>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4204523436"/>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PG L-36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GB"/>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519146827"/>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PG L-36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GB"/>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900293970"/>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PG L-36    |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52205222"/>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PG L-36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257212985"/>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1" y="0"/>
            <a:ext cx="12191998"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4"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6"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PG L-36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058186924"/>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PG L-36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5" y="476250"/>
            <a:ext cx="11233150"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5"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8"/>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3"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t>2026</a:t>
            </a:fld>
            <a:r>
              <a:rPr lang="en-US" sz="900"/>
              <a:t> Boehringer Ingelheim International GmbH. All rights reserved.</a:t>
            </a:r>
          </a:p>
        </p:txBody>
      </p:sp>
    </p:spTree>
    <p:extLst>
      <p:ext uri="{BB962C8B-B14F-4D97-AF65-F5344CB8AC3E}">
        <p14:creationId xmlns:p14="http://schemas.microsoft.com/office/powerpoint/2010/main" val="1300298873"/>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5_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Tree>
    <p:extLst>
      <p:ext uri="{BB962C8B-B14F-4D97-AF65-F5344CB8AC3E}">
        <p14:creationId xmlns:p14="http://schemas.microsoft.com/office/powerpoint/2010/main" val="52303814"/>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5_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a:extLst>
                <a:ext uri="{96DAC541-7B7A-43D3-8B79-37D633B846F1}">
                  <asvg:svgBlip xmlns:asvg="http://schemas.microsoft.com/office/drawing/2016/SVG/main" r:embed="rId2"/>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177101755"/>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6_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a:extLst>
                <a:ext uri="{96DAC541-7B7A-43D3-8B79-37D633B846F1}">
                  <asvg:svgBlip xmlns:asvg="http://schemas.microsoft.com/office/drawing/2016/SVG/main" r:embed="rId2"/>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984825265"/>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5_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a:extLst>
                <a:ext uri="{96DAC541-7B7A-43D3-8B79-37D633B846F1}">
                  <asvg:svgBlip xmlns:asvg="http://schemas.microsoft.com/office/drawing/2016/SVG/main" r:embed="rId2"/>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516524664"/>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6_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802263235"/>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4_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a:extLst>
                <a:ext uri="{96DAC541-7B7A-43D3-8B79-37D633B846F1}">
                  <asvg:svgBlip xmlns:asvg="http://schemas.microsoft.com/office/drawing/2016/SVG/main" r:embed="rId2"/>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592191144"/>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4_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a:extLst>
                <a:ext uri="{96DAC541-7B7A-43D3-8B79-37D633B846F1}">
                  <asvg:svgBlip xmlns:asvg="http://schemas.microsoft.com/office/drawing/2016/SVG/main" r:embed="rId2"/>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434677220"/>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userDrawn="1">
  <p:cSld name="Chapter 6_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30C46-08A3-7E21-9297-92FC23E3AB8B}"/>
              </a:ext>
            </a:extLst>
          </p:cNvPr>
          <p:cNvSpPr>
            <a:spLocks noGrp="1"/>
          </p:cNvSpPr>
          <p:nvPr>
            <p:ph type="title"/>
          </p:nvPr>
        </p:nvSpPr>
        <p:spPr>
          <a:xfrm>
            <a:off x="479424" y="1114651"/>
            <a:ext cx="11233151" cy="720000"/>
          </a:xfrm>
        </p:spPr>
        <p:txBody>
          <a:bodyPr/>
          <a:lstStyle>
            <a:lvl1pPr>
              <a:defRPr>
                <a:solidFill>
                  <a:schemeClr val="bg2"/>
                </a:solidFill>
              </a:defRPr>
            </a:lvl1pPr>
          </a:lstStyle>
          <a:p>
            <a:r>
              <a:rPr lang="en-US"/>
              <a:t>Click to edit Master title style</a:t>
            </a:r>
          </a:p>
        </p:txBody>
      </p:sp>
      <p:sp>
        <p:nvSpPr>
          <p:cNvPr id="3" name="Footer Placeholder 2">
            <a:extLst>
              <a:ext uri="{FF2B5EF4-FFF2-40B4-BE49-F238E27FC236}">
                <a16:creationId xmlns:a16="http://schemas.microsoft.com/office/drawing/2014/main" id="{733C2D44-6BAA-4EDF-02C8-C6896DB6A461}"/>
              </a:ext>
            </a:extLst>
          </p:cNvPr>
          <p:cNvSpPr>
            <a:spLocks noGrp="1"/>
          </p:cNvSpPr>
          <p:nvPr>
            <p:ph type="ftr" sz="quarter" idx="10"/>
          </p:nvPr>
        </p:nvSpPr>
        <p:spPr/>
        <p:txBody>
          <a:bodyPr/>
          <a:lstStyle>
            <a:lvl1pPr>
              <a:defRPr>
                <a:solidFill>
                  <a:schemeClr val="bg2"/>
                </a:solidFill>
              </a:defRPr>
            </a:lvl1pPr>
          </a:lstStyle>
          <a:p>
            <a:r>
              <a:rPr lang="en-US"/>
              <a:t>Launch Readiness Playbook     |     ONLY FOR INTERNAL USE</a:t>
            </a:r>
          </a:p>
        </p:txBody>
      </p:sp>
      <p:sp>
        <p:nvSpPr>
          <p:cNvPr id="4" name="Slide Number Placeholder 3">
            <a:extLst>
              <a:ext uri="{FF2B5EF4-FFF2-40B4-BE49-F238E27FC236}">
                <a16:creationId xmlns:a16="http://schemas.microsoft.com/office/drawing/2014/main" id="{EA45876D-91DB-DF5A-3483-10D5EBB756A4}"/>
              </a:ext>
            </a:extLst>
          </p:cNvPr>
          <p:cNvSpPr>
            <a:spLocks noGrp="1"/>
          </p:cNvSpPr>
          <p:nvPr>
            <p:ph type="sldNum" sz="quarter" idx="11"/>
          </p:nvPr>
        </p:nvSpPr>
        <p:spPr/>
        <p:txBody>
          <a:bodyPr/>
          <a:lstStyle>
            <a:lvl1pPr>
              <a:defRPr>
                <a:solidFill>
                  <a:schemeClr val="bg2"/>
                </a:solidFill>
              </a:defRPr>
            </a:lvl1pPr>
          </a:lstStyle>
          <a:p>
            <a:fld id="{DF4E8F9F-5B1F-4F5B-BE49-3245D8C18D9F}" type="slidenum">
              <a:rPr lang="en-US" smtClean="0"/>
              <a:pPr/>
              <a:t>‹#›</a:t>
            </a:fld>
            <a:endParaRPr lang="en-US"/>
          </a:p>
        </p:txBody>
      </p:sp>
      <p:sp>
        <p:nvSpPr>
          <p:cNvPr id="7" name="Textplatzhalter 7">
            <a:extLst>
              <a:ext uri="{FF2B5EF4-FFF2-40B4-BE49-F238E27FC236}">
                <a16:creationId xmlns:a16="http://schemas.microsoft.com/office/drawing/2014/main" id="{59435E96-6B61-E396-ABE5-F7D49F199A18}"/>
              </a:ext>
            </a:extLst>
          </p:cNvPr>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4" name="Rectangle 13">
            <a:extLst>
              <a:ext uri="{FF2B5EF4-FFF2-40B4-BE49-F238E27FC236}">
                <a16:creationId xmlns:a16="http://schemas.microsoft.com/office/drawing/2014/main" id="{2174349A-9548-EA6E-902E-5E7D51DE1C6A}"/>
              </a:ext>
            </a:extLst>
          </p:cNvPr>
          <p:cNvSpPr/>
          <p:nvPr userDrawn="1"/>
        </p:nvSpPr>
        <p:spPr bwMode="gray">
          <a:xfrm>
            <a:off x="7208409" y="262892"/>
            <a:ext cx="1153299" cy="743841"/>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216000" rtlCol="0" anchor="ctr">
            <a:normAutofit/>
          </a:bodyPr>
          <a:lstStyle/>
          <a:p>
            <a:pPr algn="l">
              <a:lnSpc>
                <a:spcPct val="140000"/>
              </a:lnSpc>
            </a:pPr>
            <a:endParaRPr lang="en-US" sz="700">
              <a:solidFill>
                <a:schemeClr val="tx1"/>
              </a:solidFill>
            </a:endParaRPr>
          </a:p>
        </p:txBody>
      </p:sp>
      <p:sp>
        <p:nvSpPr>
          <p:cNvPr id="19" name="Rectangle 18">
            <a:extLst>
              <a:ext uri="{FF2B5EF4-FFF2-40B4-BE49-F238E27FC236}">
                <a16:creationId xmlns:a16="http://schemas.microsoft.com/office/drawing/2014/main" id="{B72FC428-DF9F-C227-E9BB-64F084C5AF02}"/>
              </a:ext>
            </a:extLst>
          </p:cNvPr>
          <p:cNvSpPr/>
          <p:nvPr userDrawn="1"/>
        </p:nvSpPr>
        <p:spPr bwMode="gray">
          <a:xfrm>
            <a:off x="0" y="0"/>
            <a:ext cx="12192000" cy="499171"/>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sp>
        <p:nvSpPr>
          <p:cNvPr id="20" name="object 34">
            <a:hlinkClick r:id="" action="ppaction://noaction"/>
            <a:extLst>
              <a:ext uri="{FF2B5EF4-FFF2-40B4-BE49-F238E27FC236}">
                <a16:creationId xmlns:a16="http://schemas.microsoft.com/office/drawing/2014/main" id="{62C9AE80-44F2-B73C-28E4-9F856FE3E458}"/>
              </a:ext>
            </a:extLst>
          </p:cNvPr>
          <p:cNvSpPr/>
          <p:nvPr userDrawn="1"/>
        </p:nvSpPr>
        <p:spPr>
          <a:xfrm>
            <a:off x="1605466" y="0"/>
            <a:ext cx="1098782" cy="476250"/>
          </a:xfrm>
          <a:prstGeom prst="rect">
            <a:avLst/>
          </a:prstGeom>
          <a:solidFill>
            <a:srgbClr val="EFEEEB"/>
          </a:solidFill>
          <a:ln w="6350">
            <a:noFill/>
          </a:ln>
        </p:spPr>
        <p:txBody>
          <a:bodyPr wrap="square" lIns="288000" tIns="0" rIns="36000" bIns="0" rtlCol="0" anchor="ctr"/>
          <a:lstStyle/>
          <a:p>
            <a:pPr marL="12700" lvl="0">
              <a:lnSpc>
                <a:spcPct val="100000"/>
              </a:lnSpc>
              <a:spcBef>
                <a:spcPts val="100"/>
              </a:spcBef>
            </a:pPr>
            <a:r>
              <a:rPr lang="en-GB" sz="700" b="0" spc="0" baseline="0">
                <a:solidFill>
                  <a:schemeClr val="bg2"/>
                </a:solidFill>
                <a:latin typeface="Boehringer Forward Text" panose="02000500000000020000" pitchFamily="2" charset="0"/>
                <a:cs typeface="BISans"/>
              </a:rPr>
              <a:t>Overview</a:t>
            </a:r>
          </a:p>
        </p:txBody>
      </p:sp>
      <p:pic>
        <p:nvPicPr>
          <p:cNvPr id="21" name="Grafik 18">
            <a:extLst>
              <a:ext uri="{FF2B5EF4-FFF2-40B4-BE49-F238E27FC236}">
                <a16:creationId xmlns:a16="http://schemas.microsoft.com/office/drawing/2014/main" id="{9B65ABB9-51D2-0732-864E-8E264854A71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rot="16200000">
            <a:off x="11878255" y="66408"/>
            <a:ext cx="343434" cy="343434"/>
          </a:xfrm>
          <a:prstGeom prst="rect">
            <a:avLst/>
          </a:prstGeom>
        </p:spPr>
      </p:pic>
      <p:pic>
        <p:nvPicPr>
          <p:cNvPr id="22" name="Grafik 18">
            <a:extLst>
              <a:ext uri="{FF2B5EF4-FFF2-40B4-BE49-F238E27FC236}">
                <a16:creationId xmlns:a16="http://schemas.microsoft.com/office/drawing/2014/main" id="{F79BF1CA-232D-64DB-AFD4-BF06812ECC5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rot="5400000" flipH="1">
            <a:off x="11678855" y="66408"/>
            <a:ext cx="343434" cy="343434"/>
          </a:xfrm>
          <a:prstGeom prst="rect">
            <a:avLst/>
          </a:prstGeom>
        </p:spPr>
      </p:pic>
      <p:sp>
        <p:nvSpPr>
          <p:cNvPr id="23" name="Action Button: Blank 22">
            <a:hlinkClick r:id="" action="ppaction://hlinkshowjump?jump=previousslide" highlightClick="1"/>
            <a:extLst>
              <a:ext uri="{FF2B5EF4-FFF2-40B4-BE49-F238E27FC236}">
                <a16:creationId xmlns:a16="http://schemas.microsoft.com/office/drawing/2014/main" id="{71410380-5574-9ADE-9A83-F3F2945A9559}"/>
              </a:ext>
            </a:extLst>
          </p:cNvPr>
          <p:cNvSpPr/>
          <p:nvPr userDrawn="1"/>
        </p:nvSpPr>
        <p:spPr>
          <a:xfrm>
            <a:off x="11712575" y="-819"/>
            <a:ext cx="239597" cy="477887"/>
          </a:xfrm>
          <a:prstGeom prst="actionButtonBlank">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GB" sz="800" spc="200" baseline="0"/>
          </a:p>
        </p:txBody>
      </p:sp>
      <p:sp>
        <p:nvSpPr>
          <p:cNvPr id="24" name="Action Button: Blank 23">
            <a:hlinkClick r:id="" action="ppaction://hlinkshowjump?jump=nextslide" highlightClick="1"/>
            <a:extLst>
              <a:ext uri="{FF2B5EF4-FFF2-40B4-BE49-F238E27FC236}">
                <a16:creationId xmlns:a16="http://schemas.microsoft.com/office/drawing/2014/main" id="{D8A25991-7D97-2D7E-E7E5-7FCAF48960C2}"/>
              </a:ext>
            </a:extLst>
          </p:cNvPr>
          <p:cNvSpPr/>
          <p:nvPr userDrawn="1"/>
        </p:nvSpPr>
        <p:spPr>
          <a:xfrm>
            <a:off x="11952172" y="-819"/>
            <a:ext cx="239828" cy="477887"/>
          </a:xfrm>
          <a:prstGeom prst="actionButtonBlank">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pc="200" baseline="0"/>
          </a:p>
        </p:txBody>
      </p:sp>
      <p:pic>
        <p:nvPicPr>
          <p:cNvPr id="29" name="Grafik 30">
            <a:extLst>
              <a:ext uri="{FF2B5EF4-FFF2-40B4-BE49-F238E27FC236}">
                <a16:creationId xmlns:a16="http://schemas.microsoft.com/office/drawing/2014/main" id="{EF639587-D2FA-4C70-52C9-9E319196427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bwMode="gray">
          <a:xfrm>
            <a:off x="66730" y="65143"/>
            <a:ext cx="345964" cy="345964"/>
          </a:xfrm>
          <a:prstGeom prst="rect">
            <a:avLst/>
          </a:prstGeom>
        </p:spPr>
      </p:pic>
      <p:sp>
        <p:nvSpPr>
          <p:cNvPr id="30" name="object 34">
            <a:hlinkClick r:id="" action="ppaction://noaction"/>
            <a:extLst>
              <a:ext uri="{FF2B5EF4-FFF2-40B4-BE49-F238E27FC236}">
                <a16:creationId xmlns:a16="http://schemas.microsoft.com/office/drawing/2014/main" id="{747B53B0-886B-985E-FFD6-5976428E53A9}"/>
              </a:ext>
            </a:extLst>
          </p:cNvPr>
          <p:cNvSpPr/>
          <p:nvPr userDrawn="1"/>
        </p:nvSpPr>
        <p:spPr>
          <a:xfrm>
            <a:off x="479425" y="0"/>
            <a:ext cx="1098782" cy="476250"/>
          </a:xfrm>
          <a:prstGeom prst="rect">
            <a:avLst/>
          </a:prstGeom>
          <a:solidFill>
            <a:srgbClr val="EFEEEB"/>
          </a:solidFill>
          <a:ln w="6350">
            <a:noFill/>
          </a:ln>
        </p:spPr>
        <p:txBody>
          <a:bodyPr wrap="square" lIns="288000" tIns="0" rIns="36000" bIns="0" rtlCol="0" anchor="ctr"/>
          <a:lstStyle/>
          <a:p>
            <a:pPr marL="12700" lvl="0">
              <a:lnSpc>
                <a:spcPct val="100000"/>
              </a:lnSpc>
              <a:spcBef>
                <a:spcPts val="100"/>
              </a:spcBef>
            </a:pPr>
            <a:r>
              <a:rPr lang="en-GB" sz="700" b="0" spc="0" baseline="0">
                <a:solidFill>
                  <a:schemeClr val="bg2"/>
                </a:solidFill>
                <a:latin typeface="Boehringer Forward Text" panose="02000500000000020000" pitchFamily="2" charset="0"/>
                <a:cs typeface="BISans"/>
              </a:rPr>
              <a:t>Vision</a:t>
            </a:r>
            <a:br>
              <a:rPr lang="en-GB" sz="700" b="0" spc="0" baseline="0">
                <a:solidFill>
                  <a:schemeClr val="bg2"/>
                </a:solidFill>
                <a:latin typeface="Boehringer Forward Text" panose="02000500000000020000" pitchFamily="2" charset="0"/>
                <a:cs typeface="BISans"/>
              </a:rPr>
            </a:br>
            <a:r>
              <a:rPr lang="en-GB" sz="700" b="0" spc="0" baseline="0">
                <a:solidFill>
                  <a:schemeClr val="bg2"/>
                </a:solidFill>
                <a:latin typeface="Boehringer Forward Text" panose="02000500000000020000" pitchFamily="2" charset="0"/>
                <a:cs typeface="BISans"/>
              </a:rPr>
              <a:t>&amp; objectives​</a:t>
            </a:r>
          </a:p>
        </p:txBody>
      </p:sp>
      <p:sp>
        <p:nvSpPr>
          <p:cNvPr id="31" name="object 34">
            <a:hlinkClick r:id="" action="ppaction://noaction"/>
            <a:extLst>
              <a:ext uri="{FF2B5EF4-FFF2-40B4-BE49-F238E27FC236}">
                <a16:creationId xmlns:a16="http://schemas.microsoft.com/office/drawing/2014/main" id="{B9A80D8E-2B2E-8D95-027D-E4F2F1176DC7}"/>
              </a:ext>
            </a:extLst>
          </p:cNvPr>
          <p:cNvSpPr/>
          <p:nvPr userDrawn="1"/>
        </p:nvSpPr>
        <p:spPr>
          <a:xfrm>
            <a:off x="2731507" y="0"/>
            <a:ext cx="1098782" cy="476250"/>
          </a:xfrm>
          <a:prstGeom prst="rect">
            <a:avLst/>
          </a:prstGeom>
          <a:solidFill>
            <a:srgbClr val="EFEEEB"/>
          </a:solidFill>
          <a:ln w="6350">
            <a:noFill/>
          </a:ln>
        </p:spPr>
        <p:txBody>
          <a:bodyPr wrap="square" lIns="288000" tIns="0" rIns="0" bIns="0" rtlCol="0" anchor="ctr"/>
          <a:lstStyle/>
          <a:p>
            <a:pPr marL="12700" lvl="0">
              <a:lnSpc>
                <a:spcPct val="100000"/>
              </a:lnSpc>
              <a:spcBef>
                <a:spcPts val="100"/>
              </a:spcBef>
            </a:pPr>
            <a:r>
              <a:rPr lang="en-GB" sz="700" b="0" spc="0" baseline="0">
                <a:solidFill>
                  <a:schemeClr val="bg2"/>
                </a:solidFill>
                <a:latin typeface="Boehringer Forward Text" panose="02000500000000020000" pitchFamily="2" charset="0"/>
                <a:cs typeface="BISans"/>
              </a:rPr>
              <a:t>LR &amp; ​other</a:t>
            </a:r>
            <a:br>
              <a:rPr lang="en-GB" sz="700" b="0" spc="0" baseline="0">
                <a:solidFill>
                  <a:schemeClr val="bg2"/>
                </a:solidFill>
                <a:latin typeface="Boehringer Forward Text" panose="02000500000000020000" pitchFamily="2" charset="0"/>
                <a:cs typeface="BISans"/>
              </a:rPr>
            </a:br>
            <a:r>
              <a:rPr lang="en-GB" sz="700" b="0" spc="0" baseline="0">
                <a:solidFill>
                  <a:schemeClr val="bg2"/>
                </a:solidFill>
                <a:latin typeface="Boehringer Forward Text" panose="02000500000000020000" pitchFamily="2" charset="0"/>
                <a:cs typeface="BISans"/>
              </a:rPr>
              <a:t>Boehringer Ingelheim processes​</a:t>
            </a:r>
          </a:p>
        </p:txBody>
      </p:sp>
      <p:sp>
        <p:nvSpPr>
          <p:cNvPr id="36" name="object 34">
            <a:hlinkClick r:id="" action="ppaction://noaction"/>
            <a:extLst>
              <a:ext uri="{FF2B5EF4-FFF2-40B4-BE49-F238E27FC236}">
                <a16:creationId xmlns:a16="http://schemas.microsoft.com/office/drawing/2014/main" id="{E5E422C5-DA5B-8D47-D120-260568CB2019}"/>
              </a:ext>
            </a:extLst>
          </p:cNvPr>
          <p:cNvSpPr/>
          <p:nvPr userDrawn="1"/>
        </p:nvSpPr>
        <p:spPr>
          <a:xfrm>
            <a:off x="3857548" y="0"/>
            <a:ext cx="1098782" cy="476250"/>
          </a:xfrm>
          <a:prstGeom prst="rect">
            <a:avLst/>
          </a:prstGeom>
          <a:solidFill>
            <a:srgbClr val="EFEEEB"/>
          </a:solidFill>
          <a:ln w="6350">
            <a:noFill/>
          </a:ln>
        </p:spPr>
        <p:txBody>
          <a:bodyPr wrap="square" lIns="288000" tIns="0" rIns="0" bIns="0" rtlCol="0" anchor="ctr"/>
          <a:lstStyle/>
          <a:p>
            <a:pPr marL="12700" lvl="0">
              <a:lnSpc>
                <a:spcPct val="100000"/>
              </a:lnSpc>
              <a:spcBef>
                <a:spcPts val="100"/>
              </a:spcBef>
            </a:pPr>
            <a:r>
              <a:rPr lang="en-GB" sz="700" b="0" spc="0" baseline="0">
                <a:solidFill>
                  <a:schemeClr val="bg2"/>
                </a:solidFill>
                <a:latin typeface="Boehringer Forward Text" panose="02000500000000020000" pitchFamily="2" charset="0"/>
                <a:cs typeface="BISans"/>
              </a:rPr>
              <a:t>LR process ​roles</a:t>
            </a:r>
            <a:br>
              <a:rPr lang="en-GB" sz="700" b="0" spc="0" baseline="0">
                <a:solidFill>
                  <a:schemeClr val="bg2"/>
                </a:solidFill>
                <a:latin typeface="Boehringer Forward Text" panose="02000500000000020000" pitchFamily="2" charset="0"/>
                <a:cs typeface="BISans"/>
              </a:rPr>
            </a:br>
            <a:r>
              <a:rPr lang="en-GB" sz="700" b="0" spc="0" baseline="0">
                <a:solidFill>
                  <a:schemeClr val="bg2"/>
                </a:solidFill>
                <a:latin typeface="Boehringer Forward Text" panose="02000500000000020000" pitchFamily="2" charset="0"/>
                <a:cs typeface="BISans"/>
              </a:rPr>
              <a:t>&amp; responsibilities​</a:t>
            </a:r>
          </a:p>
        </p:txBody>
      </p:sp>
      <p:sp>
        <p:nvSpPr>
          <p:cNvPr id="37" name="object 34">
            <a:hlinkClick r:id="" action="ppaction://noaction"/>
            <a:extLst>
              <a:ext uri="{FF2B5EF4-FFF2-40B4-BE49-F238E27FC236}">
                <a16:creationId xmlns:a16="http://schemas.microsoft.com/office/drawing/2014/main" id="{6C7BEB55-8023-216C-74AE-C5498C81C379}"/>
              </a:ext>
            </a:extLst>
          </p:cNvPr>
          <p:cNvSpPr/>
          <p:nvPr userDrawn="1"/>
        </p:nvSpPr>
        <p:spPr>
          <a:xfrm>
            <a:off x="4983589" y="0"/>
            <a:ext cx="1098782" cy="476250"/>
          </a:xfrm>
          <a:prstGeom prst="rect">
            <a:avLst/>
          </a:prstGeom>
          <a:solidFill>
            <a:srgbClr val="EFEEEB"/>
          </a:solidFill>
          <a:ln w="6350">
            <a:noFill/>
          </a:ln>
        </p:spPr>
        <p:txBody>
          <a:bodyPr wrap="square" lIns="288000" tIns="0" rIns="0" bIns="0" rtlCol="0" anchor="ctr"/>
          <a:lstStyle/>
          <a:p>
            <a:pPr marL="12700" lvl="0">
              <a:lnSpc>
                <a:spcPct val="100000"/>
              </a:lnSpc>
              <a:spcBef>
                <a:spcPts val="100"/>
              </a:spcBef>
            </a:pPr>
            <a:r>
              <a:rPr lang="en-GB" sz="700" b="0" spc="0" baseline="0">
                <a:solidFill>
                  <a:schemeClr val="bg2"/>
                </a:solidFill>
                <a:latin typeface="Boehringer Forward Text" panose="02000500000000020000" pitchFamily="2" charset="0"/>
                <a:cs typeface="BISans"/>
              </a:rPr>
              <a:t>Setup launch teams in</a:t>
            </a:r>
            <a:br>
              <a:rPr lang="en-GB" sz="700" b="0" spc="0" baseline="0">
                <a:solidFill>
                  <a:schemeClr val="bg2"/>
                </a:solidFill>
                <a:latin typeface="Boehringer Forward Text" panose="02000500000000020000" pitchFamily="2" charset="0"/>
                <a:cs typeface="BISans"/>
              </a:rPr>
            </a:br>
            <a:r>
              <a:rPr lang="en-GB" sz="700" b="0" spc="0" baseline="0">
                <a:solidFill>
                  <a:schemeClr val="bg2"/>
                </a:solidFill>
                <a:latin typeface="Boehringer Forward Text" panose="02000500000000020000" pitchFamily="2" charset="0"/>
                <a:cs typeface="BISans"/>
              </a:rPr>
              <a:t>corporate</a:t>
            </a:r>
            <a:br>
              <a:rPr lang="en-GB" sz="700" b="0" spc="0" baseline="0">
                <a:solidFill>
                  <a:schemeClr val="bg2"/>
                </a:solidFill>
                <a:latin typeface="Boehringer Forward Text" panose="02000500000000020000" pitchFamily="2" charset="0"/>
                <a:cs typeface="BISans"/>
              </a:rPr>
            </a:br>
            <a:r>
              <a:rPr lang="en-GB" sz="700" b="0" spc="0" baseline="0">
                <a:solidFill>
                  <a:schemeClr val="bg2"/>
                </a:solidFill>
                <a:latin typeface="Boehringer Forward Text" panose="02000500000000020000" pitchFamily="2" charset="0"/>
                <a:cs typeface="BISans"/>
              </a:rPr>
              <a:t>TA &amp; OPUS​</a:t>
            </a:r>
          </a:p>
        </p:txBody>
      </p:sp>
      <p:sp>
        <p:nvSpPr>
          <p:cNvPr id="38" name="object 34">
            <a:hlinkClick r:id="" action="ppaction://noaction"/>
            <a:extLst>
              <a:ext uri="{FF2B5EF4-FFF2-40B4-BE49-F238E27FC236}">
                <a16:creationId xmlns:a16="http://schemas.microsoft.com/office/drawing/2014/main" id="{F7274F30-647A-B331-097E-1780D4B01FD3}"/>
              </a:ext>
            </a:extLst>
          </p:cNvPr>
          <p:cNvSpPr/>
          <p:nvPr userDrawn="1"/>
        </p:nvSpPr>
        <p:spPr>
          <a:xfrm>
            <a:off x="6109630" y="0"/>
            <a:ext cx="1098782" cy="476250"/>
          </a:xfrm>
          <a:prstGeom prst="rect">
            <a:avLst/>
          </a:prstGeom>
          <a:solidFill>
            <a:schemeClr val="tx2"/>
          </a:solidFill>
          <a:ln w="6350">
            <a:noFill/>
          </a:ln>
        </p:spPr>
        <p:txBody>
          <a:bodyPr wrap="square" lIns="288000" tIns="0" rIns="36000" bIns="0" rtlCol="0" anchor="ctr"/>
          <a:lstStyle/>
          <a:p>
            <a:pPr marL="12700" lvl="0">
              <a:lnSpc>
                <a:spcPct val="100000"/>
              </a:lnSpc>
              <a:spcBef>
                <a:spcPts val="100"/>
              </a:spcBef>
            </a:pPr>
            <a:r>
              <a:rPr lang="en-GB" sz="700" b="1" spc="0" baseline="0">
                <a:solidFill>
                  <a:schemeClr val="accent1"/>
                </a:solidFill>
                <a:latin typeface="Boehringer Forward Text" panose="02000500000000020000" pitchFamily="2" charset="0"/>
                <a:cs typeface="BISans"/>
              </a:rPr>
              <a:t>LR roadmap​</a:t>
            </a:r>
          </a:p>
        </p:txBody>
      </p:sp>
      <p:sp>
        <p:nvSpPr>
          <p:cNvPr id="39" name="object 34">
            <a:hlinkClick r:id="" action="ppaction://noaction"/>
            <a:extLst>
              <a:ext uri="{FF2B5EF4-FFF2-40B4-BE49-F238E27FC236}">
                <a16:creationId xmlns:a16="http://schemas.microsoft.com/office/drawing/2014/main" id="{0C62440B-102A-2AAE-45FB-D41DC3AC8287}"/>
              </a:ext>
            </a:extLst>
          </p:cNvPr>
          <p:cNvSpPr/>
          <p:nvPr userDrawn="1"/>
        </p:nvSpPr>
        <p:spPr>
          <a:xfrm>
            <a:off x="9487753" y="0"/>
            <a:ext cx="1098782" cy="476250"/>
          </a:xfrm>
          <a:prstGeom prst="rect">
            <a:avLst/>
          </a:prstGeom>
          <a:solidFill>
            <a:srgbClr val="EFEEEB"/>
          </a:solidFill>
          <a:ln w="6350">
            <a:noFill/>
          </a:ln>
        </p:spPr>
        <p:txBody>
          <a:bodyPr wrap="square" lIns="288000" tIns="0" rIns="36000" bIns="0" rtlCol="0" anchor="ctr">
            <a:normAutofit/>
          </a:bodyPr>
          <a:lstStyle/>
          <a:p>
            <a:pPr marL="12700" lvl="0">
              <a:lnSpc>
                <a:spcPct val="100000"/>
              </a:lnSpc>
              <a:spcBef>
                <a:spcPts val="100"/>
              </a:spcBef>
            </a:pPr>
            <a:r>
              <a:rPr lang="en-GB" sz="700" b="0" spc="0" baseline="0">
                <a:solidFill>
                  <a:schemeClr val="bg2"/>
                </a:solidFill>
                <a:latin typeface="Boehringer Forward Text" panose="02000500000000020000" pitchFamily="2" charset="0"/>
                <a:cs typeface="BISans"/>
              </a:rPr>
              <a:t>Metrics of success​</a:t>
            </a:r>
          </a:p>
        </p:txBody>
      </p:sp>
      <p:grpSp>
        <p:nvGrpSpPr>
          <p:cNvPr id="57" name="Group 56">
            <a:extLst>
              <a:ext uri="{FF2B5EF4-FFF2-40B4-BE49-F238E27FC236}">
                <a16:creationId xmlns:a16="http://schemas.microsoft.com/office/drawing/2014/main" id="{68CEB4CB-45F1-67F7-B332-FEB1290F628B}"/>
              </a:ext>
            </a:extLst>
          </p:cNvPr>
          <p:cNvGrpSpPr/>
          <p:nvPr userDrawn="1"/>
        </p:nvGrpSpPr>
        <p:grpSpPr>
          <a:xfrm>
            <a:off x="544282" y="158858"/>
            <a:ext cx="158615" cy="158535"/>
            <a:chOff x="515356" y="35932"/>
            <a:chExt cx="158615" cy="158535"/>
          </a:xfrm>
          <a:solidFill>
            <a:schemeClr val="accent1"/>
          </a:solidFill>
        </p:grpSpPr>
        <p:sp>
          <p:nvSpPr>
            <p:cNvPr id="71" name="Freeform: Shape 70">
              <a:extLst>
                <a:ext uri="{FF2B5EF4-FFF2-40B4-BE49-F238E27FC236}">
                  <a16:creationId xmlns:a16="http://schemas.microsoft.com/office/drawing/2014/main" id="{A8BFFF01-614B-9BDC-3F1C-1FDDAAFD2DB1}"/>
                </a:ext>
              </a:extLst>
            </p:cNvPr>
            <p:cNvSpPr/>
            <p:nvPr/>
          </p:nvSpPr>
          <p:spPr>
            <a:xfrm>
              <a:off x="566880" y="79529"/>
              <a:ext cx="43597" cy="63414"/>
            </a:xfrm>
            <a:custGeom>
              <a:avLst/>
              <a:gdLst>
                <a:gd name="connsiteX0" fmla="*/ 43597 w 43597"/>
                <a:gd name="connsiteY0" fmla="*/ 46372 h 63414"/>
                <a:gd name="connsiteX1" fmla="*/ 33847 w 43597"/>
                <a:gd name="connsiteY1" fmla="*/ 31707 h 63414"/>
                <a:gd name="connsiteX2" fmla="*/ 13555 w 43597"/>
                <a:gd name="connsiteY2" fmla="*/ 31707 h 63414"/>
                <a:gd name="connsiteX3" fmla="*/ 7927 w 43597"/>
                <a:gd name="connsiteY3" fmla="*/ 26079 h 63414"/>
                <a:gd name="connsiteX4" fmla="*/ 7927 w 43597"/>
                <a:gd name="connsiteY4" fmla="*/ 15854 h 63414"/>
                <a:gd name="connsiteX5" fmla="*/ 0 w 43597"/>
                <a:gd name="connsiteY5" fmla="*/ 15854 h 63414"/>
                <a:gd name="connsiteX6" fmla="*/ 0 w 43597"/>
                <a:gd name="connsiteY6" fmla="*/ 29408 h 63414"/>
                <a:gd name="connsiteX7" fmla="*/ 10226 w 43597"/>
                <a:gd name="connsiteY7" fmla="*/ 39634 h 63414"/>
                <a:gd name="connsiteX8" fmla="*/ 29567 w 43597"/>
                <a:gd name="connsiteY8" fmla="*/ 39634 h 63414"/>
                <a:gd name="connsiteX9" fmla="*/ 35671 w 43597"/>
                <a:gd name="connsiteY9" fmla="*/ 48750 h 63414"/>
                <a:gd name="connsiteX10" fmla="*/ 35671 w 43597"/>
                <a:gd name="connsiteY10" fmla="*/ 63414 h 63414"/>
                <a:gd name="connsiteX11" fmla="*/ 43597 w 43597"/>
                <a:gd name="connsiteY11" fmla="*/ 63414 h 63414"/>
                <a:gd name="connsiteX12" fmla="*/ 43597 w 43597"/>
                <a:gd name="connsiteY12" fmla="*/ 46372 h 63414"/>
                <a:gd name="connsiteX13" fmla="*/ 7927 w 43597"/>
                <a:gd name="connsiteY13" fmla="*/ 15854 h 63414"/>
                <a:gd name="connsiteX14" fmla="*/ 27744 w 43597"/>
                <a:gd name="connsiteY14" fmla="*/ 7927 h 63414"/>
                <a:gd name="connsiteX15" fmla="*/ 27744 w 43597"/>
                <a:gd name="connsiteY15" fmla="*/ 0 h 63414"/>
                <a:gd name="connsiteX16" fmla="*/ 7927 w 43597"/>
                <a:gd name="connsiteY16" fmla="*/ 7927 h 63414"/>
                <a:gd name="connsiteX17" fmla="*/ 7927 w 43597"/>
                <a:gd name="connsiteY17" fmla="*/ 15854 h 63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3597" h="63414">
                  <a:moveTo>
                    <a:pt x="43597" y="46372"/>
                  </a:moveTo>
                  <a:lnTo>
                    <a:pt x="33847" y="31707"/>
                  </a:lnTo>
                  <a:lnTo>
                    <a:pt x="13555" y="31707"/>
                  </a:lnTo>
                  <a:lnTo>
                    <a:pt x="7927" y="26079"/>
                  </a:lnTo>
                  <a:lnTo>
                    <a:pt x="7927" y="15854"/>
                  </a:lnTo>
                  <a:lnTo>
                    <a:pt x="0" y="15854"/>
                  </a:lnTo>
                  <a:lnTo>
                    <a:pt x="0" y="29408"/>
                  </a:lnTo>
                  <a:lnTo>
                    <a:pt x="10226" y="39634"/>
                  </a:lnTo>
                  <a:lnTo>
                    <a:pt x="29567" y="39634"/>
                  </a:lnTo>
                  <a:lnTo>
                    <a:pt x="35671" y="48750"/>
                  </a:lnTo>
                  <a:lnTo>
                    <a:pt x="35671" y="63414"/>
                  </a:lnTo>
                  <a:lnTo>
                    <a:pt x="43597" y="63414"/>
                  </a:lnTo>
                  <a:lnTo>
                    <a:pt x="43597" y="46372"/>
                  </a:lnTo>
                  <a:close/>
                  <a:moveTo>
                    <a:pt x="7927" y="15854"/>
                  </a:moveTo>
                  <a:lnTo>
                    <a:pt x="27744" y="7927"/>
                  </a:lnTo>
                  <a:lnTo>
                    <a:pt x="27744" y="0"/>
                  </a:lnTo>
                  <a:lnTo>
                    <a:pt x="7927" y="7927"/>
                  </a:lnTo>
                  <a:lnTo>
                    <a:pt x="7927" y="15854"/>
                  </a:lnTo>
                  <a:close/>
                </a:path>
              </a:pathLst>
            </a:custGeom>
            <a:grpFill/>
            <a:ln w="7541"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A3876478-D943-210D-6278-8531066421C8}"/>
                </a:ext>
              </a:extLst>
            </p:cNvPr>
            <p:cNvSpPr/>
            <p:nvPr/>
          </p:nvSpPr>
          <p:spPr>
            <a:xfrm>
              <a:off x="594624" y="91420"/>
              <a:ext cx="39633" cy="39633"/>
            </a:xfrm>
            <a:custGeom>
              <a:avLst/>
              <a:gdLst>
                <a:gd name="connsiteX0" fmla="*/ 39634 w 39633"/>
                <a:gd name="connsiteY0" fmla="*/ 23780 h 39633"/>
                <a:gd name="connsiteX1" fmla="*/ 31707 w 39633"/>
                <a:gd name="connsiteY1" fmla="*/ 23780 h 39633"/>
                <a:gd name="connsiteX2" fmla="*/ 31707 w 39633"/>
                <a:gd name="connsiteY2" fmla="*/ 39634 h 39633"/>
                <a:gd name="connsiteX3" fmla="*/ 39634 w 39633"/>
                <a:gd name="connsiteY3" fmla="*/ 39634 h 39633"/>
                <a:gd name="connsiteX4" fmla="*/ 39634 w 39633"/>
                <a:gd name="connsiteY4" fmla="*/ 23780 h 39633"/>
                <a:gd name="connsiteX5" fmla="*/ 7927 w 39633"/>
                <a:gd name="connsiteY5" fmla="*/ 0 h 39633"/>
                <a:gd name="connsiteX6" fmla="*/ 0 w 39633"/>
                <a:gd name="connsiteY6" fmla="*/ 0 h 39633"/>
                <a:gd name="connsiteX7" fmla="*/ 0 w 39633"/>
                <a:gd name="connsiteY7" fmla="*/ 7927 h 39633"/>
                <a:gd name="connsiteX8" fmla="*/ 7927 w 39633"/>
                <a:gd name="connsiteY8" fmla="*/ 7927 h 39633"/>
                <a:gd name="connsiteX9" fmla="*/ 7927 w 39633"/>
                <a:gd name="connsiteY9" fmla="*/ 0 h 39633"/>
                <a:gd name="connsiteX10" fmla="*/ 15854 w 39633"/>
                <a:gd name="connsiteY10" fmla="*/ 7927 h 39633"/>
                <a:gd name="connsiteX11" fmla="*/ 7927 w 39633"/>
                <a:gd name="connsiteY11" fmla="*/ 7927 h 39633"/>
                <a:gd name="connsiteX12" fmla="*/ 7927 w 39633"/>
                <a:gd name="connsiteY12" fmla="*/ 15854 h 39633"/>
                <a:gd name="connsiteX13" fmla="*/ 15854 w 39633"/>
                <a:gd name="connsiteY13" fmla="*/ 15854 h 39633"/>
                <a:gd name="connsiteX14" fmla="*/ 15854 w 39633"/>
                <a:gd name="connsiteY14" fmla="*/ 7927 h 39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9633" h="39633">
                  <a:moveTo>
                    <a:pt x="39634" y="23780"/>
                  </a:moveTo>
                  <a:lnTo>
                    <a:pt x="31707" y="23780"/>
                  </a:lnTo>
                  <a:lnTo>
                    <a:pt x="31707" y="39634"/>
                  </a:lnTo>
                  <a:lnTo>
                    <a:pt x="39634" y="39634"/>
                  </a:lnTo>
                  <a:lnTo>
                    <a:pt x="39634" y="23780"/>
                  </a:lnTo>
                  <a:close/>
                  <a:moveTo>
                    <a:pt x="7927" y="0"/>
                  </a:moveTo>
                  <a:lnTo>
                    <a:pt x="0" y="0"/>
                  </a:lnTo>
                  <a:lnTo>
                    <a:pt x="0" y="7927"/>
                  </a:lnTo>
                  <a:lnTo>
                    <a:pt x="7927" y="7927"/>
                  </a:lnTo>
                  <a:lnTo>
                    <a:pt x="7927" y="0"/>
                  </a:lnTo>
                  <a:close/>
                  <a:moveTo>
                    <a:pt x="15854" y="7927"/>
                  </a:moveTo>
                  <a:lnTo>
                    <a:pt x="7927" y="7927"/>
                  </a:lnTo>
                  <a:lnTo>
                    <a:pt x="7927" y="15854"/>
                  </a:lnTo>
                  <a:lnTo>
                    <a:pt x="15854" y="15854"/>
                  </a:lnTo>
                  <a:lnTo>
                    <a:pt x="15854" y="7927"/>
                  </a:lnTo>
                  <a:close/>
                </a:path>
              </a:pathLst>
            </a:custGeom>
            <a:grpFill/>
            <a:ln w="7541"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BDFC8D67-B5C1-7BB9-9297-E5D0D4BFEEA1}"/>
                </a:ext>
              </a:extLst>
            </p:cNvPr>
            <p:cNvSpPr/>
            <p:nvPr/>
          </p:nvSpPr>
          <p:spPr>
            <a:xfrm>
              <a:off x="515356" y="35932"/>
              <a:ext cx="158615" cy="158535"/>
            </a:xfrm>
            <a:custGeom>
              <a:avLst/>
              <a:gdLst>
                <a:gd name="connsiteX0" fmla="*/ 79268 w 158615"/>
                <a:gd name="connsiteY0" fmla="*/ 0 h 158535"/>
                <a:gd name="connsiteX1" fmla="*/ 0 w 158615"/>
                <a:gd name="connsiteY1" fmla="*/ 79268 h 158535"/>
                <a:gd name="connsiteX2" fmla="*/ 79268 w 158615"/>
                <a:gd name="connsiteY2" fmla="*/ 158536 h 158535"/>
                <a:gd name="connsiteX3" fmla="*/ 142603 w 158615"/>
                <a:gd name="connsiteY3" fmla="*/ 126829 h 158535"/>
                <a:gd name="connsiteX4" fmla="*/ 142682 w 158615"/>
                <a:gd name="connsiteY4" fmla="*/ 126829 h 158535"/>
                <a:gd name="connsiteX5" fmla="*/ 142682 w 158615"/>
                <a:gd name="connsiteY5" fmla="*/ 126749 h 158535"/>
                <a:gd name="connsiteX6" fmla="*/ 158615 w 158615"/>
                <a:gd name="connsiteY6" fmla="*/ 79268 h 158535"/>
                <a:gd name="connsiteX7" fmla="*/ 79268 w 158615"/>
                <a:gd name="connsiteY7" fmla="*/ 0 h 158535"/>
                <a:gd name="connsiteX8" fmla="*/ 138640 w 158615"/>
                <a:gd name="connsiteY8" fmla="*/ 118743 h 158535"/>
                <a:gd name="connsiteX9" fmla="*/ 126829 w 158615"/>
                <a:gd name="connsiteY9" fmla="*/ 95122 h 158535"/>
                <a:gd name="connsiteX10" fmla="*/ 118902 w 158615"/>
                <a:gd name="connsiteY10" fmla="*/ 95122 h 158535"/>
                <a:gd name="connsiteX11" fmla="*/ 126829 w 158615"/>
                <a:gd name="connsiteY11" fmla="*/ 110975 h 158535"/>
                <a:gd name="connsiteX12" fmla="*/ 133884 w 158615"/>
                <a:gd name="connsiteY12" fmla="*/ 125085 h 158535"/>
                <a:gd name="connsiteX13" fmla="*/ 79268 w 158615"/>
                <a:gd name="connsiteY13" fmla="*/ 150609 h 158535"/>
                <a:gd name="connsiteX14" fmla="*/ 79268 w 158615"/>
                <a:gd name="connsiteY14" fmla="*/ 126829 h 158535"/>
                <a:gd name="connsiteX15" fmla="*/ 87195 w 158615"/>
                <a:gd name="connsiteY15" fmla="*/ 107012 h 158535"/>
                <a:gd name="connsiteX16" fmla="*/ 79189 w 158615"/>
                <a:gd name="connsiteY16" fmla="*/ 107012 h 158535"/>
                <a:gd name="connsiteX17" fmla="*/ 71341 w 158615"/>
                <a:gd name="connsiteY17" fmla="*/ 126829 h 158535"/>
                <a:gd name="connsiteX18" fmla="*/ 71341 w 158615"/>
                <a:gd name="connsiteY18" fmla="*/ 150133 h 158535"/>
                <a:gd name="connsiteX19" fmla="*/ 63018 w 158615"/>
                <a:gd name="connsiteY19" fmla="*/ 148627 h 158535"/>
                <a:gd name="connsiteX20" fmla="*/ 43914 w 158615"/>
                <a:gd name="connsiteY20" fmla="*/ 99006 h 158535"/>
                <a:gd name="connsiteX21" fmla="*/ 35433 w 158615"/>
                <a:gd name="connsiteY21" fmla="*/ 99006 h 158535"/>
                <a:gd name="connsiteX22" fmla="*/ 53347 w 158615"/>
                <a:gd name="connsiteY22" fmla="*/ 145615 h 158535"/>
                <a:gd name="connsiteX23" fmla="*/ 7927 w 158615"/>
                <a:gd name="connsiteY23" fmla="*/ 79189 h 158535"/>
                <a:gd name="connsiteX24" fmla="*/ 18628 w 158615"/>
                <a:gd name="connsiteY24" fmla="*/ 41695 h 158535"/>
                <a:gd name="connsiteX25" fmla="*/ 31628 w 158615"/>
                <a:gd name="connsiteY25" fmla="*/ 53268 h 158535"/>
                <a:gd name="connsiteX26" fmla="*/ 31628 w 158615"/>
                <a:gd name="connsiteY26" fmla="*/ 67298 h 158535"/>
                <a:gd name="connsiteX27" fmla="*/ 22908 w 158615"/>
                <a:gd name="connsiteY27" fmla="*/ 67298 h 158535"/>
                <a:gd name="connsiteX28" fmla="*/ 29250 w 158615"/>
                <a:gd name="connsiteY28" fmla="*/ 83152 h 158535"/>
                <a:gd name="connsiteX29" fmla="*/ 20530 w 158615"/>
                <a:gd name="connsiteY29" fmla="*/ 83152 h 158535"/>
                <a:gd name="connsiteX30" fmla="*/ 26793 w 158615"/>
                <a:gd name="connsiteY30" fmla="*/ 99006 h 158535"/>
                <a:gd name="connsiteX31" fmla="*/ 35353 w 158615"/>
                <a:gd name="connsiteY31" fmla="*/ 99006 h 158535"/>
                <a:gd name="connsiteX32" fmla="*/ 29329 w 158615"/>
                <a:gd name="connsiteY32" fmla="*/ 83152 h 158535"/>
                <a:gd name="connsiteX33" fmla="*/ 37732 w 158615"/>
                <a:gd name="connsiteY33" fmla="*/ 83152 h 158535"/>
                <a:gd name="connsiteX34" fmla="*/ 31628 w 158615"/>
                <a:gd name="connsiteY34" fmla="*/ 67298 h 158535"/>
                <a:gd name="connsiteX35" fmla="*/ 39555 w 158615"/>
                <a:gd name="connsiteY35" fmla="*/ 67298 h 158535"/>
                <a:gd name="connsiteX36" fmla="*/ 39555 w 158615"/>
                <a:gd name="connsiteY36" fmla="*/ 49622 h 158535"/>
                <a:gd name="connsiteX37" fmla="*/ 23225 w 158615"/>
                <a:gd name="connsiteY37" fmla="*/ 35116 h 158535"/>
                <a:gd name="connsiteX38" fmla="*/ 63414 w 158615"/>
                <a:gd name="connsiteY38" fmla="*/ 9671 h 158535"/>
                <a:gd name="connsiteX39" fmla="*/ 63414 w 158615"/>
                <a:gd name="connsiteY39" fmla="*/ 17439 h 158535"/>
                <a:gd name="connsiteX40" fmla="*/ 79268 w 158615"/>
                <a:gd name="connsiteY40" fmla="*/ 33293 h 158535"/>
                <a:gd name="connsiteX41" fmla="*/ 79268 w 158615"/>
                <a:gd name="connsiteY41" fmla="*/ 43518 h 158535"/>
                <a:gd name="connsiteX42" fmla="*/ 87195 w 158615"/>
                <a:gd name="connsiteY42" fmla="*/ 43518 h 158535"/>
                <a:gd name="connsiteX43" fmla="*/ 87195 w 158615"/>
                <a:gd name="connsiteY43" fmla="*/ 29963 h 158535"/>
                <a:gd name="connsiteX44" fmla="*/ 71341 w 158615"/>
                <a:gd name="connsiteY44" fmla="*/ 14110 h 158535"/>
                <a:gd name="connsiteX45" fmla="*/ 71341 w 158615"/>
                <a:gd name="connsiteY45" fmla="*/ 8323 h 158535"/>
                <a:gd name="connsiteX46" fmla="*/ 79268 w 158615"/>
                <a:gd name="connsiteY46" fmla="*/ 7848 h 158535"/>
                <a:gd name="connsiteX47" fmla="*/ 146170 w 158615"/>
                <a:gd name="connsiteY47" fmla="*/ 54536 h 158535"/>
                <a:gd name="connsiteX48" fmla="*/ 118902 w 158615"/>
                <a:gd name="connsiteY48" fmla="*/ 70311 h 158535"/>
                <a:gd name="connsiteX49" fmla="*/ 118902 w 158615"/>
                <a:gd name="connsiteY49" fmla="*/ 79189 h 158535"/>
                <a:gd name="connsiteX50" fmla="*/ 148310 w 158615"/>
                <a:gd name="connsiteY50" fmla="*/ 61512 h 158535"/>
                <a:gd name="connsiteX51" fmla="*/ 150609 w 158615"/>
                <a:gd name="connsiteY51" fmla="*/ 79189 h 158535"/>
                <a:gd name="connsiteX52" fmla="*/ 138640 w 158615"/>
                <a:gd name="connsiteY52" fmla="*/ 118664 h 158535"/>
                <a:gd name="connsiteX53" fmla="*/ 138640 w 158615"/>
                <a:gd name="connsiteY53" fmla="*/ 118743 h 158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58615" h="158535">
                  <a:moveTo>
                    <a:pt x="79268" y="0"/>
                  </a:moveTo>
                  <a:cubicBezTo>
                    <a:pt x="35512" y="0"/>
                    <a:pt x="0" y="35512"/>
                    <a:pt x="0" y="79268"/>
                  </a:cubicBezTo>
                  <a:cubicBezTo>
                    <a:pt x="0" y="123024"/>
                    <a:pt x="35512" y="158536"/>
                    <a:pt x="79268" y="158536"/>
                  </a:cubicBezTo>
                  <a:cubicBezTo>
                    <a:pt x="105189" y="158536"/>
                    <a:pt x="128097" y="146012"/>
                    <a:pt x="142603" y="126829"/>
                  </a:cubicBezTo>
                  <a:lnTo>
                    <a:pt x="142682" y="126829"/>
                  </a:lnTo>
                  <a:lnTo>
                    <a:pt x="142682" y="126749"/>
                  </a:lnTo>
                  <a:cubicBezTo>
                    <a:pt x="153001" y="113068"/>
                    <a:pt x="158592" y="96404"/>
                    <a:pt x="158615" y="79268"/>
                  </a:cubicBezTo>
                  <a:cubicBezTo>
                    <a:pt x="158536" y="35512"/>
                    <a:pt x="123024" y="0"/>
                    <a:pt x="79268" y="0"/>
                  </a:cubicBezTo>
                  <a:close/>
                  <a:moveTo>
                    <a:pt x="138640" y="118743"/>
                  </a:moveTo>
                  <a:lnTo>
                    <a:pt x="126829" y="95122"/>
                  </a:lnTo>
                  <a:lnTo>
                    <a:pt x="118902" y="95122"/>
                  </a:lnTo>
                  <a:cubicBezTo>
                    <a:pt x="120566" y="98371"/>
                    <a:pt x="123658" y="104713"/>
                    <a:pt x="126829" y="110975"/>
                  </a:cubicBezTo>
                  <a:lnTo>
                    <a:pt x="133884" y="125085"/>
                  </a:lnTo>
                  <a:cubicBezTo>
                    <a:pt x="120352" y="141255"/>
                    <a:pt x="100353" y="150601"/>
                    <a:pt x="79268" y="150609"/>
                  </a:cubicBezTo>
                  <a:lnTo>
                    <a:pt x="79268" y="126829"/>
                  </a:lnTo>
                  <a:lnTo>
                    <a:pt x="87195" y="107012"/>
                  </a:lnTo>
                  <a:lnTo>
                    <a:pt x="79189" y="107012"/>
                  </a:lnTo>
                  <a:lnTo>
                    <a:pt x="71341" y="126829"/>
                  </a:lnTo>
                  <a:lnTo>
                    <a:pt x="71341" y="150133"/>
                  </a:lnTo>
                  <a:cubicBezTo>
                    <a:pt x="68539" y="149799"/>
                    <a:pt x="65760" y="149296"/>
                    <a:pt x="63018" y="148627"/>
                  </a:cubicBezTo>
                  <a:lnTo>
                    <a:pt x="43914" y="99006"/>
                  </a:lnTo>
                  <a:lnTo>
                    <a:pt x="35433" y="99006"/>
                  </a:lnTo>
                  <a:lnTo>
                    <a:pt x="53347" y="145615"/>
                  </a:lnTo>
                  <a:cubicBezTo>
                    <a:pt x="26793" y="135231"/>
                    <a:pt x="7927" y="109469"/>
                    <a:pt x="7927" y="79189"/>
                  </a:cubicBezTo>
                  <a:cubicBezTo>
                    <a:pt x="7927" y="65396"/>
                    <a:pt x="11890" y="52634"/>
                    <a:pt x="18628" y="41695"/>
                  </a:cubicBezTo>
                  <a:cubicBezTo>
                    <a:pt x="20134" y="43042"/>
                    <a:pt x="28695" y="50731"/>
                    <a:pt x="31628" y="53268"/>
                  </a:cubicBezTo>
                  <a:lnTo>
                    <a:pt x="31628" y="67298"/>
                  </a:lnTo>
                  <a:lnTo>
                    <a:pt x="22908" y="67298"/>
                  </a:lnTo>
                  <a:lnTo>
                    <a:pt x="29250" y="83152"/>
                  </a:lnTo>
                  <a:lnTo>
                    <a:pt x="20530" y="83152"/>
                  </a:lnTo>
                  <a:lnTo>
                    <a:pt x="26793" y="99006"/>
                  </a:lnTo>
                  <a:lnTo>
                    <a:pt x="35353" y="99006"/>
                  </a:lnTo>
                  <a:lnTo>
                    <a:pt x="29329" y="83152"/>
                  </a:lnTo>
                  <a:lnTo>
                    <a:pt x="37732" y="83152"/>
                  </a:lnTo>
                  <a:lnTo>
                    <a:pt x="31628" y="67298"/>
                  </a:lnTo>
                  <a:lnTo>
                    <a:pt x="39555" y="67298"/>
                  </a:lnTo>
                  <a:lnTo>
                    <a:pt x="39555" y="49622"/>
                  </a:lnTo>
                  <a:cubicBezTo>
                    <a:pt x="39555" y="49622"/>
                    <a:pt x="24890" y="36622"/>
                    <a:pt x="23225" y="35116"/>
                  </a:cubicBezTo>
                  <a:cubicBezTo>
                    <a:pt x="33304" y="22273"/>
                    <a:pt x="47495" y="13288"/>
                    <a:pt x="63414" y="9671"/>
                  </a:cubicBezTo>
                  <a:lnTo>
                    <a:pt x="63414" y="17439"/>
                  </a:lnTo>
                  <a:lnTo>
                    <a:pt x="79268" y="33293"/>
                  </a:lnTo>
                  <a:lnTo>
                    <a:pt x="79268" y="43518"/>
                  </a:lnTo>
                  <a:lnTo>
                    <a:pt x="87195" y="43518"/>
                  </a:lnTo>
                  <a:lnTo>
                    <a:pt x="87195" y="29963"/>
                  </a:lnTo>
                  <a:lnTo>
                    <a:pt x="71341" y="14110"/>
                  </a:lnTo>
                  <a:lnTo>
                    <a:pt x="71341" y="8323"/>
                  </a:lnTo>
                  <a:cubicBezTo>
                    <a:pt x="73957" y="8006"/>
                    <a:pt x="76573" y="7848"/>
                    <a:pt x="79268" y="7848"/>
                  </a:cubicBezTo>
                  <a:cubicBezTo>
                    <a:pt x="110024" y="7848"/>
                    <a:pt x="136103" y="27347"/>
                    <a:pt x="146170" y="54536"/>
                  </a:cubicBezTo>
                  <a:lnTo>
                    <a:pt x="118902" y="70311"/>
                  </a:lnTo>
                  <a:lnTo>
                    <a:pt x="118902" y="79189"/>
                  </a:lnTo>
                  <a:lnTo>
                    <a:pt x="148310" y="61512"/>
                  </a:lnTo>
                  <a:cubicBezTo>
                    <a:pt x="149737" y="67219"/>
                    <a:pt x="150609" y="73085"/>
                    <a:pt x="150609" y="79189"/>
                  </a:cubicBezTo>
                  <a:cubicBezTo>
                    <a:pt x="150609" y="93774"/>
                    <a:pt x="146170" y="107408"/>
                    <a:pt x="138640" y="118664"/>
                  </a:cubicBezTo>
                  <a:lnTo>
                    <a:pt x="138640" y="118743"/>
                  </a:lnTo>
                  <a:close/>
                </a:path>
              </a:pathLst>
            </a:custGeom>
            <a:grpFill/>
            <a:ln w="7541" cap="flat">
              <a:noFill/>
              <a:prstDash val="solid"/>
              <a:miter/>
            </a:ln>
          </p:spPr>
          <p:txBody>
            <a:bodyPr rtlCol="0" anchor="ctr"/>
            <a:lstStyle/>
            <a:p>
              <a:endParaRPr lang="en-US"/>
            </a:p>
          </p:txBody>
        </p:sp>
      </p:grpSp>
      <p:pic>
        <p:nvPicPr>
          <p:cNvPr id="58" name="Graphic 57">
            <a:hlinkClick r:id="" action="ppaction://noaction"/>
            <a:extLst>
              <a:ext uri="{FF2B5EF4-FFF2-40B4-BE49-F238E27FC236}">
                <a16:creationId xmlns:a16="http://schemas.microsoft.com/office/drawing/2014/main" id="{66B8993D-43CB-E13B-63EA-F35F1170E3CC}"/>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671143" y="162182"/>
            <a:ext cx="151886" cy="151886"/>
          </a:xfrm>
          <a:prstGeom prst="rect">
            <a:avLst/>
          </a:prstGeom>
        </p:spPr>
      </p:pic>
      <p:sp>
        <p:nvSpPr>
          <p:cNvPr id="59" name="Graphic 30">
            <a:extLst>
              <a:ext uri="{FF2B5EF4-FFF2-40B4-BE49-F238E27FC236}">
                <a16:creationId xmlns:a16="http://schemas.microsoft.com/office/drawing/2014/main" id="{CDA087CC-6694-28E5-AEC4-82B75CDBC45D}"/>
              </a:ext>
            </a:extLst>
          </p:cNvPr>
          <p:cNvSpPr/>
          <p:nvPr userDrawn="1"/>
        </p:nvSpPr>
        <p:spPr>
          <a:xfrm>
            <a:off x="2801186" y="159969"/>
            <a:ext cx="156312" cy="156312"/>
          </a:xfrm>
          <a:custGeom>
            <a:avLst/>
            <a:gdLst>
              <a:gd name="connsiteX0" fmla="*/ 103232 w 171450"/>
              <a:gd name="connsiteY0" fmla="*/ 0 h 171450"/>
              <a:gd name="connsiteX1" fmla="*/ 68218 w 171450"/>
              <a:gd name="connsiteY1" fmla="*/ 0 h 171450"/>
              <a:gd name="connsiteX2" fmla="*/ 59312 w 171450"/>
              <a:gd name="connsiteY2" fmla="*/ 22241 h 171450"/>
              <a:gd name="connsiteX3" fmla="*/ 37509 w 171450"/>
              <a:gd name="connsiteY3" fmla="*/ 12716 h 171450"/>
              <a:gd name="connsiteX4" fmla="*/ 12706 w 171450"/>
              <a:gd name="connsiteY4" fmla="*/ 37509 h 171450"/>
              <a:gd name="connsiteX5" fmla="*/ 22241 w 171450"/>
              <a:gd name="connsiteY5" fmla="*/ 59322 h 171450"/>
              <a:gd name="connsiteX6" fmla="*/ 0 w 171450"/>
              <a:gd name="connsiteY6" fmla="*/ 68199 h 171450"/>
              <a:gd name="connsiteX7" fmla="*/ 0 w 171450"/>
              <a:gd name="connsiteY7" fmla="*/ 103222 h 171450"/>
              <a:gd name="connsiteX8" fmla="*/ 22241 w 171450"/>
              <a:gd name="connsiteY8" fmla="*/ 112128 h 171450"/>
              <a:gd name="connsiteX9" fmla="*/ 12716 w 171450"/>
              <a:gd name="connsiteY9" fmla="*/ 133941 h 171450"/>
              <a:gd name="connsiteX10" fmla="*/ 37509 w 171450"/>
              <a:gd name="connsiteY10" fmla="*/ 158734 h 171450"/>
              <a:gd name="connsiteX11" fmla="*/ 59322 w 171450"/>
              <a:gd name="connsiteY11" fmla="*/ 149200 h 171450"/>
              <a:gd name="connsiteX12" fmla="*/ 68199 w 171450"/>
              <a:gd name="connsiteY12" fmla="*/ 171450 h 171450"/>
              <a:gd name="connsiteX13" fmla="*/ 103251 w 171450"/>
              <a:gd name="connsiteY13" fmla="*/ 171450 h 171450"/>
              <a:gd name="connsiteX14" fmla="*/ 111928 w 171450"/>
              <a:gd name="connsiteY14" fmla="*/ 149285 h 171450"/>
              <a:gd name="connsiteX15" fmla="*/ 133950 w 171450"/>
              <a:gd name="connsiteY15" fmla="*/ 158725 h 171450"/>
              <a:gd name="connsiteX16" fmla="*/ 158734 w 171450"/>
              <a:gd name="connsiteY16" fmla="*/ 133941 h 171450"/>
              <a:gd name="connsiteX17" fmla="*/ 149200 w 171450"/>
              <a:gd name="connsiteY17" fmla="*/ 112128 h 171450"/>
              <a:gd name="connsiteX18" fmla="*/ 171450 w 171450"/>
              <a:gd name="connsiteY18" fmla="*/ 103241 h 171450"/>
              <a:gd name="connsiteX19" fmla="*/ 171450 w 171450"/>
              <a:gd name="connsiteY19" fmla="*/ 68218 h 171450"/>
              <a:gd name="connsiteX20" fmla="*/ 149209 w 171450"/>
              <a:gd name="connsiteY20" fmla="*/ 59322 h 171450"/>
              <a:gd name="connsiteX21" fmla="*/ 158734 w 171450"/>
              <a:gd name="connsiteY21" fmla="*/ 37519 h 171450"/>
              <a:gd name="connsiteX22" fmla="*/ 133941 w 171450"/>
              <a:gd name="connsiteY22" fmla="*/ 12716 h 171450"/>
              <a:gd name="connsiteX23" fmla="*/ 112128 w 171450"/>
              <a:gd name="connsiteY23" fmla="*/ 22250 h 171450"/>
              <a:gd name="connsiteX24" fmla="*/ 103251 w 171450"/>
              <a:gd name="connsiteY24" fmla="*/ 0 h 171450"/>
              <a:gd name="connsiteX25" fmla="*/ 69513 w 171450"/>
              <a:gd name="connsiteY25" fmla="*/ 22384 h 171450"/>
              <a:gd name="connsiteX26" fmla="*/ 74657 w 171450"/>
              <a:gd name="connsiteY26" fmla="*/ 9525 h 171450"/>
              <a:gd name="connsiteX27" fmla="*/ 96793 w 171450"/>
              <a:gd name="connsiteY27" fmla="*/ 9525 h 171450"/>
              <a:gd name="connsiteX28" fmla="*/ 101937 w 171450"/>
              <a:gd name="connsiteY28" fmla="*/ 22384 h 171450"/>
              <a:gd name="connsiteX29" fmla="*/ 117624 w 171450"/>
              <a:gd name="connsiteY29" fmla="*/ 30242 h 171450"/>
              <a:gd name="connsiteX30" fmla="*/ 131797 w 171450"/>
              <a:gd name="connsiteY30" fmla="*/ 24041 h 171450"/>
              <a:gd name="connsiteX31" fmla="*/ 147418 w 171450"/>
              <a:gd name="connsiteY31" fmla="*/ 39653 h 171450"/>
              <a:gd name="connsiteX32" fmla="*/ 141218 w 171450"/>
              <a:gd name="connsiteY32" fmla="*/ 53826 h 171450"/>
              <a:gd name="connsiteX33" fmla="*/ 149057 w 171450"/>
              <a:gd name="connsiteY33" fmla="*/ 69513 h 171450"/>
              <a:gd name="connsiteX34" fmla="*/ 161925 w 171450"/>
              <a:gd name="connsiteY34" fmla="*/ 74657 h 171450"/>
              <a:gd name="connsiteX35" fmla="*/ 161925 w 171450"/>
              <a:gd name="connsiteY35" fmla="*/ 96793 h 171450"/>
              <a:gd name="connsiteX36" fmla="*/ 149066 w 171450"/>
              <a:gd name="connsiteY36" fmla="*/ 101937 h 171450"/>
              <a:gd name="connsiteX37" fmla="*/ 141218 w 171450"/>
              <a:gd name="connsiteY37" fmla="*/ 117624 h 171450"/>
              <a:gd name="connsiteX38" fmla="*/ 147409 w 171450"/>
              <a:gd name="connsiteY38" fmla="*/ 131797 h 171450"/>
              <a:gd name="connsiteX39" fmla="*/ 131788 w 171450"/>
              <a:gd name="connsiteY39" fmla="*/ 147428 h 171450"/>
              <a:gd name="connsiteX40" fmla="*/ 117462 w 171450"/>
              <a:gd name="connsiteY40" fmla="*/ 141294 h 171450"/>
              <a:gd name="connsiteX41" fmla="*/ 101765 w 171450"/>
              <a:gd name="connsiteY41" fmla="*/ 149142 h 171450"/>
              <a:gd name="connsiteX42" fmla="*/ 96774 w 171450"/>
              <a:gd name="connsiteY42" fmla="*/ 161925 h 171450"/>
              <a:gd name="connsiteX43" fmla="*/ 74676 w 171450"/>
              <a:gd name="connsiteY43" fmla="*/ 161925 h 171450"/>
              <a:gd name="connsiteX44" fmla="*/ 69533 w 171450"/>
              <a:gd name="connsiteY44" fmla="*/ 149066 h 171450"/>
              <a:gd name="connsiteX45" fmla="*/ 53835 w 171450"/>
              <a:gd name="connsiteY45" fmla="*/ 141218 h 171450"/>
              <a:gd name="connsiteX46" fmla="*/ 39662 w 171450"/>
              <a:gd name="connsiteY46" fmla="*/ 147409 h 171450"/>
              <a:gd name="connsiteX47" fmla="*/ 24041 w 171450"/>
              <a:gd name="connsiteY47" fmla="*/ 131797 h 171450"/>
              <a:gd name="connsiteX48" fmla="*/ 30251 w 171450"/>
              <a:gd name="connsiteY48" fmla="*/ 117624 h 171450"/>
              <a:gd name="connsiteX49" fmla="*/ 22403 w 171450"/>
              <a:gd name="connsiteY49" fmla="*/ 101937 h 171450"/>
              <a:gd name="connsiteX50" fmla="*/ 9525 w 171450"/>
              <a:gd name="connsiteY50" fmla="*/ 96793 h 171450"/>
              <a:gd name="connsiteX51" fmla="*/ 9525 w 171450"/>
              <a:gd name="connsiteY51" fmla="*/ 74657 h 171450"/>
              <a:gd name="connsiteX52" fmla="*/ 22384 w 171450"/>
              <a:gd name="connsiteY52" fmla="*/ 69513 h 171450"/>
              <a:gd name="connsiteX53" fmla="*/ 30242 w 171450"/>
              <a:gd name="connsiteY53" fmla="*/ 53826 h 171450"/>
              <a:gd name="connsiteX54" fmla="*/ 24041 w 171450"/>
              <a:gd name="connsiteY54" fmla="*/ 39653 h 171450"/>
              <a:gd name="connsiteX55" fmla="*/ 39653 w 171450"/>
              <a:gd name="connsiteY55" fmla="*/ 24032 h 171450"/>
              <a:gd name="connsiteX56" fmla="*/ 53826 w 171450"/>
              <a:gd name="connsiteY56" fmla="*/ 30232 h 171450"/>
              <a:gd name="connsiteX57" fmla="*/ 69513 w 171450"/>
              <a:gd name="connsiteY57" fmla="*/ 22393 h 171450"/>
              <a:gd name="connsiteX58" fmla="*/ 114300 w 171450"/>
              <a:gd name="connsiteY58" fmla="*/ 85725 h 171450"/>
              <a:gd name="connsiteX59" fmla="*/ 85725 w 171450"/>
              <a:gd name="connsiteY59" fmla="*/ 114300 h 171450"/>
              <a:gd name="connsiteX60" fmla="*/ 57150 w 171450"/>
              <a:gd name="connsiteY60" fmla="*/ 85725 h 171450"/>
              <a:gd name="connsiteX61" fmla="*/ 85725 w 171450"/>
              <a:gd name="connsiteY61" fmla="*/ 57150 h 171450"/>
              <a:gd name="connsiteX62" fmla="*/ 114300 w 171450"/>
              <a:gd name="connsiteY62" fmla="*/ 85725 h 171450"/>
              <a:gd name="connsiteX63" fmla="*/ 123825 w 171450"/>
              <a:gd name="connsiteY63" fmla="*/ 85725 h 171450"/>
              <a:gd name="connsiteX64" fmla="*/ 85725 w 171450"/>
              <a:gd name="connsiteY64" fmla="*/ 123825 h 171450"/>
              <a:gd name="connsiteX65" fmla="*/ 47625 w 171450"/>
              <a:gd name="connsiteY65" fmla="*/ 85725 h 171450"/>
              <a:gd name="connsiteX66" fmla="*/ 85725 w 171450"/>
              <a:gd name="connsiteY66" fmla="*/ 47625 h 171450"/>
              <a:gd name="connsiteX67" fmla="*/ 123825 w 171450"/>
              <a:gd name="connsiteY67" fmla="*/ 8572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171450" h="171450">
                <a:moveTo>
                  <a:pt x="103232" y="0"/>
                </a:moveTo>
                <a:lnTo>
                  <a:pt x="68218" y="0"/>
                </a:lnTo>
                <a:lnTo>
                  <a:pt x="59312" y="22241"/>
                </a:lnTo>
                <a:lnTo>
                  <a:pt x="37509" y="12716"/>
                </a:lnTo>
                <a:lnTo>
                  <a:pt x="12706" y="37509"/>
                </a:lnTo>
                <a:lnTo>
                  <a:pt x="22241" y="59322"/>
                </a:lnTo>
                <a:lnTo>
                  <a:pt x="0" y="68199"/>
                </a:lnTo>
                <a:lnTo>
                  <a:pt x="0" y="103222"/>
                </a:lnTo>
                <a:lnTo>
                  <a:pt x="22241" y="112128"/>
                </a:lnTo>
                <a:lnTo>
                  <a:pt x="12716" y="133941"/>
                </a:lnTo>
                <a:lnTo>
                  <a:pt x="37509" y="158734"/>
                </a:lnTo>
                <a:lnTo>
                  <a:pt x="59322" y="149200"/>
                </a:lnTo>
                <a:lnTo>
                  <a:pt x="68199" y="171450"/>
                </a:lnTo>
                <a:lnTo>
                  <a:pt x="103251" y="171450"/>
                </a:lnTo>
                <a:lnTo>
                  <a:pt x="111928" y="149285"/>
                </a:lnTo>
                <a:lnTo>
                  <a:pt x="133950" y="158725"/>
                </a:lnTo>
                <a:lnTo>
                  <a:pt x="158734" y="133941"/>
                </a:lnTo>
                <a:lnTo>
                  <a:pt x="149200" y="112128"/>
                </a:lnTo>
                <a:lnTo>
                  <a:pt x="171450" y="103241"/>
                </a:lnTo>
                <a:lnTo>
                  <a:pt x="171450" y="68218"/>
                </a:lnTo>
                <a:lnTo>
                  <a:pt x="149209" y="59322"/>
                </a:lnTo>
                <a:lnTo>
                  <a:pt x="158734" y="37519"/>
                </a:lnTo>
                <a:lnTo>
                  <a:pt x="133941" y="12716"/>
                </a:lnTo>
                <a:lnTo>
                  <a:pt x="112128" y="22250"/>
                </a:lnTo>
                <a:lnTo>
                  <a:pt x="103251" y="0"/>
                </a:lnTo>
                <a:close/>
                <a:moveTo>
                  <a:pt x="69513" y="22384"/>
                </a:moveTo>
                <a:lnTo>
                  <a:pt x="74657" y="9525"/>
                </a:lnTo>
                <a:lnTo>
                  <a:pt x="96793" y="9525"/>
                </a:lnTo>
                <a:lnTo>
                  <a:pt x="101937" y="22384"/>
                </a:lnTo>
                <a:lnTo>
                  <a:pt x="117624" y="30242"/>
                </a:lnTo>
                <a:lnTo>
                  <a:pt x="131797" y="24041"/>
                </a:lnTo>
                <a:lnTo>
                  <a:pt x="147418" y="39653"/>
                </a:lnTo>
                <a:lnTo>
                  <a:pt x="141218" y="53826"/>
                </a:lnTo>
                <a:lnTo>
                  <a:pt x="149057" y="69513"/>
                </a:lnTo>
                <a:lnTo>
                  <a:pt x="161925" y="74657"/>
                </a:lnTo>
                <a:lnTo>
                  <a:pt x="161925" y="96793"/>
                </a:lnTo>
                <a:lnTo>
                  <a:pt x="149066" y="101937"/>
                </a:lnTo>
                <a:lnTo>
                  <a:pt x="141218" y="117624"/>
                </a:lnTo>
                <a:lnTo>
                  <a:pt x="147409" y="131797"/>
                </a:lnTo>
                <a:lnTo>
                  <a:pt x="131788" y="147428"/>
                </a:lnTo>
                <a:lnTo>
                  <a:pt x="117462" y="141294"/>
                </a:lnTo>
                <a:lnTo>
                  <a:pt x="101765" y="149142"/>
                </a:lnTo>
                <a:lnTo>
                  <a:pt x="96774" y="161925"/>
                </a:lnTo>
                <a:lnTo>
                  <a:pt x="74676" y="161925"/>
                </a:lnTo>
                <a:lnTo>
                  <a:pt x="69533" y="149066"/>
                </a:lnTo>
                <a:lnTo>
                  <a:pt x="53835" y="141218"/>
                </a:lnTo>
                <a:lnTo>
                  <a:pt x="39662" y="147409"/>
                </a:lnTo>
                <a:lnTo>
                  <a:pt x="24041" y="131797"/>
                </a:lnTo>
                <a:lnTo>
                  <a:pt x="30251" y="117624"/>
                </a:lnTo>
                <a:lnTo>
                  <a:pt x="22403" y="101937"/>
                </a:lnTo>
                <a:lnTo>
                  <a:pt x="9525" y="96793"/>
                </a:lnTo>
                <a:lnTo>
                  <a:pt x="9525" y="74657"/>
                </a:lnTo>
                <a:lnTo>
                  <a:pt x="22384" y="69513"/>
                </a:lnTo>
                <a:lnTo>
                  <a:pt x="30242" y="53826"/>
                </a:lnTo>
                <a:lnTo>
                  <a:pt x="24041" y="39653"/>
                </a:lnTo>
                <a:lnTo>
                  <a:pt x="39653" y="24032"/>
                </a:lnTo>
                <a:lnTo>
                  <a:pt x="53826" y="30232"/>
                </a:lnTo>
                <a:lnTo>
                  <a:pt x="69513" y="22393"/>
                </a:lnTo>
                <a:close/>
                <a:moveTo>
                  <a:pt x="114300" y="85725"/>
                </a:moveTo>
                <a:cubicBezTo>
                  <a:pt x="114300" y="101507"/>
                  <a:pt x="101507" y="114300"/>
                  <a:pt x="85725" y="114300"/>
                </a:cubicBezTo>
                <a:cubicBezTo>
                  <a:pt x="69943" y="114300"/>
                  <a:pt x="57150" y="101507"/>
                  <a:pt x="57150" y="85725"/>
                </a:cubicBezTo>
                <a:cubicBezTo>
                  <a:pt x="57150" y="69943"/>
                  <a:pt x="69943" y="57150"/>
                  <a:pt x="85725" y="57150"/>
                </a:cubicBezTo>
                <a:cubicBezTo>
                  <a:pt x="101507" y="57150"/>
                  <a:pt x="114300" y="69943"/>
                  <a:pt x="114300" y="85725"/>
                </a:cubicBezTo>
                <a:close/>
                <a:moveTo>
                  <a:pt x="123825" y="85725"/>
                </a:moveTo>
                <a:cubicBezTo>
                  <a:pt x="123825" y="106767"/>
                  <a:pt x="106767" y="123825"/>
                  <a:pt x="85725" y="123825"/>
                </a:cubicBezTo>
                <a:cubicBezTo>
                  <a:pt x="64683" y="123825"/>
                  <a:pt x="47625" y="106767"/>
                  <a:pt x="47625" y="85725"/>
                </a:cubicBezTo>
                <a:cubicBezTo>
                  <a:pt x="47625" y="64683"/>
                  <a:pt x="64683" y="47625"/>
                  <a:pt x="85725" y="47625"/>
                </a:cubicBezTo>
                <a:cubicBezTo>
                  <a:pt x="106767" y="47625"/>
                  <a:pt x="123825" y="64683"/>
                  <a:pt x="123825" y="85725"/>
                </a:cubicBezTo>
                <a:close/>
              </a:path>
            </a:pathLst>
          </a:custGeom>
          <a:solidFill>
            <a:srgbClr val="08312A"/>
          </a:solidFill>
          <a:ln w="9525" cap="flat">
            <a:noFill/>
            <a:prstDash val="solid"/>
            <a:miter/>
          </a:ln>
        </p:spPr>
        <p:txBody>
          <a:bodyPr rtlCol="0" anchor="ctr"/>
          <a:lstStyle/>
          <a:p>
            <a:endParaRPr lang="en-US"/>
          </a:p>
        </p:txBody>
      </p:sp>
      <p:sp>
        <p:nvSpPr>
          <p:cNvPr id="60" name="Graphic 37">
            <a:extLst>
              <a:ext uri="{FF2B5EF4-FFF2-40B4-BE49-F238E27FC236}">
                <a16:creationId xmlns:a16="http://schemas.microsoft.com/office/drawing/2014/main" id="{2C5B3D12-0CD0-4DC1-F522-DFE0F30F1986}"/>
              </a:ext>
            </a:extLst>
          </p:cNvPr>
          <p:cNvSpPr/>
          <p:nvPr userDrawn="1"/>
        </p:nvSpPr>
        <p:spPr>
          <a:xfrm>
            <a:off x="3896025" y="152400"/>
            <a:ext cx="190500" cy="171450"/>
          </a:xfrm>
          <a:custGeom>
            <a:avLst/>
            <a:gdLst>
              <a:gd name="connsiteX0" fmla="*/ 47625 w 190500"/>
              <a:gd name="connsiteY0" fmla="*/ 47625 h 171450"/>
              <a:gd name="connsiteX1" fmla="*/ 66675 w 190500"/>
              <a:gd name="connsiteY1" fmla="*/ 28575 h 171450"/>
              <a:gd name="connsiteX2" fmla="*/ 47625 w 190500"/>
              <a:gd name="connsiteY2" fmla="*/ 9525 h 171450"/>
              <a:gd name="connsiteX3" fmla="*/ 28575 w 190500"/>
              <a:gd name="connsiteY3" fmla="*/ 28575 h 171450"/>
              <a:gd name="connsiteX4" fmla="*/ 47625 w 190500"/>
              <a:gd name="connsiteY4" fmla="*/ 47625 h 171450"/>
              <a:gd name="connsiteX5" fmla="*/ 47625 w 190500"/>
              <a:gd name="connsiteY5" fmla="*/ 57150 h 171450"/>
              <a:gd name="connsiteX6" fmla="*/ 76200 w 190500"/>
              <a:gd name="connsiteY6" fmla="*/ 28575 h 171450"/>
              <a:gd name="connsiteX7" fmla="*/ 47625 w 190500"/>
              <a:gd name="connsiteY7" fmla="*/ 0 h 171450"/>
              <a:gd name="connsiteX8" fmla="*/ 19050 w 190500"/>
              <a:gd name="connsiteY8" fmla="*/ 28575 h 171450"/>
              <a:gd name="connsiteX9" fmla="*/ 47625 w 190500"/>
              <a:gd name="connsiteY9" fmla="*/ 57150 h 171450"/>
              <a:gd name="connsiteX10" fmla="*/ 142875 w 190500"/>
              <a:gd name="connsiteY10" fmla="*/ 47625 h 171450"/>
              <a:gd name="connsiteX11" fmla="*/ 161925 w 190500"/>
              <a:gd name="connsiteY11" fmla="*/ 28575 h 171450"/>
              <a:gd name="connsiteX12" fmla="*/ 142875 w 190500"/>
              <a:gd name="connsiteY12" fmla="*/ 9525 h 171450"/>
              <a:gd name="connsiteX13" fmla="*/ 123825 w 190500"/>
              <a:gd name="connsiteY13" fmla="*/ 28575 h 171450"/>
              <a:gd name="connsiteX14" fmla="*/ 142875 w 190500"/>
              <a:gd name="connsiteY14" fmla="*/ 47625 h 171450"/>
              <a:gd name="connsiteX15" fmla="*/ 142875 w 190500"/>
              <a:gd name="connsiteY15" fmla="*/ 57150 h 171450"/>
              <a:gd name="connsiteX16" fmla="*/ 171450 w 190500"/>
              <a:gd name="connsiteY16" fmla="*/ 28575 h 171450"/>
              <a:gd name="connsiteX17" fmla="*/ 142875 w 190500"/>
              <a:gd name="connsiteY17" fmla="*/ 0 h 171450"/>
              <a:gd name="connsiteX18" fmla="*/ 114300 w 190500"/>
              <a:gd name="connsiteY18" fmla="*/ 28575 h 171450"/>
              <a:gd name="connsiteX19" fmla="*/ 142875 w 190500"/>
              <a:gd name="connsiteY19" fmla="*/ 57150 h 171450"/>
              <a:gd name="connsiteX20" fmla="*/ 9525 w 190500"/>
              <a:gd name="connsiteY20" fmla="*/ 100441 h 171450"/>
              <a:gd name="connsiteX21" fmla="*/ 15392 w 190500"/>
              <a:gd name="connsiteY21" fmla="*/ 85430 h 171450"/>
              <a:gd name="connsiteX22" fmla="*/ 28575 w 190500"/>
              <a:gd name="connsiteY22" fmla="*/ 80963 h 171450"/>
              <a:gd name="connsiteX23" fmla="*/ 57150 w 190500"/>
              <a:gd name="connsiteY23" fmla="*/ 80963 h 171450"/>
              <a:gd name="connsiteX24" fmla="*/ 57150 w 190500"/>
              <a:gd name="connsiteY24" fmla="*/ 71438 h 171450"/>
              <a:gd name="connsiteX25" fmla="*/ 28575 w 190500"/>
              <a:gd name="connsiteY25" fmla="*/ 71438 h 171450"/>
              <a:gd name="connsiteX26" fmla="*/ 9144 w 190500"/>
              <a:gd name="connsiteY26" fmla="*/ 78229 h 171450"/>
              <a:gd name="connsiteX27" fmla="*/ 0 w 190500"/>
              <a:gd name="connsiteY27" fmla="*/ 100441 h 171450"/>
              <a:gd name="connsiteX28" fmla="*/ 0 w 190500"/>
              <a:gd name="connsiteY28" fmla="*/ 114300 h 171450"/>
              <a:gd name="connsiteX29" fmla="*/ 9525 w 190500"/>
              <a:gd name="connsiteY29" fmla="*/ 114300 h 171450"/>
              <a:gd name="connsiteX30" fmla="*/ 9525 w 190500"/>
              <a:gd name="connsiteY30" fmla="*/ 123825 h 171450"/>
              <a:gd name="connsiteX31" fmla="*/ 47625 w 190500"/>
              <a:gd name="connsiteY31" fmla="*/ 123825 h 171450"/>
              <a:gd name="connsiteX32" fmla="*/ 47625 w 190500"/>
              <a:gd name="connsiteY32" fmla="*/ 114300 h 171450"/>
              <a:gd name="connsiteX33" fmla="*/ 9525 w 190500"/>
              <a:gd name="connsiteY33" fmla="*/ 114300 h 171450"/>
              <a:gd name="connsiteX34" fmla="*/ 9525 w 190500"/>
              <a:gd name="connsiteY34" fmla="*/ 100441 h 171450"/>
              <a:gd name="connsiteX35" fmla="*/ 190500 w 190500"/>
              <a:gd name="connsiteY35" fmla="*/ 114300 h 171450"/>
              <a:gd name="connsiteX36" fmla="*/ 180975 w 190500"/>
              <a:gd name="connsiteY36" fmla="*/ 114300 h 171450"/>
              <a:gd name="connsiteX37" fmla="*/ 180975 w 190500"/>
              <a:gd name="connsiteY37" fmla="*/ 100441 h 171450"/>
              <a:gd name="connsiteX38" fmla="*/ 175108 w 190500"/>
              <a:gd name="connsiteY38" fmla="*/ 85430 h 171450"/>
              <a:gd name="connsiteX39" fmla="*/ 161925 w 190500"/>
              <a:gd name="connsiteY39" fmla="*/ 80963 h 171450"/>
              <a:gd name="connsiteX40" fmla="*/ 133350 w 190500"/>
              <a:gd name="connsiteY40" fmla="*/ 80963 h 171450"/>
              <a:gd name="connsiteX41" fmla="*/ 133350 w 190500"/>
              <a:gd name="connsiteY41" fmla="*/ 71438 h 171450"/>
              <a:gd name="connsiteX42" fmla="*/ 161925 w 190500"/>
              <a:gd name="connsiteY42" fmla="*/ 71438 h 171450"/>
              <a:gd name="connsiteX43" fmla="*/ 181356 w 190500"/>
              <a:gd name="connsiteY43" fmla="*/ 78229 h 171450"/>
              <a:gd name="connsiteX44" fmla="*/ 190500 w 190500"/>
              <a:gd name="connsiteY44" fmla="*/ 100441 h 171450"/>
              <a:gd name="connsiteX45" fmla="*/ 190500 w 190500"/>
              <a:gd name="connsiteY45" fmla="*/ 114300 h 171450"/>
              <a:gd name="connsiteX46" fmla="*/ 180975 w 190500"/>
              <a:gd name="connsiteY46" fmla="*/ 114300 h 171450"/>
              <a:gd name="connsiteX47" fmla="*/ 180975 w 190500"/>
              <a:gd name="connsiteY47" fmla="*/ 123825 h 171450"/>
              <a:gd name="connsiteX48" fmla="*/ 142875 w 190500"/>
              <a:gd name="connsiteY48" fmla="*/ 123825 h 171450"/>
              <a:gd name="connsiteX49" fmla="*/ 142875 w 190500"/>
              <a:gd name="connsiteY49" fmla="*/ 114300 h 171450"/>
              <a:gd name="connsiteX50" fmla="*/ 180975 w 190500"/>
              <a:gd name="connsiteY50" fmla="*/ 114300 h 171450"/>
              <a:gd name="connsiteX51" fmla="*/ 114300 w 190500"/>
              <a:gd name="connsiteY51" fmla="*/ 76200 h 171450"/>
              <a:gd name="connsiteX52" fmla="*/ 95250 w 190500"/>
              <a:gd name="connsiteY52" fmla="*/ 95250 h 171450"/>
              <a:gd name="connsiteX53" fmla="*/ 76200 w 190500"/>
              <a:gd name="connsiteY53" fmla="*/ 76200 h 171450"/>
              <a:gd name="connsiteX54" fmla="*/ 95250 w 190500"/>
              <a:gd name="connsiteY54" fmla="*/ 57150 h 171450"/>
              <a:gd name="connsiteX55" fmla="*/ 114300 w 190500"/>
              <a:gd name="connsiteY55" fmla="*/ 76200 h 171450"/>
              <a:gd name="connsiteX56" fmla="*/ 123825 w 190500"/>
              <a:gd name="connsiteY56" fmla="*/ 76200 h 171450"/>
              <a:gd name="connsiteX57" fmla="*/ 95250 w 190500"/>
              <a:gd name="connsiteY57" fmla="*/ 104775 h 171450"/>
              <a:gd name="connsiteX58" fmla="*/ 66675 w 190500"/>
              <a:gd name="connsiteY58" fmla="*/ 76200 h 171450"/>
              <a:gd name="connsiteX59" fmla="*/ 95250 w 190500"/>
              <a:gd name="connsiteY59" fmla="*/ 47625 h 171450"/>
              <a:gd name="connsiteX60" fmla="*/ 123825 w 190500"/>
              <a:gd name="connsiteY60" fmla="*/ 76200 h 171450"/>
              <a:gd name="connsiteX61" fmla="*/ 57150 w 190500"/>
              <a:gd name="connsiteY61" fmla="*/ 171450 h 171450"/>
              <a:gd name="connsiteX62" fmla="*/ 57150 w 190500"/>
              <a:gd name="connsiteY62" fmla="*/ 161925 h 171450"/>
              <a:gd name="connsiteX63" fmla="*/ 133350 w 190500"/>
              <a:gd name="connsiteY63" fmla="*/ 161925 h 171450"/>
              <a:gd name="connsiteX64" fmla="*/ 133350 w 190500"/>
              <a:gd name="connsiteY64" fmla="*/ 171450 h 171450"/>
              <a:gd name="connsiteX65" fmla="*/ 57150 w 190500"/>
              <a:gd name="connsiteY65" fmla="*/ 171450 h 171450"/>
              <a:gd name="connsiteX66" fmla="*/ 133350 w 190500"/>
              <a:gd name="connsiteY66" fmla="*/ 161925 h 171450"/>
              <a:gd name="connsiteX67" fmla="*/ 133350 w 190500"/>
              <a:gd name="connsiteY67" fmla="*/ 148066 h 171450"/>
              <a:gd name="connsiteX68" fmla="*/ 127483 w 190500"/>
              <a:gd name="connsiteY68" fmla="*/ 133055 h 171450"/>
              <a:gd name="connsiteX69" fmla="*/ 114300 w 190500"/>
              <a:gd name="connsiteY69" fmla="*/ 128588 h 171450"/>
              <a:gd name="connsiteX70" fmla="*/ 76200 w 190500"/>
              <a:gd name="connsiteY70" fmla="*/ 128588 h 171450"/>
              <a:gd name="connsiteX71" fmla="*/ 63017 w 190500"/>
              <a:gd name="connsiteY71" fmla="*/ 133055 h 171450"/>
              <a:gd name="connsiteX72" fmla="*/ 57150 w 190500"/>
              <a:gd name="connsiteY72" fmla="*/ 148066 h 171450"/>
              <a:gd name="connsiteX73" fmla="*/ 57150 w 190500"/>
              <a:gd name="connsiteY73" fmla="*/ 161925 h 171450"/>
              <a:gd name="connsiteX74" fmla="*/ 47625 w 190500"/>
              <a:gd name="connsiteY74" fmla="*/ 161925 h 171450"/>
              <a:gd name="connsiteX75" fmla="*/ 47625 w 190500"/>
              <a:gd name="connsiteY75" fmla="*/ 148066 h 171450"/>
              <a:gd name="connsiteX76" fmla="*/ 56769 w 190500"/>
              <a:gd name="connsiteY76" fmla="*/ 125854 h 171450"/>
              <a:gd name="connsiteX77" fmla="*/ 76200 w 190500"/>
              <a:gd name="connsiteY77" fmla="*/ 119063 h 171450"/>
              <a:gd name="connsiteX78" fmla="*/ 114300 w 190500"/>
              <a:gd name="connsiteY78" fmla="*/ 119063 h 171450"/>
              <a:gd name="connsiteX79" fmla="*/ 133731 w 190500"/>
              <a:gd name="connsiteY79" fmla="*/ 125854 h 171450"/>
              <a:gd name="connsiteX80" fmla="*/ 142875 w 190500"/>
              <a:gd name="connsiteY80" fmla="*/ 148066 h 171450"/>
              <a:gd name="connsiteX81" fmla="*/ 142875 w 190500"/>
              <a:gd name="connsiteY81" fmla="*/ 161925 h 171450"/>
              <a:gd name="connsiteX82" fmla="*/ 133350 w 190500"/>
              <a:gd name="connsiteY82" fmla="*/ 16192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90500" h="171450">
                <a:moveTo>
                  <a:pt x="47625" y="47625"/>
                </a:moveTo>
                <a:cubicBezTo>
                  <a:pt x="58146" y="47625"/>
                  <a:pt x="66675" y="39096"/>
                  <a:pt x="66675" y="28575"/>
                </a:cubicBezTo>
                <a:cubicBezTo>
                  <a:pt x="66675" y="18054"/>
                  <a:pt x="58146" y="9525"/>
                  <a:pt x="47625" y="9525"/>
                </a:cubicBezTo>
                <a:cubicBezTo>
                  <a:pt x="37104" y="9525"/>
                  <a:pt x="28575" y="18054"/>
                  <a:pt x="28575" y="28575"/>
                </a:cubicBezTo>
                <a:cubicBezTo>
                  <a:pt x="28575" y="39096"/>
                  <a:pt x="37104" y="47625"/>
                  <a:pt x="47625" y="47625"/>
                </a:cubicBezTo>
                <a:close/>
                <a:moveTo>
                  <a:pt x="47625" y="57150"/>
                </a:moveTo>
                <a:cubicBezTo>
                  <a:pt x="63407" y="57150"/>
                  <a:pt x="76200" y="44357"/>
                  <a:pt x="76200" y="28575"/>
                </a:cubicBezTo>
                <a:cubicBezTo>
                  <a:pt x="76200" y="12793"/>
                  <a:pt x="63407" y="0"/>
                  <a:pt x="47625" y="0"/>
                </a:cubicBezTo>
                <a:cubicBezTo>
                  <a:pt x="31843" y="0"/>
                  <a:pt x="19050" y="12793"/>
                  <a:pt x="19050" y="28575"/>
                </a:cubicBezTo>
                <a:cubicBezTo>
                  <a:pt x="19050" y="44357"/>
                  <a:pt x="31843" y="57150"/>
                  <a:pt x="47625" y="57150"/>
                </a:cubicBezTo>
                <a:close/>
                <a:moveTo>
                  <a:pt x="142875" y="47625"/>
                </a:moveTo>
                <a:cubicBezTo>
                  <a:pt x="153396" y="47625"/>
                  <a:pt x="161925" y="39096"/>
                  <a:pt x="161925" y="28575"/>
                </a:cubicBezTo>
                <a:cubicBezTo>
                  <a:pt x="161925" y="18054"/>
                  <a:pt x="153396" y="9525"/>
                  <a:pt x="142875" y="9525"/>
                </a:cubicBezTo>
                <a:cubicBezTo>
                  <a:pt x="132354" y="9525"/>
                  <a:pt x="123825" y="18054"/>
                  <a:pt x="123825" y="28575"/>
                </a:cubicBezTo>
                <a:cubicBezTo>
                  <a:pt x="123825" y="39096"/>
                  <a:pt x="132354" y="47625"/>
                  <a:pt x="142875" y="47625"/>
                </a:cubicBezTo>
                <a:close/>
                <a:moveTo>
                  <a:pt x="142875" y="57150"/>
                </a:moveTo>
                <a:cubicBezTo>
                  <a:pt x="158657" y="57150"/>
                  <a:pt x="171450" y="44357"/>
                  <a:pt x="171450" y="28575"/>
                </a:cubicBezTo>
                <a:cubicBezTo>
                  <a:pt x="171450" y="12793"/>
                  <a:pt x="158657" y="0"/>
                  <a:pt x="142875" y="0"/>
                </a:cubicBezTo>
                <a:cubicBezTo>
                  <a:pt x="127093" y="0"/>
                  <a:pt x="114300" y="12793"/>
                  <a:pt x="114300" y="28575"/>
                </a:cubicBezTo>
                <a:cubicBezTo>
                  <a:pt x="114300" y="44357"/>
                  <a:pt x="127093" y="57150"/>
                  <a:pt x="142875" y="57150"/>
                </a:cubicBezTo>
                <a:close/>
                <a:moveTo>
                  <a:pt x="9525" y="100441"/>
                </a:moveTo>
                <a:cubicBezTo>
                  <a:pt x="9525" y="92993"/>
                  <a:pt x="12078" y="88306"/>
                  <a:pt x="15392" y="85430"/>
                </a:cubicBezTo>
                <a:cubicBezTo>
                  <a:pt x="18831" y="82439"/>
                  <a:pt x="23584" y="80963"/>
                  <a:pt x="28575" y="80963"/>
                </a:cubicBezTo>
                <a:lnTo>
                  <a:pt x="57150" y="80963"/>
                </a:lnTo>
                <a:lnTo>
                  <a:pt x="57150" y="71438"/>
                </a:lnTo>
                <a:lnTo>
                  <a:pt x="28575" y="71438"/>
                </a:lnTo>
                <a:cubicBezTo>
                  <a:pt x="21841" y="71438"/>
                  <a:pt x="14688" y="73419"/>
                  <a:pt x="9144" y="78229"/>
                </a:cubicBezTo>
                <a:cubicBezTo>
                  <a:pt x="3496" y="83144"/>
                  <a:pt x="0" y="90583"/>
                  <a:pt x="0" y="100441"/>
                </a:cubicBezTo>
                <a:lnTo>
                  <a:pt x="0" y="114300"/>
                </a:lnTo>
                <a:lnTo>
                  <a:pt x="9525" y="114300"/>
                </a:lnTo>
                <a:lnTo>
                  <a:pt x="9525" y="123825"/>
                </a:lnTo>
                <a:lnTo>
                  <a:pt x="47625" y="123825"/>
                </a:lnTo>
                <a:lnTo>
                  <a:pt x="47625" y="114300"/>
                </a:lnTo>
                <a:lnTo>
                  <a:pt x="9525" y="114300"/>
                </a:lnTo>
                <a:lnTo>
                  <a:pt x="9525" y="100441"/>
                </a:lnTo>
                <a:close/>
                <a:moveTo>
                  <a:pt x="190500" y="114300"/>
                </a:moveTo>
                <a:lnTo>
                  <a:pt x="180975" y="114300"/>
                </a:lnTo>
                <a:lnTo>
                  <a:pt x="180975" y="100441"/>
                </a:lnTo>
                <a:cubicBezTo>
                  <a:pt x="180975" y="92993"/>
                  <a:pt x="178422" y="88306"/>
                  <a:pt x="175108" y="85430"/>
                </a:cubicBezTo>
                <a:cubicBezTo>
                  <a:pt x="171669" y="82439"/>
                  <a:pt x="166916" y="80963"/>
                  <a:pt x="161925" y="80963"/>
                </a:cubicBezTo>
                <a:lnTo>
                  <a:pt x="133350" y="80963"/>
                </a:lnTo>
                <a:lnTo>
                  <a:pt x="133350" y="71438"/>
                </a:lnTo>
                <a:lnTo>
                  <a:pt x="161925" y="71438"/>
                </a:lnTo>
                <a:cubicBezTo>
                  <a:pt x="168659" y="71438"/>
                  <a:pt x="175812" y="73419"/>
                  <a:pt x="181356" y="78229"/>
                </a:cubicBezTo>
                <a:cubicBezTo>
                  <a:pt x="187004" y="83144"/>
                  <a:pt x="190500" y="90583"/>
                  <a:pt x="190500" y="100441"/>
                </a:cubicBezTo>
                <a:lnTo>
                  <a:pt x="190500" y="114300"/>
                </a:lnTo>
                <a:close/>
                <a:moveTo>
                  <a:pt x="180975" y="114300"/>
                </a:moveTo>
                <a:lnTo>
                  <a:pt x="180975" y="123825"/>
                </a:lnTo>
                <a:lnTo>
                  <a:pt x="142875" y="123825"/>
                </a:lnTo>
                <a:lnTo>
                  <a:pt x="142875" y="114300"/>
                </a:lnTo>
                <a:lnTo>
                  <a:pt x="180975" y="114300"/>
                </a:lnTo>
                <a:close/>
                <a:moveTo>
                  <a:pt x="114300" y="76200"/>
                </a:moveTo>
                <a:cubicBezTo>
                  <a:pt x="114300" y="86721"/>
                  <a:pt x="105771" y="95250"/>
                  <a:pt x="95250" y="95250"/>
                </a:cubicBezTo>
                <a:cubicBezTo>
                  <a:pt x="84729" y="95250"/>
                  <a:pt x="76200" y="86721"/>
                  <a:pt x="76200" y="76200"/>
                </a:cubicBezTo>
                <a:cubicBezTo>
                  <a:pt x="76200" y="65679"/>
                  <a:pt x="84729" y="57150"/>
                  <a:pt x="95250" y="57150"/>
                </a:cubicBezTo>
                <a:cubicBezTo>
                  <a:pt x="105771" y="57150"/>
                  <a:pt x="114300" y="65679"/>
                  <a:pt x="114300" y="76200"/>
                </a:cubicBezTo>
                <a:close/>
                <a:moveTo>
                  <a:pt x="123825" y="76200"/>
                </a:moveTo>
                <a:cubicBezTo>
                  <a:pt x="123825" y="91982"/>
                  <a:pt x="111032" y="104775"/>
                  <a:pt x="95250" y="104775"/>
                </a:cubicBezTo>
                <a:cubicBezTo>
                  <a:pt x="79468" y="104775"/>
                  <a:pt x="66675" y="91982"/>
                  <a:pt x="66675" y="76200"/>
                </a:cubicBezTo>
                <a:cubicBezTo>
                  <a:pt x="66675" y="60418"/>
                  <a:pt x="79468" y="47625"/>
                  <a:pt x="95250" y="47625"/>
                </a:cubicBezTo>
                <a:cubicBezTo>
                  <a:pt x="111032" y="47625"/>
                  <a:pt x="123825" y="60418"/>
                  <a:pt x="123825" y="76200"/>
                </a:cubicBezTo>
                <a:close/>
                <a:moveTo>
                  <a:pt x="57150" y="171450"/>
                </a:moveTo>
                <a:lnTo>
                  <a:pt x="57150" y="161925"/>
                </a:lnTo>
                <a:lnTo>
                  <a:pt x="133350" y="161925"/>
                </a:lnTo>
                <a:lnTo>
                  <a:pt x="133350" y="171450"/>
                </a:lnTo>
                <a:lnTo>
                  <a:pt x="57150" y="171450"/>
                </a:lnTo>
                <a:close/>
                <a:moveTo>
                  <a:pt x="133350" y="161925"/>
                </a:moveTo>
                <a:lnTo>
                  <a:pt x="133350" y="148066"/>
                </a:lnTo>
                <a:cubicBezTo>
                  <a:pt x="133350" y="140618"/>
                  <a:pt x="130797" y="135931"/>
                  <a:pt x="127483" y="133055"/>
                </a:cubicBezTo>
                <a:cubicBezTo>
                  <a:pt x="124044" y="130064"/>
                  <a:pt x="119291" y="128588"/>
                  <a:pt x="114300" y="128588"/>
                </a:cubicBezTo>
                <a:lnTo>
                  <a:pt x="76200" y="128588"/>
                </a:lnTo>
                <a:cubicBezTo>
                  <a:pt x="71218" y="128588"/>
                  <a:pt x="66456" y="130064"/>
                  <a:pt x="63017" y="133055"/>
                </a:cubicBezTo>
                <a:cubicBezTo>
                  <a:pt x="59703" y="135931"/>
                  <a:pt x="57150" y="140618"/>
                  <a:pt x="57150" y="148066"/>
                </a:cubicBezTo>
                <a:lnTo>
                  <a:pt x="57150" y="161925"/>
                </a:lnTo>
                <a:lnTo>
                  <a:pt x="47625" y="161925"/>
                </a:lnTo>
                <a:lnTo>
                  <a:pt x="47625" y="148066"/>
                </a:lnTo>
                <a:cubicBezTo>
                  <a:pt x="47625" y="138208"/>
                  <a:pt x="51121" y="130769"/>
                  <a:pt x="56769" y="125854"/>
                </a:cubicBezTo>
                <a:cubicBezTo>
                  <a:pt x="62313" y="121044"/>
                  <a:pt x="69466" y="119063"/>
                  <a:pt x="76200" y="119063"/>
                </a:cubicBezTo>
                <a:lnTo>
                  <a:pt x="114300" y="119063"/>
                </a:lnTo>
                <a:cubicBezTo>
                  <a:pt x="121034" y="119063"/>
                  <a:pt x="128187" y="121044"/>
                  <a:pt x="133731" y="125854"/>
                </a:cubicBezTo>
                <a:cubicBezTo>
                  <a:pt x="139379" y="130769"/>
                  <a:pt x="142875" y="138208"/>
                  <a:pt x="142875" y="148066"/>
                </a:cubicBezTo>
                <a:lnTo>
                  <a:pt x="142875" y="161925"/>
                </a:lnTo>
                <a:lnTo>
                  <a:pt x="133350" y="161925"/>
                </a:lnTo>
                <a:close/>
              </a:path>
            </a:pathLst>
          </a:custGeom>
          <a:solidFill>
            <a:srgbClr val="08312A"/>
          </a:solidFill>
          <a:ln w="9525" cap="flat">
            <a:noFill/>
            <a:prstDash val="solid"/>
            <a:miter/>
          </a:ln>
        </p:spPr>
        <p:txBody>
          <a:bodyPr rtlCol="0" anchor="ctr"/>
          <a:lstStyle/>
          <a:p>
            <a:endParaRPr lang="en-US"/>
          </a:p>
        </p:txBody>
      </p:sp>
      <p:sp>
        <p:nvSpPr>
          <p:cNvPr id="61" name="Graphic 40">
            <a:extLst>
              <a:ext uri="{FF2B5EF4-FFF2-40B4-BE49-F238E27FC236}">
                <a16:creationId xmlns:a16="http://schemas.microsoft.com/office/drawing/2014/main" id="{42BC4AAC-69D3-85E7-6156-458D1E700138}"/>
              </a:ext>
            </a:extLst>
          </p:cNvPr>
          <p:cNvSpPr/>
          <p:nvPr userDrawn="1"/>
        </p:nvSpPr>
        <p:spPr>
          <a:xfrm>
            <a:off x="5049759" y="161925"/>
            <a:ext cx="171450" cy="152400"/>
          </a:xfrm>
          <a:custGeom>
            <a:avLst/>
            <a:gdLst>
              <a:gd name="connsiteX0" fmla="*/ 161887 w 171450"/>
              <a:gd name="connsiteY0" fmla="*/ 0 h 152400"/>
              <a:gd name="connsiteX1" fmla="*/ 85687 w 171450"/>
              <a:gd name="connsiteY1" fmla="*/ 0 h 152400"/>
              <a:gd name="connsiteX2" fmla="*/ 85687 w 171450"/>
              <a:gd name="connsiteY2" fmla="*/ 76200 h 152400"/>
              <a:gd name="connsiteX3" fmla="*/ 95212 w 171450"/>
              <a:gd name="connsiteY3" fmla="*/ 76200 h 152400"/>
              <a:gd name="connsiteX4" fmla="*/ 95212 w 171450"/>
              <a:gd name="connsiteY4" fmla="*/ 85725 h 152400"/>
              <a:gd name="connsiteX5" fmla="*/ 171412 w 171450"/>
              <a:gd name="connsiteY5" fmla="*/ 85725 h 152400"/>
              <a:gd name="connsiteX6" fmla="*/ 171412 w 171450"/>
              <a:gd name="connsiteY6" fmla="*/ 9525 h 152400"/>
              <a:gd name="connsiteX7" fmla="*/ 161887 w 171450"/>
              <a:gd name="connsiteY7" fmla="*/ 9525 h 152400"/>
              <a:gd name="connsiteX8" fmla="*/ 161887 w 171450"/>
              <a:gd name="connsiteY8" fmla="*/ 0 h 152400"/>
              <a:gd name="connsiteX9" fmla="*/ 161887 w 171450"/>
              <a:gd name="connsiteY9" fmla="*/ 9525 h 152400"/>
              <a:gd name="connsiteX10" fmla="*/ 161887 w 171450"/>
              <a:gd name="connsiteY10" fmla="*/ 76200 h 152400"/>
              <a:gd name="connsiteX11" fmla="*/ 95212 w 171450"/>
              <a:gd name="connsiteY11" fmla="*/ 76200 h 152400"/>
              <a:gd name="connsiteX12" fmla="*/ 95212 w 171450"/>
              <a:gd name="connsiteY12" fmla="*/ 9525 h 152400"/>
              <a:gd name="connsiteX13" fmla="*/ 161887 w 171450"/>
              <a:gd name="connsiteY13" fmla="*/ 9525 h 152400"/>
              <a:gd name="connsiteX14" fmla="*/ 66675 w 171450"/>
              <a:gd name="connsiteY14" fmla="*/ 28575 h 152400"/>
              <a:gd name="connsiteX15" fmla="*/ 44482 w 171450"/>
              <a:gd name="connsiteY15" fmla="*/ 9296 h 152400"/>
              <a:gd name="connsiteX16" fmla="*/ 38233 w 171450"/>
              <a:gd name="connsiteY16" fmla="*/ 16488 h 152400"/>
              <a:gd name="connsiteX17" fmla="*/ 63122 w 171450"/>
              <a:gd name="connsiteY17" fmla="*/ 38110 h 152400"/>
              <a:gd name="connsiteX18" fmla="*/ 0 w 171450"/>
              <a:gd name="connsiteY18" fmla="*/ 38100 h 152400"/>
              <a:gd name="connsiteX19" fmla="*/ 0 w 171450"/>
              <a:gd name="connsiteY19" fmla="*/ 47625 h 152400"/>
              <a:gd name="connsiteX20" fmla="*/ 63113 w 171450"/>
              <a:gd name="connsiteY20" fmla="*/ 47625 h 152400"/>
              <a:gd name="connsiteX21" fmla="*/ 38233 w 171450"/>
              <a:gd name="connsiteY21" fmla="*/ 69228 h 152400"/>
              <a:gd name="connsiteX22" fmla="*/ 44482 w 171450"/>
              <a:gd name="connsiteY22" fmla="*/ 76419 h 152400"/>
              <a:gd name="connsiteX23" fmla="*/ 66675 w 171450"/>
              <a:gd name="connsiteY23" fmla="*/ 57150 h 152400"/>
              <a:gd name="connsiteX24" fmla="*/ 66675 w 171450"/>
              <a:gd name="connsiteY24" fmla="*/ 28575 h 152400"/>
              <a:gd name="connsiteX25" fmla="*/ 9525 w 171450"/>
              <a:gd name="connsiteY25" fmla="*/ 114300 h 152400"/>
              <a:gd name="connsiteX26" fmla="*/ 152400 w 171450"/>
              <a:gd name="connsiteY26" fmla="*/ 114300 h 152400"/>
              <a:gd name="connsiteX27" fmla="*/ 161925 w 171450"/>
              <a:gd name="connsiteY27" fmla="*/ 123825 h 152400"/>
              <a:gd name="connsiteX28" fmla="*/ 161925 w 171450"/>
              <a:gd name="connsiteY28" fmla="*/ 133350 h 152400"/>
              <a:gd name="connsiteX29" fmla="*/ 152400 w 171450"/>
              <a:gd name="connsiteY29" fmla="*/ 142875 h 152400"/>
              <a:gd name="connsiteX30" fmla="*/ 0 w 171450"/>
              <a:gd name="connsiteY30" fmla="*/ 142875 h 152400"/>
              <a:gd name="connsiteX31" fmla="*/ 0 w 171450"/>
              <a:gd name="connsiteY31" fmla="*/ 152400 h 152400"/>
              <a:gd name="connsiteX32" fmla="*/ 152400 w 171450"/>
              <a:gd name="connsiteY32" fmla="*/ 152400 h 152400"/>
              <a:gd name="connsiteX33" fmla="*/ 171450 w 171450"/>
              <a:gd name="connsiteY33" fmla="*/ 133350 h 152400"/>
              <a:gd name="connsiteX34" fmla="*/ 171450 w 171450"/>
              <a:gd name="connsiteY34" fmla="*/ 123825 h 152400"/>
              <a:gd name="connsiteX35" fmla="*/ 152400 w 171450"/>
              <a:gd name="connsiteY35" fmla="*/ 104775 h 152400"/>
              <a:gd name="connsiteX36" fmla="*/ 0 w 171450"/>
              <a:gd name="connsiteY36" fmla="*/ 104775 h 152400"/>
              <a:gd name="connsiteX37" fmla="*/ 0 w 171450"/>
              <a:gd name="connsiteY37" fmla="*/ 114300 h 152400"/>
              <a:gd name="connsiteX38" fmla="*/ 9525 w 171450"/>
              <a:gd name="connsiteY38" fmla="*/ 11430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71450" h="152400">
                <a:moveTo>
                  <a:pt x="161887" y="0"/>
                </a:moveTo>
                <a:lnTo>
                  <a:pt x="85687" y="0"/>
                </a:lnTo>
                <a:lnTo>
                  <a:pt x="85687" y="76200"/>
                </a:lnTo>
                <a:lnTo>
                  <a:pt x="95212" y="76200"/>
                </a:lnTo>
                <a:lnTo>
                  <a:pt x="95212" y="85725"/>
                </a:lnTo>
                <a:lnTo>
                  <a:pt x="171412" y="85725"/>
                </a:lnTo>
                <a:lnTo>
                  <a:pt x="171412" y="9525"/>
                </a:lnTo>
                <a:lnTo>
                  <a:pt x="161887" y="9525"/>
                </a:lnTo>
                <a:lnTo>
                  <a:pt x="161887" y="0"/>
                </a:lnTo>
                <a:close/>
                <a:moveTo>
                  <a:pt x="161887" y="9525"/>
                </a:moveTo>
                <a:lnTo>
                  <a:pt x="161887" y="76200"/>
                </a:lnTo>
                <a:lnTo>
                  <a:pt x="95212" y="76200"/>
                </a:lnTo>
                <a:lnTo>
                  <a:pt x="95212" y="9525"/>
                </a:lnTo>
                <a:lnTo>
                  <a:pt x="161887" y="9525"/>
                </a:lnTo>
                <a:close/>
                <a:moveTo>
                  <a:pt x="66675" y="28575"/>
                </a:moveTo>
                <a:lnTo>
                  <a:pt x="44482" y="9296"/>
                </a:lnTo>
                <a:lnTo>
                  <a:pt x="38233" y="16488"/>
                </a:lnTo>
                <a:lnTo>
                  <a:pt x="63122" y="38110"/>
                </a:lnTo>
                <a:lnTo>
                  <a:pt x="0" y="38100"/>
                </a:lnTo>
                <a:lnTo>
                  <a:pt x="0" y="47625"/>
                </a:lnTo>
                <a:lnTo>
                  <a:pt x="63113" y="47625"/>
                </a:lnTo>
                <a:lnTo>
                  <a:pt x="38233" y="69228"/>
                </a:lnTo>
                <a:lnTo>
                  <a:pt x="44482" y="76419"/>
                </a:lnTo>
                <a:lnTo>
                  <a:pt x="66675" y="57150"/>
                </a:lnTo>
                <a:lnTo>
                  <a:pt x="66675" y="28575"/>
                </a:lnTo>
                <a:close/>
                <a:moveTo>
                  <a:pt x="9525" y="114300"/>
                </a:moveTo>
                <a:lnTo>
                  <a:pt x="152400" y="114300"/>
                </a:lnTo>
                <a:cubicBezTo>
                  <a:pt x="157661" y="114300"/>
                  <a:pt x="161925" y="118564"/>
                  <a:pt x="161925" y="123825"/>
                </a:cubicBezTo>
                <a:lnTo>
                  <a:pt x="161925" y="133350"/>
                </a:lnTo>
                <a:cubicBezTo>
                  <a:pt x="161925" y="138611"/>
                  <a:pt x="157661" y="142875"/>
                  <a:pt x="152400" y="142875"/>
                </a:cubicBezTo>
                <a:lnTo>
                  <a:pt x="0" y="142875"/>
                </a:lnTo>
                <a:lnTo>
                  <a:pt x="0" y="152400"/>
                </a:lnTo>
                <a:lnTo>
                  <a:pt x="152400" y="152400"/>
                </a:lnTo>
                <a:cubicBezTo>
                  <a:pt x="162921" y="152400"/>
                  <a:pt x="171450" y="143871"/>
                  <a:pt x="171450" y="133350"/>
                </a:cubicBezTo>
                <a:lnTo>
                  <a:pt x="171450" y="123825"/>
                </a:lnTo>
                <a:cubicBezTo>
                  <a:pt x="171450" y="113304"/>
                  <a:pt x="162921" y="104775"/>
                  <a:pt x="152400" y="104775"/>
                </a:cubicBezTo>
                <a:lnTo>
                  <a:pt x="0" y="104775"/>
                </a:lnTo>
                <a:lnTo>
                  <a:pt x="0" y="114300"/>
                </a:lnTo>
                <a:lnTo>
                  <a:pt x="9525" y="114300"/>
                </a:lnTo>
                <a:close/>
              </a:path>
            </a:pathLst>
          </a:custGeom>
          <a:solidFill>
            <a:srgbClr val="08312A"/>
          </a:solidFill>
          <a:ln w="9525" cap="flat">
            <a:noFill/>
            <a:prstDash val="solid"/>
            <a:miter/>
          </a:ln>
        </p:spPr>
        <p:txBody>
          <a:bodyPr rtlCol="0" anchor="ctr"/>
          <a:lstStyle/>
          <a:p>
            <a:endParaRPr lang="en-US"/>
          </a:p>
        </p:txBody>
      </p:sp>
      <p:sp>
        <p:nvSpPr>
          <p:cNvPr id="62" name="Graphic 44">
            <a:extLst>
              <a:ext uri="{FF2B5EF4-FFF2-40B4-BE49-F238E27FC236}">
                <a16:creationId xmlns:a16="http://schemas.microsoft.com/office/drawing/2014/main" id="{82C15C46-3DA4-8042-AE0B-4F05319C0B84}"/>
              </a:ext>
            </a:extLst>
          </p:cNvPr>
          <p:cNvSpPr/>
          <p:nvPr userDrawn="1"/>
        </p:nvSpPr>
        <p:spPr>
          <a:xfrm>
            <a:off x="6171094" y="166429"/>
            <a:ext cx="143391" cy="143391"/>
          </a:xfrm>
          <a:custGeom>
            <a:avLst/>
            <a:gdLst>
              <a:gd name="connsiteX0" fmla="*/ 57150 w 171450"/>
              <a:gd name="connsiteY0" fmla="*/ 0 h 171450"/>
              <a:gd name="connsiteX1" fmla="*/ 57150 w 171450"/>
              <a:gd name="connsiteY1" fmla="*/ 9525 h 171450"/>
              <a:gd name="connsiteX2" fmla="*/ 114300 w 171450"/>
              <a:gd name="connsiteY2" fmla="*/ 9525 h 171450"/>
              <a:gd name="connsiteX3" fmla="*/ 114300 w 171450"/>
              <a:gd name="connsiteY3" fmla="*/ 0 h 171450"/>
              <a:gd name="connsiteX4" fmla="*/ 123825 w 171450"/>
              <a:gd name="connsiteY4" fmla="*/ 0 h 171450"/>
              <a:gd name="connsiteX5" fmla="*/ 123825 w 171450"/>
              <a:gd name="connsiteY5" fmla="*/ 9525 h 171450"/>
              <a:gd name="connsiteX6" fmla="*/ 171450 w 171450"/>
              <a:gd name="connsiteY6" fmla="*/ 9525 h 171450"/>
              <a:gd name="connsiteX7" fmla="*/ 171450 w 171450"/>
              <a:gd name="connsiteY7" fmla="*/ 150019 h 171450"/>
              <a:gd name="connsiteX8" fmla="*/ 150019 w 171450"/>
              <a:gd name="connsiteY8" fmla="*/ 171450 h 171450"/>
              <a:gd name="connsiteX9" fmla="*/ 21431 w 171450"/>
              <a:gd name="connsiteY9" fmla="*/ 171450 h 171450"/>
              <a:gd name="connsiteX10" fmla="*/ 0 w 171450"/>
              <a:gd name="connsiteY10" fmla="*/ 150019 h 171450"/>
              <a:gd name="connsiteX11" fmla="*/ 0 w 171450"/>
              <a:gd name="connsiteY11" fmla="*/ 9525 h 171450"/>
              <a:gd name="connsiteX12" fmla="*/ 47625 w 171450"/>
              <a:gd name="connsiteY12" fmla="*/ 9525 h 171450"/>
              <a:gd name="connsiteX13" fmla="*/ 47625 w 171450"/>
              <a:gd name="connsiteY13" fmla="*/ 0 h 171450"/>
              <a:gd name="connsiteX14" fmla="*/ 57150 w 171450"/>
              <a:gd name="connsiteY14" fmla="*/ 0 h 171450"/>
              <a:gd name="connsiteX15" fmla="*/ 114300 w 171450"/>
              <a:gd name="connsiteY15" fmla="*/ 19050 h 171450"/>
              <a:gd name="connsiteX16" fmla="*/ 114300 w 171450"/>
              <a:gd name="connsiteY16" fmla="*/ 28575 h 171450"/>
              <a:gd name="connsiteX17" fmla="*/ 123825 w 171450"/>
              <a:gd name="connsiteY17" fmla="*/ 28575 h 171450"/>
              <a:gd name="connsiteX18" fmla="*/ 123825 w 171450"/>
              <a:gd name="connsiteY18" fmla="*/ 19050 h 171450"/>
              <a:gd name="connsiteX19" fmla="*/ 161925 w 171450"/>
              <a:gd name="connsiteY19" fmla="*/ 19050 h 171450"/>
              <a:gd name="connsiteX20" fmla="*/ 161925 w 171450"/>
              <a:gd name="connsiteY20" fmla="*/ 47625 h 171450"/>
              <a:gd name="connsiteX21" fmla="*/ 9525 w 171450"/>
              <a:gd name="connsiteY21" fmla="*/ 47625 h 171450"/>
              <a:gd name="connsiteX22" fmla="*/ 9525 w 171450"/>
              <a:gd name="connsiteY22" fmla="*/ 19050 h 171450"/>
              <a:gd name="connsiteX23" fmla="*/ 47625 w 171450"/>
              <a:gd name="connsiteY23" fmla="*/ 19050 h 171450"/>
              <a:gd name="connsiteX24" fmla="*/ 47625 w 171450"/>
              <a:gd name="connsiteY24" fmla="*/ 28575 h 171450"/>
              <a:gd name="connsiteX25" fmla="*/ 57150 w 171450"/>
              <a:gd name="connsiteY25" fmla="*/ 28575 h 171450"/>
              <a:gd name="connsiteX26" fmla="*/ 57150 w 171450"/>
              <a:gd name="connsiteY26" fmla="*/ 19050 h 171450"/>
              <a:gd name="connsiteX27" fmla="*/ 114300 w 171450"/>
              <a:gd name="connsiteY27" fmla="*/ 19050 h 171450"/>
              <a:gd name="connsiteX28" fmla="*/ 161925 w 171450"/>
              <a:gd name="connsiteY28" fmla="*/ 57150 h 171450"/>
              <a:gd name="connsiteX29" fmla="*/ 161925 w 171450"/>
              <a:gd name="connsiteY29" fmla="*/ 150019 h 171450"/>
              <a:gd name="connsiteX30" fmla="*/ 150019 w 171450"/>
              <a:gd name="connsiteY30" fmla="*/ 161925 h 171450"/>
              <a:gd name="connsiteX31" fmla="*/ 21431 w 171450"/>
              <a:gd name="connsiteY31" fmla="*/ 161925 h 171450"/>
              <a:gd name="connsiteX32" fmla="*/ 9525 w 171450"/>
              <a:gd name="connsiteY32" fmla="*/ 150019 h 171450"/>
              <a:gd name="connsiteX33" fmla="*/ 9525 w 171450"/>
              <a:gd name="connsiteY33" fmla="*/ 57150 h 171450"/>
              <a:gd name="connsiteX34" fmla="*/ 161925 w 171450"/>
              <a:gd name="connsiteY34" fmla="*/ 57150 h 171450"/>
              <a:gd name="connsiteX35" fmla="*/ 76200 w 171450"/>
              <a:gd name="connsiteY35" fmla="*/ 95250 h 171450"/>
              <a:gd name="connsiteX36" fmla="*/ 28575 w 171450"/>
              <a:gd name="connsiteY36" fmla="*/ 95250 h 171450"/>
              <a:gd name="connsiteX37" fmla="*/ 28575 w 171450"/>
              <a:gd name="connsiteY37" fmla="*/ 85725 h 171450"/>
              <a:gd name="connsiteX38" fmla="*/ 76200 w 171450"/>
              <a:gd name="connsiteY38" fmla="*/ 85725 h 171450"/>
              <a:gd name="connsiteX39" fmla="*/ 76200 w 171450"/>
              <a:gd name="connsiteY39" fmla="*/ 95250 h 171450"/>
              <a:gd name="connsiteX40" fmla="*/ 28575 w 171450"/>
              <a:gd name="connsiteY40" fmla="*/ 133350 h 171450"/>
              <a:gd name="connsiteX41" fmla="*/ 76200 w 171450"/>
              <a:gd name="connsiteY41" fmla="*/ 133350 h 171450"/>
              <a:gd name="connsiteX42" fmla="*/ 76200 w 171450"/>
              <a:gd name="connsiteY42" fmla="*/ 123825 h 171450"/>
              <a:gd name="connsiteX43" fmla="*/ 28575 w 171450"/>
              <a:gd name="connsiteY43" fmla="*/ 123825 h 171450"/>
              <a:gd name="connsiteX44" fmla="*/ 28575 w 171450"/>
              <a:gd name="connsiteY44" fmla="*/ 133350 h 171450"/>
              <a:gd name="connsiteX45" fmla="*/ 142875 w 171450"/>
              <a:gd name="connsiteY45" fmla="*/ 95250 h 171450"/>
              <a:gd name="connsiteX46" fmla="*/ 95250 w 171450"/>
              <a:gd name="connsiteY46" fmla="*/ 95250 h 171450"/>
              <a:gd name="connsiteX47" fmla="*/ 95250 w 171450"/>
              <a:gd name="connsiteY47" fmla="*/ 85725 h 171450"/>
              <a:gd name="connsiteX48" fmla="*/ 142875 w 171450"/>
              <a:gd name="connsiteY48" fmla="*/ 85725 h 171450"/>
              <a:gd name="connsiteX49" fmla="*/ 142875 w 171450"/>
              <a:gd name="connsiteY49" fmla="*/ 95250 h 171450"/>
              <a:gd name="connsiteX50" fmla="*/ 95250 w 171450"/>
              <a:gd name="connsiteY50" fmla="*/ 133350 h 171450"/>
              <a:gd name="connsiteX51" fmla="*/ 142875 w 171450"/>
              <a:gd name="connsiteY51" fmla="*/ 133350 h 171450"/>
              <a:gd name="connsiteX52" fmla="*/ 142875 w 171450"/>
              <a:gd name="connsiteY52" fmla="*/ 123825 h 171450"/>
              <a:gd name="connsiteX53" fmla="*/ 95250 w 171450"/>
              <a:gd name="connsiteY53" fmla="*/ 123825 h 171450"/>
              <a:gd name="connsiteX54" fmla="*/ 95250 w 171450"/>
              <a:gd name="connsiteY54" fmla="*/ 13335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71450" h="171450">
                <a:moveTo>
                  <a:pt x="57150" y="0"/>
                </a:moveTo>
                <a:lnTo>
                  <a:pt x="57150" y="9525"/>
                </a:lnTo>
                <a:lnTo>
                  <a:pt x="114300" y="9525"/>
                </a:lnTo>
                <a:lnTo>
                  <a:pt x="114300" y="0"/>
                </a:lnTo>
                <a:lnTo>
                  <a:pt x="123825" y="0"/>
                </a:lnTo>
                <a:lnTo>
                  <a:pt x="123825" y="9525"/>
                </a:lnTo>
                <a:lnTo>
                  <a:pt x="171450" y="9525"/>
                </a:lnTo>
                <a:lnTo>
                  <a:pt x="171450" y="150019"/>
                </a:lnTo>
                <a:cubicBezTo>
                  <a:pt x="171450" y="161855"/>
                  <a:pt x="161855" y="171450"/>
                  <a:pt x="150019" y="171450"/>
                </a:cubicBezTo>
                <a:lnTo>
                  <a:pt x="21431" y="171450"/>
                </a:lnTo>
                <a:cubicBezTo>
                  <a:pt x="9595" y="171450"/>
                  <a:pt x="0" y="161855"/>
                  <a:pt x="0" y="150019"/>
                </a:cubicBezTo>
                <a:lnTo>
                  <a:pt x="0" y="9525"/>
                </a:lnTo>
                <a:lnTo>
                  <a:pt x="47625" y="9525"/>
                </a:lnTo>
                <a:lnTo>
                  <a:pt x="47625" y="0"/>
                </a:lnTo>
                <a:lnTo>
                  <a:pt x="57150" y="0"/>
                </a:lnTo>
                <a:close/>
                <a:moveTo>
                  <a:pt x="114300" y="19050"/>
                </a:moveTo>
                <a:lnTo>
                  <a:pt x="114300" y="28575"/>
                </a:lnTo>
                <a:lnTo>
                  <a:pt x="123825" y="28575"/>
                </a:lnTo>
                <a:lnTo>
                  <a:pt x="123825" y="19050"/>
                </a:lnTo>
                <a:lnTo>
                  <a:pt x="161925" y="19050"/>
                </a:lnTo>
                <a:lnTo>
                  <a:pt x="161925" y="47625"/>
                </a:lnTo>
                <a:lnTo>
                  <a:pt x="9525" y="47625"/>
                </a:lnTo>
                <a:lnTo>
                  <a:pt x="9525" y="19050"/>
                </a:lnTo>
                <a:lnTo>
                  <a:pt x="47625" y="19050"/>
                </a:lnTo>
                <a:lnTo>
                  <a:pt x="47625" y="28575"/>
                </a:lnTo>
                <a:lnTo>
                  <a:pt x="57150" y="28575"/>
                </a:lnTo>
                <a:lnTo>
                  <a:pt x="57150" y="19050"/>
                </a:lnTo>
                <a:lnTo>
                  <a:pt x="114300" y="19050"/>
                </a:lnTo>
                <a:close/>
                <a:moveTo>
                  <a:pt x="161925" y="57150"/>
                </a:moveTo>
                <a:lnTo>
                  <a:pt x="161925" y="150019"/>
                </a:lnTo>
                <a:cubicBezTo>
                  <a:pt x="161925" y="156591"/>
                  <a:pt x="156591" y="161925"/>
                  <a:pt x="150019" y="161925"/>
                </a:cubicBezTo>
                <a:lnTo>
                  <a:pt x="21431" y="161925"/>
                </a:lnTo>
                <a:cubicBezTo>
                  <a:pt x="14859" y="161925"/>
                  <a:pt x="9525" y="156591"/>
                  <a:pt x="9525" y="150019"/>
                </a:cubicBezTo>
                <a:lnTo>
                  <a:pt x="9525" y="57150"/>
                </a:lnTo>
                <a:lnTo>
                  <a:pt x="161925" y="57150"/>
                </a:lnTo>
                <a:close/>
                <a:moveTo>
                  <a:pt x="76200" y="95250"/>
                </a:moveTo>
                <a:lnTo>
                  <a:pt x="28575" y="95250"/>
                </a:lnTo>
                <a:lnTo>
                  <a:pt x="28575" y="85725"/>
                </a:lnTo>
                <a:lnTo>
                  <a:pt x="76200" y="85725"/>
                </a:lnTo>
                <a:lnTo>
                  <a:pt x="76200" y="95250"/>
                </a:lnTo>
                <a:close/>
                <a:moveTo>
                  <a:pt x="28575" y="133350"/>
                </a:moveTo>
                <a:lnTo>
                  <a:pt x="76200" y="133350"/>
                </a:lnTo>
                <a:lnTo>
                  <a:pt x="76200" y="123825"/>
                </a:lnTo>
                <a:lnTo>
                  <a:pt x="28575" y="123825"/>
                </a:lnTo>
                <a:lnTo>
                  <a:pt x="28575" y="133350"/>
                </a:lnTo>
                <a:close/>
                <a:moveTo>
                  <a:pt x="142875" y="95250"/>
                </a:moveTo>
                <a:lnTo>
                  <a:pt x="95250" y="95250"/>
                </a:lnTo>
                <a:lnTo>
                  <a:pt x="95250" y="85725"/>
                </a:lnTo>
                <a:lnTo>
                  <a:pt x="142875" y="85725"/>
                </a:lnTo>
                <a:lnTo>
                  <a:pt x="142875" y="95250"/>
                </a:lnTo>
                <a:close/>
                <a:moveTo>
                  <a:pt x="95250" y="133350"/>
                </a:moveTo>
                <a:lnTo>
                  <a:pt x="142875" y="133350"/>
                </a:lnTo>
                <a:lnTo>
                  <a:pt x="142875" y="123825"/>
                </a:lnTo>
                <a:lnTo>
                  <a:pt x="95250" y="123825"/>
                </a:lnTo>
                <a:lnTo>
                  <a:pt x="95250" y="133350"/>
                </a:lnTo>
                <a:close/>
              </a:path>
            </a:pathLst>
          </a:custGeom>
          <a:solidFill>
            <a:srgbClr val="08312A"/>
          </a:solidFill>
          <a:ln w="9525" cap="flat">
            <a:noFill/>
            <a:prstDash val="solid"/>
            <a:miter/>
          </a:ln>
        </p:spPr>
        <p:txBody>
          <a:bodyPr rtlCol="0" anchor="ctr"/>
          <a:lstStyle/>
          <a:p>
            <a:endParaRPr lang="en-US"/>
          </a:p>
        </p:txBody>
      </p:sp>
      <p:sp>
        <p:nvSpPr>
          <p:cNvPr id="63" name="Graphic 55">
            <a:extLst>
              <a:ext uri="{FF2B5EF4-FFF2-40B4-BE49-F238E27FC236}">
                <a16:creationId xmlns:a16="http://schemas.microsoft.com/office/drawing/2014/main" id="{73CBB9BC-9EB4-FB45-78DD-0FCEC92192D8}"/>
              </a:ext>
            </a:extLst>
          </p:cNvPr>
          <p:cNvSpPr/>
          <p:nvPr userDrawn="1"/>
        </p:nvSpPr>
        <p:spPr>
          <a:xfrm>
            <a:off x="9556025" y="169096"/>
            <a:ext cx="138058" cy="138058"/>
          </a:xfrm>
          <a:custGeom>
            <a:avLst/>
            <a:gdLst>
              <a:gd name="connsiteX0" fmla="*/ 0 w 171450"/>
              <a:gd name="connsiteY0" fmla="*/ 171450 h 171450"/>
              <a:gd name="connsiteX1" fmla="*/ 47625 w 171450"/>
              <a:gd name="connsiteY1" fmla="*/ 171450 h 171450"/>
              <a:gd name="connsiteX2" fmla="*/ 47625 w 171450"/>
              <a:gd name="connsiteY2" fmla="*/ 104775 h 171450"/>
              <a:gd name="connsiteX3" fmla="*/ 0 w 171450"/>
              <a:gd name="connsiteY3" fmla="*/ 104775 h 171450"/>
              <a:gd name="connsiteX4" fmla="*/ 0 w 171450"/>
              <a:gd name="connsiteY4" fmla="*/ 171450 h 171450"/>
              <a:gd name="connsiteX5" fmla="*/ 9525 w 171450"/>
              <a:gd name="connsiteY5" fmla="*/ 114300 h 171450"/>
              <a:gd name="connsiteX6" fmla="*/ 38100 w 171450"/>
              <a:gd name="connsiteY6" fmla="*/ 114300 h 171450"/>
              <a:gd name="connsiteX7" fmla="*/ 38100 w 171450"/>
              <a:gd name="connsiteY7" fmla="*/ 161925 h 171450"/>
              <a:gd name="connsiteX8" fmla="*/ 9525 w 171450"/>
              <a:gd name="connsiteY8" fmla="*/ 161925 h 171450"/>
              <a:gd name="connsiteX9" fmla="*/ 9525 w 171450"/>
              <a:gd name="connsiteY9" fmla="*/ 114300 h 171450"/>
              <a:gd name="connsiteX10" fmla="*/ 61913 w 171450"/>
              <a:gd name="connsiteY10" fmla="*/ 171450 h 171450"/>
              <a:gd name="connsiteX11" fmla="*/ 109538 w 171450"/>
              <a:gd name="connsiteY11" fmla="*/ 171450 h 171450"/>
              <a:gd name="connsiteX12" fmla="*/ 109538 w 171450"/>
              <a:gd name="connsiteY12" fmla="*/ 123825 h 171450"/>
              <a:gd name="connsiteX13" fmla="*/ 61913 w 171450"/>
              <a:gd name="connsiteY13" fmla="*/ 123825 h 171450"/>
              <a:gd name="connsiteX14" fmla="*/ 61913 w 171450"/>
              <a:gd name="connsiteY14" fmla="*/ 171450 h 171450"/>
              <a:gd name="connsiteX15" fmla="*/ 71438 w 171450"/>
              <a:gd name="connsiteY15" fmla="*/ 133350 h 171450"/>
              <a:gd name="connsiteX16" fmla="*/ 100013 w 171450"/>
              <a:gd name="connsiteY16" fmla="*/ 133350 h 171450"/>
              <a:gd name="connsiteX17" fmla="*/ 100013 w 171450"/>
              <a:gd name="connsiteY17" fmla="*/ 161925 h 171450"/>
              <a:gd name="connsiteX18" fmla="*/ 71438 w 171450"/>
              <a:gd name="connsiteY18" fmla="*/ 161925 h 171450"/>
              <a:gd name="connsiteX19" fmla="*/ 71438 w 171450"/>
              <a:gd name="connsiteY19" fmla="*/ 133350 h 171450"/>
              <a:gd name="connsiteX20" fmla="*/ 123825 w 171450"/>
              <a:gd name="connsiteY20" fmla="*/ 85725 h 171450"/>
              <a:gd name="connsiteX21" fmla="*/ 123825 w 171450"/>
              <a:gd name="connsiteY21" fmla="*/ 171450 h 171450"/>
              <a:gd name="connsiteX22" fmla="*/ 171450 w 171450"/>
              <a:gd name="connsiteY22" fmla="*/ 171450 h 171450"/>
              <a:gd name="connsiteX23" fmla="*/ 171450 w 171450"/>
              <a:gd name="connsiteY23" fmla="*/ 85725 h 171450"/>
              <a:gd name="connsiteX24" fmla="*/ 123825 w 171450"/>
              <a:gd name="connsiteY24" fmla="*/ 85725 h 171450"/>
              <a:gd name="connsiteX25" fmla="*/ 161925 w 171450"/>
              <a:gd name="connsiteY25" fmla="*/ 161925 h 171450"/>
              <a:gd name="connsiteX26" fmla="*/ 133350 w 171450"/>
              <a:gd name="connsiteY26" fmla="*/ 161925 h 171450"/>
              <a:gd name="connsiteX27" fmla="*/ 133350 w 171450"/>
              <a:gd name="connsiteY27" fmla="*/ 95250 h 171450"/>
              <a:gd name="connsiteX28" fmla="*/ 161925 w 171450"/>
              <a:gd name="connsiteY28" fmla="*/ 95250 h 171450"/>
              <a:gd name="connsiteX29" fmla="*/ 161925 w 171450"/>
              <a:gd name="connsiteY29" fmla="*/ 161925 h 171450"/>
              <a:gd name="connsiteX30" fmla="*/ 85725 w 171450"/>
              <a:gd name="connsiteY30" fmla="*/ 92393 h 171450"/>
              <a:gd name="connsiteX31" fmla="*/ 161925 w 171450"/>
              <a:gd name="connsiteY31" fmla="*/ 16192 h 171450"/>
              <a:gd name="connsiteX32" fmla="*/ 161925 w 171450"/>
              <a:gd name="connsiteY32" fmla="*/ 66675 h 171450"/>
              <a:gd name="connsiteX33" fmla="*/ 171450 w 171450"/>
              <a:gd name="connsiteY33" fmla="*/ 66675 h 171450"/>
              <a:gd name="connsiteX34" fmla="*/ 171450 w 171450"/>
              <a:gd name="connsiteY34" fmla="*/ 19050 h 171450"/>
              <a:gd name="connsiteX35" fmla="*/ 152400 w 171450"/>
              <a:gd name="connsiteY35" fmla="*/ 0 h 171450"/>
              <a:gd name="connsiteX36" fmla="*/ 104775 w 171450"/>
              <a:gd name="connsiteY36" fmla="*/ 0 h 171450"/>
              <a:gd name="connsiteX37" fmla="*/ 104775 w 171450"/>
              <a:gd name="connsiteY37" fmla="*/ 9525 h 171450"/>
              <a:gd name="connsiteX38" fmla="*/ 155258 w 171450"/>
              <a:gd name="connsiteY38" fmla="*/ 9525 h 171450"/>
              <a:gd name="connsiteX39" fmla="*/ 85725 w 171450"/>
              <a:gd name="connsiteY39" fmla="*/ 79058 h 171450"/>
              <a:gd name="connsiteX40" fmla="*/ 38100 w 171450"/>
              <a:gd name="connsiteY40" fmla="*/ 36195 h 171450"/>
              <a:gd name="connsiteX41" fmla="*/ 0 w 171450"/>
              <a:gd name="connsiteY41" fmla="*/ 74295 h 171450"/>
              <a:gd name="connsiteX42" fmla="*/ 0 w 171450"/>
              <a:gd name="connsiteY42" fmla="*/ 87630 h 171450"/>
              <a:gd name="connsiteX43" fmla="*/ 38100 w 171450"/>
              <a:gd name="connsiteY43" fmla="*/ 49530 h 171450"/>
              <a:gd name="connsiteX44" fmla="*/ 85725 w 171450"/>
              <a:gd name="connsiteY44" fmla="*/ 92393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71450" h="171450">
                <a:moveTo>
                  <a:pt x="0" y="171450"/>
                </a:moveTo>
                <a:lnTo>
                  <a:pt x="47625" y="171450"/>
                </a:lnTo>
                <a:lnTo>
                  <a:pt x="47625" y="104775"/>
                </a:lnTo>
                <a:lnTo>
                  <a:pt x="0" y="104775"/>
                </a:lnTo>
                <a:lnTo>
                  <a:pt x="0" y="171450"/>
                </a:lnTo>
                <a:close/>
                <a:moveTo>
                  <a:pt x="9525" y="114300"/>
                </a:moveTo>
                <a:lnTo>
                  <a:pt x="38100" y="114300"/>
                </a:lnTo>
                <a:lnTo>
                  <a:pt x="38100" y="161925"/>
                </a:lnTo>
                <a:lnTo>
                  <a:pt x="9525" y="161925"/>
                </a:lnTo>
                <a:lnTo>
                  <a:pt x="9525" y="114300"/>
                </a:lnTo>
                <a:close/>
                <a:moveTo>
                  <a:pt x="61913" y="171450"/>
                </a:moveTo>
                <a:lnTo>
                  <a:pt x="109538" y="171450"/>
                </a:lnTo>
                <a:lnTo>
                  <a:pt x="109538" y="123825"/>
                </a:lnTo>
                <a:lnTo>
                  <a:pt x="61913" y="123825"/>
                </a:lnTo>
                <a:lnTo>
                  <a:pt x="61913" y="171450"/>
                </a:lnTo>
                <a:close/>
                <a:moveTo>
                  <a:pt x="71438" y="133350"/>
                </a:moveTo>
                <a:lnTo>
                  <a:pt x="100013" y="133350"/>
                </a:lnTo>
                <a:lnTo>
                  <a:pt x="100013" y="161925"/>
                </a:lnTo>
                <a:lnTo>
                  <a:pt x="71438" y="161925"/>
                </a:lnTo>
                <a:lnTo>
                  <a:pt x="71438" y="133350"/>
                </a:lnTo>
                <a:close/>
                <a:moveTo>
                  <a:pt x="123825" y="85725"/>
                </a:moveTo>
                <a:lnTo>
                  <a:pt x="123825" y="171450"/>
                </a:lnTo>
                <a:lnTo>
                  <a:pt x="171450" y="171450"/>
                </a:lnTo>
                <a:lnTo>
                  <a:pt x="171450" y="85725"/>
                </a:lnTo>
                <a:lnTo>
                  <a:pt x="123825" y="85725"/>
                </a:lnTo>
                <a:close/>
                <a:moveTo>
                  <a:pt x="161925" y="161925"/>
                </a:moveTo>
                <a:lnTo>
                  <a:pt x="133350" y="161925"/>
                </a:lnTo>
                <a:lnTo>
                  <a:pt x="133350" y="95250"/>
                </a:lnTo>
                <a:lnTo>
                  <a:pt x="161925" y="95250"/>
                </a:lnTo>
                <a:lnTo>
                  <a:pt x="161925" y="161925"/>
                </a:lnTo>
                <a:close/>
                <a:moveTo>
                  <a:pt x="85725" y="92393"/>
                </a:moveTo>
                <a:lnTo>
                  <a:pt x="161925" y="16192"/>
                </a:lnTo>
                <a:lnTo>
                  <a:pt x="161925" y="66675"/>
                </a:lnTo>
                <a:lnTo>
                  <a:pt x="171450" y="66675"/>
                </a:lnTo>
                <a:lnTo>
                  <a:pt x="171450" y="19050"/>
                </a:lnTo>
                <a:lnTo>
                  <a:pt x="152400" y="0"/>
                </a:lnTo>
                <a:lnTo>
                  <a:pt x="104775" y="0"/>
                </a:lnTo>
                <a:lnTo>
                  <a:pt x="104775" y="9525"/>
                </a:lnTo>
                <a:lnTo>
                  <a:pt x="155258" y="9525"/>
                </a:lnTo>
                <a:lnTo>
                  <a:pt x="85725" y="79058"/>
                </a:lnTo>
                <a:lnTo>
                  <a:pt x="38100" y="36195"/>
                </a:lnTo>
                <a:lnTo>
                  <a:pt x="0" y="74295"/>
                </a:lnTo>
                <a:lnTo>
                  <a:pt x="0" y="87630"/>
                </a:lnTo>
                <a:lnTo>
                  <a:pt x="38100" y="49530"/>
                </a:lnTo>
                <a:lnTo>
                  <a:pt x="85725" y="92393"/>
                </a:lnTo>
                <a:close/>
              </a:path>
            </a:pathLst>
          </a:custGeom>
          <a:solidFill>
            <a:srgbClr val="08312A"/>
          </a:solidFill>
          <a:ln w="9525" cap="flat">
            <a:noFill/>
            <a:prstDash val="solid"/>
            <a:miter/>
          </a:ln>
        </p:spPr>
        <p:txBody>
          <a:bodyPr rtlCol="0" anchor="ctr"/>
          <a:lstStyle/>
          <a:p>
            <a:endParaRPr lang="en-US"/>
          </a:p>
        </p:txBody>
      </p:sp>
      <p:sp>
        <p:nvSpPr>
          <p:cNvPr id="65" name="object 34">
            <a:hlinkClick r:id="" action="ppaction://noaction"/>
            <a:extLst>
              <a:ext uri="{FF2B5EF4-FFF2-40B4-BE49-F238E27FC236}">
                <a16:creationId xmlns:a16="http://schemas.microsoft.com/office/drawing/2014/main" id="{EB9E7F5E-9988-180B-D608-DC35490AD207}"/>
              </a:ext>
            </a:extLst>
          </p:cNvPr>
          <p:cNvSpPr/>
          <p:nvPr userDrawn="1"/>
        </p:nvSpPr>
        <p:spPr>
          <a:xfrm>
            <a:off x="7235671" y="0"/>
            <a:ext cx="1098782" cy="476250"/>
          </a:xfrm>
          <a:prstGeom prst="rect">
            <a:avLst/>
          </a:prstGeom>
          <a:solidFill>
            <a:srgbClr val="EFEEEB"/>
          </a:solidFill>
          <a:ln w="6350">
            <a:noFill/>
          </a:ln>
        </p:spPr>
        <p:txBody>
          <a:bodyPr wrap="square" lIns="288000" tIns="0" rIns="36000" bIns="0" rtlCol="0" anchor="ctr">
            <a:normAutofit/>
          </a:bodyPr>
          <a:lstStyle/>
          <a:p>
            <a:pPr marL="12700" lvl="0">
              <a:lnSpc>
                <a:spcPct val="100000"/>
              </a:lnSpc>
              <a:spcBef>
                <a:spcPts val="100"/>
              </a:spcBef>
            </a:pPr>
            <a:r>
              <a:rPr lang="en-GB" sz="700" b="0" spc="0" baseline="0">
                <a:solidFill>
                  <a:schemeClr val="bg2"/>
                </a:solidFill>
                <a:latin typeface="Boehringer Forward Text" panose="02000500000000020000" pitchFamily="2" charset="0"/>
                <a:cs typeface="BISans"/>
              </a:rPr>
              <a:t>LR expectations</a:t>
            </a:r>
            <a:br>
              <a:rPr lang="en-GB" sz="700" b="0" spc="0" baseline="0">
                <a:solidFill>
                  <a:schemeClr val="bg2"/>
                </a:solidFill>
                <a:latin typeface="Boehringer Forward Text" panose="02000500000000020000" pitchFamily="2" charset="0"/>
                <a:cs typeface="BISans"/>
              </a:rPr>
            </a:br>
            <a:r>
              <a:rPr lang="en-GB" sz="700" b="0" spc="0" baseline="0">
                <a:solidFill>
                  <a:schemeClr val="bg2"/>
                </a:solidFill>
                <a:latin typeface="Boehringer Forward Text" panose="02000500000000020000" pitchFamily="2" charset="0"/>
                <a:cs typeface="BISans"/>
              </a:rPr>
              <a:t>at key timepoints​</a:t>
            </a:r>
          </a:p>
        </p:txBody>
      </p:sp>
      <p:sp>
        <p:nvSpPr>
          <p:cNvPr id="66" name="object 34">
            <a:hlinkClick r:id="" action="ppaction://noaction"/>
            <a:extLst>
              <a:ext uri="{FF2B5EF4-FFF2-40B4-BE49-F238E27FC236}">
                <a16:creationId xmlns:a16="http://schemas.microsoft.com/office/drawing/2014/main" id="{17578091-907A-E481-014F-104820989C1E}"/>
              </a:ext>
            </a:extLst>
          </p:cNvPr>
          <p:cNvSpPr/>
          <p:nvPr userDrawn="1"/>
        </p:nvSpPr>
        <p:spPr>
          <a:xfrm>
            <a:off x="8361712" y="0"/>
            <a:ext cx="1098782" cy="476250"/>
          </a:xfrm>
          <a:prstGeom prst="rect">
            <a:avLst/>
          </a:prstGeom>
          <a:solidFill>
            <a:srgbClr val="EFEEEB"/>
          </a:solidFill>
          <a:ln w="6350">
            <a:noFill/>
          </a:ln>
        </p:spPr>
        <p:txBody>
          <a:bodyPr wrap="square" lIns="288000" tIns="0" rIns="36000" bIns="0" rtlCol="0" anchor="ctr">
            <a:normAutofit/>
          </a:bodyPr>
          <a:lstStyle/>
          <a:p>
            <a:pPr marL="12700" lvl="0">
              <a:lnSpc>
                <a:spcPct val="100000"/>
              </a:lnSpc>
              <a:spcBef>
                <a:spcPts val="100"/>
              </a:spcBef>
            </a:pPr>
            <a:r>
              <a:rPr lang="en-GB" sz="700" b="0" spc="0" baseline="0">
                <a:solidFill>
                  <a:schemeClr val="bg2"/>
                </a:solidFill>
                <a:latin typeface="Boehringer Forward Text" panose="02000500000000020000" pitchFamily="2" charset="0"/>
                <a:cs typeface="BISans"/>
              </a:rPr>
              <a:t>Preparing &amp; conducting</a:t>
            </a:r>
            <a:br>
              <a:rPr lang="en-GB" sz="700" b="0" spc="0" baseline="0">
                <a:solidFill>
                  <a:schemeClr val="bg2"/>
                </a:solidFill>
                <a:latin typeface="Boehringer Forward Text" panose="02000500000000020000" pitchFamily="2" charset="0"/>
                <a:cs typeface="BISans"/>
              </a:rPr>
            </a:br>
            <a:r>
              <a:rPr lang="en-GB" sz="700" b="0" spc="0" baseline="0">
                <a:solidFill>
                  <a:schemeClr val="bg2"/>
                </a:solidFill>
                <a:latin typeface="Boehringer Forward Text" panose="02000500000000020000" pitchFamily="2" charset="0"/>
                <a:cs typeface="BISans"/>
              </a:rPr>
              <a:t>LR reviews</a:t>
            </a:r>
          </a:p>
        </p:txBody>
      </p:sp>
      <p:sp>
        <p:nvSpPr>
          <p:cNvPr id="67" name="object 34">
            <a:hlinkClick r:id="" action="ppaction://noaction"/>
            <a:extLst>
              <a:ext uri="{FF2B5EF4-FFF2-40B4-BE49-F238E27FC236}">
                <a16:creationId xmlns:a16="http://schemas.microsoft.com/office/drawing/2014/main" id="{3286F00A-0848-1B52-F0C7-AC5091403AC0}"/>
              </a:ext>
            </a:extLst>
          </p:cNvPr>
          <p:cNvSpPr/>
          <p:nvPr userDrawn="1"/>
        </p:nvSpPr>
        <p:spPr>
          <a:xfrm>
            <a:off x="7235668" y="499172"/>
            <a:ext cx="1098000" cy="230400"/>
          </a:xfrm>
          <a:prstGeom prst="rect">
            <a:avLst/>
          </a:prstGeom>
          <a:solidFill>
            <a:srgbClr val="EFEEEB"/>
          </a:solidFill>
          <a:ln w="6350">
            <a:noFill/>
          </a:ln>
        </p:spPr>
        <p:txBody>
          <a:bodyPr wrap="square" lIns="36000" tIns="0" rIns="36000" bIns="0" rtlCol="0" anchor="ctr">
            <a:normAutofit/>
          </a:bodyPr>
          <a:lstStyle/>
          <a:p>
            <a:pPr marL="12700" lvl="0" algn="l" defTabSz="914400">
              <a:lnSpc>
                <a:spcPct val="100000"/>
              </a:lnSpc>
              <a:spcBef>
                <a:spcPts val="100"/>
              </a:spcBef>
            </a:pPr>
            <a:r>
              <a:rPr lang="en-GB" sz="700" b="0" spc="0" baseline="0">
                <a:solidFill>
                  <a:schemeClr val="bg2"/>
                </a:solidFill>
                <a:latin typeface="Boehringer Forward Text" panose="02000500000000020000" pitchFamily="2" charset="0"/>
                <a:cs typeface="BISans"/>
              </a:rPr>
              <a:t>Part 1: Corporate</a:t>
            </a:r>
          </a:p>
        </p:txBody>
      </p:sp>
      <p:sp>
        <p:nvSpPr>
          <p:cNvPr id="68" name="object 34">
            <a:hlinkClick r:id="" action="ppaction://noaction"/>
            <a:extLst>
              <a:ext uri="{FF2B5EF4-FFF2-40B4-BE49-F238E27FC236}">
                <a16:creationId xmlns:a16="http://schemas.microsoft.com/office/drawing/2014/main" id="{DFAFFFB2-C578-7A78-5EFD-7F709EED8499}"/>
              </a:ext>
            </a:extLst>
          </p:cNvPr>
          <p:cNvSpPr/>
          <p:nvPr userDrawn="1"/>
        </p:nvSpPr>
        <p:spPr>
          <a:xfrm>
            <a:off x="7235668" y="752493"/>
            <a:ext cx="1098000" cy="230400"/>
          </a:xfrm>
          <a:prstGeom prst="rect">
            <a:avLst/>
          </a:prstGeom>
          <a:solidFill>
            <a:srgbClr val="EFEEEB"/>
          </a:solidFill>
          <a:ln w="6350">
            <a:noFill/>
          </a:ln>
        </p:spPr>
        <p:txBody>
          <a:bodyPr wrap="square" lIns="36000" tIns="0" rIns="36000" bIns="0" rtlCol="0" anchor="ctr">
            <a:normAutofit/>
          </a:bodyPr>
          <a:lstStyle/>
          <a:p>
            <a:pPr marL="12700" lvl="0" algn="l" defTabSz="914400">
              <a:lnSpc>
                <a:spcPct val="100000"/>
              </a:lnSpc>
              <a:spcBef>
                <a:spcPts val="100"/>
              </a:spcBef>
            </a:pPr>
            <a:r>
              <a:rPr lang="en-GB" sz="700" b="0" spc="0" baseline="0">
                <a:solidFill>
                  <a:schemeClr val="bg2"/>
                </a:solidFill>
                <a:latin typeface="Boehringer Forward Text" panose="02000500000000020000" pitchFamily="2" charset="0"/>
                <a:cs typeface="BISans"/>
              </a:rPr>
              <a:t>Part 2: </a:t>
            </a:r>
            <a:r>
              <a:rPr lang="en-GB" sz="700" b="0" spc="0" baseline="0" err="1">
                <a:solidFill>
                  <a:schemeClr val="bg2"/>
                </a:solidFill>
                <a:latin typeface="Boehringer Forward Text" panose="02000500000000020000" pitchFamily="2" charset="0"/>
                <a:cs typeface="BISans"/>
              </a:rPr>
              <a:t>OPU</a:t>
            </a:r>
            <a:endParaRPr lang="en-GB" sz="700" b="0" spc="0" baseline="0">
              <a:solidFill>
                <a:schemeClr val="bg2"/>
              </a:solidFill>
              <a:latin typeface="Boehringer Forward Text" panose="02000500000000020000" pitchFamily="2" charset="0"/>
              <a:cs typeface="BISans"/>
            </a:endParaRPr>
          </a:p>
        </p:txBody>
      </p:sp>
      <p:sp>
        <p:nvSpPr>
          <p:cNvPr id="69" name="Graphic 47">
            <a:extLst>
              <a:ext uri="{FF2B5EF4-FFF2-40B4-BE49-F238E27FC236}">
                <a16:creationId xmlns:a16="http://schemas.microsoft.com/office/drawing/2014/main" id="{143F4B65-6F84-C403-55C7-E9DE058D77C1}"/>
              </a:ext>
            </a:extLst>
          </p:cNvPr>
          <p:cNvSpPr/>
          <p:nvPr userDrawn="1"/>
        </p:nvSpPr>
        <p:spPr>
          <a:xfrm>
            <a:off x="7301025" y="159544"/>
            <a:ext cx="157163" cy="157163"/>
          </a:xfrm>
          <a:custGeom>
            <a:avLst/>
            <a:gdLst>
              <a:gd name="connsiteX0" fmla="*/ 100013 w 190500"/>
              <a:gd name="connsiteY0" fmla="*/ 9525 h 190500"/>
              <a:gd name="connsiteX1" fmla="*/ 100013 w 190500"/>
              <a:gd name="connsiteY1" fmla="*/ 0 h 190500"/>
              <a:gd name="connsiteX2" fmla="*/ 190500 w 190500"/>
              <a:gd name="connsiteY2" fmla="*/ 95250 h 190500"/>
              <a:gd name="connsiteX3" fmla="*/ 95250 w 190500"/>
              <a:gd name="connsiteY3" fmla="*/ 190500 h 190500"/>
              <a:gd name="connsiteX4" fmla="*/ 0 w 190500"/>
              <a:gd name="connsiteY4" fmla="*/ 95250 h 190500"/>
              <a:gd name="connsiteX5" fmla="*/ 90488 w 190500"/>
              <a:gd name="connsiteY5" fmla="*/ 0 h 190500"/>
              <a:gd name="connsiteX6" fmla="*/ 90488 w 190500"/>
              <a:gd name="connsiteY6" fmla="*/ 9525 h 190500"/>
              <a:gd name="connsiteX7" fmla="*/ 9525 w 190500"/>
              <a:gd name="connsiteY7" fmla="*/ 95250 h 190500"/>
              <a:gd name="connsiteX8" fmla="*/ 95250 w 190500"/>
              <a:gd name="connsiteY8" fmla="*/ 180975 h 190500"/>
              <a:gd name="connsiteX9" fmla="*/ 180975 w 190500"/>
              <a:gd name="connsiteY9" fmla="*/ 95250 h 190500"/>
              <a:gd name="connsiteX10" fmla="*/ 100013 w 190500"/>
              <a:gd name="connsiteY10" fmla="*/ 9525 h 190500"/>
              <a:gd name="connsiteX11" fmla="*/ 100013 w 190500"/>
              <a:gd name="connsiteY11" fmla="*/ 9525 h 190500"/>
              <a:gd name="connsiteX12" fmla="*/ 90488 w 190500"/>
              <a:gd name="connsiteY12" fmla="*/ 9525 h 190500"/>
              <a:gd name="connsiteX13" fmla="*/ 90488 w 190500"/>
              <a:gd name="connsiteY13" fmla="*/ 97155 h 190500"/>
              <a:gd name="connsiteX14" fmla="*/ 129540 w 190500"/>
              <a:gd name="connsiteY14" fmla="*/ 137160 h 190500"/>
              <a:gd name="connsiteX15" fmla="*/ 137160 w 190500"/>
              <a:gd name="connsiteY15" fmla="*/ 129540 h 190500"/>
              <a:gd name="connsiteX16" fmla="*/ 100013 w 190500"/>
              <a:gd name="connsiteY16" fmla="*/ 93345 h 190500"/>
              <a:gd name="connsiteX17" fmla="*/ 100013 w 190500"/>
              <a:gd name="connsiteY17" fmla="*/ 9525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0500" h="190500">
                <a:moveTo>
                  <a:pt x="100013" y="9525"/>
                </a:moveTo>
                <a:lnTo>
                  <a:pt x="100013" y="0"/>
                </a:lnTo>
                <a:cubicBezTo>
                  <a:pt x="150495" y="2857"/>
                  <a:pt x="190500" y="43815"/>
                  <a:pt x="190500" y="95250"/>
                </a:cubicBezTo>
                <a:cubicBezTo>
                  <a:pt x="190500" y="147638"/>
                  <a:pt x="147638" y="190500"/>
                  <a:pt x="95250" y="190500"/>
                </a:cubicBezTo>
                <a:cubicBezTo>
                  <a:pt x="42863" y="190500"/>
                  <a:pt x="0" y="147638"/>
                  <a:pt x="0" y="95250"/>
                </a:cubicBezTo>
                <a:cubicBezTo>
                  <a:pt x="0" y="43815"/>
                  <a:pt x="40005" y="2857"/>
                  <a:pt x="90488" y="0"/>
                </a:cubicBezTo>
                <a:lnTo>
                  <a:pt x="90488" y="9525"/>
                </a:lnTo>
                <a:cubicBezTo>
                  <a:pt x="45720" y="12383"/>
                  <a:pt x="9525" y="49530"/>
                  <a:pt x="9525" y="95250"/>
                </a:cubicBezTo>
                <a:cubicBezTo>
                  <a:pt x="9525" y="142875"/>
                  <a:pt x="47625" y="180975"/>
                  <a:pt x="95250" y="180975"/>
                </a:cubicBezTo>
                <a:cubicBezTo>
                  <a:pt x="142875" y="180975"/>
                  <a:pt x="180975" y="142875"/>
                  <a:pt x="180975" y="95250"/>
                </a:cubicBezTo>
                <a:cubicBezTo>
                  <a:pt x="180975" y="49530"/>
                  <a:pt x="144780" y="12383"/>
                  <a:pt x="100013" y="9525"/>
                </a:cubicBezTo>
                <a:close/>
                <a:moveTo>
                  <a:pt x="100013" y="9525"/>
                </a:moveTo>
                <a:lnTo>
                  <a:pt x="90488" y="9525"/>
                </a:lnTo>
                <a:lnTo>
                  <a:pt x="90488" y="97155"/>
                </a:lnTo>
                <a:lnTo>
                  <a:pt x="129540" y="137160"/>
                </a:lnTo>
                <a:lnTo>
                  <a:pt x="137160" y="129540"/>
                </a:lnTo>
                <a:lnTo>
                  <a:pt x="100013" y="93345"/>
                </a:lnTo>
                <a:lnTo>
                  <a:pt x="100013" y="9525"/>
                </a:lnTo>
                <a:close/>
              </a:path>
            </a:pathLst>
          </a:custGeom>
          <a:solidFill>
            <a:srgbClr val="08312A"/>
          </a:solidFill>
          <a:ln w="9525" cap="flat">
            <a:noFill/>
            <a:prstDash val="solid"/>
            <a:miter/>
          </a:ln>
        </p:spPr>
        <p:txBody>
          <a:bodyPr rtlCol="0" anchor="ctr"/>
          <a:lstStyle/>
          <a:p>
            <a:endParaRPr lang="en-US"/>
          </a:p>
        </p:txBody>
      </p:sp>
      <p:sp>
        <p:nvSpPr>
          <p:cNvPr id="70" name="Graphic 52">
            <a:extLst>
              <a:ext uri="{FF2B5EF4-FFF2-40B4-BE49-F238E27FC236}">
                <a16:creationId xmlns:a16="http://schemas.microsoft.com/office/drawing/2014/main" id="{87CE1A50-728B-A2F0-B35B-D82F43260BA4}"/>
              </a:ext>
            </a:extLst>
          </p:cNvPr>
          <p:cNvSpPr/>
          <p:nvPr userDrawn="1"/>
        </p:nvSpPr>
        <p:spPr>
          <a:xfrm>
            <a:off x="8427065" y="149066"/>
            <a:ext cx="138537" cy="178119"/>
          </a:xfrm>
          <a:custGeom>
            <a:avLst/>
            <a:gdLst>
              <a:gd name="connsiteX0" fmla="*/ 0 w 133350"/>
              <a:gd name="connsiteY0" fmla="*/ 171450 h 171450"/>
              <a:gd name="connsiteX1" fmla="*/ 0 w 133350"/>
              <a:gd name="connsiteY1" fmla="*/ 0 h 171450"/>
              <a:gd name="connsiteX2" fmla="*/ 87697 w 133350"/>
              <a:gd name="connsiteY2" fmla="*/ 0 h 171450"/>
              <a:gd name="connsiteX3" fmla="*/ 133350 w 133350"/>
              <a:gd name="connsiteY3" fmla="*/ 45653 h 171450"/>
              <a:gd name="connsiteX4" fmla="*/ 133350 w 133350"/>
              <a:gd name="connsiteY4" fmla="*/ 171450 h 171450"/>
              <a:gd name="connsiteX5" fmla="*/ 0 w 133350"/>
              <a:gd name="connsiteY5" fmla="*/ 171450 h 171450"/>
              <a:gd name="connsiteX6" fmla="*/ 9525 w 133350"/>
              <a:gd name="connsiteY6" fmla="*/ 161925 h 171450"/>
              <a:gd name="connsiteX7" fmla="*/ 123825 w 133350"/>
              <a:gd name="connsiteY7" fmla="*/ 161925 h 171450"/>
              <a:gd name="connsiteX8" fmla="*/ 123825 w 133350"/>
              <a:gd name="connsiteY8" fmla="*/ 57150 h 171450"/>
              <a:gd name="connsiteX9" fmla="*/ 85725 w 133350"/>
              <a:gd name="connsiteY9" fmla="*/ 57150 h 171450"/>
              <a:gd name="connsiteX10" fmla="*/ 85725 w 133350"/>
              <a:gd name="connsiteY10" fmla="*/ 47625 h 171450"/>
              <a:gd name="connsiteX11" fmla="*/ 121853 w 133350"/>
              <a:gd name="connsiteY11" fmla="*/ 47625 h 171450"/>
              <a:gd name="connsiteX12" fmla="*/ 85725 w 133350"/>
              <a:gd name="connsiteY12" fmla="*/ 11497 h 171450"/>
              <a:gd name="connsiteX13" fmla="*/ 85725 w 133350"/>
              <a:gd name="connsiteY13" fmla="*/ 47625 h 171450"/>
              <a:gd name="connsiteX14" fmla="*/ 76200 w 133350"/>
              <a:gd name="connsiteY14" fmla="*/ 47625 h 171450"/>
              <a:gd name="connsiteX15" fmla="*/ 76200 w 133350"/>
              <a:gd name="connsiteY15" fmla="*/ 9525 h 171450"/>
              <a:gd name="connsiteX16" fmla="*/ 9525 w 133350"/>
              <a:gd name="connsiteY16" fmla="*/ 9525 h 171450"/>
              <a:gd name="connsiteX17" fmla="*/ 9525 w 133350"/>
              <a:gd name="connsiteY17" fmla="*/ 161925 h 171450"/>
              <a:gd name="connsiteX18" fmla="*/ 28575 w 133350"/>
              <a:gd name="connsiteY18" fmla="*/ 104775 h 171450"/>
              <a:gd name="connsiteX19" fmla="*/ 76200 w 133350"/>
              <a:gd name="connsiteY19" fmla="*/ 104775 h 171450"/>
              <a:gd name="connsiteX20" fmla="*/ 76200 w 133350"/>
              <a:gd name="connsiteY20" fmla="*/ 95250 h 171450"/>
              <a:gd name="connsiteX21" fmla="*/ 28575 w 133350"/>
              <a:gd name="connsiteY21" fmla="*/ 95250 h 171450"/>
              <a:gd name="connsiteX22" fmla="*/ 28575 w 133350"/>
              <a:gd name="connsiteY22" fmla="*/ 104775 h 171450"/>
              <a:gd name="connsiteX23" fmla="*/ 104775 w 133350"/>
              <a:gd name="connsiteY23" fmla="*/ 133350 h 171450"/>
              <a:gd name="connsiteX24" fmla="*/ 28575 w 133350"/>
              <a:gd name="connsiteY24" fmla="*/ 133350 h 171450"/>
              <a:gd name="connsiteX25" fmla="*/ 28575 w 133350"/>
              <a:gd name="connsiteY25" fmla="*/ 123825 h 171450"/>
              <a:gd name="connsiteX26" fmla="*/ 104775 w 133350"/>
              <a:gd name="connsiteY26" fmla="*/ 123825 h 171450"/>
              <a:gd name="connsiteX27" fmla="*/ 104775 w 133350"/>
              <a:gd name="connsiteY27" fmla="*/ 13335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33350" h="171450">
                <a:moveTo>
                  <a:pt x="0" y="171450"/>
                </a:moveTo>
                <a:lnTo>
                  <a:pt x="0" y="0"/>
                </a:lnTo>
                <a:lnTo>
                  <a:pt x="87697" y="0"/>
                </a:lnTo>
                <a:lnTo>
                  <a:pt x="133350" y="45653"/>
                </a:lnTo>
                <a:lnTo>
                  <a:pt x="133350" y="171450"/>
                </a:lnTo>
                <a:lnTo>
                  <a:pt x="0" y="171450"/>
                </a:lnTo>
                <a:close/>
                <a:moveTo>
                  <a:pt x="9525" y="161925"/>
                </a:moveTo>
                <a:lnTo>
                  <a:pt x="123825" y="161925"/>
                </a:lnTo>
                <a:lnTo>
                  <a:pt x="123825" y="57150"/>
                </a:lnTo>
                <a:lnTo>
                  <a:pt x="85725" y="57150"/>
                </a:lnTo>
                <a:lnTo>
                  <a:pt x="85725" y="47625"/>
                </a:lnTo>
                <a:lnTo>
                  <a:pt x="121853" y="47625"/>
                </a:lnTo>
                <a:lnTo>
                  <a:pt x="85725" y="11497"/>
                </a:lnTo>
                <a:lnTo>
                  <a:pt x="85725" y="47625"/>
                </a:lnTo>
                <a:lnTo>
                  <a:pt x="76200" y="47625"/>
                </a:lnTo>
                <a:lnTo>
                  <a:pt x="76200" y="9525"/>
                </a:lnTo>
                <a:lnTo>
                  <a:pt x="9525" y="9525"/>
                </a:lnTo>
                <a:lnTo>
                  <a:pt x="9525" y="161925"/>
                </a:lnTo>
                <a:close/>
                <a:moveTo>
                  <a:pt x="28575" y="104775"/>
                </a:moveTo>
                <a:lnTo>
                  <a:pt x="76200" y="104775"/>
                </a:lnTo>
                <a:lnTo>
                  <a:pt x="76200" y="95250"/>
                </a:lnTo>
                <a:lnTo>
                  <a:pt x="28575" y="95250"/>
                </a:lnTo>
                <a:lnTo>
                  <a:pt x="28575" y="104775"/>
                </a:lnTo>
                <a:close/>
                <a:moveTo>
                  <a:pt x="104775" y="133350"/>
                </a:moveTo>
                <a:lnTo>
                  <a:pt x="28575" y="133350"/>
                </a:lnTo>
                <a:lnTo>
                  <a:pt x="28575" y="123825"/>
                </a:lnTo>
                <a:lnTo>
                  <a:pt x="104775" y="123825"/>
                </a:lnTo>
                <a:lnTo>
                  <a:pt x="104775" y="133350"/>
                </a:lnTo>
                <a:close/>
              </a:path>
            </a:pathLst>
          </a:custGeom>
          <a:solidFill>
            <a:srgbClr val="08312A"/>
          </a:solidFill>
          <a:ln w="9525" cap="flat">
            <a:noFill/>
            <a:prstDash val="solid"/>
            <a:miter/>
          </a:ln>
        </p:spPr>
        <p:txBody>
          <a:bodyPr rtlCol="0" anchor="ctr"/>
          <a:lstStyle/>
          <a:p>
            <a:endParaRPr lang="en-US"/>
          </a:p>
        </p:txBody>
      </p:sp>
      <p:sp>
        <p:nvSpPr>
          <p:cNvPr id="5" name="Rectangle 4">
            <a:hlinkClick r:id="" action="ppaction://noaction"/>
            <a:extLst>
              <a:ext uri="{FF2B5EF4-FFF2-40B4-BE49-F238E27FC236}">
                <a16:creationId xmlns:a16="http://schemas.microsoft.com/office/drawing/2014/main" id="{1A3557B1-05E8-8664-1F11-B7969C31E869}"/>
              </a:ext>
            </a:extLst>
          </p:cNvPr>
          <p:cNvSpPr/>
          <p:nvPr userDrawn="1"/>
        </p:nvSpPr>
        <p:spPr>
          <a:xfrm>
            <a:off x="0" y="-11461"/>
            <a:ext cx="479424" cy="499172"/>
          </a:xfrm>
          <a:prstGeom prst="rect">
            <a:avLst/>
          </a:prstGeom>
          <a:solidFill>
            <a:schemeClr val="accent3">
              <a:alpha val="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GB" sz="1400" spc="200" baseline="0">
              <a:solidFill>
                <a:schemeClr val="accent1"/>
              </a:solidFill>
            </a:endParaRPr>
          </a:p>
        </p:txBody>
      </p:sp>
    </p:spTree>
    <p:extLst>
      <p:ext uri="{BB962C8B-B14F-4D97-AF65-F5344CB8AC3E}">
        <p14:creationId xmlns:p14="http://schemas.microsoft.com/office/powerpoint/2010/main" val="1591565983"/>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4_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288742536"/>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5_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PG L-36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272303656"/>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5_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PG L-36    |    ONLY FOR INTERNAL USE</a:t>
            </a:r>
          </a:p>
        </p:txBody>
      </p:sp>
    </p:spTree>
    <p:extLst>
      <p:ext uri="{BB962C8B-B14F-4D97-AF65-F5344CB8AC3E}">
        <p14:creationId xmlns:p14="http://schemas.microsoft.com/office/powerpoint/2010/main" val="2126036699"/>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5_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4" y="1412874"/>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PG L-36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577524523"/>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5_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PG L-36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586480738"/>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5_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924780840"/>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5_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PG L-36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324312857"/>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5_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PG L-36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261669735"/>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5_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PG L-36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499707040"/>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5_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7"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PG L-36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504082315"/>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5_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4"/>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PG L-36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201976066"/>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5_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PG L-36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882974374"/>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5_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PG L-36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4088256860"/>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5_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PG L-36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776294626"/>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4_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PG L-36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699274246"/>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4_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PG L-36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881694925"/>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4_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4"/>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PG L-36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3151322843"/>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4_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PG L-36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103374860"/>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4_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PG L-36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263077180"/>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4_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PG L-36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458780836"/>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5_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PG L-36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661636789"/>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5_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PG L-36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321654925"/>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5_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1" y="0"/>
            <a:ext cx="12191998"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4"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6"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PG L-36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942898518"/>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userDrawn="1">
  <p:cSld name="5_One content_Strategic">
    <p:bg>
      <p:bgPr>
        <a:solidFill>
          <a:srgbClr val="EFEEEB"/>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PG L-36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1921726377"/>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9566B-A7FB-B403-F103-36CDE8397C4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9128845-5266-E8BF-7758-F4847DF2454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C58F46-150C-FFCE-6880-A7DD29926744}"/>
              </a:ext>
            </a:extLst>
          </p:cNvPr>
          <p:cNvSpPr>
            <a:spLocks noGrp="1"/>
          </p:cNvSpPr>
          <p:nvPr>
            <p:ph type="dt" sz="half" idx="10"/>
          </p:nvPr>
        </p:nvSpPr>
        <p:spPr/>
        <p:txBody>
          <a:bodyPr/>
          <a:lstStyle/>
          <a:p>
            <a:fld id="{DE9C8083-D903-4E67-A926-3F5E80FF5380}" type="datetimeFigureOut">
              <a:rPr lang="en-US" smtClean="0"/>
              <a:t>5/13/2026</a:t>
            </a:fld>
            <a:endParaRPr lang="en-US"/>
          </a:p>
        </p:txBody>
      </p:sp>
      <p:sp>
        <p:nvSpPr>
          <p:cNvPr id="5" name="Footer Placeholder 4">
            <a:extLst>
              <a:ext uri="{FF2B5EF4-FFF2-40B4-BE49-F238E27FC236}">
                <a16:creationId xmlns:a16="http://schemas.microsoft.com/office/drawing/2014/main" id="{D753362D-1346-3156-CE54-0CDE22DBE7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F40330-5680-E516-3B78-EA43E0618846}"/>
              </a:ext>
            </a:extLst>
          </p:cNvPr>
          <p:cNvSpPr>
            <a:spLocks noGrp="1"/>
          </p:cNvSpPr>
          <p:nvPr>
            <p:ph type="sldNum" sz="quarter" idx="12"/>
          </p:nvPr>
        </p:nvSpPr>
        <p:spPr/>
        <p:txBody>
          <a:bodyPr/>
          <a:lstStyle/>
          <a:p>
            <a:fld id="{AF225C8E-132A-4293-BF1D-E348182D543A}" type="slidenum">
              <a:rPr lang="en-US" smtClean="0"/>
              <a:t>‹#›</a:t>
            </a:fld>
            <a:endParaRPr lang="en-US"/>
          </a:p>
        </p:txBody>
      </p:sp>
    </p:spTree>
    <p:extLst>
      <p:ext uri="{BB962C8B-B14F-4D97-AF65-F5344CB8AC3E}">
        <p14:creationId xmlns:p14="http://schemas.microsoft.com/office/powerpoint/2010/main" val="1786090141"/>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userDrawn="1">
  <p:cSld name="1_One content">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58393BBB-A191-670D-C488-B72AC59D5BFD}"/>
              </a:ext>
            </a:extLst>
          </p:cNvPr>
          <p:cNvGraphicFramePr>
            <a:graphicFrameLocks noChangeAspect="1"/>
          </p:cNvGraphicFramePr>
          <p:nvPr userDrawn="1">
            <p:custDataLst>
              <p:tags r:id="rId1"/>
            </p:custDataLst>
            <p:extLst>
              <p:ext uri="{D42A27DB-BD31-4B8C-83A1-F6EECF244321}">
                <p14:modId xmlns:p14="http://schemas.microsoft.com/office/powerpoint/2010/main" val="4147157823"/>
              </p:ext>
            </p:ext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Folie" r:id="rId3" imgW="426" imgH="426" progId="TCLayout.ActiveDocument.1">
                  <p:embed/>
                </p:oleObj>
              </mc:Choice>
              <mc:Fallback>
                <p:oleObj name="think-cell Folie" r:id="rId3" imgW="426" imgH="426" progId="TCLayout.ActiveDocument.1">
                  <p:embed/>
                  <p:pic>
                    <p:nvPicPr>
                      <p:cNvPr id="3" name="think-cell data - do not delete" hidden="1">
                        <a:extLst>
                          <a:ext uri="{FF2B5EF4-FFF2-40B4-BE49-F238E27FC236}">
                            <a16:creationId xmlns:a16="http://schemas.microsoft.com/office/drawing/2014/main" id="{58393BBB-A191-670D-C488-B72AC59D5BFD}"/>
                          </a:ext>
                        </a:extLst>
                      </p:cNvPr>
                      <p:cNvPicPr/>
                      <p:nvPr/>
                    </p:nvPicPr>
                    <p:blipFill>
                      <a:blip r:embed="rId4"/>
                      <a:stretch>
                        <a:fillRect/>
                      </a:stretch>
                    </p:blipFill>
                    <p:spPr>
                      <a:xfrm>
                        <a:off x="1589" y="1589"/>
                        <a:ext cx="1588" cy="1588"/>
                      </a:xfrm>
                      <a:prstGeom prst="rect">
                        <a:avLst/>
                      </a:prstGeom>
                    </p:spPr>
                  </p:pic>
                </p:oleObj>
              </mc:Fallback>
            </mc:AlternateContent>
          </a:graphicData>
        </a:graphic>
      </p:graphicFrame>
      <p:sp>
        <p:nvSpPr>
          <p:cNvPr id="12" name="Titel 11"/>
          <p:cNvSpPr>
            <a:spLocks noGrp="1"/>
          </p:cNvSpPr>
          <p:nvPr>
            <p:ph type="title" hasCustomPrompt="1"/>
          </p:nvPr>
        </p:nvSpPr>
        <p:spPr bwMode="gray"/>
        <p:txBody>
          <a:bodyPr vert="horz"/>
          <a:lstStyle>
            <a:lvl1pPr rtl="0">
              <a:defRPr/>
            </a:lvl1pPr>
          </a:lstStyle>
          <a:p>
            <a:r>
              <a:rPr lang="en-US"/>
              <a:t>Add  title of the slide</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rtl="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lvl1pPr rtl="0">
              <a:defRPr/>
            </a:lvl1pPr>
          </a:lstStyle>
          <a:p>
            <a:r>
              <a:rPr lang="en-US"/>
              <a:t>BI 1291583 Evidence Network 1st July 2025   |    CONFIDENTIAL</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lvl1pPr rtl="0">
              <a:defRPr/>
            </a:lvl1pPr>
          </a:lstStyle>
          <a:p>
            <a:fld id="{DF4E8F9F-5B1F-4F5B-BE49-3245D8C18D9F}" type="slidenum">
              <a:rPr lang="en-US" smtClean="0"/>
              <a:pPr/>
              <a:t>‹#›</a:t>
            </a:fld>
            <a:endParaRPr lang="en-US"/>
          </a:p>
        </p:txBody>
      </p:sp>
    </p:spTree>
    <p:extLst>
      <p:ext uri="{BB962C8B-B14F-4D97-AF65-F5344CB8AC3E}">
        <p14:creationId xmlns:p14="http://schemas.microsoft.com/office/powerpoint/2010/main" val="983001734"/>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Tree>
    <p:extLst>
      <p:ext uri="{BB962C8B-B14F-4D97-AF65-F5344CB8AC3E}">
        <p14:creationId xmlns:p14="http://schemas.microsoft.com/office/powerpoint/2010/main" val="976540225"/>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Tree>
    <p:extLst>
      <p:ext uri="{BB962C8B-B14F-4D97-AF65-F5344CB8AC3E}">
        <p14:creationId xmlns:p14="http://schemas.microsoft.com/office/powerpoint/2010/main" val="2678707654"/>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a:extLst>
                <a:ext uri="{96DAC541-7B7A-43D3-8B79-37D633B846F1}">
                  <asvg:svgBlip xmlns:asvg="http://schemas.microsoft.com/office/drawing/2016/SVG/main" r:embed="rId2"/>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702922581"/>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a:extLst>
                <a:ext uri="{96DAC541-7B7A-43D3-8B79-37D633B846F1}">
                  <asvg:svgBlip xmlns:asvg="http://schemas.microsoft.com/office/drawing/2016/SVG/main" r:embed="rId2"/>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622668007"/>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124807300"/>
      </p:ext>
    </p:extLst>
  </p:cSld>
  <p:clrMapOvr>
    <a:masterClrMapping/>
  </p:clrMapOvr>
  <p:extLst>
    <p:ext uri="{DCECCB84-F9BA-43D5-87BE-67443E8EF086}">
      <p15:sldGuideLst xmlns:p15="http://schemas.microsoft.com/office/powerpoint/2012/main">
        <p15:guide id="1" orient="horz" pos="2682" userDrawn="1">
          <p15:clr>
            <a:srgbClr val="FBAE40"/>
          </p15:clr>
        </p15:guide>
        <p15:guide id="7" orient="horz" pos="2795" userDrawn="1">
          <p15:clr>
            <a:srgbClr val="FBAE40"/>
          </p15:clr>
        </p15:guide>
      </p15:sldGuideLst>
    </p:ext>
  </p:extLst>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4" y="1412876"/>
            <a:ext cx="11233151" cy="4537074"/>
          </a:xfrm>
        </p:spPr>
        <p:txBody>
          <a:bodyPr/>
          <a:lstStyle>
            <a:lvl1pPr marL="360000" indent="-360000">
              <a:spcBef>
                <a:spcPts val="1800"/>
              </a:spcBef>
              <a:buFont typeface="+mj-lt"/>
              <a:buAutoNum type="arabicPeriod"/>
              <a:defRPr sz="2000"/>
            </a:lvl1pPr>
            <a:lvl2pPr marL="540000" indent="-180000">
              <a:spcBef>
                <a:spcPts val="200"/>
              </a:spcBef>
              <a:spcAft>
                <a:spcPts val="200"/>
              </a:spcAft>
              <a:buFont typeface="Arial" panose="020B0604020202020204" pitchFamily="34" charset="0"/>
              <a:buChar char="•"/>
              <a:defRPr/>
            </a:lvl2pPr>
            <a:lvl3pPr marL="540000" indent="-180000">
              <a:spcBef>
                <a:spcPts val="200"/>
              </a:spcBef>
              <a:spcAft>
                <a:spcPts val="200"/>
              </a:spcAft>
              <a:buFont typeface="Arial" panose="020B0604020202020204" pitchFamily="34" charset="0"/>
              <a:buChar char="•"/>
              <a:defRPr/>
            </a:lvl3pPr>
            <a:lvl4pPr marL="540000" indent="-180000">
              <a:spcBef>
                <a:spcPts val="200"/>
              </a:spcBef>
              <a:spcAft>
                <a:spcPts val="200"/>
              </a:spcAft>
              <a:buFont typeface="Arial" panose="020B0604020202020204" pitchFamily="34" charset="0"/>
              <a:buChar char="•"/>
              <a:defRPr/>
            </a:lvl4pPr>
            <a:lvl5pPr marL="540000" indent="-180000">
              <a:spcBef>
                <a:spcPts val="200"/>
              </a:spcBef>
              <a:spcAft>
                <a:spcPts val="200"/>
              </a:spcAft>
              <a:buFont typeface="Arial" panose="020B0604020202020204" pitchFamily="34" charset="0"/>
              <a:buChar char="•"/>
              <a:defRPr sz="1600"/>
            </a:lvl5pPr>
            <a:lvl6pPr marL="540000" indent="-180000">
              <a:spcBef>
                <a:spcPts val="200"/>
              </a:spcBef>
              <a:spcAft>
                <a:spcPts val="200"/>
              </a:spcAft>
              <a:buFont typeface="Arial" panose="020B0604020202020204" pitchFamily="34" charset="0"/>
              <a:buChar char="•"/>
              <a:defRPr sz="1600"/>
            </a:lvl6pPr>
            <a:lvl7pPr marL="540000" indent="-180000">
              <a:spcBef>
                <a:spcPts val="200"/>
              </a:spcBef>
              <a:spcAft>
                <a:spcPts val="200"/>
              </a:spcAft>
              <a:buFont typeface="Arial" panose="020B0604020202020204" pitchFamily="34" charset="0"/>
              <a:buChar char="•"/>
              <a:defRPr sz="1600"/>
            </a:lvl7pPr>
            <a:lvl8pPr marL="540000" indent="-180000">
              <a:spcBef>
                <a:spcPts val="200"/>
              </a:spcBef>
              <a:spcAft>
                <a:spcPts val="200"/>
              </a:spcAft>
              <a:buFont typeface="Arial" panose="020B0604020202020204" pitchFamily="34" charset="0"/>
              <a:buChar char="•"/>
              <a:defRPr sz="1600"/>
            </a:lvl8pPr>
            <a:lvl9pPr marL="540000" indent="-180000">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582285524"/>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828961397"/>
      </p:ext>
    </p:extLst>
  </p:cSld>
  <p:clrMapOvr>
    <a:masterClrMapping/>
  </p:clrMapOvr>
  <p:extLst>
    <p:ext uri="{DCECCB84-F9BA-43D5-87BE-67443E8EF086}">
      <p15:sldGuideLst xmlns:p15="http://schemas.microsoft.com/office/powerpoint/2012/main">
        <p15:guide id="3" pos="3749" userDrawn="1">
          <p15:clr>
            <a:srgbClr val="FBAE40"/>
          </p15:clr>
        </p15:guide>
        <p15:guide id="5" pos="3931" userDrawn="1">
          <p15:clr>
            <a:srgbClr val="FBAE40"/>
          </p15:clr>
        </p15:guide>
      </p15:sldGuideLst>
    </p:ext>
  </p:extLst>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Presentation title    |    ONLY FOR INTERNAL USE</a:t>
            </a:r>
          </a:p>
        </p:txBody>
      </p:sp>
    </p:spTree>
    <p:extLst>
      <p:ext uri="{BB962C8B-B14F-4D97-AF65-F5344CB8AC3E}">
        <p14:creationId xmlns:p14="http://schemas.microsoft.com/office/powerpoint/2010/main" val="3088633390"/>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3099830585"/>
      </p:ext>
    </p:extLst>
  </p:cSld>
  <p:clrMapOvr>
    <a:masterClrMapping/>
  </p:clrMapOvr>
  <p:extLst>
    <p:ext uri="{DCECCB84-F9BA-43D5-87BE-67443E8EF086}">
      <p15:sldGuideLst xmlns:p15="http://schemas.microsoft.com/office/powerpoint/2012/main">
        <p15:guide id="3" orient="horz" pos="2024" userDrawn="1">
          <p15:clr>
            <a:srgbClr val="FBAE40"/>
          </p15:clr>
        </p15:guide>
        <p15:guide id="4" orient="horz" pos="2251" userDrawn="1">
          <p15:clr>
            <a:srgbClr val="FBAE40"/>
          </p15:clr>
        </p15:guide>
      </p15:sldGuideLst>
    </p:ext>
  </p:extLst>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4" y="1412874"/>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319586275"/>
      </p:ext>
    </p:extLst>
  </p:cSld>
  <p:clrMapOvr>
    <a:masterClrMapping/>
  </p:clrMapOvr>
  <p:extLst>
    <p:ext uri="{DCECCB84-F9BA-43D5-87BE-67443E8EF086}">
      <p15:sldGuideLst xmlns:p15="http://schemas.microsoft.com/office/powerpoint/2012/main">
        <p15:guide id="1" pos="3840" userDrawn="1">
          <p15:clr>
            <a:srgbClr val="FBAE40"/>
          </p15:clr>
        </p15:guide>
        <p15:guide id="2" orient="horz" pos="2024" userDrawn="1">
          <p15:clr>
            <a:srgbClr val="FBAE40"/>
          </p15:clr>
        </p15:guide>
        <p15:guide id="3" orient="horz" pos="2251" userDrawn="1">
          <p15:clr>
            <a:srgbClr val="FBAE40"/>
          </p15:clr>
        </p15:guide>
      </p15:sldGuideLst>
    </p:ext>
  </p:extLst>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Presentation title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1368335600"/>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4089265558"/>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4290068532"/>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Presentation title    |    </a:t>
            </a:r>
          </a:p>
          <a:p>
            <a:r>
              <a:rPr lang="en-US"/>
              <a:t>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2355270977"/>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Presentation title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881625396"/>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Presentation title    |    </a:t>
            </a:r>
          </a:p>
          <a:p>
            <a:r>
              <a:rPr lang="en-US"/>
              <a:t>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1673811504"/>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97898579"/>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4" y="1413222"/>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8"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38"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2663629166"/>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88"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Presentation title    |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767692388"/>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2"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950413439"/>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8" y="0"/>
            <a:ext cx="4043362"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786169739"/>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760522220"/>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953119291"/>
      </p:ext>
    </p:extLst>
  </p:cSld>
  <p:clrMapOvr>
    <a:masterClrMapping/>
  </p:clrMapOvr>
  <p:extLst>
    <p:ext uri="{DCECCB84-F9BA-43D5-87BE-67443E8EF086}">
      <p15:sldGuideLst xmlns:p15="http://schemas.microsoft.com/office/powerpoint/2012/main">
        <p15:guide id="1" pos="3931" userDrawn="1">
          <p15:clr>
            <a:srgbClr val="FBAE40"/>
          </p15:clr>
        </p15:guide>
        <p15:guide id="2" pos="3749" userDrawn="1">
          <p15:clr>
            <a:srgbClr val="FBAE40"/>
          </p15:clr>
        </p15:guide>
      </p15:sldGuideLst>
    </p:ext>
  </p:extLst>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7"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33178519"/>
      </p:ext>
    </p:extLst>
  </p:cSld>
  <p:clrMapOvr>
    <a:masterClrMapping/>
  </p:clrMapOvr>
  <p:extLst>
    <p:ext uri="{DCECCB84-F9BA-43D5-87BE-67443E8EF086}">
      <p15:sldGuideLst xmlns:p15="http://schemas.microsoft.com/office/powerpoint/2012/main">
        <p15:guide id="1" pos="5133" userDrawn="1">
          <p15:clr>
            <a:srgbClr val="FBAE40"/>
          </p15:clr>
        </p15:guide>
        <p15:guide id="2" pos="4951" userDrawn="1">
          <p15:clr>
            <a:srgbClr val="FBAE40"/>
          </p15:clr>
        </p15:guide>
      </p15:sldGuideLst>
    </p:ext>
  </p:extLst>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891228461"/>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4"/>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2115381395"/>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281626743"/>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474774727"/>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048947333"/>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Presentation title    |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313683314"/>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4268043289"/>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1" y="0"/>
            <a:ext cx="12191998"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4"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6"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293466420"/>
      </p:ext>
    </p:extLst>
  </p:cSld>
  <p:clrMapOvr>
    <a:masterClrMapping/>
  </p:clrMapOvr>
  <p:extLst>
    <p:ext uri="{DCECCB84-F9BA-43D5-87BE-67443E8EF086}">
      <p15:sldGuideLst xmlns:p15="http://schemas.microsoft.com/office/powerpoint/2012/main">
        <p15:guide id="1" pos="3931" userDrawn="1">
          <p15:clr>
            <a:srgbClr val="FBAE40"/>
          </p15:clr>
        </p15:guide>
        <p15:guide id="2" orient="horz" pos="2137" userDrawn="1">
          <p15:clr>
            <a:srgbClr val="FBAE40"/>
          </p15:clr>
        </p15:guide>
        <p15:guide id="3" orient="horz" pos="1434" userDrawn="1">
          <p15:clr>
            <a:srgbClr val="FBAE40"/>
          </p15:clr>
        </p15:guide>
        <p15:guide id="4" pos="3749" userDrawn="1">
          <p15:clr>
            <a:srgbClr val="FBAE40"/>
          </p15:clr>
        </p15:guide>
      </p15:sldGuideLst>
    </p:ext>
  </p:extLst>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5" y="476250"/>
            <a:ext cx="11233150"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5"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8"/>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3"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t>2026</a:t>
            </a:fld>
            <a:r>
              <a:rPr lang="en-US" sz="900"/>
              <a:t> Boehringer Ingelheim International GmbH. All rights reserved.</a:t>
            </a:r>
          </a:p>
        </p:txBody>
      </p:sp>
    </p:spTree>
    <p:extLst>
      <p:ext uri="{BB962C8B-B14F-4D97-AF65-F5344CB8AC3E}">
        <p14:creationId xmlns:p14="http://schemas.microsoft.com/office/powerpoint/2010/main" val="2265700048"/>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1_One conten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1775520" y="6237000"/>
            <a:ext cx="7632848" cy="216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OUR FOCUS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
        <p:nvSpPr>
          <p:cNvPr id="6" name="Titel 1">
            <a:extLst>
              <a:ext uri="{FF2B5EF4-FFF2-40B4-BE49-F238E27FC236}">
                <a16:creationId xmlns:a16="http://schemas.microsoft.com/office/drawing/2014/main" id="{07D04C70-C130-5D99-6FF7-9E701F6E13B0}"/>
              </a:ext>
            </a:extLst>
          </p:cNvPr>
          <p:cNvSpPr>
            <a:spLocks noGrp="1"/>
          </p:cNvSpPr>
          <p:nvPr>
            <p:ph type="title" hasCustomPrompt="1"/>
          </p:nvPr>
        </p:nvSpPr>
        <p:spPr bwMode="gray">
          <a:xfrm>
            <a:off x="479424" y="116632"/>
            <a:ext cx="11233151" cy="359617"/>
          </a:xfrm>
        </p:spPr>
        <p:txBody>
          <a:bodyPr/>
          <a:lstStyle>
            <a:lvl1pPr>
              <a:defRPr/>
            </a:lvl1pPr>
          </a:lstStyle>
          <a:p>
            <a:r>
              <a:rPr lang="en-US"/>
              <a:t>Add agenda title</a:t>
            </a:r>
          </a:p>
        </p:txBody>
      </p:sp>
      <p:cxnSp>
        <p:nvCxnSpPr>
          <p:cNvPr id="10" name="Straight Connector 9">
            <a:extLst>
              <a:ext uri="{FF2B5EF4-FFF2-40B4-BE49-F238E27FC236}">
                <a16:creationId xmlns:a16="http://schemas.microsoft.com/office/drawing/2014/main" id="{C0DD3949-B3EC-12D1-B177-399C832B2BD2}"/>
              </a:ext>
            </a:extLst>
          </p:cNvPr>
          <p:cNvCxnSpPr/>
          <p:nvPr userDrawn="1"/>
        </p:nvCxnSpPr>
        <p:spPr bwMode="gray">
          <a:xfrm>
            <a:off x="0" y="836712"/>
            <a:ext cx="12192000"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3019835"/>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524D3-7976-DC25-1760-142BC8A2351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1622DAD-7906-34BF-46A9-AD2FE2CCDC8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036189-7446-AF8E-5E8F-F710E70D80D9}"/>
              </a:ext>
            </a:extLst>
          </p:cNvPr>
          <p:cNvSpPr>
            <a:spLocks noGrp="1"/>
          </p:cNvSpPr>
          <p:nvPr>
            <p:ph type="dt" sz="half" idx="10"/>
          </p:nvPr>
        </p:nvSpPr>
        <p:spPr/>
        <p:txBody>
          <a:bodyPr/>
          <a:lstStyle/>
          <a:p>
            <a:fld id="{7C2F861F-806D-468A-A69B-8F54F16F8FE7}" type="datetimeFigureOut">
              <a:rPr lang="en-US" smtClean="0"/>
              <a:t>5/13/2026</a:t>
            </a:fld>
            <a:endParaRPr lang="en-US"/>
          </a:p>
        </p:txBody>
      </p:sp>
      <p:sp>
        <p:nvSpPr>
          <p:cNvPr id="5" name="Footer Placeholder 4">
            <a:extLst>
              <a:ext uri="{FF2B5EF4-FFF2-40B4-BE49-F238E27FC236}">
                <a16:creationId xmlns:a16="http://schemas.microsoft.com/office/drawing/2014/main" id="{2BDB86CA-ADC6-BC22-8FE5-24641ED913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2BAF81-508C-79A5-DEDB-7562E1E7237C}"/>
              </a:ext>
            </a:extLst>
          </p:cNvPr>
          <p:cNvSpPr>
            <a:spLocks noGrp="1"/>
          </p:cNvSpPr>
          <p:nvPr>
            <p:ph type="sldNum" sz="quarter" idx="12"/>
          </p:nvPr>
        </p:nvSpPr>
        <p:spPr/>
        <p:txBody>
          <a:bodyPr/>
          <a:lstStyle/>
          <a:p>
            <a:fld id="{6AF99E76-02BE-4D9E-AD8E-EF1C8B9A0035}" type="slidenum">
              <a:rPr lang="en-US" smtClean="0"/>
              <a:t>‹#›</a:t>
            </a:fld>
            <a:endParaRPr lang="en-US"/>
          </a:p>
        </p:txBody>
      </p:sp>
    </p:spTree>
    <p:extLst>
      <p:ext uri="{BB962C8B-B14F-4D97-AF65-F5344CB8AC3E}">
        <p14:creationId xmlns:p14="http://schemas.microsoft.com/office/powerpoint/2010/main" val="4278755503"/>
      </p:ext>
    </p:extLst>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27907584"/>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2_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Tree>
    <p:extLst>
      <p:ext uri="{BB962C8B-B14F-4D97-AF65-F5344CB8AC3E}">
        <p14:creationId xmlns:p14="http://schemas.microsoft.com/office/powerpoint/2010/main" val="2753641915"/>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4_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a:extLst>
                <a:ext uri="{96DAC541-7B7A-43D3-8B79-37D633B846F1}">
                  <asvg:svgBlip xmlns:asvg="http://schemas.microsoft.com/office/drawing/2016/SVG/main" r:embed="rId2"/>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ja-JP" altLang="en-US"/>
              <a:t>マスター テキストの書式設定</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ja-JP" altLang="en-US"/>
              <a:t>マスター テキストの書式設定</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119730693"/>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4_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ja-JP" altLang="en-US"/>
              <a:t>マスター テキストの書式設定</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018418584"/>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4_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a:extLst>
                <a:ext uri="{96DAC541-7B7A-43D3-8B79-37D633B846F1}">
                  <asvg:svgBlip xmlns:asvg="http://schemas.microsoft.com/office/drawing/2016/SVG/main" r:embed="rId2"/>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ja-JP" altLang="en-US"/>
              <a:t>マスター テキストの書式設定</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ja-JP" altLang="en-US"/>
              <a:t>マスター テキストの書式設定</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26994827"/>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1_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313256684"/>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userDrawn="1">
  <p:cSld name="1_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263179852"/>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1_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4" y="1412874"/>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544780440"/>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1_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4124309097"/>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2_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37132761"/>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1_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Presentation title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3173388199"/>
      </p:ext>
    </p:extLst>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4_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ja-JP" altLang="en-US"/>
              <a:t>マスター テキストの書式設定</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75313551"/>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1_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438264594"/>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1_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7"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137251837"/>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4_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ja-JP" altLang="en-US"/>
              <a:t>マスター テキストの書式設定</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394816297"/>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4_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4"/>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ja-JP" altLang="en-US"/>
              <a:t>マスター テキストの書式設定</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3654333498"/>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4_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ja-JP" altLang="en-US"/>
              <a:t>マスター テキストの書式設定</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691055873"/>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4_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ja-JP" altLang="en-US"/>
              <a:t>マスター テキストの書式設定</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053913626"/>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4_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ja-JP" altLang="en-US"/>
              <a:t>マスター テキストの書式設定</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32402202"/>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userDrawn="1">
  <p:cSld name="1_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1" y="0"/>
            <a:ext cx="12191998"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4"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6"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536998027"/>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206.xml><?xml version="1.0" encoding="utf-8"?>
<p:sldLayout xmlns:a="http://schemas.openxmlformats.org/drawingml/2006/main" xmlns:r="http://schemas.openxmlformats.org/officeDocument/2006/relationships" xmlns:p="http://schemas.openxmlformats.org/presentationml/2006/main" showMasterSp="0" userDrawn="1">
  <p:cSld name="Standard page_03">
    <p:spTree>
      <p:nvGrpSpPr>
        <p:cNvPr id="1" name=""/>
        <p:cNvGrpSpPr/>
        <p:nvPr/>
      </p:nvGrpSpPr>
      <p:grpSpPr>
        <a:xfrm>
          <a:off x="0" y="0"/>
          <a:ext cx="0" cy="0"/>
          <a:chOff x="0" y="0"/>
          <a:chExt cx="0" cy="0"/>
        </a:xfrm>
      </p:grpSpPr>
      <p:sp>
        <p:nvSpPr>
          <p:cNvPr id="12" name="Rechteck 11"/>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sp>
        <p:nvSpPr>
          <p:cNvPr id="3" name="Inhaltsplatzhalter 2"/>
          <p:cNvSpPr>
            <a:spLocks noGrp="1"/>
          </p:cNvSpPr>
          <p:nvPr>
            <p:ph idx="1" hasCustomPrompt="1"/>
          </p:nvPr>
        </p:nvSpPr>
        <p:spPr/>
        <p:txBody>
          <a:bodyPr/>
          <a:lstStyle>
            <a:lvl1pPr>
              <a:defRPr>
                <a:solidFill>
                  <a:srgbClr val="000000"/>
                </a:solidFill>
              </a:defRPr>
            </a:lvl1pPr>
          </a:lstStyle>
          <a:p>
            <a:pPr lvl="0"/>
            <a:r>
              <a:rPr lang="en-GB" noProof="0"/>
              <a:t>Click to add text</a:t>
            </a:r>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6" name="Datumsplatzhalter 5"/>
          <p:cNvSpPr>
            <a:spLocks noGrp="1"/>
          </p:cNvSpPr>
          <p:nvPr>
            <p:ph type="dt" sz="half" idx="10"/>
          </p:nvPr>
        </p:nvSpPr>
        <p:spPr/>
        <p:txBody>
          <a:bodyPr/>
          <a:lstStyle/>
          <a:p>
            <a:fld id="{1C661359-A780-4E12-A6C3-DC4E2163D090}" type="datetime1">
              <a:rPr lang="en-GB" smtClean="0"/>
              <a:t>13/05/2026</a:t>
            </a:fld>
            <a:endParaRPr lang="en-GB"/>
          </a:p>
        </p:txBody>
      </p:sp>
      <p:sp>
        <p:nvSpPr>
          <p:cNvPr id="7" name="Fußzeilenplatzhalter 6"/>
          <p:cNvSpPr>
            <a:spLocks noGrp="1"/>
          </p:cNvSpPr>
          <p:nvPr>
            <p:ph type="ftr" sz="quarter" idx="11"/>
          </p:nvPr>
        </p:nvSpPr>
        <p:spPr/>
        <p:txBody>
          <a:bodyPr/>
          <a:lstStyle/>
          <a:p>
            <a:r>
              <a:rPr lang="en-GB"/>
              <a:t>Presentation title, date, author</a:t>
            </a:r>
          </a:p>
        </p:txBody>
      </p:sp>
      <p:sp>
        <p:nvSpPr>
          <p:cNvPr id="8" name="Foliennummernplatzhalter 7"/>
          <p:cNvSpPr>
            <a:spLocks noGrp="1"/>
          </p:cNvSpPr>
          <p:nvPr>
            <p:ph type="sldNum" sz="quarter" idx="12"/>
          </p:nvPr>
        </p:nvSpPr>
        <p:spPr/>
        <p:txBody>
          <a:bodyPr/>
          <a:lstStyle/>
          <a:p>
            <a:fld id="{143B55C4-4F5A-416B-997D-6CE47EB0A945}" type="slidenum">
              <a:rPr lang="en-GB" smtClean="0"/>
              <a:pPr/>
              <a:t>‹#›</a:t>
            </a:fld>
            <a:endParaRPr lang="en-GB"/>
          </a:p>
        </p:txBody>
      </p:sp>
      <p:sp>
        <p:nvSpPr>
          <p:cNvPr id="14" name="Titel 7"/>
          <p:cNvSpPr>
            <a:spLocks noGrp="1"/>
          </p:cNvSpPr>
          <p:nvPr>
            <p:ph type="title" hasCustomPrompt="1"/>
          </p:nvPr>
        </p:nvSpPr>
        <p:spPr>
          <a:xfrm>
            <a:off x="490100" y="387430"/>
            <a:ext cx="11211800" cy="369332"/>
          </a:xfrm>
        </p:spPr>
        <p:txBody>
          <a:bodyPr/>
          <a:lstStyle/>
          <a:p>
            <a:r>
              <a:rPr lang="en-GB" noProof="0"/>
              <a:t>Click to add headline</a:t>
            </a:r>
          </a:p>
        </p:txBody>
      </p:sp>
      <p:pic>
        <p:nvPicPr>
          <p:cNvPr id="15"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34699742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7.xml><?xml version="1.0" encoding="utf-8"?>
<p:sldLayout xmlns:a="http://schemas.openxmlformats.org/drawingml/2006/main" xmlns:r="http://schemas.openxmlformats.org/officeDocument/2006/relationships" xmlns:p="http://schemas.openxmlformats.org/presentationml/2006/main" showMasterSp="0" userDrawn="1">
  <p:cSld name="Standard page_02">
    <p:spTree>
      <p:nvGrpSpPr>
        <p:cNvPr id="1" name=""/>
        <p:cNvGrpSpPr/>
        <p:nvPr/>
      </p:nvGrpSpPr>
      <p:grpSpPr>
        <a:xfrm>
          <a:off x="0" y="0"/>
          <a:ext cx="0" cy="0"/>
          <a:chOff x="0" y="0"/>
          <a:chExt cx="0" cy="0"/>
        </a:xfrm>
      </p:grpSpPr>
      <p:sp>
        <p:nvSpPr>
          <p:cNvPr id="11" name="Rechteck 10"/>
          <p:cNvSpPr/>
          <p:nvPr userDrawn="1"/>
        </p:nvSpPr>
        <p:spPr>
          <a:xfrm>
            <a:off x="0" y="2928497"/>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1999" tIns="71999" rIns="71999" bIns="71999" rtlCol="0" anchor="ctr"/>
          <a:lstStyle/>
          <a:p>
            <a:pPr algn="ctr" defTabSz="914288"/>
            <a:endParaRPr lang="en-GB" sz="1425">
              <a:solidFill>
                <a:srgbClr val="000000"/>
              </a:solidFill>
            </a:endParaRPr>
          </a:p>
        </p:txBody>
      </p:sp>
      <p:sp>
        <p:nvSpPr>
          <p:cNvPr id="3" name="Inhaltsplatzhalter 2"/>
          <p:cNvSpPr>
            <a:spLocks noGrp="1"/>
          </p:cNvSpPr>
          <p:nvPr>
            <p:ph idx="1" hasCustomPrompt="1"/>
          </p:nvPr>
        </p:nvSpPr>
        <p:spPr/>
        <p:txBody>
          <a:bodyPr/>
          <a:lstStyle/>
          <a:p>
            <a:pPr lvl="0"/>
            <a:r>
              <a:rPr lang="en-GB" noProof="0"/>
              <a:t>Click to add text</a:t>
            </a:r>
          </a:p>
        </p:txBody>
      </p:sp>
      <p:cxnSp>
        <p:nvCxnSpPr>
          <p:cNvPr id="7" name="Gerade Verbindung 6"/>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0"/>
          </p:nvPr>
        </p:nvSpPr>
        <p:spPr/>
        <p:txBody>
          <a:bodyPr/>
          <a:lstStyle/>
          <a:p>
            <a:endParaRPr lang="en-GB">
              <a:solidFill>
                <a:srgbClr val="FFFFFF">
                  <a:lumMod val="50000"/>
                </a:srgbClr>
              </a:solidFill>
            </a:endParaRPr>
          </a:p>
        </p:txBody>
      </p:sp>
      <p:sp>
        <p:nvSpPr>
          <p:cNvPr id="5" name="Fußzeilenplatzhalter 4"/>
          <p:cNvSpPr>
            <a:spLocks noGrp="1"/>
          </p:cNvSpPr>
          <p:nvPr>
            <p:ph type="ftr" sz="quarter" idx="11"/>
          </p:nvPr>
        </p:nvSpPr>
        <p:spPr/>
        <p:txBody>
          <a:bodyPr/>
          <a:lstStyle/>
          <a:p>
            <a:r>
              <a:rPr lang="en-US">
                <a:solidFill>
                  <a:srgbClr val="FFFFFF">
                    <a:lumMod val="50000"/>
                  </a:srgbClr>
                </a:solidFill>
              </a:rPr>
              <a:t>22 May 2023 </a:t>
            </a:r>
            <a:endParaRPr lang="en-GB">
              <a:solidFill>
                <a:srgbClr val="FFFFFF">
                  <a:lumMod val="50000"/>
                </a:srgbClr>
              </a:solidFill>
            </a:endParaRPr>
          </a:p>
        </p:txBody>
      </p:sp>
      <p:sp>
        <p:nvSpPr>
          <p:cNvPr id="6" name="Foliennummernplatzhalter 5"/>
          <p:cNvSpPr>
            <a:spLocks noGrp="1"/>
          </p:cNvSpPr>
          <p:nvPr>
            <p:ph type="sldNum" sz="quarter" idx="12"/>
          </p:nvPr>
        </p:nvSpPr>
        <p:spPr/>
        <p:txBody>
          <a:bodyPr/>
          <a:lstStyle/>
          <a:p>
            <a:fld id="{143B55C4-4F5A-416B-997D-6CE47EB0A945}" type="slidenum">
              <a:rPr lang="en-GB" smtClean="0">
                <a:solidFill>
                  <a:srgbClr val="FFFFFF">
                    <a:lumMod val="50000"/>
                  </a:srgbClr>
                </a:solidFill>
              </a:rPr>
              <a:pPr/>
              <a:t>‹#›</a:t>
            </a:fld>
            <a:endParaRPr lang="en-GB">
              <a:solidFill>
                <a:srgbClr val="FFFFFF">
                  <a:lumMod val="50000"/>
                </a:srgbClr>
              </a:solidFill>
            </a:endParaRPr>
          </a:p>
        </p:txBody>
      </p:sp>
      <p:sp>
        <p:nvSpPr>
          <p:cNvPr id="8" name="Titel 7"/>
          <p:cNvSpPr>
            <a:spLocks noGrp="1"/>
          </p:cNvSpPr>
          <p:nvPr>
            <p:ph type="title" hasCustomPrompt="1"/>
          </p:nvPr>
        </p:nvSpPr>
        <p:spPr>
          <a:xfrm>
            <a:off x="490100" y="187200"/>
            <a:ext cx="11211800" cy="553999"/>
          </a:xfrm>
        </p:spPr>
        <p:txBody>
          <a:bodyPr/>
          <a:lstStyle>
            <a:lvl1pPr>
              <a:defRPr sz="3600"/>
            </a:lvl1pPr>
          </a:lstStyle>
          <a:p>
            <a:r>
              <a:rPr lang="en-GB" noProof="0"/>
              <a:t>Click to add headline</a:t>
            </a:r>
          </a:p>
        </p:txBody>
      </p:sp>
      <p:pic>
        <p:nvPicPr>
          <p:cNvPr id="10"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12"/>
            <a:ext cx="840360" cy="254013"/>
          </a:xfrm>
          <a:prstGeom prst="rect">
            <a:avLst/>
          </a:prstGeom>
        </p:spPr>
      </p:pic>
    </p:spTree>
    <p:extLst>
      <p:ext uri="{BB962C8B-B14F-4D97-AF65-F5344CB8AC3E}">
        <p14:creationId xmlns:p14="http://schemas.microsoft.com/office/powerpoint/2010/main" val="9798773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8.xml><?xml version="1.0" encoding="utf-8"?>
<p:sldLayout xmlns:a="http://schemas.openxmlformats.org/drawingml/2006/main" xmlns:r="http://schemas.openxmlformats.org/officeDocument/2006/relationships" xmlns:p="http://schemas.openxmlformats.org/presentationml/2006/main" type="title">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p:cNvSpPr>
            <a:spLocks noGrp="1"/>
          </p:cNvSpPr>
          <p:nvPr>
            <p:ph type="dt" sz="half" idx="10"/>
          </p:nvPr>
        </p:nvSpPr>
        <p:spPr/>
        <p:txBody>
          <a:bodyPr/>
          <a:lstStyle/>
          <a:p>
            <a:fld id="{62A9C1F0-E703-4B27-845C-D0EE2D0A9792}" type="datetimeFigureOut">
              <a:rPr kumimoji="1" lang="ja-JP" altLang="en-US" smtClean="0"/>
              <a:t>2026/5/13</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3E65252E-C9AE-49B1-B322-4446691D7831}" type="slidenum">
              <a:rPr kumimoji="1" lang="ja-JP" altLang="en-US" smtClean="0"/>
              <a:t>‹#›</a:t>
            </a:fld>
            <a:endParaRPr kumimoji="1" lang="ja-JP" altLang="en-US"/>
          </a:p>
        </p:txBody>
      </p:sp>
    </p:spTree>
    <p:extLst>
      <p:ext uri="{BB962C8B-B14F-4D97-AF65-F5344CB8AC3E}">
        <p14:creationId xmlns:p14="http://schemas.microsoft.com/office/powerpoint/2010/main" val="2988827662"/>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userDrawn="1">
  <p:cSld name="2_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ltLang="zh-CN"/>
              <a:t>TA CEC Portfolio Update|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524779828"/>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userDrawn="1">
  <p:cSld name="2_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a:extLst>
                <a:ext uri="{96DAC541-7B7A-43D3-8B79-37D633B846F1}">
                  <asvg:svgBlip xmlns:asvg="http://schemas.microsoft.com/office/drawing/2016/SVG/main" r:embed="rId2"/>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GB"/>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GB"/>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440006146"/>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userDrawn="1">
  <p:cSld name="2_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a:extLst>
                <a:ext uri="{96DAC541-7B7A-43D3-8B79-37D633B846F1}">
                  <asvg:svgBlip xmlns:asvg="http://schemas.microsoft.com/office/drawing/2016/SVG/main" r:embed="rId2"/>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GB"/>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GB"/>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512683394"/>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2_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GB"/>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72458979"/>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1_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a:extLst>
                <a:ext uri="{96DAC541-7B7A-43D3-8B79-37D633B846F1}">
                  <asvg:svgBlip xmlns:asvg="http://schemas.microsoft.com/office/drawing/2016/SVG/main" r:embed="rId2"/>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zh-CN" altLang="en-US"/>
              <a:t>单击此处编辑母版文本样式</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zh-CN" altLang="en-US"/>
              <a:t>单击此处编辑母版文本样式</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852809773"/>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1_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a:extLst>
                <a:ext uri="{96DAC541-7B7A-43D3-8B79-37D633B846F1}">
                  <asvg:svgBlip xmlns:asvg="http://schemas.microsoft.com/office/drawing/2016/SVG/main" r:embed="rId2"/>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zh-CN" altLang="en-US"/>
              <a:t>单击此处编辑母版文本样式</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zh-CN" altLang="en-US"/>
              <a:t>单击此处编辑母版文本样式</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423184601"/>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1_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zh-CN" altLang="en-US"/>
              <a:t>单击此处编辑母版文本样式</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800695162"/>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2_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GB"/>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351127734"/>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2_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GB"/>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354390675"/>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2_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4"/>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GB"/>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2690284156"/>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2_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GB"/>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652993606"/>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2_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GB"/>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909635"/>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2_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GB"/>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423521633"/>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1_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zh-CN" altLang="en-US"/>
              <a:t>单击此处编辑母版文本样式</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921997432"/>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1_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zh-CN" altLang="en-US"/>
              <a:t>单击此处编辑母版文本样式</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16211964"/>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1_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4"/>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zh-CN" altLang="en-US"/>
              <a:t>单击此处编辑母版文本样式</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2818931981"/>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1_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zh-CN" altLang="en-US"/>
              <a:t>单击此处编辑母版文本样式</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560502163"/>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1_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zh-CN" altLang="en-US"/>
              <a:t>单击此处编辑母版文本样式</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533682013"/>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1_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zh-CN" altLang="en-US"/>
              <a:t>单击此处编辑母版文本样式</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4893620"/>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228.xml><?xml version="1.0" encoding="utf-8"?>
<p:sldLayout xmlns:a="http://schemas.openxmlformats.org/drawingml/2006/main" xmlns:r="http://schemas.openxmlformats.org/officeDocument/2006/relationships" xmlns:p="http://schemas.openxmlformats.org/presentationml/2006/main" userDrawn="1">
  <p:cSld name="Chapter 6_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30C46-08A3-7E21-9297-92FC23E3AB8B}"/>
              </a:ext>
            </a:extLst>
          </p:cNvPr>
          <p:cNvSpPr>
            <a:spLocks noGrp="1"/>
          </p:cNvSpPr>
          <p:nvPr>
            <p:ph type="title"/>
          </p:nvPr>
        </p:nvSpPr>
        <p:spPr>
          <a:xfrm>
            <a:off x="479424" y="1114651"/>
            <a:ext cx="11233151" cy="720000"/>
          </a:xfrm>
        </p:spPr>
        <p:txBody>
          <a:bodyPr/>
          <a:lstStyle>
            <a:lvl1pPr>
              <a:defRPr>
                <a:solidFill>
                  <a:schemeClr val="bg2"/>
                </a:solidFill>
              </a:defRPr>
            </a:lvl1pPr>
          </a:lstStyle>
          <a:p>
            <a:r>
              <a:rPr lang="en-US"/>
              <a:t>Click to edit Master title style</a:t>
            </a:r>
          </a:p>
        </p:txBody>
      </p:sp>
      <p:sp>
        <p:nvSpPr>
          <p:cNvPr id="3" name="Footer Placeholder 2">
            <a:extLst>
              <a:ext uri="{FF2B5EF4-FFF2-40B4-BE49-F238E27FC236}">
                <a16:creationId xmlns:a16="http://schemas.microsoft.com/office/drawing/2014/main" id="{733C2D44-6BAA-4EDF-02C8-C6896DB6A461}"/>
              </a:ext>
            </a:extLst>
          </p:cNvPr>
          <p:cNvSpPr>
            <a:spLocks noGrp="1"/>
          </p:cNvSpPr>
          <p:nvPr>
            <p:ph type="ftr" sz="quarter" idx="10"/>
          </p:nvPr>
        </p:nvSpPr>
        <p:spPr/>
        <p:txBody>
          <a:bodyPr/>
          <a:lstStyle>
            <a:lvl1pPr>
              <a:defRPr>
                <a:solidFill>
                  <a:schemeClr val="bg2"/>
                </a:solidFill>
              </a:defRPr>
            </a:lvl1pPr>
          </a:lstStyle>
          <a:p>
            <a:r>
              <a:rPr lang="en-US"/>
              <a:t>Launch Readiness Playbook     |     ONLY FOR INTERNAL USE</a:t>
            </a:r>
          </a:p>
        </p:txBody>
      </p:sp>
      <p:sp>
        <p:nvSpPr>
          <p:cNvPr id="4" name="Slide Number Placeholder 3">
            <a:extLst>
              <a:ext uri="{FF2B5EF4-FFF2-40B4-BE49-F238E27FC236}">
                <a16:creationId xmlns:a16="http://schemas.microsoft.com/office/drawing/2014/main" id="{EA45876D-91DB-DF5A-3483-10D5EBB756A4}"/>
              </a:ext>
            </a:extLst>
          </p:cNvPr>
          <p:cNvSpPr>
            <a:spLocks noGrp="1"/>
          </p:cNvSpPr>
          <p:nvPr>
            <p:ph type="sldNum" sz="quarter" idx="11"/>
          </p:nvPr>
        </p:nvSpPr>
        <p:spPr/>
        <p:txBody>
          <a:bodyPr/>
          <a:lstStyle>
            <a:lvl1pPr>
              <a:defRPr>
                <a:solidFill>
                  <a:schemeClr val="bg2"/>
                </a:solidFill>
              </a:defRPr>
            </a:lvl1pPr>
          </a:lstStyle>
          <a:p>
            <a:fld id="{DF4E8F9F-5B1F-4F5B-BE49-3245D8C18D9F}" type="slidenum">
              <a:rPr lang="en-US" smtClean="0"/>
              <a:pPr/>
              <a:t>‹#›</a:t>
            </a:fld>
            <a:endParaRPr lang="en-US"/>
          </a:p>
        </p:txBody>
      </p:sp>
      <p:sp>
        <p:nvSpPr>
          <p:cNvPr id="7" name="Textplatzhalter 7">
            <a:extLst>
              <a:ext uri="{FF2B5EF4-FFF2-40B4-BE49-F238E27FC236}">
                <a16:creationId xmlns:a16="http://schemas.microsoft.com/office/drawing/2014/main" id="{59435E96-6B61-E396-ABE5-F7D49F199A18}"/>
              </a:ext>
            </a:extLst>
          </p:cNvPr>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4" name="Rectangle 13">
            <a:extLst>
              <a:ext uri="{FF2B5EF4-FFF2-40B4-BE49-F238E27FC236}">
                <a16:creationId xmlns:a16="http://schemas.microsoft.com/office/drawing/2014/main" id="{2174349A-9548-EA6E-902E-5E7D51DE1C6A}"/>
              </a:ext>
            </a:extLst>
          </p:cNvPr>
          <p:cNvSpPr/>
          <p:nvPr userDrawn="1"/>
        </p:nvSpPr>
        <p:spPr bwMode="gray">
          <a:xfrm>
            <a:off x="7208409" y="262892"/>
            <a:ext cx="1153299" cy="743841"/>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216000" rtlCol="0" anchor="ctr">
            <a:normAutofit/>
          </a:bodyPr>
          <a:lstStyle/>
          <a:p>
            <a:pPr algn="l">
              <a:lnSpc>
                <a:spcPct val="140000"/>
              </a:lnSpc>
            </a:pPr>
            <a:endParaRPr lang="en-US" sz="700">
              <a:solidFill>
                <a:schemeClr val="tx1"/>
              </a:solidFill>
            </a:endParaRPr>
          </a:p>
        </p:txBody>
      </p:sp>
      <p:sp>
        <p:nvSpPr>
          <p:cNvPr id="19" name="Rectangle 18">
            <a:extLst>
              <a:ext uri="{FF2B5EF4-FFF2-40B4-BE49-F238E27FC236}">
                <a16:creationId xmlns:a16="http://schemas.microsoft.com/office/drawing/2014/main" id="{B72FC428-DF9F-C227-E9BB-64F084C5AF02}"/>
              </a:ext>
            </a:extLst>
          </p:cNvPr>
          <p:cNvSpPr/>
          <p:nvPr userDrawn="1"/>
        </p:nvSpPr>
        <p:spPr bwMode="gray">
          <a:xfrm>
            <a:off x="0" y="0"/>
            <a:ext cx="12192000" cy="499171"/>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sp>
        <p:nvSpPr>
          <p:cNvPr id="20" name="object 34">
            <a:hlinkClick r:id="" action="ppaction://noaction"/>
            <a:extLst>
              <a:ext uri="{FF2B5EF4-FFF2-40B4-BE49-F238E27FC236}">
                <a16:creationId xmlns:a16="http://schemas.microsoft.com/office/drawing/2014/main" id="{62C9AE80-44F2-B73C-28E4-9F856FE3E458}"/>
              </a:ext>
            </a:extLst>
          </p:cNvPr>
          <p:cNvSpPr/>
          <p:nvPr userDrawn="1"/>
        </p:nvSpPr>
        <p:spPr>
          <a:xfrm>
            <a:off x="1605466" y="0"/>
            <a:ext cx="1098782" cy="476250"/>
          </a:xfrm>
          <a:prstGeom prst="rect">
            <a:avLst/>
          </a:prstGeom>
          <a:solidFill>
            <a:srgbClr val="EFEEEB"/>
          </a:solidFill>
          <a:ln w="6350">
            <a:noFill/>
          </a:ln>
        </p:spPr>
        <p:txBody>
          <a:bodyPr wrap="square" lIns="288000" tIns="0" rIns="36000" bIns="0" rtlCol="0" anchor="ctr"/>
          <a:lstStyle/>
          <a:p>
            <a:pPr marL="12700" lvl="0">
              <a:lnSpc>
                <a:spcPct val="100000"/>
              </a:lnSpc>
              <a:spcBef>
                <a:spcPts val="100"/>
              </a:spcBef>
            </a:pPr>
            <a:r>
              <a:rPr lang="en-GB" sz="700" b="0" spc="0" baseline="0">
                <a:solidFill>
                  <a:schemeClr val="bg2"/>
                </a:solidFill>
                <a:latin typeface="Boehringer Forward Text" panose="02000500000000020000" pitchFamily="2" charset="0"/>
                <a:cs typeface="BISans"/>
              </a:rPr>
              <a:t>Overview</a:t>
            </a:r>
          </a:p>
        </p:txBody>
      </p:sp>
      <p:pic>
        <p:nvPicPr>
          <p:cNvPr id="21" name="Grafik 18">
            <a:extLst>
              <a:ext uri="{FF2B5EF4-FFF2-40B4-BE49-F238E27FC236}">
                <a16:creationId xmlns:a16="http://schemas.microsoft.com/office/drawing/2014/main" id="{9B65ABB9-51D2-0732-864E-8E264854A71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rot="16200000">
            <a:off x="11878255" y="66408"/>
            <a:ext cx="343434" cy="343434"/>
          </a:xfrm>
          <a:prstGeom prst="rect">
            <a:avLst/>
          </a:prstGeom>
        </p:spPr>
      </p:pic>
      <p:pic>
        <p:nvPicPr>
          <p:cNvPr id="22" name="Grafik 18">
            <a:extLst>
              <a:ext uri="{FF2B5EF4-FFF2-40B4-BE49-F238E27FC236}">
                <a16:creationId xmlns:a16="http://schemas.microsoft.com/office/drawing/2014/main" id="{F79BF1CA-232D-64DB-AFD4-BF06812ECC5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rot="5400000" flipH="1">
            <a:off x="11678855" y="66408"/>
            <a:ext cx="343434" cy="343434"/>
          </a:xfrm>
          <a:prstGeom prst="rect">
            <a:avLst/>
          </a:prstGeom>
        </p:spPr>
      </p:pic>
      <p:sp>
        <p:nvSpPr>
          <p:cNvPr id="23" name="Action Button: Blank 22">
            <a:hlinkClick r:id="" action="ppaction://hlinkshowjump?jump=previousslide" highlightClick="1"/>
            <a:extLst>
              <a:ext uri="{FF2B5EF4-FFF2-40B4-BE49-F238E27FC236}">
                <a16:creationId xmlns:a16="http://schemas.microsoft.com/office/drawing/2014/main" id="{71410380-5574-9ADE-9A83-F3F2945A9559}"/>
              </a:ext>
            </a:extLst>
          </p:cNvPr>
          <p:cNvSpPr/>
          <p:nvPr userDrawn="1"/>
        </p:nvSpPr>
        <p:spPr>
          <a:xfrm>
            <a:off x="11712575" y="-819"/>
            <a:ext cx="239597" cy="477887"/>
          </a:xfrm>
          <a:prstGeom prst="actionButtonBlank">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en-GB" sz="800" spc="200" baseline="0"/>
          </a:p>
        </p:txBody>
      </p:sp>
      <p:sp>
        <p:nvSpPr>
          <p:cNvPr id="24" name="Action Button: Blank 23">
            <a:hlinkClick r:id="" action="ppaction://hlinkshowjump?jump=nextslide" highlightClick="1"/>
            <a:extLst>
              <a:ext uri="{FF2B5EF4-FFF2-40B4-BE49-F238E27FC236}">
                <a16:creationId xmlns:a16="http://schemas.microsoft.com/office/drawing/2014/main" id="{D8A25991-7D97-2D7E-E7E5-7FCAF48960C2}"/>
              </a:ext>
            </a:extLst>
          </p:cNvPr>
          <p:cNvSpPr/>
          <p:nvPr userDrawn="1"/>
        </p:nvSpPr>
        <p:spPr>
          <a:xfrm>
            <a:off x="11952172" y="-819"/>
            <a:ext cx="239828" cy="477887"/>
          </a:xfrm>
          <a:prstGeom prst="actionButtonBlank">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pc="200" baseline="0"/>
          </a:p>
        </p:txBody>
      </p:sp>
      <p:pic>
        <p:nvPicPr>
          <p:cNvPr id="29" name="Grafik 30">
            <a:extLst>
              <a:ext uri="{FF2B5EF4-FFF2-40B4-BE49-F238E27FC236}">
                <a16:creationId xmlns:a16="http://schemas.microsoft.com/office/drawing/2014/main" id="{EF639587-D2FA-4C70-52C9-9E319196427B}"/>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bwMode="gray">
          <a:xfrm>
            <a:off x="66730" y="65143"/>
            <a:ext cx="345964" cy="345964"/>
          </a:xfrm>
          <a:prstGeom prst="rect">
            <a:avLst/>
          </a:prstGeom>
        </p:spPr>
      </p:pic>
      <p:sp>
        <p:nvSpPr>
          <p:cNvPr id="30" name="object 34">
            <a:hlinkClick r:id="" action="ppaction://noaction"/>
            <a:extLst>
              <a:ext uri="{FF2B5EF4-FFF2-40B4-BE49-F238E27FC236}">
                <a16:creationId xmlns:a16="http://schemas.microsoft.com/office/drawing/2014/main" id="{747B53B0-886B-985E-FFD6-5976428E53A9}"/>
              </a:ext>
            </a:extLst>
          </p:cNvPr>
          <p:cNvSpPr/>
          <p:nvPr userDrawn="1"/>
        </p:nvSpPr>
        <p:spPr>
          <a:xfrm>
            <a:off x="479425" y="0"/>
            <a:ext cx="1098782" cy="476250"/>
          </a:xfrm>
          <a:prstGeom prst="rect">
            <a:avLst/>
          </a:prstGeom>
          <a:solidFill>
            <a:srgbClr val="EFEEEB"/>
          </a:solidFill>
          <a:ln w="6350">
            <a:noFill/>
          </a:ln>
        </p:spPr>
        <p:txBody>
          <a:bodyPr wrap="square" lIns="288000" tIns="0" rIns="36000" bIns="0" rtlCol="0" anchor="ctr"/>
          <a:lstStyle/>
          <a:p>
            <a:pPr marL="12700" lvl="0">
              <a:lnSpc>
                <a:spcPct val="100000"/>
              </a:lnSpc>
              <a:spcBef>
                <a:spcPts val="100"/>
              </a:spcBef>
            </a:pPr>
            <a:r>
              <a:rPr lang="en-GB" sz="700" b="0" spc="0" baseline="0">
                <a:solidFill>
                  <a:schemeClr val="bg2"/>
                </a:solidFill>
                <a:latin typeface="Boehringer Forward Text" panose="02000500000000020000" pitchFamily="2" charset="0"/>
                <a:cs typeface="BISans"/>
              </a:rPr>
              <a:t>Vision</a:t>
            </a:r>
            <a:br>
              <a:rPr lang="en-GB" sz="700" b="0" spc="0" baseline="0">
                <a:solidFill>
                  <a:schemeClr val="bg2"/>
                </a:solidFill>
                <a:latin typeface="Boehringer Forward Text" panose="02000500000000020000" pitchFamily="2" charset="0"/>
                <a:cs typeface="BISans"/>
              </a:rPr>
            </a:br>
            <a:r>
              <a:rPr lang="en-GB" sz="700" b="0" spc="0" baseline="0">
                <a:solidFill>
                  <a:schemeClr val="bg2"/>
                </a:solidFill>
                <a:latin typeface="Boehringer Forward Text" panose="02000500000000020000" pitchFamily="2" charset="0"/>
                <a:cs typeface="BISans"/>
              </a:rPr>
              <a:t>&amp; objectives​</a:t>
            </a:r>
          </a:p>
        </p:txBody>
      </p:sp>
      <p:sp>
        <p:nvSpPr>
          <p:cNvPr id="31" name="object 34">
            <a:hlinkClick r:id="" action="ppaction://noaction"/>
            <a:extLst>
              <a:ext uri="{FF2B5EF4-FFF2-40B4-BE49-F238E27FC236}">
                <a16:creationId xmlns:a16="http://schemas.microsoft.com/office/drawing/2014/main" id="{B9A80D8E-2B2E-8D95-027D-E4F2F1176DC7}"/>
              </a:ext>
            </a:extLst>
          </p:cNvPr>
          <p:cNvSpPr/>
          <p:nvPr userDrawn="1"/>
        </p:nvSpPr>
        <p:spPr>
          <a:xfrm>
            <a:off x="2731507" y="0"/>
            <a:ext cx="1098782" cy="476250"/>
          </a:xfrm>
          <a:prstGeom prst="rect">
            <a:avLst/>
          </a:prstGeom>
          <a:solidFill>
            <a:srgbClr val="EFEEEB"/>
          </a:solidFill>
          <a:ln w="6350">
            <a:noFill/>
          </a:ln>
        </p:spPr>
        <p:txBody>
          <a:bodyPr wrap="square" lIns="288000" tIns="0" rIns="0" bIns="0" rtlCol="0" anchor="ctr"/>
          <a:lstStyle/>
          <a:p>
            <a:pPr marL="12700" lvl="0">
              <a:lnSpc>
                <a:spcPct val="100000"/>
              </a:lnSpc>
              <a:spcBef>
                <a:spcPts val="100"/>
              </a:spcBef>
            </a:pPr>
            <a:r>
              <a:rPr lang="en-GB" sz="700" b="0" spc="0" baseline="0">
                <a:solidFill>
                  <a:schemeClr val="bg2"/>
                </a:solidFill>
                <a:latin typeface="Boehringer Forward Text" panose="02000500000000020000" pitchFamily="2" charset="0"/>
                <a:cs typeface="BISans"/>
              </a:rPr>
              <a:t>LR &amp; ​other</a:t>
            </a:r>
            <a:br>
              <a:rPr lang="en-GB" sz="700" b="0" spc="0" baseline="0">
                <a:solidFill>
                  <a:schemeClr val="bg2"/>
                </a:solidFill>
                <a:latin typeface="Boehringer Forward Text" panose="02000500000000020000" pitchFamily="2" charset="0"/>
                <a:cs typeface="BISans"/>
              </a:rPr>
            </a:br>
            <a:r>
              <a:rPr lang="en-GB" sz="700" b="0" spc="0" baseline="0">
                <a:solidFill>
                  <a:schemeClr val="bg2"/>
                </a:solidFill>
                <a:latin typeface="Boehringer Forward Text" panose="02000500000000020000" pitchFamily="2" charset="0"/>
                <a:cs typeface="BISans"/>
              </a:rPr>
              <a:t>Boehringer Ingelheim processes​</a:t>
            </a:r>
          </a:p>
        </p:txBody>
      </p:sp>
      <p:sp>
        <p:nvSpPr>
          <p:cNvPr id="36" name="object 34">
            <a:hlinkClick r:id="" action="ppaction://noaction"/>
            <a:extLst>
              <a:ext uri="{FF2B5EF4-FFF2-40B4-BE49-F238E27FC236}">
                <a16:creationId xmlns:a16="http://schemas.microsoft.com/office/drawing/2014/main" id="{E5E422C5-DA5B-8D47-D120-260568CB2019}"/>
              </a:ext>
            </a:extLst>
          </p:cNvPr>
          <p:cNvSpPr/>
          <p:nvPr userDrawn="1"/>
        </p:nvSpPr>
        <p:spPr>
          <a:xfrm>
            <a:off x="3857548" y="0"/>
            <a:ext cx="1098782" cy="476250"/>
          </a:xfrm>
          <a:prstGeom prst="rect">
            <a:avLst/>
          </a:prstGeom>
          <a:solidFill>
            <a:srgbClr val="EFEEEB"/>
          </a:solidFill>
          <a:ln w="6350">
            <a:noFill/>
          </a:ln>
        </p:spPr>
        <p:txBody>
          <a:bodyPr wrap="square" lIns="288000" tIns="0" rIns="0" bIns="0" rtlCol="0" anchor="ctr"/>
          <a:lstStyle/>
          <a:p>
            <a:pPr marL="12700" lvl="0">
              <a:lnSpc>
                <a:spcPct val="100000"/>
              </a:lnSpc>
              <a:spcBef>
                <a:spcPts val="100"/>
              </a:spcBef>
            </a:pPr>
            <a:r>
              <a:rPr lang="en-GB" sz="700" b="0" spc="0" baseline="0">
                <a:solidFill>
                  <a:schemeClr val="bg2"/>
                </a:solidFill>
                <a:latin typeface="Boehringer Forward Text" panose="02000500000000020000" pitchFamily="2" charset="0"/>
                <a:cs typeface="BISans"/>
              </a:rPr>
              <a:t>LR process ​roles</a:t>
            </a:r>
            <a:br>
              <a:rPr lang="en-GB" sz="700" b="0" spc="0" baseline="0">
                <a:solidFill>
                  <a:schemeClr val="bg2"/>
                </a:solidFill>
                <a:latin typeface="Boehringer Forward Text" panose="02000500000000020000" pitchFamily="2" charset="0"/>
                <a:cs typeface="BISans"/>
              </a:rPr>
            </a:br>
            <a:r>
              <a:rPr lang="en-GB" sz="700" b="0" spc="0" baseline="0">
                <a:solidFill>
                  <a:schemeClr val="bg2"/>
                </a:solidFill>
                <a:latin typeface="Boehringer Forward Text" panose="02000500000000020000" pitchFamily="2" charset="0"/>
                <a:cs typeface="BISans"/>
              </a:rPr>
              <a:t>&amp; responsibilities​</a:t>
            </a:r>
          </a:p>
        </p:txBody>
      </p:sp>
      <p:sp>
        <p:nvSpPr>
          <p:cNvPr id="37" name="object 34">
            <a:hlinkClick r:id="" action="ppaction://noaction"/>
            <a:extLst>
              <a:ext uri="{FF2B5EF4-FFF2-40B4-BE49-F238E27FC236}">
                <a16:creationId xmlns:a16="http://schemas.microsoft.com/office/drawing/2014/main" id="{6C7BEB55-8023-216C-74AE-C5498C81C379}"/>
              </a:ext>
            </a:extLst>
          </p:cNvPr>
          <p:cNvSpPr/>
          <p:nvPr userDrawn="1"/>
        </p:nvSpPr>
        <p:spPr>
          <a:xfrm>
            <a:off x="4983589" y="0"/>
            <a:ext cx="1098782" cy="476250"/>
          </a:xfrm>
          <a:prstGeom prst="rect">
            <a:avLst/>
          </a:prstGeom>
          <a:solidFill>
            <a:srgbClr val="EFEEEB"/>
          </a:solidFill>
          <a:ln w="6350">
            <a:noFill/>
          </a:ln>
        </p:spPr>
        <p:txBody>
          <a:bodyPr wrap="square" lIns="288000" tIns="0" rIns="0" bIns="0" rtlCol="0" anchor="ctr"/>
          <a:lstStyle/>
          <a:p>
            <a:pPr marL="12700" lvl="0">
              <a:lnSpc>
                <a:spcPct val="100000"/>
              </a:lnSpc>
              <a:spcBef>
                <a:spcPts val="100"/>
              </a:spcBef>
            </a:pPr>
            <a:r>
              <a:rPr lang="en-GB" sz="700" b="0" spc="0" baseline="0">
                <a:solidFill>
                  <a:schemeClr val="bg2"/>
                </a:solidFill>
                <a:latin typeface="Boehringer Forward Text" panose="02000500000000020000" pitchFamily="2" charset="0"/>
                <a:cs typeface="BISans"/>
              </a:rPr>
              <a:t>Setup launch teams in</a:t>
            </a:r>
            <a:br>
              <a:rPr lang="en-GB" sz="700" b="0" spc="0" baseline="0">
                <a:solidFill>
                  <a:schemeClr val="bg2"/>
                </a:solidFill>
                <a:latin typeface="Boehringer Forward Text" panose="02000500000000020000" pitchFamily="2" charset="0"/>
                <a:cs typeface="BISans"/>
              </a:rPr>
            </a:br>
            <a:r>
              <a:rPr lang="en-GB" sz="700" b="0" spc="0" baseline="0">
                <a:solidFill>
                  <a:schemeClr val="bg2"/>
                </a:solidFill>
                <a:latin typeface="Boehringer Forward Text" panose="02000500000000020000" pitchFamily="2" charset="0"/>
                <a:cs typeface="BISans"/>
              </a:rPr>
              <a:t>corporate</a:t>
            </a:r>
            <a:br>
              <a:rPr lang="en-GB" sz="700" b="0" spc="0" baseline="0">
                <a:solidFill>
                  <a:schemeClr val="bg2"/>
                </a:solidFill>
                <a:latin typeface="Boehringer Forward Text" panose="02000500000000020000" pitchFamily="2" charset="0"/>
                <a:cs typeface="BISans"/>
              </a:rPr>
            </a:br>
            <a:r>
              <a:rPr lang="en-GB" sz="700" b="0" spc="0" baseline="0">
                <a:solidFill>
                  <a:schemeClr val="bg2"/>
                </a:solidFill>
                <a:latin typeface="Boehringer Forward Text" panose="02000500000000020000" pitchFamily="2" charset="0"/>
                <a:cs typeface="BISans"/>
              </a:rPr>
              <a:t>TA &amp; OPUS​</a:t>
            </a:r>
          </a:p>
        </p:txBody>
      </p:sp>
      <p:sp>
        <p:nvSpPr>
          <p:cNvPr id="38" name="object 34">
            <a:hlinkClick r:id="" action="ppaction://noaction"/>
            <a:extLst>
              <a:ext uri="{FF2B5EF4-FFF2-40B4-BE49-F238E27FC236}">
                <a16:creationId xmlns:a16="http://schemas.microsoft.com/office/drawing/2014/main" id="{F7274F30-647A-B331-097E-1780D4B01FD3}"/>
              </a:ext>
            </a:extLst>
          </p:cNvPr>
          <p:cNvSpPr/>
          <p:nvPr userDrawn="1"/>
        </p:nvSpPr>
        <p:spPr>
          <a:xfrm>
            <a:off x="6109630" y="0"/>
            <a:ext cx="1098782" cy="476250"/>
          </a:xfrm>
          <a:prstGeom prst="rect">
            <a:avLst/>
          </a:prstGeom>
          <a:solidFill>
            <a:schemeClr val="tx2"/>
          </a:solidFill>
          <a:ln w="6350">
            <a:noFill/>
          </a:ln>
        </p:spPr>
        <p:txBody>
          <a:bodyPr wrap="square" lIns="288000" tIns="0" rIns="36000" bIns="0" rtlCol="0" anchor="ctr"/>
          <a:lstStyle/>
          <a:p>
            <a:pPr marL="12700" lvl="0">
              <a:lnSpc>
                <a:spcPct val="100000"/>
              </a:lnSpc>
              <a:spcBef>
                <a:spcPts val="100"/>
              </a:spcBef>
            </a:pPr>
            <a:r>
              <a:rPr lang="en-GB" sz="700" b="1" spc="0" baseline="0">
                <a:solidFill>
                  <a:schemeClr val="accent1"/>
                </a:solidFill>
                <a:latin typeface="Boehringer Forward Text" panose="02000500000000020000" pitchFamily="2" charset="0"/>
                <a:cs typeface="BISans"/>
              </a:rPr>
              <a:t>LR roadmap​</a:t>
            </a:r>
          </a:p>
        </p:txBody>
      </p:sp>
      <p:sp>
        <p:nvSpPr>
          <p:cNvPr id="39" name="object 34">
            <a:hlinkClick r:id="" action="ppaction://noaction"/>
            <a:extLst>
              <a:ext uri="{FF2B5EF4-FFF2-40B4-BE49-F238E27FC236}">
                <a16:creationId xmlns:a16="http://schemas.microsoft.com/office/drawing/2014/main" id="{0C62440B-102A-2AAE-45FB-D41DC3AC8287}"/>
              </a:ext>
            </a:extLst>
          </p:cNvPr>
          <p:cNvSpPr/>
          <p:nvPr userDrawn="1"/>
        </p:nvSpPr>
        <p:spPr>
          <a:xfrm>
            <a:off x="9487753" y="0"/>
            <a:ext cx="1098782" cy="476250"/>
          </a:xfrm>
          <a:prstGeom prst="rect">
            <a:avLst/>
          </a:prstGeom>
          <a:solidFill>
            <a:srgbClr val="EFEEEB"/>
          </a:solidFill>
          <a:ln w="6350">
            <a:noFill/>
          </a:ln>
        </p:spPr>
        <p:txBody>
          <a:bodyPr wrap="square" lIns="288000" tIns="0" rIns="36000" bIns="0" rtlCol="0" anchor="ctr">
            <a:normAutofit/>
          </a:bodyPr>
          <a:lstStyle/>
          <a:p>
            <a:pPr marL="12700" lvl="0">
              <a:lnSpc>
                <a:spcPct val="100000"/>
              </a:lnSpc>
              <a:spcBef>
                <a:spcPts val="100"/>
              </a:spcBef>
            </a:pPr>
            <a:r>
              <a:rPr lang="en-GB" sz="700" b="0" spc="0" baseline="0">
                <a:solidFill>
                  <a:schemeClr val="bg2"/>
                </a:solidFill>
                <a:latin typeface="Boehringer Forward Text" panose="02000500000000020000" pitchFamily="2" charset="0"/>
                <a:cs typeface="BISans"/>
              </a:rPr>
              <a:t>Metrics of success​</a:t>
            </a:r>
          </a:p>
        </p:txBody>
      </p:sp>
      <p:grpSp>
        <p:nvGrpSpPr>
          <p:cNvPr id="57" name="Group 56">
            <a:extLst>
              <a:ext uri="{FF2B5EF4-FFF2-40B4-BE49-F238E27FC236}">
                <a16:creationId xmlns:a16="http://schemas.microsoft.com/office/drawing/2014/main" id="{68CEB4CB-45F1-67F7-B332-FEB1290F628B}"/>
              </a:ext>
            </a:extLst>
          </p:cNvPr>
          <p:cNvGrpSpPr/>
          <p:nvPr userDrawn="1"/>
        </p:nvGrpSpPr>
        <p:grpSpPr>
          <a:xfrm>
            <a:off x="544282" y="158858"/>
            <a:ext cx="158615" cy="158535"/>
            <a:chOff x="515356" y="35932"/>
            <a:chExt cx="158615" cy="158535"/>
          </a:xfrm>
          <a:solidFill>
            <a:schemeClr val="accent1"/>
          </a:solidFill>
        </p:grpSpPr>
        <p:sp>
          <p:nvSpPr>
            <p:cNvPr id="71" name="Freeform: Shape 70">
              <a:extLst>
                <a:ext uri="{FF2B5EF4-FFF2-40B4-BE49-F238E27FC236}">
                  <a16:creationId xmlns:a16="http://schemas.microsoft.com/office/drawing/2014/main" id="{A8BFFF01-614B-9BDC-3F1C-1FDDAAFD2DB1}"/>
                </a:ext>
              </a:extLst>
            </p:cNvPr>
            <p:cNvSpPr/>
            <p:nvPr/>
          </p:nvSpPr>
          <p:spPr>
            <a:xfrm>
              <a:off x="566880" y="79529"/>
              <a:ext cx="43597" cy="63414"/>
            </a:xfrm>
            <a:custGeom>
              <a:avLst/>
              <a:gdLst>
                <a:gd name="connsiteX0" fmla="*/ 43597 w 43597"/>
                <a:gd name="connsiteY0" fmla="*/ 46372 h 63414"/>
                <a:gd name="connsiteX1" fmla="*/ 33847 w 43597"/>
                <a:gd name="connsiteY1" fmla="*/ 31707 h 63414"/>
                <a:gd name="connsiteX2" fmla="*/ 13555 w 43597"/>
                <a:gd name="connsiteY2" fmla="*/ 31707 h 63414"/>
                <a:gd name="connsiteX3" fmla="*/ 7927 w 43597"/>
                <a:gd name="connsiteY3" fmla="*/ 26079 h 63414"/>
                <a:gd name="connsiteX4" fmla="*/ 7927 w 43597"/>
                <a:gd name="connsiteY4" fmla="*/ 15854 h 63414"/>
                <a:gd name="connsiteX5" fmla="*/ 0 w 43597"/>
                <a:gd name="connsiteY5" fmla="*/ 15854 h 63414"/>
                <a:gd name="connsiteX6" fmla="*/ 0 w 43597"/>
                <a:gd name="connsiteY6" fmla="*/ 29408 h 63414"/>
                <a:gd name="connsiteX7" fmla="*/ 10226 w 43597"/>
                <a:gd name="connsiteY7" fmla="*/ 39634 h 63414"/>
                <a:gd name="connsiteX8" fmla="*/ 29567 w 43597"/>
                <a:gd name="connsiteY8" fmla="*/ 39634 h 63414"/>
                <a:gd name="connsiteX9" fmla="*/ 35671 w 43597"/>
                <a:gd name="connsiteY9" fmla="*/ 48750 h 63414"/>
                <a:gd name="connsiteX10" fmla="*/ 35671 w 43597"/>
                <a:gd name="connsiteY10" fmla="*/ 63414 h 63414"/>
                <a:gd name="connsiteX11" fmla="*/ 43597 w 43597"/>
                <a:gd name="connsiteY11" fmla="*/ 63414 h 63414"/>
                <a:gd name="connsiteX12" fmla="*/ 43597 w 43597"/>
                <a:gd name="connsiteY12" fmla="*/ 46372 h 63414"/>
                <a:gd name="connsiteX13" fmla="*/ 7927 w 43597"/>
                <a:gd name="connsiteY13" fmla="*/ 15854 h 63414"/>
                <a:gd name="connsiteX14" fmla="*/ 27744 w 43597"/>
                <a:gd name="connsiteY14" fmla="*/ 7927 h 63414"/>
                <a:gd name="connsiteX15" fmla="*/ 27744 w 43597"/>
                <a:gd name="connsiteY15" fmla="*/ 0 h 63414"/>
                <a:gd name="connsiteX16" fmla="*/ 7927 w 43597"/>
                <a:gd name="connsiteY16" fmla="*/ 7927 h 63414"/>
                <a:gd name="connsiteX17" fmla="*/ 7927 w 43597"/>
                <a:gd name="connsiteY17" fmla="*/ 15854 h 634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43597" h="63414">
                  <a:moveTo>
                    <a:pt x="43597" y="46372"/>
                  </a:moveTo>
                  <a:lnTo>
                    <a:pt x="33847" y="31707"/>
                  </a:lnTo>
                  <a:lnTo>
                    <a:pt x="13555" y="31707"/>
                  </a:lnTo>
                  <a:lnTo>
                    <a:pt x="7927" y="26079"/>
                  </a:lnTo>
                  <a:lnTo>
                    <a:pt x="7927" y="15854"/>
                  </a:lnTo>
                  <a:lnTo>
                    <a:pt x="0" y="15854"/>
                  </a:lnTo>
                  <a:lnTo>
                    <a:pt x="0" y="29408"/>
                  </a:lnTo>
                  <a:lnTo>
                    <a:pt x="10226" y="39634"/>
                  </a:lnTo>
                  <a:lnTo>
                    <a:pt x="29567" y="39634"/>
                  </a:lnTo>
                  <a:lnTo>
                    <a:pt x="35671" y="48750"/>
                  </a:lnTo>
                  <a:lnTo>
                    <a:pt x="35671" y="63414"/>
                  </a:lnTo>
                  <a:lnTo>
                    <a:pt x="43597" y="63414"/>
                  </a:lnTo>
                  <a:lnTo>
                    <a:pt x="43597" y="46372"/>
                  </a:lnTo>
                  <a:close/>
                  <a:moveTo>
                    <a:pt x="7927" y="15854"/>
                  </a:moveTo>
                  <a:lnTo>
                    <a:pt x="27744" y="7927"/>
                  </a:lnTo>
                  <a:lnTo>
                    <a:pt x="27744" y="0"/>
                  </a:lnTo>
                  <a:lnTo>
                    <a:pt x="7927" y="7927"/>
                  </a:lnTo>
                  <a:lnTo>
                    <a:pt x="7927" y="15854"/>
                  </a:lnTo>
                  <a:close/>
                </a:path>
              </a:pathLst>
            </a:custGeom>
            <a:grpFill/>
            <a:ln w="7541"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A3876478-D943-210D-6278-8531066421C8}"/>
                </a:ext>
              </a:extLst>
            </p:cNvPr>
            <p:cNvSpPr/>
            <p:nvPr/>
          </p:nvSpPr>
          <p:spPr>
            <a:xfrm>
              <a:off x="594624" y="91420"/>
              <a:ext cx="39633" cy="39633"/>
            </a:xfrm>
            <a:custGeom>
              <a:avLst/>
              <a:gdLst>
                <a:gd name="connsiteX0" fmla="*/ 39634 w 39633"/>
                <a:gd name="connsiteY0" fmla="*/ 23780 h 39633"/>
                <a:gd name="connsiteX1" fmla="*/ 31707 w 39633"/>
                <a:gd name="connsiteY1" fmla="*/ 23780 h 39633"/>
                <a:gd name="connsiteX2" fmla="*/ 31707 w 39633"/>
                <a:gd name="connsiteY2" fmla="*/ 39634 h 39633"/>
                <a:gd name="connsiteX3" fmla="*/ 39634 w 39633"/>
                <a:gd name="connsiteY3" fmla="*/ 39634 h 39633"/>
                <a:gd name="connsiteX4" fmla="*/ 39634 w 39633"/>
                <a:gd name="connsiteY4" fmla="*/ 23780 h 39633"/>
                <a:gd name="connsiteX5" fmla="*/ 7927 w 39633"/>
                <a:gd name="connsiteY5" fmla="*/ 0 h 39633"/>
                <a:gd name="connsiteX6" fmla="*/ 0 w 39633"/>
                <a:gd name="connsiteY6" fmla="*/ 0 h 39633"/>
                <a:gd name="connsiteX7" fmla="*/ 0 w 39633"/>
                <a:gd name="connsiteY7" fmla="*/ 7927 h 39633"/>
                <a:gd name="connsiteX8" fmla="*/ 7927 w 39633"/>
                <a:gd name="connsiteY8" fmla="*/ 7927 h 39633"/>
                <a:gd name="connsiteX9" fmla="*/ 7927 w 39633"/>
                <a:gd name="connsiteY9" fmla="*/ 0 h 39633"/>
                <a:gd name="connsiteX10" fmla="*/ 15854 w 39633"/>
                <a:gd name="connsiteY10" fmla="*/ 7927 h 39633"/>
                <a:gd name="connsiteX11" fmla="*/ 7927 w 39633"/>
                <a:gd name="connsiteY11" fmla="*/ 7927 h 39633"/>
                <a:gd name="connsiteX12" fmla="*/ 7927 w 39633"/>
                <a:gd name="connsiteY12" fmla="*/ 15854 h 39633"/>
                <a:gd name="connsiteX13" fmla="*/ 15854 w 39633"/>
                <a:gd name="connsiteY13" fmla="*/ 15854 h 39633"/>
                <a:gd name="connsiteX14" fmla="*/ 15854 w 39633"/>
                <a:gd name="connsiteY14" fmla="*/ 7927 h 39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9633" h="39633">
                  <a:moveTo>
                    <a:pt x="39634" y="23780"/>
                  </a:moveTo>
                  <a:lnTo>
                    <a:pt x="31707" y="23780"/>
                  </a:lnTo>
                  <a:lnTo>
                    <a:pt x="31707" y="39634"/>
                  </a:lnTo>
                  <a:lnTo>
                    <a:pt x="39634" y="39634"/>
                  </a:lnTo>
                  <a:lnTo>
                    <a:pt x="39634" y="23780"/>
                  </a:lnTo>
                  <a:close/>
                  <a:moveTo>
                    <a:pt x="7927" y="0"/>
                  </a:moveTo>
                  <a:lnTo>
                    <a:pt x="0" y="0"/>
                  </a:lnTo>
                  <a:lnTo>
                    <a:pt x="0" y="7927"/>
                  </a:lnTo>
                  <a:lnTo>
                    <a:pt x="7927" y="7927"/>
                  </a:lnTo>
                  <a:lnTo>
                    <a:pt x="7927" y="0"/>
                  </a:lnTo>
                  <a:close/>
                  <a:moveTo>
                    <a:pt x="15854" y="7927"/>
                  </a:moveTo>
                  <a:lnTo>
                    <a:pt x="7927" y="7927"/>
                  </a:lnTo>
                  <a:lnTo>
                    <a:pt x="7927" y="15854"/>
                  </a:lnTo>
                  <a:lnTo>
                    <a:pt x="15854" y="15854"/>
                  </a:lnTo>
                  <a:lnTo>
                    <a:pt x="15854" y="7927"/>
                  </a:lnTo>
                  <a:close/>
                </a:path>
              </a:pathLst>
            </a:custGeom>
            <a:grpFill/>
            <a:ln w="7541"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BDFC8D67-B5C1-7BB9-9297-E5D0D4BFEEA1}"/>
                </a:ext>
              </a:extLst>
            </p:cNvPr>
            <p:cNvSpPr/>
            <p:nvPr/>
          </p:nvSpPr>
          <p:spPr>
            <a:xfrm>
              <a:off x="515356" y="35932"/>
              <a:ext cx="158615" cy="158535"/>
            </a:xfrm>
            <a:custGeom>
              <a:avLst/>
              <a:gdLst>
                <a:gd name="connsiteX0" fmla="*/ 79268 w 158615"/>
                <a:gd name="connsiteY0" fmla="*/ 0 h 158535"/>
                <a:gd name="connsiteX1" fmla="*/ 0 w 158615"/>
                <a:gd name="connsiteY1" fmla="*/ 79268 h 158535"/>
                <a:gd name="connsiteX2" fmla="*/ 79268 w 158615"/>
                <a:gd name="connsiteY2" fmla="*/ 158536 h 158535"/>
                <a:gd name="connsiteX3" fmla="*/ 142603 w 158615"/>
                <a:gd name="connsiteY3" fmla="*/ 126829 h 158535"/>
                <a:gd name="connsiteX4" fmla="*/ 142682 w 158615"/>
                <a:gd name="connsiteY4" fmla="*/ 126829 h 158535"/>
                <a:gd name="connsiteX5" fmla="*/ 142682 w 158615"/>
                <a:gd name="connsiteY5" fmla="*/ 126749 h 158535"/>
                <a:gd name="connsiteX6" fmla="*/ 158615 w 158615"/>
                <a:gd name="connsiteY6" fmla="*/ 79268 h 158535"/>
                <a:gd name="connsiteX7" fmla="*/ 79268 w 158615"/>
                <a:gd name="connsiteY7" fmla="*/ 0 h 158535"/>
                <a:gd name="connsiteX8" fmla="*/ 138640 w 158615"/>
                <a:gd name="connsiteY8" fmla="*/ 118743 h 158535"/>
                <a:gd name="connsiteX9" fmla="*/ 126829 w 158615"/>
                <a:gd name="connsiteY9" fmla="*/ 95122 h 158535"/>
                <a:gd name="connsiteX10" fmla="*/ 118902 w 158615"/>
                <a:gd name="connsiteY10" fmla="*/ 95122 h 158535"/>
                <a:gd name="connsiteX11" fmla="*/ 126829 w 158615"/>
                <a:gd name="connsiteY11" fmla="*/ 110975 h 158535"/>
                <a:gd name="connsiteX12" fmla="*/ 133884 w 158615"/>
                <a:gd name="connsiteY12" fmla="*/ 125085 h 158535"/>
                <a:gd name="connsiteX13" fmla="*/ 79268 w 158615"/>
                <a:gd name="connsiteY13" fmla="*/ 150609 h 158535"/>
                <a:gd name="connsiteX14" fmla="*/ 79268 w 158615"/>
                <a:gd name="connsiteY14" fmla="*/ 126829 h 158535"/>
                <a:gd name="connsiteX15" fmla="*/ 87195 w 158615"/>
                <a:gd name="connsiteY15" fmla="*/ 107012 h 158535"/>
                <a:gd name="connsiteX16" fmla="*/ 79189 w 158615"/>
                <a:gd name="connsiteY16" fmla="*/ 107012 h 158535"/>
                <a:gd name="connsiteX17" fmla="*/ 71341 w 158615"/>
                <a:gd name="connsiteY17" fmla="*/ 126829 h 158535"/>
                <a:gd name="connsiteX18" fmla="*/ 71341 w 158615"/>
                <a:gd name="connsiteY18" fmla="*/ 150133 h 158535"/>
                <a:gd name="connsiteX19" fmla="*/ 63018 w 158615"/>
                <a:gd name="connsiteY19" fmla="*/ 148627 h 158535"/>
                <a:gd name="connsiteX20" fmla="*/ 43914 w 158615"/>
                <a:gd name="connsiteY20" fmla="*/ 99006 h 158535"/>
                <a:gd name="connsiteX21" fmla="*/ 35433 w 158615"/>
                <a:gd name="connsiteY21" fmla="*/ 99006 h 158535"/>
                <a:gd name="connsiteX22" fmla="*/ 53347 w 158615"/>
                <a:gd name="connsiteY22" fmla="*/ 145615 h 158535"/>
                <a:gd name="connsiteX23" fmla="*/ 7927 w 158615"/>
                <a:gd name="connsiteY23" fmla="*/ 79189 h 158535"/>
                <a:gd name="connsiteX24" fmla="*/ 18628 w 158615"/>
                <a:gd name="connsiteY24" fmla="*/ 41695 h 158535"/>
                <a:gd name="connsiteX25" fmla="*/ 31628 w 158615"/>
                <a:gd name="connsiteY25" fmla="*/ 53268 h 158535"/>
                <a:gd name="connsiteX26" fmla="*/ 31628 w 158615"/>
                <a:gd name="connsiteY26" fmla="*/ 67298 h 158535"/>
                <a:gd name="connsiteX27" fmla="*/ 22908 w 158615"/>
                <a:gd name="connsiteY27" fmla="*/ 67298 h 158535"/>
                <a:gd name="connsiteX28" fmla="*/ 29250 w 158615"/>
                <a:gd name="connsiteY28" fmla="*/ 83152 h 158535"/>
                <a:gd name="connsiteX29" fmla="*/ 20530 w 158615"/>
                <a:gd name="connsiteY29" fmla="*/ 83152 h 158535"/>
                <a:gd name="connsiteX30" fmla="*/ 26793 w 158615"/>
                <a:gd name="connsiteY30" fmla="*/ 99006 h 158535"/>
                <a:gd name="connsiteX31" fmla="*/ 35353 w 158615"/>
                <a:gd name="connsiteY31" fmla="*/ 99006 h 158535"/>
                <a:gd name="connsiteX32" fmla="*/ 29329 w 158615"/>
                <a:gd name="connsiteY32" fmla="*/ 83152 h 158535"/>
                <a:gd name="connsiteX33" fmla="*/ 37732 w 158615"/>
                <a:gd name="connsiteY33" fmla="*/ 83152 h 158535"/>
                <a:gd name="connsiteX34" fmla="*/ 31628 w 158615"/>
                <a:gd name="connsiteY34" fmla="*/ 67298 h 158535"/>
                <a:gd name="connsiteX35" fmla="*/ 39555 w 158615"/>
                <a:gd name="connsiteY35" fmla="*/ 67298 h 158535"/>
                <a:gd name="connsiteX36" fmla="*/ 39555 w 158615"/>
                <a:gd name="connsiteY36" fmla="*/ 49622 h 158535"/>
                <a:gd name="connsiteX37" fmla="*/ 23225 w 158615"/>
                <a:gd name="connsiteY37" fmla="*/ 35116 h 158535"/>
                <a:gd name="connsiteX38" fmla="*/ 63414 w 158615"/>
                <a:gd name="connsiteY38" fmla="*/ 9671 h 158535"/>
                <a:gd name="connsiteX39" fmla="*/ 63414 w 158615"/>
                <a:gd name="connsiteY39" fmla="*/ 17439 h 158535"/>
                <a:gd name="connsiteX40" fmla="*/ 79268 w 158615"/>
                <a:gd name="connsiteY40" fmla="*/ 33293 h 158535"/>
                <a:gd name="connsiteX41" fmla="*/ 79268 w 158615"/>
                <a:gd name="connsiteY41" fmla="*/ 43518 h 158535"/>
                <a:gd name="connsiteX42" fmla="*/ 87195 w 158615"/>
                <a:gd name="connsiteY42" fmla="*/ 43518 h 158535"/>
                <a:gd name="connsiteX43" fmla="*/ 87195 w 158615"/>
                <a:gd name="connsiteY43" fmla="*/ 29963 h 158535"/>
                <a:gd name="connsiteX44" fmla="*/ 71341 w 158615"/>
                <a:gd name="connsiteY44" fmla="*/ 14110 h 158535"/>
                <a:gd name="connsiteX45" fmla="*/ 71341 w 158615"/>
                <a:gd name="connsiteY45" fmla="*/ 8323 h 158535"/>
                <a:gd name="connsiteX46" fmla="*/ 79268 w 158615"/>
                <a:gd name="connsiteY46" fmla="*/ 7848 h 158535"/>
                <a:gd name="connsiteX47" fmla="*/ 146170 w 158615"/>
                <a:gd name="connsiteY47" fmla="*/ 54536 h 158535"/>
                <a:gd name="connsiteX48" fmla="*/ 118902 w 158615"/>
                <a:gd name="connsiteY48" fmla="*/ 70311 h 158535"/>
                <a:gd name="connsiteX49" fmla="*/ 118902 w 158615"/>
                <a:gd name="connsiteY49" fmla="*/ 79189 h 158535"/>
                <a:gd name="connsiteX50" fmla="*/ 148310 w 158615"/>
                <a:gd name="connsiteY50" fmla="*/ 61512 h 158535"/>
                <a:gd name="connsiteX51" fmla="*/ 150609 w 158615"/>
                <a:gd name="connsiteY51" fmla="*/ 79189 h 158535"/>
                <a:gd name="connsiteX52" fmla="*/ 138640 w 158615"/>
                <a:gd name="connsiteY52" fmla="*/ 118664 h 158535"/>
                <a:gd name="connsiteX53" fmla="*/ 138640 w 158615"/>
                <a:gd name="connsiteY53" fmla="*/ 118743 h 158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158615" h="158535">
                  <a:moveTo>
                    <a:pt x="79268" y="0"/>
                  </a:moveTo>
                  <a:cubicBezTo>
                    <a:pt x="35512" y="0"/>
                    <a:pt x="0" y="35512"/>
                    <a:pt x="0" y="79268"/>
                  </a:cubicBezTo>
                  <a:cubicBezTo>
                    <a:pt x="0" y="123024"/>
                    <a:pt x="35512" y="158536"/>
                    <a:pt x="79268" y="158536"/>
                  </a:cubicBezTo>
                  <a:cubicBezTo>
                    <a:pt x="105189" y="158536"/>
                    <a:pt x="128097" y="146012"/>
                    <a:pt x="142603" y="126829"/>
                  </a:cubicBezTo>
                  <a:lnTo>
                    <a:pt x="142682" y="126829"/>
                  </a:lnTo>
                  <a:lnTo>
                    <a:pt x="142682" y="126749"/>
                  </a:lnTo>
                  <a:cubicBezTo>
                    <a:pt x="153001" y="113068"/>
                    <a:pt x="158592" y="96404"/>
                    <a:pt x="158615" y="79268"/>
                  </a:cubicBezTo>
                  <a:cubicBezTo>
                    <a:pt x="158536" y="35512"/>
                    <a:pt x="123024" y="0"/>
                    <a:pt x="79268" y="0"/>
                  </a:cubicBezTo>
                  <a:close/>
                  <a:moveTo>
                    <a:pt x="138640" y="118743"/>
                  </a:moveTo>
                  <a:lnTo>
                    <a:pt x="126829" y="95122"/>
                  </a:lnTo>
                  <a:lnTo>
                    <a:pt x="118902" y="95122"/>
                  </a:lnTo>
                  <a:cubicBezTo>
                    <a:pt x="120566" y="98371"/>
                    <a:pt x="123658" y="104713"/>
                    <a:pt x="126829" y="110975"/>
                  </a:cubicBezTo>
                  <a:lnTo>
                    <a:pt x="133884" y="125085"/>
                  </a:lnTo>
                  <a:cubicBezTo>
                    <a:pt x="120352" y="141255"/>
                    <a:pt x="100353" y="150601"/>
                    <a:pt x="79268" y="150609"/>
                  </a:cubicBezTo>
                  <a:lnTo>
                    <a:pt x="79268" y="126829"/>
                  </a:lnTo>
                  <a:lnTo>
                    <a:pt x="87195" y="107012"/>
                  </a:lnTo>
                  <a:lnTo>
                    <a:pt x="79189" y="107012"/>
                  </a:lnTo>
                  <a:lnTo>
                    <a:pt x="71341" y="126829"/>
                  </a:lnTo>
                  <a:lnTo>
                    <a:pt x="71341" y="150133"/>
                  </a:lnTo>
                  <a:cubicBezTo>
                    <a:pt x="68539" y="149799"/>
                    <a:pt x="65760" y="149296"/>
                    <a:pt x="63018" y="148627"/>
                  </a:cubicBezTo>
                  <a:lnTo>
                    <a:pt x="43914" y="99006"/>
                  </a:lnTo>
                  <a:lnTo>
                    <a:pt x="35433" y="99006"/>
                  </a:lnTo>
                  <a:lnTo>
                    <a:pt x="53347" y="145615"/>
                  </a:lnTo>
                  <a:cubicBezTo>
                    <a:pt x="26793" y="135231"/>
                    <a:pt x="7927" y="109469"/>
                    <a:pt x="7927" y="79189"/>
                  </a:cubicBezTo>
                  <a:cubicBezTo>
                    <a:pt x="7927" y="65396"/>
                    <a:pt x="11890" y="52634"/>
                    <a:pt x="18628" y="41695"/>
                  </a:cubicBezTo>
                  <a:cubicBezTo>
                    <a:pt x="20134" y="43042"/>
                    <a:pt x="28695" y="50731"/>
                    <a:pt x="31628" y="53268"/>
                  </a:cubicBezTo>
                  <a:lnTo>
                    <a:pt x="31628" y="67298"/>
                  </a:lnTo>
                  <a:lnTo>
                    <a:pt x="22908" y="67298"/>
                  </a:lnTo>
                  <a:lnTo>
                    <a:pt x="29250" y="83152"/>
                  </a:lnTo>
                  <a:lnTo>
                    <a:pt x="20530" y="83152"/>
                  </a:lnTo>
                  <a:lnTo>
                    <a:pt x="26793" y="99006"/>
                  </a:lnTo>
                  <a:lnTo>
                    <a:pt x="35353" y="99006"/>
                  </a:lnTo>
                  <a:lnTo>
                    <a:pt x="29329" y="83152"/>
                  </a:lnTo>
                  <a:lnTo>
                    <a:pt x="37732" y="83152"/>
                  </a:lnTo>
                  <a:lnTo>
                    <a:pt x="31628" y="67298"/>
                  </a:lnTo>
                  <a:lnTo>
                    <a:pt x="39555" y="67298"/>
                  </a:lnTo>
                  <a:lnTo>
                    <a:pt x="39555" y="49622"/>
                  </a:lnTo>
                  <a:cubicBezTo>
                    <a:pt x="39555" y="49622"/>
                    <a:pt x="24890" y="36622"/>
                    <a:pt x="23225" y="35116"/>
                  </a:cubicBezTo>
                  <a:cubicBezTo>
                    <a:pt x="33304" y="22273"/>
                    <a:pt x="47495" y="13288"/>
                    <a:pt x="63414" y="9671"/>
                  </a:cubicBezTo>
                  <a:lnTo>
                    <a:pt x="63414" y="17439"/>
                  </a:lnTo>
                  <a:lnTo>
                    <a:pt x="79268" y="33293"/>
                  </a:lnTo>
                  <a:lnTo>
                    <a:pt x="79268" y="43518"/>
                  </a:lnTo>
                  <a:lnTo>
                    <a:pt x="87195" y="43518"/>
                  </a:lnTo>
                  <a:lnTo>
                    <a:pt x="87195" y="29963"/>
                  </a:lnTo>
                  <a:lnTo>
                    <a:pt x="71341" y="14110"/>
                  </a:lnTo>
                  <a:lnTo>
                    <a:pt x="71341" y="8323"/>
                  </a:lnTo>
                  <a:cubicBezTo>
                    <a:pt x="73957" y="8006"/>
                    <a:pt x="76573" y="7848"/>
                    <a:pt x="79268" y="7848"/>
                  </a:cubicBezTo>
                  <a:cubicBezTo>
                    <a:pt x="110024" y="7848"/>
                    <a:pt x="136103" y="27347"/>
                    <a:pt x="146170" y="54536"/>
                  </a:cubicBezTo>
                  <a:lnTo>
                    <a:pt x="118902" y="70311"/>
                  </a:lnTo>
                  <a:lnTo>
                    <a:pt x="118902" y="79189"/>
                  </a:lnTo>
                  <a:lnTo>
                    <a:pt x="148310" y="61512"/>
                  </a:lnTo>
                  <a:cubicBezTo>
                    <a:pt x="149737" y="67219"/>
                    <a:pt x="150609" y="73085"/>
                    <a:pt x="150609" y="79189"/>
                  </a:cubicBezTo>
                  <a:cubicBezTo>
                    <a:pt x="150609" y="93774"/>
                    <a:pt x="146170" y="107408"/>
                    <a:pt x="138640" y="118664"/>
                  </a:cubicBezTo>
                  <a:lnTo>
                    <a:pt x="138640" y="118743"/>
                  </a:lnTo>
                  <a:close/>
                </a:path>
              </a:pathLst>
            </a:custGeom>
            <a:grpFill/>
            <a:ln w="7541" cap="flat">
              <a:noFill/>
              <a:prstDash val="solid"/>
              <a:miter/>
            </a:ln>
          </p:spPr>
          <p:txBody>
            <a:bodyPr rtlCol="0" anchor="ctr"/>
            <a:lstStyle/>
            <a:p>
              <a:endParaRPr lang="en-US"/>
            </a:p>
          </p:txBody>
        </p:sp>
      </p:grpSp>
      <p:pic>
        <p:nvPicPr>
          <p:cNvPr id="58" name="Graphic 57">
            <a:hlinkClick r:id="" action="ppaction://noaction"/>
            <a:extLst>
              <a:ext uri="{FF2B5EF4-FFF2-40B4-BE49-F238E27FC236}">
                <a16:creationId xmlns:a16="http://schemas.microsoft.com/office/drawing/2014/main" id="{66B8993D-43CB-E13B-63EA-F35F1170E3CC}"/>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671143" y="162182"/>
            <a:ext cx="151886" cy="151886"/>
          </a:xfrm>
          <a:prstGeom prst="rect">
            <a:avLst/>
          </a:prstGeom>
        </p:spPr>
      </p:pic>
      <p:sp>
        <p:nvSpPr>
          <p:cNvPr id="59" name="Graphic 30">
            <a:extLst>
              <a:ext uri="{FF2B5EF4-FFF2-40B4-BE49-F238E27FC236}">
                <a16:creationId xmlns:a16="http://schemas.microsoft.com/office/drawing/2014/main" id="{CDA087CC-6694-28E5-AEC4-82B75CDBC45D}"/>
              </a:ext>
            </a:extLst>
          </p:cNvPr>
          <p:cNvSpPr/>
          <p:nvPr userDrawn="1"/>
        </p:nvSpPr>
        <p:spPr>
          <a:xfrm>
            <a:off x="2801186" y="159969"/>
            <a:ext cx="156312" cy="156312"/>
          </a:xfrm>
          <a:custGeom>
            <a:avLst/>
            <a:gdLst>
              <a:gd name="connsiteX0" fmla="*/ 103232 w 171450"/>
              <a:gd name="connsiteY0" fmla="*/ 0 h 171450"/>
              <a:gd name="connsiteX1" fmla="*/ 68218 w 171450"/>
              <a:gd name="connsiteY1" fmla="*/ 0 h 171450"/>
              <a:gd name="connsiteX2" fmla="*/ 59312 w 171450"/>
              <a:gd name="connsiteY2" fmla="*/ 22241 h 171450"/>
              <a:gd name="connsiteX3" fmla="*/ 37509 w 171450"/>
              <a:gd name="connsiteY3" fmla="*/ 12716 h 171450"/>
              <a:gd name="connsiteX4" fmla="*/ 12706 w 171450"/>
              <a:gd name="connsiteY4" fmla="*/ 37509 h 171450"/>
              <a:gd name="connsiteX5" fmla="*/ 22241 w 171450"/>
              <a:gd name="connsiteY5" fmla="*/ 59322 h 171450"/>
              <a:gd name="connsiteX6" fmla="*/ 0 w 171450"/>
              <a:gd name="connsiteY6" fmla="*/ 68199 h 171450"/>
              <a:gd name="connsiteX7" fmla="*/ 0 w 171450"/>
              <a:gd name="connsiteY7" fmla="*/ 103222 h 171450"/>
              <a:gd name="connsiteX8" fmla="*/ 22241 w 171450"/>
              <a:gd name="connsiteY8" fmla="*/ 112128 h 171450"/>
              <a:gd name="connsiteX9" fmla="*/ 12716 w 171450"/>
              <a:gd name="connsiteY9" fmla="*/ 133941 h 171450"/>
              <a:gd name="connsiteX10" fmla="*/ 37509 w 171450"/>
              <a:gd name="connsiteY10" fmla="*/ 158734 h 171450"/>
              <a:gd name="connsiteX11" fmla="*/ 59322 w 171450"/>
              <a:gd name="connsiteY11" fmla="*/ 149200 h 171450"/>
              <a:gd name="connsiteX12" fmla="*/ 68199 w 171450"/>
              <a:gd name="connsiteY12" fmla="*/ 171450 h 171450"/>
              <a:gd name="connsiteX13" fmla="*/ 103251 w 171450"/>
              <a:gd name="connsiteY13" fmla="*/ 171450 h 171450"/>
              <a:gd name="connsiteX14" fmla="*/ 111928 w 171450"/>
              <a:gd name="connsiteY14" fmla="*/ 149285 h 171450"/>
              <a:gd name="connsiteX15" fmla="*/ 133950 w 171450"/>
              <a:gd name="connsiteY15" fmla="*/ 158725 h 171450"/>
              <a:gd name="connsiteX16" fmla="*/ 158734 w 171450"/>
              <a:gd name="connsiteY16" fmla="*/ 133941 h 171450"/>
              <a:gd name="connsiteX17" fmla="*/ 149200 w 171450"/>
              <a:gd name="connsiteY17" fmla="*/ 112128 h 171450"/>
              <a:gd name="connsiteX18" fmla="*/ 171450 w 171450"/>
              <a:gd name="connsiteY18" fmla="*/ 103241 h 171450"/>
              <a:gd name="connsiteX19" fmla="*/ 171450 w 171450"/>
              <a:gd name="connsiteY19" fmla="*/ 68218 h 171450"/>
              <a:gd name="connsiteX20" fmla="*/ 149209 w 171450"/>
              <a:gd name="connsiteY20" fmla="*/ 59322 h 171450"/>
              <a:gd name="connsiteX21" fmla="*/ 158734 w 171450"/>
              <a:gd name="connsiteY21" fmla="*/ 37519 h 171450"/>
              <a:gd name="connsiteX22" fmla="*/ 133941 w 171450"/>
              <a:gd name="connsiteY22" fmla="*/ 12716 h 171450"/>
              <a:gd name="connsiteX23" fmla="*/ 112128 w 171450"/>
              <a:gd name="connsiteY23" fmla="*/ 22250 h 171450"/>
              <a:gd name="connsiteX24" fmla="*/ 103251 w 171450"/>
              <a:gd name="connsiteY24" fmla="*/ 0 h 171450"/>
              <a:gd name="connsiteX25" fmla="*/ 69513 w 171450"/>
              <a:gd name="connsiteY25" fmla="*/ 22384 h 171450"/>
              <a:gd name="connsiteX26" fmla="*/ 74657 w 171450"/>
              <a:gd name="connsiteY26" fmla="*/ 9525 h 171450"/>
              <a:gd name="connsiteX27" fmla="*/ 96793 w 171450"/>
              <a:gd name="connsiteY27" fmla="*/ 9525 h 171450"/>
              <a:gd name="connsiteX28" fmla="*/ 101937 w 171450"/>
              <a:gd name="connsiteY28" fmla="*/ 22384 h 171450"/>
              <a:gd name="connsiteX29" fmla="*/ 117624 w 171450"/>
              <a:gd name="connsiteY29" fmla="*/ 30242 h 171450"/>
              <a:gd name="connsiteX30" fmla="*/ 131797 w 171450"/>
              <a:gd name="connsiteY30" fmla="*/ 24041 h 171450"/>
              <a:gd name="connsiteX31" fmla="*/ 147418 w 171450"/>
              <a:gd name="connsiteY31" fmla="*/ 39653 h 171450"/>
              <a:gd name="connsiteX32" fmla="*/ 141218 w 171450"/>
              <a:gd name="connsiteY32" fmla="*/ 53826 h 171450"/>
              <a:gd name="connsiteX33" fmla="*/ 149057 w 171450"/>
              <a:gd name="connsiteY33" fmla="*/ 69513 h 171450"/>
              <a:gd name="connsiteX34" fmla="*/ 161925 w 171450"/>
              <a:gd name="connsiteY34" fmla="*/ 74657 h 171450"/>
              <a:gd name="connsiteX35" fmla="*/ 161925 w 171450"/>
              <a:gd name="connsiteY35" fmla="*/ 96793 h 171450"/>
              <a:gd name="connsiteX36" fmla="*/ 149066 w 171450"/>
              <a:gd name="connsiteY36" fmla="*/ 101937 h 171450"/>
              <a:gd name="connsiteX37" fmla="*/ 141218 w 171450"/>
              <a:gd name="connsiteY37" fmla="*/ 117624 h 171450"/>
              <a:gd name="connsiteX38" fmla="*/ 147409 w 171450"/>
              <a:gd name="connsiteY38" fmla="*/ 131797 h 171450"/>
              <a:gd name="connsiteX39" fmla="*/ 131788 w 171450"/>
              <a:gd name="connsiteY39" fmla="*/ 147428 h 171450"/>
              <a:gd name="connsiteX40" fmla="*/ 117462 w 171450"/>
              <a:gd name="connsiteY40" fmla="*/ 141294 h 171450"/>
              <a:gd name="connsiteX41" fmla="*/ 101765 w 171450"/>
              <a:gd name="connsiteY41" fmla="*/ 149142 h 171450"/>
              <a:gd name="connsiteX42" fmla="*/ 96774 w 171450"/>
              <a:gd name="connsiteY42" fmla="*/ 161925 h 171450"/>
              <a:gd name="connsiteX43" fmla="*/ 74676 w 171450"/>
              <a:gd name="connsiteY43" fmla="*/ 161925 h 171450"/>
              <a:gd name="connsiteX44" fmla="*/ 69533 w 171450"/>
              <a:gd name="connsiteY44" fmla="*/ 149066 h 171450"/>
              <a:gd name="connsiteX45" fmla="*/ 53835 w 171450"/>
              <a:gd name="connsiteY45" fmla="*/ 141218 h 171450"/>
              <a:gd name="connsiteX46" fmla="*/ 39662 w 171450"/>
              <a:gd name="connsiteY46" fmla="*/ 147409 h 171450"/>
              <a:gd name="connsiteX47" fmla="*/ 24041 w 171450"/>
              <a:gd name="connsiteY47" fmla="*/ 131797 h 171450"/>
              <a:gd name="connsiteX48" fmla="*/ 30251 w 171450"/>
              <a:gd name="connsiteY48" fmla="*/ 117624 h 171450"/>
              <a:gd name="connsiteX49" fmla="*/ 22403 w 171450"/>
              <a:gd name="connsiteY49" fmla="*/ 101937 h 171450"/>
              <a:gd name="connsiteX50" fmla="*/ 9525 w 171450"/>
              <a:gd name="connsiteY50" fmla="*/ 96793 h 171450"/>
              <a:gd name="connsiteX51" fmla="*/ 9525 w 171450"/>
              <a:gd name="connsiteY51" fmla="*/ 74657 h 171450"/>
              <a:gd name="connsiteX52" fmla="*/ 22384 w 171450"/>
              <a:gd name="connsiteY52" fmla="*/ 69513 h 171450"/>
              <a:gd name="connsiteX53" fmla="*/ 30242 w 171450"/>
              <a:gd name="connsiteY53" fmla="*/ 53826 h 171450"/>
              <a:gd name="connsiteX54" fmla="*/ 24041 w 171450"/>
              <a:gd name="connsiteY54" fmla="*/ 39653 h 171450"/>
              <a:gd name="connsiteX55" fmla="*/ 39653 w 171450"/>
              <a:gd name="connsiteY55" fmla="*/ 24032 h 171450"/>
              <a:gd name="connsiteX56" fmla="*/ 53826 w 171450"/>
              <a:gd name="connsiteY56" fmla="*/ 30232 h 171450"/>
              <a:gd name="connsiteX57" fmla="*/ 69513 w 171450"/>
              <a:gd name="connsiteY57" fmla="*/ 22393 h 171450"/>
              <a:gd name="connsiteX58" fmla="*/ 114300 w 171450"/>
              <a:gd name="connsiteY58" fmla="*/ 85725 h 171450"/>
              <a:gd name="connsiteX59" fmla="*/ 85725 w 171450"/>
              <a:gd name="connsiteY59" fmla="*/ 114300 h 171450"/>
              <a:gd name="connsiteX60" fmla="*/ 57150 w 171450"/>
              <a:gd name="connsiteY60" fmla="*/ 85725 h 171450"/>
              <a:gd name="connsiteX61" fmla="*/ 85725 w 171450"/>
              <a:gd name="connsiteY61" fmla="*/ 57150 h 171450"/>
              <a:gd name="connsiteX62" fmla="*/ 114300 w 171450"/>
              <a:gd name="connsiteY62" fmla="*/ 85725 h 171450"/>
              <a:gd name="connsiteX63" fmla="*/ 123825 w 171450"/>
              <a:gd name="connsiteY63" fmla="*/ 85725 h 171450"/>
              <a:gd name="connsiteX64" fmla="*/ 85725 w 171450"/>
              <a:gd name="connsiteY64" fmla="*/ 123825 h 171450"/>
              <a:gd name="connsiteX65" fmla="*/ 47625 w 171450"/>
              <a:gd name="connsiteY65" fmla="*/ 85725 h 171450"/>
              <a:gd name="connsiteX66" fmla="*/ 85725 w 171450"/>
              <a:gd name="connsiteY66" fmla="*/ 47625 h 171450"/>
              <a:gd name="connsiteX67" fmla="*/ 123825 w 171450"/>
              <a:gd name="connsiteY67" fmla="*/ 8572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171450" h="171450">
                <a:moveTo>
                  <a:pt x="103232" y="0"/>
                </a:moveTo>
                <a:lnTo>
                  <a:pt x="68218" y="0"/>
                </a:lnTo>
                <a:lnTo>
                  <a:pt x="59312" y="22241"/>
                </a:lnTo>
                <a:lnTo>
                  <a:pt x="37509" y="12716"/>
                </a:lnTo>
                <a:lnTo>
                  <a:pt x="12706" y="37509"/>
                </a:lnTo>
                <a:lnTo>
                  <a:pt x="22241" y="59322"/>
                </a:lnTo>
                <a:lnTo>
                  <a:pt x="0" y="68199"/>
                </a:lnTo>
                <a:lnTo>
                  <a:pt x="0" y="103222"/>
                </a:lnTo>
                <a:lnTo>
                  <a:pt x="22241" y="112128"/>
                </a:lnTo>
                <a:lnTo>
                  <a:pt x="12716" y="133941"/>
                </a:lnTo>
                <a:lnTo>
                  <a:pt x="37509" y="158734"/>
                </a:lnTo>
                <a:lnTo>
                  <a:pt x="59322" y="149200"/>
                </a:lnTo>
                <a:lnTo>
                  <a:pt x="68199" y="171450"/>
                </a:lnTo>
                <a:lnTo>
                  <a:pt x="103251" y="171450"/>
                </a:lnTo>
                <a:lnTo>
                  <a:pt x="111928" y="149285"/>
                </a:lnTo>
                <a:lnTo>
                  <a:pt x="133950" y="158725"/>
                </a:lnTo>
                <a:lnTo>
                  <a:pt x="158734" y="133941"/>
                </a:lnTo>
                <a:lnTo>
                  <a:pt x="149200" y="112128"/>
                </a:lnTo>
                <a:lnTo>
                  <a:pt x="171450" y="103241"/>
                </a:lnTo>
                <a:lnTo>
                  <a:pt x="171450" y="68218"/>
                </a:lnTo>
                <a:lnTo>
                  <a:pt x="149209" y="59322"/>
                </a:lnTo>
                <a:lnTo>
                  <a:pt x="158734" y="37519"/>
                </a:lnTo>
                <a:lnTo>
                  <a:pt x="133941" y="12716"/>
                </a:lnTo>
                <a:lnTo>
                  <a:pt x="112128" y="22250"/>
                </a:lnTo>
                <a:lnTo>
                  <a:pt x="103251" y="0"/>
                </a:lnTo>
                <a:close/>
                <a:moveTo>
                  <a:pt x="69513" y="22384"/>
                </a:moveTo>
                <a:lnTo>
                  <a:pt x="74657" y="9525"/>
                </a:lnTo>
                <a:lnTo>
                  <a:pt x="96793" y="9525"/>
                </a:lnTo>
                <a:lnTo>
                  <a:pt x="101937" y="22384"/>
                </a:lnTo>
                <a:lnTo>
                  <a:pt x="117624" y="30242"/>
                </a:lnTo>
                <a:lnTo>
                  <a:pt x="131797" y="24041"/>
                </a:lnTo>
                <a:lnTo>
                  <a:pt x="147418" y="39653"/>
                </a:lnTo>
                <a:lnTo>
                  <a:pt x="141218" y="53826"/>
                </a:lnTo>
                <a:lnTo>
                  <a:pt x="149057" y="69513"/>
                </a:lnTo>
                <a:lnTo>
                  <a:pt x="161925" y="74657"/>
                </a:lnTo>
                <a:lnTo>
                  <a:pt x="161925" y="96793"/>
                </a:lnTo>
                <a:lnTo>
                  <a:pt x="149066" y="101937"/>
                </a:lnTo>
                <a:lnTo>
                  <a:pt x="141218" y="117624"/>
                </a:lnTo>
                <a:lnTo>
                  <a:pt x="147409" y="131797"/>
                </a:lnTo>
                <a:lnTo>
                  <a:pt x="131788" y="147428"/>
                </a:lnTo>
                <a:lnTo>
                  <a:pt x="117462" y="141294"/>
                </a:lnTo>
                <a:lnTo>
                  <a:pt x="101765" y="149142"/>
                </a:lnTo>
                <a:lnTo>
                  <a:pt x="96774" y="161925"/>
                </a:lnTo>
                <a:lnTo>
                  <a:pt x="74676" y="161925"/>
                </a:lnTo>
                <a:lnTo>
                  <a:pt x="69533" y="149066"/>
                </a:lnTo>
                <a:lnTo>
                  <a:pt x="53835" y="141218"/>
                </a:lnTo>
                <a:lnTo>
                  <a:pt x="39662" y="147409"/>
                </a:lnTo>
                <a:lnTo>
                  <a:pt x="24041" y="131797"/>
                </a:lnTo>
                <a:lnTo>
                  <a:pt x="30251" y="117624"/>
                </a:lnTo>
                <a:lnTo>
                  <a:pt x="22403" y="101937"/>
                </a:lnTo>
                <a:lnTo>
                  <a:pt x="9525" y="96793"/>
                </a:lnTo>
                <a:lnTo>
                  <a:pt x="9525" y="74657"/>
                </a:lnTo>
                <a:lnTo>
                  <a:pt x="22384" y="69513"/>
                </a:lnTo>
                <a:lnTo>
                  <a:pt x="30242" y="53826"/>
                </a:lnTo>
                <a:lnTo>
                  <a:pt x="24041" y="39653"/>
                </a:lnTo>
                <a:lnTo>
                  <a:pt x="39653" y="24032"/>
                </a:lnTo>
                <a:lnTo>
                  <a:pt x="53826" y="30232"/>
                </a:lnTo>
                <a:lnTo>
                  <a:pt x="69513" y="22393"/>
                </a:lnTo>
                <a:close/>
                <a:moveTo>
                  <a:pt x="114300" y="85725"/>
                </a:moveTo>
                <a:cubicBezTo>
                  <a:pt x="114300" y="101507"/>
                  <a:pt x="101507" y="114300"/>
                  <a:pt x="85725" y="114300"/>
                </a:cubicBezTo>
                <a:cubicBezTo>
                  <a:pt x="69943" y="114300"/>
                  <a:pt x="57150" y="101507"/>
                  <a:pt x="57150" y="85725"/>
                </a:cubicBezTo>
                <a:cubicBezTo>
                  <a:pt x="57150" y="69943"/>
                  <a:pt x="69943" y="57150"/>
                  <a:pt x="85725" y="57150"/>
                </a:cubicBezTo>
                <a:cubicBezTo>
                  <a:pt x="101507" y="57150"/>
                  <a:pt x="114300" y="69943"/>
                  <a:pt x="114300" y="85725"/>
                </a:cubicBezTo>
                <a:close/>
                <a:moveTo>
                  <a:pt x="123825" y="85725"/>
                </a:moveTo>
                <a:cubicBezTo>
                  <a:pt x="123825" y="106767"/>
                  <a:pt x="106767" y="123825"/>
                  <a:pt x="85725" y="123825"/>
                </a:cubicBezTo>
                <a:cubicBezTo>
                  <a:pt x="64683" y="123825"/>
                  <a:pt x="47625" y="106767"/>
                  <a:pt x="47625" y="85725"/>
                </a:cubicBezTo>
                <a:cubicBezTo>
                  <a:pt x="47625" y="64683"/>
                  <a:pt x="64683" y="47625"/>
                  <a:pt x="85725" y="47625"/>
                </a:cubicBezTo>
                <a:cubicBezTo>
                  <a:pt x="106767" y="47625"/>
                  <a:pt x="123825" y="64683"/>
                  <a:pt x="123825" y="85725"/>
                </a:cubicBezTo>
                <a:close/>
              </a:path>
            </a:pathLst>
          </a:custGeom>
          <a:solidFill>
            <a:srgbClr val="08312A"/>
          </a:solidFill>
          <a:ln w="9525" cap="flat">
            <a:noFill/>
            <a:prstDash val="solid"/>
            <a:miter/>
          </a:ln>
        </p:spPr>
        <p:txBody>
          <a:bodyPr rtlCol="0" anchor="ctr"/>
          <a:lstStyle/>
          <a:p>
            <a:endParaRPr lang="en-US"/>
          </a:p>
        </p:txBody>
      </p:sp>
      <p:sp>
        <p:nvSpPr>
          <p:cNvPr id="60" name="Graphic 37">
            <a:extLst>
              <a:ext uri="{FF2B5EF4-FFF2-40B4-BE49-F238E27FC236}">
                <a16:creationId xmlns:a16="http://schemas.microsoft.com/office/drawing/2014/main" id="{2C5B3D12-0CD0-4DC1-F522-DFE0F30F1986}"/>
              </a:ext>
            </a:extLst>
          </p:cNvPr>
          <p:cNvSpPr/>
          <p:nvPr userDrawn="1"/>
        </p:nvSpPr>
        <p:spPr>
          <a:xfrm>
            <a:off x="3896025" y="152400"/>
            <a:ext cx="190500" cy="171450"/>
          </a:xfrm>
          <a:custGeom>
            <a:avLst/>
            <a:gdLst>
              <a:gd name="connsiteX0" fmla="*/ 47625 w 190500"/>
              <a:gd name="connsiteY0" fmla="*/ 47625 h 171450"/>
              <a:gd name="connsiteX1" fmla="*/ 66675 w 190500"/>
              <a:gd name="connsiteY1" fmla="*/ 28575 h 171450"/>
              <a:gd name="connsiteX2" fmla="*/ 47625 w 190500"/>
              <a:gd name="connsiteY2" fmla="*/ 9525 h 171450"/>
              <a:gd name="connsiteX3" fmla="*/ 28575 w 190500"/>
              <a:gd name="connsiteY3" fmla="*/ 28575 h 171450"/>
              <a:gd name="connsiteX4" fmla="*/ 47625 w 190500"/>
              <a:gd name="connsiteY4" fmla="*/ 47625 h 171450"/>
              <a:gd name="connsiteX5" fmla="*/ 47625 w 190500"/>
              <a:gd name="connsiteY5" fmla="*/ 57150 h 171450"/>
              <a:gd name="connsiteX6" fmla="*/ 76200 w 190500"/>
              <a:gd name="connsiteY6" fmla="*/ 28575 h 171450"/>
              <a:gd name="connsiteX7" fmla="*/ 47625 w 190500"/>
              <a:gd name="connsiteY7" fmla="*/ 0 h 171450"/>
              <a:gd name="connsiteX8" fmla="*/ 19050 w 190500"/>
              <a:gd name="connsiteY8" fmla="*/ 28575 h 171450"/>
              <a:gd name="connsiteX9" fmla="*/ 47625 w 190500"/>
              <a:gd name="connsiteY9" fmla="*/ 57150 h 171450"/>
              <a:gd name="connsiteX10" fmla="*/ 142875 w 190500"/>
              <a:gd name="connsiteY10" fmla="*/ 47625 h 171450"/>
              <a:gd name="connsiteX11" fmla="*/ 161925 w 190500"/>
              <a:gd name="connsiteY11" fmla="*/ 28575 h 171450"/>
              <a:gd name="connsiteX12" fmla="*/ 142875 w 190500"/>
              <a:gd name="connsiteY12" fmla="*/ 9525 h 171450"/>
              <a:gd name="connsiteX13" fmla="*/ 123825 w 190500"/>
              <a:gd name="connsiteY13" fmla="*/ 28575 h 171450"/>
              <a:gd name="connsiteX14" fmla="*/ 142875 w 190500"/>
              <a:gd name="connsiteY14" fmla="*/ 47625 h 171450"/>
              <a:gd name="connsiteX15" fmla="*/ 142875 w 190500"/>
              <a:gd name="connsiteY15" fmla="*/ 57150 h 171450"/>
              <a:gd name="connsiteX16" fmla="*/ 171450 w 190500"/>
              <a:gd name="connsiteY16" fmla="*/ 28575 h 171450"/>
              <a:gd name="connsiteX17" fmla="*/ 142875 w 190500"/>
              <a:gd name="connsiteY17" fmla="*/ 0 h 171450"/>
              <a:gd name="connsiteX18" fmla="*/ 114300 w 190500"/>
              <a:gd name="connsiteY18" fmla="*/ 28575 h 171450"/>
              <a:gd name="connsiteX19" fmla="*/ 142875 w 190500"/>
              <a:gd name="connsiteY19" fmla="*/ 57150 h 171450"/>
              <a:gd name="connsiteX20" fmla="*/ 9525 w 190500"/>
              <a:gd name="connsiteY20" fmla="*/ 100441 h 171450"/>
              <a:gd name="connsiteX21" fmla="*/ 15392 w 190500"/>
              <a:gd name="connsiteY21" fmla="*/ 85430 h 171450"/>
              <a:gd name="connsiteX22" fmla="*/ 28575 w 190500"/>
              <a:gd name="connsiteY22" fmla="*/ 80963 h 171450"/>
              <a:gd name="connsiteX23" fmla="*/ 57150 w 190500"/>
              <a:gd name="connsiteY23" fmla="*/ 80963 h 171450"/>
              <a:gd name="connsiteX24" fmla="*/ 57150 w 190500"/>
              <a:gd name="connsiteY24" fmla="*/ 71438 h 171450"/>
              <a:gd name="connsiteX25" fmla="*/ 28575 w 190500"/>
              <a:gd name="connsiteY25" fmla="*/ 71438 h 171450"/>
              <a:gd name="connsiteX26" fmla="*/ 9144 w 190500"/>
              <a:gd name="connsiteY26" fmla="*/ 78229 h 171450"/>
              <a:gd name="connsiteX27" fmla="*/ 0 w 190500"/>
              <a:gd name="connsiteY27" fmla="*/ 100441 h 171450"/>
              <a:gd name="connsiteX28" fmla="*/ 0 w 190500"/>
              <a:gd name="connsiteY28" fmla="*/ 114300 h 171450"/>
              <a:gd name="connsiteX29" fmla="*/ 9525 w 190500"/>
              <a:gd name="connsiteY29" fmla="*/ 114300 h 171450"/>
              <a:gd name="connsiteX30" fmla="*/ 9525 w 190500"/>
              <a:gd name="connsiteY30" fmla="*/ 123825 h 171450"/>
              <a:gd name="connsiteX31" fmla="*/ 47625 w 190500"/>
              <a:gd name="connsiteY31" fmla="*/ 123825 h 171450"/>
              <a:gd name="connsiteX32" fmla="*/ 47625 w 190500"/>
              <a:gd name="connsiteY32" fmla="*/ 114300 h 171450"/>
              <a:gd name="connsiteX33" fmla="*/ 9525 w 190500"/>
              <a:gd name="connsiteY33" fmla="*/ 114300 h 171450"/>
              <a:gd name="connsiteX34" fmla="*/ 9525 w 190500"/>
              <a:gd name="connsiteY34" fmla="*/ 100441 h 171450"/>
              <a:gd name="connsiteX35" fmla="*/ 190500 w 190500"/>
              <a:gd name="connsiteY35" fmla="*/ 114300 h 171450"/>
              <a:gd name="connsiteX36" fmla="*/ 180975 w 190500"/>
              <a:gd name="connsiteY36" fmla="*/ 114300 h 171450"/>
              <a:gd name="connsiteX37" fmla="*/ 180975 w 190500"/>
              <a:gd name="connsiteY37" fmla="*/ 100441 h 171450"/>
              <a:gd name="connsiteX38" fmla="*/ 175108 w 190500"/>
              <a:gd name="connsiteY38" fmla="*/ 85430 h 171450"/>
              <a:gd name="connsiteX39" fmla="*/ 161925 w 190500"/>
              <a:gd name="connsiteY39" fmla="*/ 80963 h 171450"/>
              <a:gd name="connsiteX40" fmla="*/ 133350 w 190500"/>
              <a:gd name="connsiteY40" fmla="*/ 80963 h 171450"/>
              <a:gd name="connsiteX41" fmla="*/ 133350 w 190500"/>
              <a:gd name="connsiteY41" fmla="*/ 71438 h 171450"/>
              <a:gd name="connsiteX42" fmla="*/ 161925 w 190500"/>
              <a:gd name="connsiteY42" fmla="*/ 71438 h 171450"/>
              <a:gd name="connsiteX43" fmla="*/ 181356 w 190500"/>
              <a:gd name="connsiteY43" fmla="*/ 78229 h 171450"/>
              <a:gd name="connsiteX44" fmla="*/ 190500 w 190500"/>
              <a:gd name="connsiteY44" fmla="*/ 100441 h 171450"/>
              <a:gd name="connsiteX45" fmla="*/ 190500 w 190500"/>
              <a:gd name="connsiteY45" fmla="*/ 114300 h 171450"/>
              <a:gd name="connsiteX46" fmla="*/ 180975 w 190500"/>
              <a:gd name="connsiteY46" fmla="*/ 114300 h 171450"/>
              <a:gd name="connsiteX47" fmla="*/ 180975 w 190500"/>
              <a:gd name="connsiteY47" fmla="*/ 123825 h 171450"/>
              <a:gd name="connsiteX48" fmla="*/ 142875 w 190500"/>
              <a:gd name="connsiteY48" fmla="*/ 123825 h 171450"/>
              <a:gd name="connsiteX49" fmla="*/ 142875 w 190500"/>
              <a:gd name="connsiteY49" fmla="*/ 114300 h 171450"/>
              <a:gd name="connsiteX50" fmla="*/ 180975 w 190500"/>
              <a:gd name="connsiteY50" fmla="*/ 114300 h 171450"/>
              <a:gd name="connsiteX51" fmla="*/ 114300 w 190500"/>
              <a:gd name="connsiteY51" fmla="*/ 76200 h 171450"/>
              <a:gd name="connsiteX52" fmla="*/ 95250 w 190500"/>
              <a:gd name="connsiteY52" fmla="*/ 95250 h 171450"/>
              <a:gd name="connsiteX53" fmla="*/ 76200 w 190500"/>
              <a:gd name="connsiteY53" fmla="*/ 76200 h 171450"/>
              <a:gd name="connsiteX54" fmla="*/ 95250 w 190500"/>
              <a:gd name="connsiteY54" fmla="*/ 57150 h 171450"/>
              <a:gd name="connsiteX55" fmla="*/ 114300 w 190500"/>
              <a:gd name="connsiteY55" fmla="*/ 76200 h 171450"/>
              <a:gd name="connsiteX56" fmla="*/ 123825 w 190500"/>
              <a:gd name="connsiteY56" fmla="*/ 76200 h 171450"/>
              <a:gd name="connsiteX57" fmla="*/ 95250 w 190500"/>
              <a:gd name="connsiteY57" fmla="*/ 104775 h 171450"/>
              <a:gd name="connsiteX58" fmla="*/ 66675 w 190500"/>
              <a:gd name="connsiteY58" fmla="*/ 76200 h 171450"/>
              <a:gd name="connsiteX59" fmla="*/ 95250 w 190500"/>
              <a:gd name="connsiteY59" fmla="*/ 47625 h 171450"/>
              <a:gd name="connsiteX60" fmla="*/ 123825 w 190500"/>
              <a:gd name="connsiteY60" fmla="*/ 76200 h 171450"/>
              <a:gd name="connsiteX61" fmla="*/ 57150 w 190500"/>
              <a:gd name="connsiteY61" fmla="*/ 171450 h 171450"/>
              <a:gd name="connsiteX62" fmla="*/ 57150 w 190500"/>
              <a:gd name="connsiteY62" fmla="*/ 161925 h 171450"/>
              <a:gd name="connsiteX63" fmla="*/ 133350 w 190500"/>
              <a:gd name="connsiteY63" fmla="*/ 161925 h 171450"/>
              <a:gd name="connsiteX64" fmla="*/ 133350 w 190500"/>
              <a:gd name="connsiteY64" fmla="*/ 171450 h 171450"/>
              <a:gd name="connsiteX65" fmla="*/ 57150 w 190500"/>
              <a:gd name="connsiteY65" fmla="*/ 171450 h 171450"/>
              <a:gd name="connsiteX66" fmla="*/ 133350 w 190500"/>
              <a:gd name="connsiteY66" fmla="*/ 161925 h 171450"/>
              <a:gd name="connsiteX67" fmla="*/ 133350 w 190500"/>
              <a:gd name="connsiteY67" fmla="*/ 148066 h 171450"/>
              <a:gd name="connsiteX68" fmla="*/ 127483 w 190500"/>
              <a:gd name="connsiteY68" fmla="*/ 133055 h 171450"/>
              <a:gd name="connsiteX69" fmla="*/ 114300 w 190500"/>
              <a:gd name="connsiteY69" fmla="*/ 128588 h 171450"/>
              <a:gd name="connsiteX70" fmla="*/ 76200 w 190500"/>
              <a:gd name="connsiteY70" fmla="*/ 128588 h 171450"/>
              <a:gd name="connsiteX71" fmla="*/ 63017 w 190500"/>
              <a:gd name="connsiteY71" fmla="*/ 133055 h 171450"/>
              <a:gd name="connsiteX72" fmla="*/ 57150 w 190500"/>
              <a:gd name="connsiteY72" fmla="*/ 148066 h 171450"/>
              <a:gd name="connsiteX73" fmla="*/ 57150 w 190500"/>
              <a:gd name="connsiteY73" fmla="*/ 161925 h 171450"/>
              <a:gd name="connsiteX74" fmla="*/ 47625 w 190500"/>
              <a:gd name="connsiteY74" fmla="*/ 161925 h 171450"/>
              <a:gd name="connsiteX75" fmla="*/ 47625 w 190500"/>
              <a:gd name="connsiteY75" fmla="*/ 148066 h 171450"/>
              <a:gd name="connsiteX76" fmla="*/ 56769 w 190500"/>
              <a:gd name="connsiteY76" fmla="*/ 125854 h 171450"/>
              <a:gd name="connsiteX77" fmla="*/ 76200 w 190500"/>
              <a:gd name="connsiteY77" fmla="*/ 119063 h 171450"/>
              <a:gd name="connsiteX78" fmla="*/ 114300 w 190500"/>
              <a:gd name="connsiteY78" fmla="*/ 119063 h 171450"/>
              <a:gd name="connsiteX79" fmla="*/ 133731 w 190500"/>
              <a:gd name="connsiteY79" fmla="*/ 125854 h 171450"/>
              <a:gd name="connsiteX80" fmla="*/ 142875 w 190500"/>
              <a:gd name="connsiteY80" fmla="*/ 148066 h 171450"/>
              <a:gd name="connsiteX81" fmla="*/ 142875 w 190500"/>
              <a:gd name="connsiteY81" fmla="*/ 161925 h 171450"/>
              <a:gd name="connsiteX82" fmla="*/ 133350 w 190500"/>
              <a:gd name="connsiteY82" fmla="*/ 16192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190500" h="171450">
                <a:moveTo>
                  <a:pt x="47625" y="47625"/>
                </a:moveTo>
                <a:cubicBezTo>
                  <a:pt x="58146" y="47625"/>
                  <a:pt x="66675" y="39096"/>
                  <a:pt x="66675" y="28575"/>
                </a:cubicBezTo>
                <a:cubicBezTo>
                  <a:pt x="66675" y="18054"/>
                  <a:pt x="58146" y="9525"/>
                  <a:pt x="47625" y="9525"/>
                </a:cubicBezTo>
                <a:cubicBezTo>
                  <a:pt x="37104" y="9525"/>
                  <a:pt x="28575" y="18054"/>
                  <a:pt x="28575" y="28575"/>
                </a:cubicBezTo>
                <a:cubicBezTo>
                  <a:pt x="28575" y="39096"/>
                  <a:pt x="37104" y="47625"/>
                  <a:pt x="47625" y="47625"/>
                </a:cubicBezTo>
                <a:close/>
                <a:moveTo>
                  <a:pt x="47625" y="57150"/>
                </a:moveTo>
                <a:cubicBezTo>
                  <a:pt x="63407" y="57150"/>
                  <a:pt x="76200" y="44357"/>
                  <a:pt x="76200" y="28575"/>
                </a:cubicBezTo>
                <a:cubicBezTo>
                  <a:pt x="76200" y="12793"/>
                  <a:pt x="63407" y="0"/>
                  <a:pt x="47625" y="0"/>
                </a:cubicBezTo>
                <a:cubicBezTo>
                  <a:pt x="31843" y="0"/>
                  <a:pt x="19050" y="12793"/>
                  <a:pt x="19050" y="28575"/>
                </a:cubicBezTo>
                <a:cubicBezTo>
                  <a:pt x="19050" y="44357"/>
                  <a:pt x="31843" y="57150"/>
                  <a:pt x="47625" y="57150"/>
                </a:cubicBezTo>
                <a:close/>
                <a:moveTo>
                  <a:pt x="142875" y="47625"/>
                </a:moveTo>
                <a:cubicBezTo>
                  <a:pt x="153396" y="47625"/>
                  <a:pt x="161925" y="39096"/>
                  <a:pt x="161925" y="28575"/>
                </a:cubicBezTo>
                <a:cubicBezTo>
                  <a:pt x="161925" y="18054"/>
                  <a:pt x="153396" y="9525"/>
                  <a:pt x="142875" y="9525"/>
                </a:cubicBezTo>
                <a:cubicBezTo>
                  <a:pt x="132354" y="9525"/>
                  <a:pt x="123825" y="18054"/>
                  <a:pt x="123825" y="28575"/>
                </a:cubicBezTo>
                <a:cubicBezTo>
                  <a:pt x="123825" y="39096"/>
                  <a:pt x="132354" y="47625"/>
                  <a:pt x="142875" y="47625"/>
                </a:cubicBezTo>
                <a:close/>
                <a:moveTo>
                  <a:pt x="142875" y="57150"/>
                </a:moveTo>
                <a:cubicBezTo>
                  <a:pt x="158657" y="57150"/>
                  <a:pt x="171450" y="44357"/>
                  <a:pt x="171450" y="28575"/>
                </a:cubicBezTo>
                <a:cubicBezTo>
                  <a:pt x="171450" y="12793"/>
                  <a:pt x="158657" y="0"/>
                  <a:pt x="142875" y="0"/>
                </a:cubicBezTo>
                <a:cubicBezTo>
                  <a:pt x="127093" y="0"/>
                  <a:pt x="114300" y="12793"/>
                  <a:pt x="114300" y="28575"/>
                </a:cubicBezTo>
                <a:cubicBezTo>
                  <a:pt x="114300" y="44357"/>
                  <a:pt x="127093" y="57150"/>
                  <a:pt x="142875" y="57150"/>
                </a:cubicBezTo>
                <a:close/>
                <a:moveTo>
                  <a:pt x="9525" y="100441"/>
                </a:moveTo>
                <a:cubicBezTo>
                  <a:pt x="9525" y="92993"/>
                  <a:pt x="12078" y="88306"/>
                  <a:pt x="15392" y="85430"/>
                </a:cubicBezTo>
                <a:cubicBezTo>
                  <a:pt x="18831" y="82439"/>
                  <a:pt x="23584" y="80963"/>
                  <a:pt x="28575" y="80963"/>
                </a:cubicBezTo>
                <a:lnTo>
                  <a:pt x="57150" y="80963"/>
                </a:lnTo>
                <a:lnTo>
                  <a:pt x="57150" y="71438"/>
                </a:lnTo>
                <a:lnTo>
                  <a:pt x="28575" y="71438"/>
                </a:lnTo>
                <a:cubicBezTo>
                  <a:pt x="21841" y="71438"/>
                  <a:pt x="14688" y="73419"/>
                  <a:pt x="9144" y="78229"/>
                </a:cubicBezTo>
                <a:cubicBezTo>
                  <a:pt x="3496" y="83144"/>
                  <a:pt x="0" y="90583"/>
                  <a:pt x="0" y="100441"/>
                </a:cubicBezTo>
                <a:lnTo>
                  <a:pt x="0" y="114300"/>
                </a:lnTo>
                <a:lnTo>
                  <a:pt x="9525" y="114300"/>
                </a:lnTo>
                <a:lnTo>
                  <a:pt x="9525" y="123825"/>
                </a:lnTo>
                <a:lnTo>
                  <a:pt x="47625" y="123825"/>
                </a:lnTo>
                <a:lnTo>
                  <a:pt x="47625" y="114300"/>
                </a:lnTo>
                <a:lnTo>
                  <a:pt x="9525" y="114300"/>
                </a:lnTo>
                <a:lnTo>
                  <a:pt x="9525" y="100441"/>
                </a:lnTo>
                <a:close/>
                <a:moveTo>
                  <a:pt x="190500" y="114300"/>
                </a:moveTo>
                <a:lnTo>
                  <a:pt x="180975" y="114300"/>
                </a:lnTo>
                <a:lnTo>
                  <a:pt x="180975" y="100441"/>
                </a:lnTo>
                <a:cubicBezTo>
                  <a:pt x="180975" y="92993"/>
                  <a:pt x="178422" y="88306"/>
                  <a:pt x="175108" y="85430"/>
                </a:cubicBezTo>
                <a:cubicBezTo>
                  <a:pt x="171669" y="82439"/>
                  <a:pt x="166916" y="80963"/>
                  <a:pt x="161925" y="80963"/>
                </a:cubicBezTo>
                <a:lnTo>
                  <a:pt x="133350" y="80963"/>
                </a:lnTo>
                <a:lnTo>
                  <a:pt x="133350" y="71438"/>
                </a:lnTo>
                <a:lnTo>
                  <a:pt x="161925" y="71438"/>
                </a:lnTo>
                <a:cubicBezTo>
                  <a:pt x="168659" y="71438"/>
                  <a:pt x="175812" y="73419"/>
                  <a:pt x="181356" y="78229"/>
                </a:cubicBezTo>
                <a:cubicBezTo>
                  <a:pt x="187004" y="83144"/>
                  <a:pt x="190500" y="90583"/>
                  <a:pt x="190500" y="100441"/>
                </a:cubicBezTo>
                <a:lnTo>
                  <a:pt x="190500" y="114300"/>
                </a:lnTo>
                <a:close/>
                <a:moveTo>
                  <a:pt x="180975" y="114300"/>
                </a:moveTo>
                <a:lnTo>
                  <a:pt x="180975" y="123825"/>
                </a:lnTo>
                <a:lnTo>
                  <a:pt x="142875" y="123825"/>
                </a:lnTo>
                <a:lnTo>
                  <a:pt x="142875" y="114300"/>
                </a:lnTo>
                <a:lnTo>
                  <a:pt x="180975" y="114300"/>
                </a:lnTo>
                <a:close/>
                <a:moveTo>
                  <a:pt x="114300" y="76200"/>
                </a:moveTo>
                <a:cubicBezTo>
                  <a:pt x="114300" y="86721"/>
                  <a:pt x="105771" y="95250"/>
                  <a:pt x="95250" y="95250"/>
                </a:cubicBezTo>
                <a:cubicBezTo>
                  <a:pt x="84729" y="95250"/>
                  <a:pt x="76200" y="86721"/>
                  <a:pt x="76200" y="76200"/>
                </a:cubicBezTo>
                <a:cubicBezTo>
                  <a:pt x="76200" y="65679"/>
                  <a:pt x="84729" y="57150"/>
                  <a:pt x="95250" y="57150"/>
                </a:cubicBezTo>
                <a:cubicBezTo>
                  <a:pt x="105771" y="57150"/>
                  <a:pt x="114300" y="65679"/>
                  <a:pt x="114300" y="76200"/>
                </a:cubicBezTo>
                <a:close/>
                <a:moveTo>
                  <a:pt x="123825" y="76200"/>
                </a:moveTo>
                <a:cubicBezTo>
                  <a:pt x="123825" y="91982"/>
                  <a:pt x="111032" y="104775"/>
                  <a:pt x="95250" y="104775"/>
                </a:cubicBezTo>
                <a:cubicBezTo>
                  <a:pt x="79468" y="104775"/>
                  <a:pt x="66675" y="91982"/>
                  <a:pt x="66675" y="76200"/>
                </a:cubicBezTo>
                <a:cubicBezTo>
                  <a:pt x="66675" y="60418"/>
                  <a:pt x="79468" y="47625"/>
                  <a:pt x="95250" y="47625"/>
                </a:cubicBezTo>
                <a:cubicBezTo>
                  <a:pt x="111032" y="47625"/>
                  <a:pt x="123825" y="60418"/>
                  <a:pt x="123825" y="76200"/>
                </a:cubicBezTo>
                <a:close/>
                <a:moveTo>
                  <a:pt x="57150" y="171450"/>
                </a:moveTo>
                <a:lnTo>
                  <a:pt x="57150" y="161925"/>
                </a:lnTo>
                <a:lnTo>
                  <a:pt x="133350" y="161925"/>
                </a:lnTo>
                <a:lnTo>
                  <a:pt x="133350" y="171450"/>
                </a:lnTo>
                <a:lnTo>
                  <a:pt x="57150" y="171450"/>
                </a:lnTo>
                <a:close/>
                <a:moveTo>
                  <a:pt x="133350" y="161925"/>
                </a:moveTo>
                <a:lnTo>
                  <a:pt x="133350" y="148066"/>
                </a:lnTo>
                <a:cubicBezTo>
                  <a:pt x="133350" y="140618"/>
                  <a:pt x="130797" y="135931"/>
                  <a:pt x="127483" y="133055"/>
                </a:cubicBezTo>
                <a:cubicBezTo>
                  <a:pt x="124044" y="130064"/>
                  <a:pt x="119291" y="128588"/>
                  <a:pt x="114300" y="128588"/>
                </a:cubicBezTo>
                <a:lnTo>
                  <a:pt x="76200" y="128588"/>
                </a:lnTo>
                <a:cubicBezTo>
                  <a:pt x="71218" y="128588"/>
                  <a:pt x="66456" y="130064"/>
                  <a:pt x="63017" y="133055"/>
                </a:cubicBezTo>
                <a:cubicBezTo>
                  <a:pt x="59703" y="135931"/>
                  <a:pt x="57150" y="140618"/>
                  <a:pt x="57150" y="148066"/>
                </a:cubicBezTo>
                <a:lnTo>
                  <a:pt x="57150" y="161925"/>
                </a:lnTo>
                <a:lnTo>
                  <a:pt x="47625" y="161925"/>
                </a:lnTo>
                <a:lnTo>
                  <a:pt x="47625" y="148066"/>
                </a:lnTo>
                <a:cubicBezTo>
                  <a:pt x="47625" y="138208"/>
                  <a:pt x="51121" y="130769"/>
                  <a:pt x="56769" y="125854"/>
                </a:cubicBezTo>
                <a:cubicBezTo>
                  <a:pt x="62313" y="121044"/>
                  <a:pt x="69466" y="119063"/>
                  <a:pt x="76200" y="119063"/>
                </a:cubicBezTo>
                <a:lnTo>
                  <a:pt x="114300" y="119063"/>
                </a:lnTo>
                <a:cubicBezTo>
                  <a:pt x="121034" y="119063"/>
                  <a:pt x="128187" y="121044"/>
                  <a:pt x="133731" y="125854"/>
                </a:cubicBezTo>
                <a:cubicBezTo>
                  <a:pt x="139379" y="130769"/>
                  <a:pt x="142875" y="138208"/>
                  <a:pt x="142875" y="148066"/>
                </a:cubicBezTo>
                <a:lnTo>
                  <a:pt x="142875" y="161925"/>
                </a:lnTo>
                <a:lnTo>
                  <a:pt x="133350" y="161925"/>
                </a:lnTo>
                <a:close/>
              </a:path>
            </a:pathLst>
          </a:custGeom>
          <a:solidFill>
            <a:srgbClr val="08312A"/>
          </a:solidFill>
          <a:ln w="9525" cap="flat">
            <a:noFill/>
            <a:prstDash val="solid"/>
            <a:miter/>
          </a:ln>
        </p:spPr>
        <p:txBody>
          <a:bodyPr rtlCol="0" anchor="ctr"/>
          <a:lstStyle/>
          <a:p>
            <a:endParaRPr lang="en-US"/>
          </a:p>
        </p:txBody>
      </p:sp>
      <p:sp>
        <p:nvSpPr>
          <p:cNvPr id="61" name="Graphic 40">
            <a:extLst>
              <a:ext uri="{FF2B5EF4-FFF2-40B4-BE49-F238E27FC236}">
                <a16:creationId xmlns:a16="http://schemas.microsoft.com/office/drawing/2014/main" id="{42BC4AAC-69D3-85E7-6156-458D1E700138}"/>
              </a:ext>
            </a:extLst>
          </p:cNvPr>
          <p:cNvSpPr/>
          <p:nvPr userDrawn="1"/>
        </p:nvSpPr>
        <p:spPr>
          <a:xfrm>
            <a:off x="5049759" y="161925"/>
            <a:ext cx="171450" cy="152400"/>
          </a:xfrm>
          <a:custGeom>
            <a:avLst/>
            <a:gdLst>
              <a:gd name="connsiteX0" fmla="*/ 161887 w 171450"/>
              <a:gd name="connsiteY0" fmla="*/ 0 h 152400"/>
              <a:gd name="connsiteX1" fmla="*/ 85687 w 171450"/>
              <a:gd name="connsiteY1" fmla="*/ 0 h 152400"/>
              <a:gd name="connsiteX2" fmla="*/ 85687 w 171450"/>
              <a:gd name="connsiteY2" fmla="*/ 76200 h 152400"/>
              <a:gd name="connsiteX3" fmla="*/ 95212 w 171450"/>
              <a:gd name="connsiteY3" fmla="*/ 76200 h 152400"/>
              <a:gd name="connsiteX4" fmla="*/ 95212 w 171450"/>
              <a:gd name="connsiteY4" fmla="*/ 85725 h 152400"/>
              <a:gd name="connsiteX5" fmla="*/ 171412 w 171450"/>
              <a:gd name="connsiteY5" fmla="*/ 85725 h 152400"/>
              <a:gd name="connsiteX6" fmla="*/ 171412 w 171450"/>
              <a:gd name="connsiteY6" fmla="*/ 9525 h 152400"/>
              <a:gd name="connsiteX7" fmla="*/ 161887 w 171450"/>
              <a:gd name="connsiteY7" fmla="*/ 9525 h 152400"/>
              <a:gd name="connsiteX8" fmla="*/ 161887 w 171450"/>
              <a:gd name="connsiteY8" fmla="*/ 0 h 152400"/>
              <a:gd name="connsiteX9" fmla="*/ 161887 w 171450"/>
              <a:gd name="connsiteY9" fmla="*/ 9525 h 152400"/>
              <a:gd name="connsiteX10" fmla="*/ 161887 w 171450"/>
              <a:gd name="connsiteY10" fmla="*/ 76200 h 152400"/>
              <a:gd name="connsiteX11" fmla="*/ 95212 w 171450"/>
              <a:gd name="connsiteY11" fmla="*/ 76200 h 152400"/>
              <a:gd name="connsiteX12" fmla="*/ 95212 w 171450"/>
              <a:gd name="connsiteY12" fmla="*/ 9525 h 152400"/>
              <a:gd name="connsiteX13" fmla="*/ 161887 w 171450"/>
              <a:gd name="connsiteY13" fmla="*/ 9525 h 152400"/>
              <a:gd name="connsiteX14" fmla="*/ 66675 w 171450"/>
              <a:gd name="connsiteY14" fmla="*/ 28575 h 152400"/>
              <a:gd name="connsiteX15" fmla="*/ 44482 w 171450"/>
              <a:gd name="connsiteY15" fmla="*/ 9296 h 152400"/>
              <a:gd name="connsiteX16" fmla="*/ 38233 w 171450"/>
              <a:gd name="connsiteY16" fmla="*/ 16488 h 152400"/>
              <a:gd name="connsiteX17" fmla="*/ 63122 w 171450"/>
              <a:gd name="connsiteY17" fmla="*/ 38110 h 152400"/>
              <a:gd name="connsiteX18" fmla="*/ 0 w 171450"/>
              <a:gd name="connsiteY18" fmla="*/ 38100 h 152400"/>
              <a:gd name="connsiteX19" fmla="*/ 0 w 171450"/>
              <a:gd name="connsiteY19" fmla="*/ 47625 h 152400"/>
              <a:gd name="connsiteX20" fmla="*/ 63113 w 171450"/>
              <a:gd name="connsiteY20" fmla="*/ 47625 h 152400"/>
              <a:gd name="connsiteX21" fmla="*/ 38233 w 171450"/>
              <a:gd name="connsiteY21" fmla="*/ 69228 h 152400"/>
              <a:gd name="connsiteX22" fmla="*/ 44482 w 171450"/>
              <a:gd name="connsiteY22" fmla="*/ 76419 h 152400"/>
              <a:gd name="connsiteX23" fmla="*/ 66675 w 171450"/>
              <a:gd name="connsiteY23" fmla="*/ 57150 h 152400"/>
              <a:gd name="connsiteX24" fmla="*/ 66675 w 171450"/>
              <a:gd name="connsiteY24" fmla="*/ 28575 h 152400"/>
              <a:gd name="connsiteX25" fmla="*/ 9525 w 171450"/>
              <a:gd name="connsiteY25" fmla="*/ 114300 h 152400"/>
              <a:gd name="connsiteX26" fmla="*/ 152400 w 171450"/>
              <a:gd name="connsiteY26" fmla="*/ 114300 h 152400"/>
              <a:gd name="connsiteX27" fmla="*/ 161925 w 171450"/>
              <a:gd name="connsiteY27" fmla="*/ 123825 h 152400"/>
              <a:gd name="connsiteX28" fmla="*/ 161925 w 171450"/>
              <a:gd name="connsiteY28" fmla="*/ 133350 h 152400"/>
              <a:gd name="connsiteX29" fmla="*/ 152400 w 171450"/>
              <a:gd name="connsiteY29" fmla="*/ 142875 h 152400"/>
              <a:gd name="connsiteX30" fmla="*/ 0 w 171450"/>
              <a:gd name="connsiteY30" fmla="*/ 142875 h 152400"/>
              <a:gd name="connsiteX31" fmla="*/ 0 w 171450"/>
              <a:gd name="connsiteY31" fmla="*/ 152400 h 152400"/>
              <a:gd name="connsiteX32" fmla="*/ 152400 w 171450"/>
              <a:gd name="connsiteY32" fmla="*/ 152400 h 152400"/>
              <a:gd name="connsiteX33" fmla="*/ 171450 w 171450"/>
              <a:gd name="connsiteY33" fmla="*/ 133350 h 152400"/>
              <a:gd name="connsiteX34" fmla="*/ 171450 w 171450"/>
              <a:gd name="connsiteY34" fmla="*/ 123825 h 152400"/>
              <a:gd name="connsiteX35" fmla="*/ 152400 w 171450"/>
              <a:gd name="connsiteY35" fmla="*/ 104775 h 152400"/>
              <a:gd name="connsiteX36" fmla="*/ 0 w 171450"/>
              <a:gd name="connsiteY36" fmla="*/ 104775 h 152400"/>
              <a:gd name="connsiteX37" fmla="*/ 0 w 171450"/>
              <a:gd name="connsiteY37" fmla="*/ 114300 h 152400"/>
              <a:gd name="connsiteX38" fmla="*/ 9525 w 171450"/>
              <a:gd name="connsiteY38" fmla="*/ 114300 h 152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171450" h="152400">
                <a:moveTo>
                  <a:pt x="161887" y="0"/>
                </a:moveTo>
                <a:lnTo>
                  <a:pt x="85687" y="0"/>
                </a:lnTo>
                <a:lnTo>
                  <a:pt x="85687" y="76200"/>
                </a:lnTo>
                <a:lnTo>
                  <a:pt x="95212" y="76200"/>
                </a:lnTo>
                <a:lnTo>
                  <a:pt x="95212" y="85725"/>
                </a:lnTo>
                <a:lnTo>
                  <a:pt x="171412" y="85725"/>
                </a:lnTo>
                <a:lnTo>
                  <a:pt x="171412" y="9525"/>
                </a:lnTo>
                <a:lnTo>
                  <a:pt x="161887" y="9525"/>
                </a:lnTo>
                <a:lnTo>
                  <a:pt x="161887" y="0"/>
                </a:lnTo>
                <a:close/>
                <a:moveTo>
                  <a:pt x="161887" y="9525"/>
                </a:moveTo>
                <a:lnTo>
                  <a:pt x="161887" y="76200"/>
                </a:lnTo>
                <a:lnTo>
                  <a:pt x="95212" y="76200"/>
                </a:lnTo>
                <a:lnTo>
                  <a:pt x="95212" y="9525"/>
                </a:lnTo>
                <a:lnTo>
                  <a:pt x="161887" y="9525"/>
                </a:lnTo>
                <a:close/>
                <a:moveTo>
                  <a:pt x="66675" y="28575"/>
                </a:moveTo>
                <a:lnTo>
                  <a:pt x="44482" y="9296"/>
                </a:lnTo>
                <a:lnTo>
                  <a:pt x="38233" y="16488"/>
                </a:lnTo>
                <a:lnTo>
                  <a:pt x="63122" y="38110"/>
                </a:lnTo>
                <a:lnTo>
                  <a:pt x="0" y="38100"/>
                </a:lnTo>
                <a:lnTo>
                  <a:pt x="0" y="47625"/>
                </a:lnTo>
                <a:lnTo>
                  <a:pt x="63113" y="47625"/>
                </a:lnTo>
                <a:lnTo>
                  <a:pt x="38233" y="69228"/>
                </a:lnTo>
                <a:lnTo>
                  <a:pt x="44482" y="76419"/>
                </a:lnTo>
                <a:lnTo>
                  <a:pt x="66675" y="57150"/>
                </a:lnTo>
                <a:lnTo>
                  <a:pt x="66675" y="28575"/>
                </a:lnTo>
                <a:close/>
                <a:moveTo>
                  <a:pt x="9525" y="114300"/>
                </a:moveTo>
                <a:lnTo>
                  <a:pt x="152400" y="114300"/>
                </a:lnTo>
                <a:cubicBezTo>
                  <a:pt x="157661" y="114300"/>
                  <a:pt x="161925" y="118564"/>
                  <a:pt x="161925" y="123825"/>
                </a:cubicBezTo>
                <a:lnTo>
                  <a:pt x="161925" y="133350"/>
                </a:lnTo>
                <a:cubicBezTo>
                  <a:pt x="161925" y="138611"/>
                  <a:pt x="157661" y="142875"/>
                  <a:pt x="152400" y="142875"/>
                </a:cubicBezTo>
                <a:lnTo>
                  <a:pt x="0" y="142875"/>
                </a:lnTo>
                <a:lnTo>
                  <a:pt x="0" y="152400"/>
                </a:lnTo>
                <a:lnTo>
                  <a:pt x="152400" y="152400"/>
                </a:lnTo>
                <a:cubicBezTo>
                  <a:pt x="162921" y="152400"/>
                  <a:pt x="171450" y="143871"/>
                  <a:pt x="171450" y="133350"/>
                </a:cubicBezTo>
                <a:lnTo>
                  <a:pt x="171450" y="123825"/>
                </a:lnTo>
                <a:cubicBezTo>
                  <a:pt x="171450" y="113304"/>
                  <a:pt x="162921" y="104775"/>
                  <a:pt x="152400" y="104775"/>
                </a:cubicBezTo>
                <a:lnTo>
                  <a:pt x="0" y="104775"/>
                </a:lnTo>
                <a:lnTo>
                  <a:pt x="0" y="114300"/>
                </a:lnTo>
                <a:lnTo>
                  <a:pt x="9525" y="114300"/>
                </a:lnTo>
                <a:close/>
              </a:path>
            </a:pathLst>
          </a:custGeom>
          <a:solidFill>
            <a:srgbClr val="08312A"/>
          </a:solidFill>
          <a:ln w="9525" cap="flat">
            <a:noFill/>
            <a:prstDash val="solid"/>
            <a:miter/>
          </a:ln>
        </p:spPr>
        <p:txBody>
          <a:bodyPr rtlCol="0" anchor="ctr"/>
          <a:lstStyle/>
          <a:p>
            <a:endParaRPr lang="en-US"/>
          </a:p>
        </p:txBody>
      </p:sp>
      <p:sp>
        <p:nvSpPr>
          <p:cNvPr id="62" name="Graphic 44">
            <a:extLst>
              <a:ext uri="{FF2B5EF4-FFF2-40B4-BE49-F238E27FC236}">
                <a16:creationId xmlns:a16="http://schemas.microsoft.com/office/drawing/2014/main" id="{82C15C46-3DA4-8042-AE0B-4F05319C0B84}"/>
              </a:ext>
            </a:extLst>
          </p:cNvPr>
          <p:cNvSpPr/>
          <p:nvPr userDrawn="1"/>
        </p:nvSpPr>
        <p:spPr>
          <a:xfrm>
            <a:off x="6171094" y="166429"/>
            <a:ext cx="143391" cy="143391"/>
          </a:xfrm>
          <a:custGeom>
            <a:avLst/>
            <a:gdLst>
              <a:gd name="connsiteX0" fmla="*/ 57150 w 171450"/>
              <a:gd name="connsiteY0" fmla="*/ 0 h 171450"/>
              <a:gd name="connsiteX1" fmla="*/ 57150 w 171450"/>
              <a:gd name="connsiteY1" fmla="*/ 9525 h 171450"/>
              <a:gd name="connsiteX2" fmla="*/ 114300 w 171450"/>
              <a:gd name="connsiteY2" fmla="*/ 9525 h 171450"/>
              <a:gd name="connsiteX3" fmla="*/ 114300 w 171450"/>
              <a:gd name="connsiteY3" fmla="*/ 0 h 171450"/>
              <a:gd name="connsiteX4" fmla="*/ 123825 w 171450"/>
              <a:gd name="connsiteY4" fmla="*/ 0 h 171450"/>
              <a:gd name="connsiteX5" fmla="*/ 123825 w 171450"/>
              <a:gd name="connsiteY5" fmla="*/ 9525 h 171450"/>
              <a:gd name="connsiteX6" fmla="*/ 171450 w 171450"/>
              <a:gd name="connsiteY6" fmla="*/ 9525 h 171450"/>
              <a:gd name="connsiteX7" fmla="*/ 171450 w 171450"/>
              <a:gd name="connsiteY7" fmla="*/ 150019 h 171450"/>
              <a:gd name="connsiteX8" fmla="*/ 150019 w 171450"/>
              <a:gd name="connsiteY8" fmla="*/ 171450 h 171450"/>
              <a:gd name="connsiteX9" fmla="*/ 21431 w 171450"/>
              <a:gd name="connsiteY9" fmla="*/ 171450 h 171450"/>
              <a:gd name="connsiteX10" fmla="*/ 0 w 171450"/>
              <a:gd name="connsiteY10" fmla="*/ 150019 h 171450"/>
              <a:gd name="connsiteX11" fmla="*/ 0 w 171450"/>
              <a:gd name="connsiteY11" fmla="*/ 9525 h 171450"/>
              <a:gd name="connsiteX12" fmla="*/ 47625 w 171450"/>
              <a:gd name="connsiteY12" fmla="*/ 9525 h 171450"/>
              <a:gd name="connsiteX13" fmla="*/ 47625 w 171450"/>
              <a:gd name="connsiteY13" fmla="*/ 0 h 171450"/>
              <a:gd name="connsiteX14" fmla="*/ 57150 w 171450"/>
              <a:gd name="connsiteY14" fmla="*/ 0 h 171450"/>
              <a:gd name="connsiteX15" fmla="*/ 114300 w 171450"/>
              <a:gd name="connsiteY15" fmla="*/ 19050 h 171450"/>
              <a:gd name="connsiteX16" fmla="*/ 114300 w 171450"/>
              <a:gd name="connsiteY16" fmla="*/ 28575 h 171450"/>
              <a:gd name="connsiteX17" fmla="*/ 123825 w 171450"/>
              <a:gd name="connsiteY17" fmla="*/ 28575 h 171450"/>
              <a:gd name="connsiteX18" fmla="*/ 123825 w 171450"/>
              <a:gd name="connsiteY18" fmla="*/ 19050 h 171450"/>
              <a:gd name="connsiteX19" fmla="*/ 161925 w 171450"/>
              <a:gd name="connsiteY19" fmla="*/ 19050 h 171450"/>
              <a:gd name="connsiteX20" fmla="*/ 161925 w 171450"/>
              <a:gd name="connsiteY20" fmla="*/ 47625 h 171450"/>
              <a:gd name="connsiteX21" fmla="*/ 9525 w 171450"/>
              <a:gd name="connsiteY21" fmla="*/ 47625 h 171450"/>
              <a:gd name="connsiteX22" fmla="*/ 9525 w 171450"/>
              <a:gd name="connsiteY22" fmla="*/ 19050 h 171450"/>
              <a:gd name="connsiteX23" fmla="*/ 47625 w 171450"/>
              <a:gd name="connsiteY23" fmla="*/ 19050 h 171450"/>
              <a:gd name="connsiteX24" fmla="*/ 47625 w 171450"/>
              <a:gd name="connsiteY24" fmla="*/ 28575 h 171450"/>
              <a:gd name="connsiteX25" fmla="*/ 57150 w 171450"/>
              <a:gd name="connsiteY25" fmla="*/ 28575 h 171450"/>
              <a:gd name="connsiteX26" fmla="*/ 57150 w 171450"/>
              <a:gd name="connsiteY26" fmla="*/ 19050 h 171450"/>
              <a:gd name="connsiteX27" fmla="*/ 114300 w 171450"/>
              <a:gd name="connsiteY27" fmla="*/ 19050 h 171450"/>
              <a:gd name="connsiteX28" fmla="*/ 161925 w 171450"/>
              <a:gd name="connsiteY28" fmla="*/ 57150 h 171450"/>
              <a:gd name="connsiteX29" fmla="*/ 161925 w 171450"/>
              <a:gd name="connsiteY29" fmla="*/ 150019 h 171450"/>
              <a:gd name="connsiteX30" fmla="*/ 150019 w 171450"/>
              <a:gd name="connsiteY30" fmla="*/ 161925 h 171450"/>
              <a:gd name="connsiteX31" fmla="*/ 21431 w 171450"/>
              <a:gd name="connsiteY31" fmla="*/ 161925 h 171450"/>
              <a:gd name="connsiteX32" fmla="*/ 9525 w 171450"/>
              <a:gd name="connsiteY32" fmla="*/ 150019 h 171450"/>
              <a:gd name="connsiteX33" fmla="*/ 9525 w 171450"/>
              <a:gd name="connsiteY33" fmla="*/ 57150 h 171450"/>
              <a:gd name="connsiteX34" fmla="*/ 161925 w 171450"/>
              <a:gd name="connsiteY34" fmla="*/ 57150 h 171450"/>
              <a:gd name="connsiteX35" fmla="*/ 76200 w 171450"/>
              <a:gd name="connsiteY35" fmla="*/ 95250 h 171450"/>
              <a:gd name="connsiteX36" fmla="*/ 28575 w 171450"/>
              <a:gd name="connsiteY36" fmla="*/ 95250 h 171450"/>
              <a:gd name="connsiteX37" fmla="*/ 28575 w 171450"/>
              <a:gd name="connsiteY37" fmla="*/ 85725 h 171450"/>
              <a:gd name="connsiteX38" fmla="*/ 76200 w 171450"/>
              <a:gd name="connsiteY38" fmla="*/ 85725 h 171450"/>
              <a:gd name="connsiteX39" fmla="*/ 76200 w 171450"/>
              <a:gd name="connsiteY39" fmla="*/ 95250 h 171450"/>
              <a:gd name="connsiteX40" fmla="*/ 28575 w 171450"/>
              <a:gd name="connsiteY40" fmla="*/ 133350 h 171450"/>
              <a:gd name="connsiteX41" fmla="*/ 76200 w 171450"/>
              <a:gd name="connsiteY41" fmla="*/ 133350 h 171450"/>
              <a:gd name="connsiteX42" fmla="*/ 76200 w 171450"/>
              <a:gd name="connsiteY42" fmla="*/ 123825 h 171450"/>
              <a:gd name="connsiteX43" fmla="*/ 28575 w 171450"/>
              <a:gd name="connsiteY43" fmla="*/ 123825 h 171450"/>
              <a:gd name="connsiteX44" fmla="*/ 28575 w 171450"/>
              <a:gd name="connsiteY44" fmla="*/ 133350 h 171450"/>
              <a:gd name="connsiteX45" fmla="*/ 142875 w 171450"/>
              <a:gd name="connsiteY45" fmla="*/ 95250 h 171450"/>
              <a:gd name="connsiteX46" fmla="*/ 95250 w 171450"/>
              <a:gd name="connsiteY46" fmla="*/ 95250 h 171450"/>
              <a:gd name="connsiteX47" fmla="*/ 95250 w 171450"/>
              <a:gd name="connsiteY47" fmla="*/ 85725 h 171450"/>
              <a:gd name="connsiteX48" fmla="*/ 142875 w 171450"/>
              <a:gd name="connsiteY48" fmla="*/ 85725 h 171450"/>
              <a:gd name="connsiteX49" fmla="*/ 142875 w 171450"/>
              <a:gd name="connsiteY49" fmla="*/ 95250 h 171450"/>
              <a:gd name="connsiteX50" fmla="*/ 95250 w 171450"/>
              <a:gd name="connsiteY50" fmla="*/ 133350 h 171450"/>
              <a:gd name="connsiteX51" fmla="*/ 142875 w 171450"/>
              <a:gd name="connsiteY51" fmla="*/ 133350 h 171450"/>
              <a:gd name="connsiteX52" fmla="*/ 142875 w 171450"/>
              <a:gd name="connsiteY52" fmla="*/ 123825 h 171450"/>
              <a:gd name="connsiteX53" fmla="*/ 95250 w 171450"/>
              <a:gd name="connsiteY53" fmla="*/ 123825 h 171450"/>
              <a:gd name="connsiteX54" fmla="*/ 95250 w 171450"/>
              <a:gd name="connsiteY54" fmla="*/ 13335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171450" h="171450">
                <a:moveTo>
                  <a:pt x="57150" y="0"/>
                </a:moveTo>
                <a:lnTo>
                  <a:pt x="57150" y="9525"/>
                </a:lnTo>
                <a:lnTo>
                  <a:pt x="114300" y="9525"/>
                </a:lnTo>
                <a:lnTo>
                  <a:pt x="114300" y="0"/>
                </a:lnTo>
                <a:lnTo>
                  <a:pt x="123825" y="0"/>
                </a:lnTo>
                <a:lnTo>
                  <a:pt x="123825" y="9525"/>
                </a:lnTo>
                <a:lnTo>
                  <a:pt x="171450" y="9525"/>
                </a:lnTo>
                <a:lnTo>
                  <a:pt x="171450" y="150019"/>
                </a:lnTo>
                <a:cubicBezTo>
                  <a:pt x="171450" y="161855"/>
                  <a:pt x="161855" y="171450"/>
                  <a:pt x="150019" y="171450"/>
                </a:cubicBezTo>
                <a:lnTo>
                  <a:pt x="21431" y="171450"/>
                </a:lnTo>
                <a:cubicBezTo>
                  <a:pt x="9595" y="171450"/>
                  <a:pt x="0" y="161855"/>
                  <a:pt x="0" y="150019"/>
                </a:cubicBezTo>
                <a:lnTo>
                  <a:pt x="0" y="9525"/>
                </a:lnTo>
                <a:lnTo>
                  <a:pt x="47625" y="9525"/>
                </a:lnTo>
                <a:lnTo>
                  <a:pt x="47625" y="0"/>
                </a:lnTo>
                <a:lnTo>
                  <a:pt x="57150" y="0"/>
                </a:lnTo>
                <a:close/>
                <a:moveTo>
                  <a:pt x="114300" y="19050"/>
                </a:moveTo>
                <a:lnTo>
                  <a:pt x="114300" y="28575"/>
                </a:lnTo>
                <a:lnTo>
                  <a:pt x="123825" y="28575"/>
                </a:lnTo>
                <a:lnTo>
                  <a:pt x="123825" y="19050"/>
                </a:lnTo>
                <a:lnTo>
                  <a:pt x="161925" y="19050"/>
                </a:lnTo>
                <a:lnTo>
                  <a:pt x="161925" y="47625"/>
                </a:lnTo>
                <a:lnTo>
                  <a:pt x="9525" y="47625"/>
                </a:lnTo>
                <a:lnTo>
                  <a:pt x="9525" y="19050"/>
                </a:lnTo>
                <a:lnTo>
                  <a:pt x="47625" y="19050"/>
                </a:lnTo>
                <a:lnTo>
                  <a:pt x="47625" y="28575"/>
                </a:lnTo>
                <a:lnTo>
                  <a:pt x="57150" y="28575"/>
                </a:lnTo>
                <a:lnTo>
                  <a:pt x="57150" y="19050"/>
                </a:lnTo>
                <a:lnTo>
                  <a:pt x="114300" y="19050"/>
                </a:lnTo>
                <a:close/>
                <a:moveTo>
                  <a:pt x="161925" y="57150"/>
                </a:moveTo>
                <a:lnTo>
                  <a:pt x="161925" y="150019"/>
                </a:lnTo>
                <a:cubicBezTo>
                  <a:pt x="161925" y="156591"/>
                  <a:pt x="156591" y="161925"/>
                  <a:pt x="150019" y="161925"/>
                </a:cubicBezTo>
                <a:lnTo>
                  <a:pt x="21431" y="161925"/>
                </a:lnTo>
                <a:cubicBezTo>
                  <a:pt x="14859" y="161925"/>
                  <a:pt x="9525" y="156591"/>
                  <a:pt x="9525" y="150019"/>
                </a:cubicBezTo>
                <a:lnTo>
                  <a:pt x="9525" y="57150"/>
                </a:lnTo>
                <a:lnTo>
                  <a:pt x="161925" y="57150"/>
                </a:lnTo>
                <a:close/>
                <a:moveTo>
                  <a:pt x="76200" y="95250"/>
                </a:moveTo>
                <a:lnTo>
                  <a:pt x="28575" y="95250"/>
                </a:lnTo>
                <a:lnTo>
                  <a:pt x="28575" y="85725"/>
                </a:lnTo>
                <a:lnTo>
                  <a:pt x="76200" y="85725"/>
                </a:lnTo>
                <a:lnTo>
                  <a:pt x="76200" y="95250"/>
                </a:lnTo>
                <a:close/>
                <a:moveTo>
                  <a:pt x="28575" y="133350"/>
                </a:moveTo>
                <a:lnTo>
                  <a:pt x="76200" y="133350"/>
                </a:lnTo>
                <a:lnTo>
                  <a:pt x="76200" y="123825"/>
                </a:lnTo>
                <a:lnTo>
                  <a:pt x="28575" y="123825"/>
                </a:lnTo>
                <a:lnTo>
                  <a:pt x="28575" y="133350"/>
                </a:lnTo>
                <a:close/>
                <a:moveTo>
                  <a:pt x="142875" y="95250"/>
                </a:moveTo>
                <a:lnTo>
                  <a:pt x="95250" y="95250"/>
                </a:lnTo>
                <a:lnTo>
                  <a:pt x="95250" y="85725"/>
                </a:lnTo>
                <a:lnTo>
                  <a:pt x="142875" y="85725"/>
                </a:lnTo>
                <a:lnTo>
                  <a:pt x="142875" y="95250"/>
                </a:lnTo>
                <a:close/>
                <a:moveTo>
                  <a:pt x="95250" y="133350"/>
                </a:moveTo>
                <a:lnTo>
                  <a:pt x="142875" y="133350"/>
                </a:lnTo>
                <a:lnTo>
                  <a:pt x="142875" y="123825"/>
                </a:lnTo>
                <a:lnTo>
                  <a:pt x="95250" y="123825"/>
                </a:lnTo>
                <a:lnTo>
                  <a:pt x="95250" y="133350"/>
                </a:lnTo>
                <a:close/>
              </a:path>
            </a:pathLst>
          </a:custGeom>
          <a:solidFill>
            <a:srgbClr val="08312A"/>
          </a:solidFill>
          <a:ln w="9525" cap="flat">
            <a:noFill/>
            <a:prstDash val="solid"/>
            <a:miter/>
          </a:ln>
        </p:spPr>
        <p:txBody>
          <a:bodyPr rtlCol="0" anchor="ctr"/>
          <a:lstStyle/>
          <a:p>
            <a:endParaRPr lang="en-US"/>
          </a:p>
        </p:txBody>
      </p:sp>
      <p:sp>
        <p:nvSpPr>
          <p:cNvPr id="63" name="Graphic 55">
            <a:extLst>
              <a:ext uri="{FF2B5EF4-FFF2-40B4-BE49-F238E27FC236}">
                <a16:creationId xmlns:a16="http://schemas.microsoft.com/office/drawing/2014/main" id="{73CBB9BC-9EB4-FB45-78DD-0FCEC92192D8}"/>
              </a:ext>
            </a:extLst>
          </p:cNvPr>
          <p:cNvSpPr/>
          <p:nvPr userDrawn="1"/>
        </p:nvSpPr>
        <p:spPr>
          <a:xfrm>
            <a:off x="9556025" y="169096"/>
            <a:ext cx="138058" cy="138058"/>
          </a:xfrm>
          <a:custGeom>
            <a:avLst/>
            <a:gdLst>
              <a:gd name="connsiteX0" fmla="*/ 0 w 171450"/>
              <a:gd name="connsiteY0" fmla="*/ 171450 h 171450"/>
              <a:gd name="connsiteX1" fmla="*/ 47625 w 171450"/>
              <a:gd name="connsiteY1" fmla="*/ 171450 h 171450"/>
              <a:gd name="connsiteX2" fmla="*/ 47625 w 171450"/>
              <a:gd name="connsiteY2" fmla="*/ 104775 h 171450"/>
              <a:gd name="connsiteX3" fmla="*/ 0 w 171450"/>
              <a:gd name="connsiteY3" fmla="*/ 104775 h 171450"/>
              <a:gd name="connsiteX4" fmla="*/ 0 w 171450"/>
              <a:gd name="connsiteY4" fmla="*/ 171450 h 171450"/>
              <a:gd name="connsiteX5" fmla="*/ 9525 w 171450"/>
              <a:gd name="connsiteY5" fmla="*/ 114300 h 171450"/>
              <a:gd name="connsiteX6" fmla="*/ 38100 w 171450"/>
              <a:gd name="connsiteY6" fmla="*/ 114300 h 171450"/>
              <a:gd name="connsiteX7" fmla="*/ 38100 w 171450"/>
              <a:gd name="connsiteY7" fmla="*/ 161925 h 171450"/>
              <a:gd name="connsiteX8" fmla="*/ 9525 w 171450"/>
              <a:gd name="connsiteY8" fmla="*/ 161925 h 171450"/>
              <a:gd name="connsiteX9" fmla="*/ 9525 w 171450"/>
              <a:gd name="connsiteY9" fmla="*/ 114300 h 171450"/>
              <a:gd name="connsiteX10" fmla="*/ 61913 w 171450"/>
              <a:gd name="connsiteY10" fmla="*/ 171450 h 171450"/>
              <a:gd name="connsiteX11" fmla="*/ 109538 w 171450"/>
              <a:gd name="connsiteY11" fmla="*/ 171450 h 171450"/>
              <a:gd name="connsiteX12" fmla="*/ 109538 w 171450"/>
              <a:gd name="connsiteY12" fmla="*/ 123825 h 171450"/>
              <a:gd name="connsiteX13" fmla="*/ 61913 w 171450"/>
              <a:gd name="connsiteY13" fmla="*/ 123825 h 171450"/>
              <a:gd name="connsiteX14" fmla="*/ 61913 w 171450"/>
              <a:gd name="connsiteY14" fmla="*/ 171450 h 171450"/>
              <a:gd name="connsiteX15" fmla="*/ 71438 w 171450"/>
              <a:gd name="connsiteY15" fmla="*/ 133350 h 171450"/>
              <a:gd name="connsiteX16" fmla="*/ 100013 w 171450"/>
              <a:gd name="connsiteY16" fmla="*/ 133350 h 171450"/>
              <a:gd name="connsiteX17" fmla="*/ 100013 w 171450"/>
              <a:gd name="connsiteY17" fmla="*/ 161925 h 171450"/>
              <a:gd name="connsiteX18" fmla="*/ 71438 w 171450"/>
              <a:gd name="connsiteY18" fmla="*/ 161925 h 171450"/>
              <a:gd name="connsiteX19" fmla="*/ 71438 w 171450"/>
              <a:gd name="connsiteY19" fmla="*/ 133350 h 171450"/>
              <a:gd name="connsiteX20" fmla="*/ 123825 w 171450"/>
              <a:gd name="connsiteY20" fmla="*/ 85725 h 171450"/>
              <a:gd name="connsiteX21" fmla="*/ 123825 w 171450"/>
              <a:gd name="connsiteY21" fmla="*/ 171450 h 171450"/>
              <a:gd name="connsiteX22" fmla="*/ 171450 w 171450"/>
              <a:gd name="connsiteY22" fmla="*/ 171450 h 171450"/>
              <a:gd name="connsiteX23" fmla="*/ 171450 w 171450"/>
              <a:gd name="connsiteY23" fmla="*/ 85725 h 171450"/>
              <a:gd name="connsiteX24" fmla="*/ 123825 w 171450"/>
              <a:gd name="connsiteY24" fmla="*/ 85725 h 171450"/>
              <a:gd name="connsiteX25" fmla="*/ 161925 w 171450"/>
              <a:gd name="connsiteY25" fmla="*/ 161925 h 171450"/>
              <a:gd name="connsiteX26" fmla="*/ 133350 w 171450"/>
              <a:gd name="connsiteY26" fmla="*/ 161925 h 171450"/>
              <a:gd name="connsiteX27" fmla="*/ 133350 w 171450"/>
              <a:gd name="connsiteY27" fmla="*/ 95250 h 171450"/>
              <a:gd name="connsiteX28" fmla="*/ 161925 w 171450"/>
              <a:gd name="connsiteY28" fmla="*/ 95250 h 171450"/>
              <a:gd name="connsiteX29" fmla="*/ 161925 w 171450"/>
              <a:gd name="connsiteY29" fmla="*/ 161925 h 171450"/>
              <a:gd name="connsiteX30" fmla="*/ 85725 w 171450"/>
              <a:gd name="connsiteY30" fmla="*/ 92393 h 171450"/>
              <a:gd name="connsiteX31" fmla="*/ 161925 w 171450"/>
              <a:gd name="connsiteY31" fmla="*/ 16192 h 171450"/>
              <a:gd name="connsiteX32" fmla="*/ 161925 w 171450"/>
              <a:gd name="connsiteY32" fmla="*/ 66675 h 171450"/>
              <a:gd name="connsiteX33" fmla="*/ 171450 w 171450"/>
              <a:gd name="connsiteY33" fmla="*/ 66675 h 171450"/>
              <a:gd name="connsiteX34" fmla="*/ 171450 w 171450"/>
              <a:gd name="connsiteY34" fmla="*/ 19050 h 171450"/>
              <a:gd name="connsiteX35" fmla="*/ 152400 w 171450"/>
              <a:gd name="connsiteY35" fmla="*/ 0 h 171450"/>
              <a:gd name="connsiteX36" fmla="*/ 104775 w 171450"/>
              <a:gd name="connsiteY36" fmla="*/ 0 h 171450"/>
              <a:gd name="connsiteX37" fmla="*/ 104775 w 171450"/>
              <a:gd name="connsiteY37" fmla="*/ 9525 h 171450"/>
              <a:gd name="connsiteX38" fmla="*/ 155258 w 171450"/>
              <a:gd name="connsiteY38" fmla="*/ 9525 h 171450"/>
              <a:gd name="connsiteX39" fmla="*/ 85725 w 171450"/>
              <a:gd name="connsiteY39" fmla="*/ 79058 h 171450"/>
              <a:gd name="connsiteX40" fmla="*/ 38100 w 171450"/>
              <a:gd name="connsiteY40" fmla="*/ 36195 h 171450"/>
              <a:gd name="connsiteX41" fmla="*/ 0 w 171450"/>
              <a:gd name="connsiteY41" fmla="*/ 74295 h 171450"/>
              <a:gd name="connsiteX42" fmla="*/ 0 w 171450"/>
              <a:gd name="connsiteY42" fmla="*/ 87630 h 171450"/>
              <a:gd name="connsiteX43" fmla="*/ 38100 w 171450"/>
              <a:gd name="connsiteY43" fmla="*/ 49530 h 171450"/>
              <a:gd name="connsiteX44" fmla="*/ 85725 w 171450"/>
              <a:gd name="connsiteY44" fmla="*/ 92393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71450" h="171450">
                <a:moveTo>
                  <a:pt x="0" y="171450"/>
                </a:moveTo>
                <a:lnTo>
                  <a:pt x="47625" y="171450"/>
                </a:lnTo>
                <a:lnTo>
                  <a:pt x="47625" y="104775"/>
                </a:lnTo>
                <a:lnTo>
                  <a:pt x="0" y="104775"/>
                </a:lnTo>
                <a:lnTo>
                  <a:pt x="0" y="171450"/>
                </a:lnTo>
                <a:close/>
                <a:moveTo>
                  <a:pt x="9525" y="114300"/>
                </a:moveTo>
                <a:lnTo>
                  <a:pt x="38100" y="114300"/>
                </a:lnTo>
                <a:lnTo>
                  <a:pt x="38100" y="161925"/>
                </a:lnTo>
                <a:lnTo>
                  <a:pt x="9525" y="161925"/>
                </a:lnTo>
                <a:lnTo>
                  <a:pt x="9525" y="114300"/>
                </a:lnTo>
                <a:close/>
                <a:moveTo>
                  <a:pt x="61913" y="171450"/>
                </a:moveTo>
                <a:lnTo>
                  <a:pt x="109538" y="171450"/>
                </a:lnTo>
                <a:lnTo>
                  <a:pt x="109538" y="123825"/>
                </a:lnTo>
                <a:lnTo>
                  <a:pt x="61913" y="123825"/>
                </a:lnTo>
                <a:lnTo>
                  <a:pt x="61913" y="171450"/>
                </a:lnTo>
                <a:close/>
                <a:moveTo>
                  <a:pt x="71438" y="133350"/>
                </a:moveTo>
                <a:lnTo>
                  <a:pt x="100013" y="133350"/>
                </a:lnTo>
                <a:lnTo>
                  <a:pt x="100013" y="161925"/>
                </a:lnTo>
                <a:lnTo>
                  <a:pt x="71438" y="161925"/>
                </a:lnTo>
                <a:lnTo>
                  <a:pt x="71438" y="133350"/>
                </a:lnTo>
                <a:close/>
                <a:moveTo>
                  <a:pt x="123825" y="85725"/>
                </a:moveTo>
                <a:lnTo>
                  <a:pt x="123825" y="171450"/>
                </a:lnTo>
                <a:lnTo>
                  <a:pt x="171450" y="171450"/>
                </a:lnTo>
                <a:lnTo>
                  <a:pt x="171450" y="85725"/>
                </a:lnTo>
                <a:lnTo>
                  <a:pt x="123825" y="85725"/>
                </a:lnTo>
                <a:close/>
                <a:moveTo>
                  <a:pt x="161925" y="161925"/>
                </a:moveTo>
                <a:lnTo>
                  <a:pt x="133350" y="161925"/>
                </a:lnTo>
                <a:lnTo>
                  <a:pt x="133350" y="95250"/>
                </a:lnTo>
                <a:lnTo>
                  <a:pt x="161925" y="95250"/>
                </a:lnTo>
                <a:lnTo>
                  <a:pt x="161925" y="161925"/>
                </a:lnTo>
                <a:close/>
                <a:moveTo>
                  <a:pt x="85725" y="92393"/>
                </a:moveTo>
                <a:lnTo>
                  <a:pt x="161925" y="16192"/>
                </a:lnTo>
                <a:lnTo>
                  <a:pt x="161925" y="66675"/>
                </a:lnTo>
                <a:lnTo>
                  <a:pt x="171450" y="66675"/>
                </a:lnTo>
                <a:lnTo>
                  <a:pt x="171450" y="19050"/>
                </a:lnTo>
                <a:lnTo>
                  <a:pt x="152400" y="0"/>
                </a:lnTo>
                <a:lnTo>
                  <a:pt x="104775" y="0"/>
                </a:lnTo>
                <a:lnTo>
                  <a:pt x="104775" y="9525"/>
                </a:lnTo>
                <a:lnTo>
                  <a:pt x="155258" y="9525"/>
                </a:lnTo>
                <a:lnTo>
                  <a:pt x="85725" y="79058"/>
                </a:lnTo>
                <a:lnTo>
                  <a:pt x="38100" y="36195"/>
                </a:lnTo>
                <a:lnTo>
                  <a:pt x="0" y="74295"/>
                </a:lnTo>
                <a:lnTo>
                  <a:pt x="0" y="87630"/>
                </a:lnTo>
                <a:lnTo>
                  <a:pt x="38100" y="49530"/>
                </a:lnTo>
                <a:lnTo>
                  <a:pt x="85725" y="92393"/>
                </a:lnTo>
                <a:close/>
              </a:path>
            </a:pathLst>
          </a:custGeom>
          <a:solidFill>
            <a:srgbClr val="08312A"/>
          </a:solidFill>
          <a:ln w="9525" cap="flat">
            <a:noFill/>
            <a:prstDash val="solid"/>
            <a:miter/>
          </a:ln>
        </p:spPr>
        <p:txBody>
          <a:bodyPr rtlCol="0" anchor="ctr"/>
          <a:lstStyle/>
          <a:p>
            <a:endParaRPr lang="en-US"/>
          </a:p>
        </p:txBody>
      </p:sp>
      <p:sp>
        <p:nvSpPr>
          <p:cNvPr id="65" name="object 34">
            <a:hlinkClick r:id="" action="ppaction://noaction"/>
            <a:extLst>
              <a:ext uri="{FF2B5EF4-FFF2-40B4-BE49-F238E27FC236}">
                <a16:creationId xmlns:a16="http://schemas.microsoft.com/office/drawing/2014/main" id="{EB9E7F5E-9988-180B-D608-DC35490AD207}"/>
              </a:ext>
            </a:extLst>
          </p:cNvPr>
          <p:cNvSpPr/>
          <p:nvPr userDrawn="1"/>
        </p:nvSpPr>
        <p:spPr>
          <a:xfrm>
            <a:off x="7235671" y="0"/>
            <a:ext cx="1098782" cy="476250"/>
          </a:xfrm>
          <a:prstGeom prst="rect">
            <a:avLst/>
          </a:prstGeom>
          <a:solidFill>
            <a:srgbClr val="EFEEEB"/>
          </a:solidFill>
          <a:ln w="6350">
            <a:noFill/>
          </a:ln>
        </p:spPr>
        <p:txBody>
          <a:bodyPr wrap="square" lIns="288000" tIns="0" rIns="36000" bIns="0" rtlCol="0" anchor="ctr">
            <a:normAutofit/>
          </a:bodyPr>
          <a:lstStyle/>
          <a:p>
            <a:pPr marL="12700" lvl="0">
              <a:lnSpc>
                <a:spcPct val="100000"/>
              </a:lnSpc>
              <a:spcBef>
                <a:spcPts val="100"/>
              </a:spcBef>
            </a:pPr>
            <a:r>
              <a:rPr lang="en-GB" sz="700" b="0" spc="0" baseline="0">
                <a:solidFill>
                  <a:schemeClr val="bg2"/>
                </a:solidFill>
                <a:latin typeface="Boehringer Forward Text" panose="02000500000000020000" pitchFamily="2" charset="0"/>
                <a:cs typeface="BISans"/>
              </a:rPr>
              <a:t>LR expectations</a:t>
            </a:r>
            <a:br>
              <a:rPr lang="en-GB" sz="700" b="0" spc="0" baseline="0">
                <a:solidFill>
                  <a:schemeClr val="bg2"/>
                </a:solidFill>
                <a:latin typeface="Boehringer Forward Text" panose="02000500000000020000" pitchFamily="2" charset="0"/>
                <a:cs typeface="BISans"/>
              </a:rPr>
            </a:br>
            <a:r>
              <a:rPr lang="en-GB" sz="700" b="0" spc="0" baseline="0">
                <a:solidFill>
                  <a:schemeClr val="bg2"/>
                </a:solidFill>
                <a:latin typeface="Boehringer Forward Text" panose="02000500000000020000" pitchFamily="2" charset="0"/>
                <a:cs typeface="BISans"/>
              </a:rPr>
              <a:t>at key timepoints​</a:t>
            </a:r>
          </a:p>
        </p:txBody>
      </p:sp>
      <p:sp>
        <p:nvSpPr>
          <p:cNvPr id="66" name="object 34">
            <a:hlinkClick r:id="" action="ppaction://noaction"/>
            <a:extLst>
              <a:ext uri="{FF2B5EF4-FFF2-40B4-BE49-F238E27FC236}">
                <a16:creationId xmlns:a16="http://schemas.microsoft.com/office/drawing/2014/main" id="{17578091-907A-E481-014F-104820989C1E}"/>
              </a:ext>
            </a:extLst>
          </p:cNvPr>
          <p:cNvSpPr/>
          <p:nvPr userDrawn="1"/>
        </p:nvSpPr>
        <p:spPr>
          <a:xfrm>
            <a:off x="8361712" y="0"/>
            <a:ext cx="1098782" cy="476250"/>
          </a:xfrm>
          <a:prstGeom prst="rect">
            <a:avLst/>
          </a:prstGeom>
          <a:solidFill>
            <a:srgbClr val="EFEEEB"/>
          </a:solidFill>
          <a:ln w="6350">
            <a:noFill/>
          </a:ln>
        </p:spPr>
        <p:txBody>
          <a:bodyPr wrap="square" lIns="288000" tIns="0" rIns="36000" bIns="0" rtlCol="0" anchor="ctr">
            <a:normAutofit/>
          </a:bodyPr>
          <a:lstStyle/>
          <a:p>
            <a:pPr marL="12700" lvl="0">
              <a:lnSpc>
                <a:spcPct val="100000"/>
              </a:lnSpc>
              <a:spcBef>
                <a:spcPts val="100"/>
              </a:spcBef>
            </a:pPr>
            <a:r>
              <a:rPr lang="en-GB" sz="700" b="0" spc="0" baseline="0">
                <a:solidFill>
                  <a:schemeClr val="bg2"/>
                </a:solidFill>
                <a:latin typeface="Boehringer Forward Text" panose="02000500000000020000" pitchFamily="2" charset="0"/>
                <a:cs typeface="BISans"/>
              </a:rPr>
              <a:t>Preparing &amp; conducting</a:t>
            </a:r>
            <a:br>
              <a:rPr lang="en-GB" sz="700" b="0" spc="0" baseline="0">
                <a:solidFill>
                  <a:schemeClr val="bg2"/>
                </a:solidFill>
                <a:latin typeface="Boehringer Forward Text" panose="02000500000000020000" pitchFamily="2" charset="0"/>
                <a:cs typeface="BISans"/>
              </a:rPr>
            </a:br>
            <a:r>
              <a:rPr lang="en-GB" sz="700" b="0" spc="0" baseline="0">
                <a:solidFill>
                  <a:schemeClr val="bg2"/>
                </a:solidFill>
                <a:latin typeface="Boehringer Forward Text" panose="02000500000000020000" pitchFamily="2" charset="0"/>
                <a:cs typeface="BISans"/>
              </a:rPr>
              <a:t>LR reviews</a:t>
            </a:r>
          </a:p>
        </p:txBody>
      </p:sp>
      <p:sp>
        <p:nvSpPr>
          <p:cNvPr id="67" name="object 34">
            <a:hlinkClick r:id="" action="ppaction://noaction"/>
            <a:extLst>
              <a:ext uri="{FF2B5EF4-FFF2-40B4-BE49-F238E27FC236}">
                <a16:creationId xmlns:a16="http://schemas.microsoft.com/office/drawing/2014/main" id="{3286F00A-0848-1B52-F0C7-AC5091403AC0}"/>
              </a:ext>
            </a:extLst>
          </p:cNvPr>
          <p:cNvSpPr/>
          <p:nvPr userDrawn="1"/>
        </p:nvSpPr>
        <p:spPr>
          <a:xfrm>
            <a:off x="7235668" y="499172"/>
            <a:ext cx="1098000" cy="230400"/>
          </a:xfrm>
          <a:prstGeom prst="rect">
            <a:avLst/>
          </a:prstGeom>
          <a:solidFill>
            <a:srgbClr val="EFEEEB"/>
          </a:solidFill>
          <a:ln w="6350">
            <a:noFill/>
          </a:ln>
        </p:spPr>
        <p:txBody>
          <a:bodyPr wrap="square" lIns="36000" tIns="0" rIns="36000" bIns="0" rtlCol="0" anchor="ctr">
            <a:normAutofit/>
          </a:bodyPr>
          <a:lstStyle/>
          <a:p>
            <a:pPr marL="12700" lvl="0" algn="l" defTabSz="914400">
              <a:lnSpc>
                <a:spcPct val="100000"/>
              </a:lnSpc>
              <a:spcBef>
                <a:spcPts val="100"/>
              </a:spcBef>
            </a:pPr>
            <a:r>
              <a:rPr lang="en-GB" sz="700" b="0" spc="0" baseline="0">
                <a:solidFill>
                  <a:schemeClr val="bg2"/>
                </a:solidFill>
                <a:latin typeface="Boehringer Forward Text" panose="02000500000000020000" pitchFamily="2" charset="0"/>
                <a:cs typeface="BISans"/>
              </a:rPr>
              <a:t>Part 1: Corporate</a:t>
            </a:r>
          </a:p>
        </p:txBody>
      </p:sp>
      <p:sp>
        <p:nvSpPr>
          <p:cNvPr id="68" name="object 34">
            <a:hlinkClick r:id="" action="ppaction://noaction"/>
            <a:extLst>
              <a:ext uri="{FF2B5EF4-FFF2-40B4-BE49-F238E27FC236}">
                <a16:creationId xmlns:a16="http://schemas.microsoft.com/office/drawing/2014/main" id="{DFAFFFB2-C578-7A78-5EFD-7F709EED8499}"/>
              </a:ext>
            </a:extLst>
          </p:cNvPr>
          <p:cNvSpPr/>
          <p:nvPr userDrawn="1"/>
        </p:nvSpPr>
        <p:spPr>
          <a:xfrm>
            <a:off x="7235668" y="752493"/>
            <a:ext cx="1098000" cy="230400"/>
          </a:xfrm>
          <a:prstGeom prst="rect">
            <a:avLst/>
          </a:prstGeom>
          <a:solidFill>
            <a:srgbClr val="EFEEEB"/>
          </a:solidFill>
          <a:ln w="6350">
            <a:noFill/>
          </a:ln>
        </p:spPr>
        <p:txBody>
          <a:bodyPr wrap="square" lIns="36000" tIns="0" rIns="36000" bIns="0" rtlCol="0" anchor="ctr">
            <a:normAutofit/>
          </a:bodyPr>
          <a:lstStyle/>
          <a:p>
            <a:pPr marL="12700" lvl="0" algn="l" defTabSz="914400">
              <a:lnSpc>
                <a:spcPct val="100000"/>
              </a:lnSpc>
              <a:spcBef>
                <a:spcPts val="100"/>
              </a:spcBef>
            </a:pPr>
            <a:r>
              <a:rPr lang="en-GB" sz="700" b="0" spc="0" baseline="0">
                <a:solidFill>
                  <a:schemeClr val="bg2"/>
                </a:solidFill>
                <a:latin typeface="Boehringer Forward Text" panose="02000500000000020000" pitchFamily="2" charset="0"/>
                <a:cs typeface="BISans"/>
              </a:rPr>
              <a:t>Part 2: </a:t>
            </a:r>
            <a:r>
              <a:rPr lang="en-GB" sz="700" b="0" spc="0" baseline="0" err="1">
                <a:solidFill>
                  <a:schemeClr val="bg2"/>
                </a:solidFill>
                <a:latin typeface="Boehringer Forward Text" panose="02000500000000020000" pitchFamily="2" charset="0"/>
                <a:cs typeface="BISans"/>
              </a:rPr>
              <a:t>OPU</a:t>
            </a:r>
            <a:endParaRPr lang="en-GB" sz="700" b="0" spc="0" baseline="0">
              <a:solidFill>
                <a:schemeClr val="bg2"/>
              </a:solidFill>
              <a:latin typeface="Boehringer Forward Text" panose="02000500000000020000" pitchFamily="2" charset="0"/>
              <a:cs typeface="BISans"/>
            </a:endParaRPr>
          </a:p>
        </p:txBody>
      </p:sp>
      <p:sp>
        <p:nvSpPr>
          <p:cNvPr id="69" name="Graphic 47">
            <a:extLst>
              <a:ext uri="{FF2B5EF4-FFF2-40B4-BE49-F238E27FC236}">
                <a16:creationId xmlns:a16="http://schemas.microsoft.com/office/drawing/2014/main" id="{143F4B65-6F84-C403-55C7-E9DE058D77C1}"/>
              </a:ext>
            </a:extLst>
          </p:cNvPr>
          <p:cNvSpPr/>
          <p:nvPr userDrawn="1"/>
        </p:nvSpPr>
        <p:spPr>
          <a:xfrm>
            <a:off x="7301025" y="159544"/>
            <a:ext cx="157163" cy="157163"/>
          </a:xfrm>
          <a:custGeom>
            <a:avLst/>
            <a:gdLst>
              <a:gd name="connsiteX0" fmla="*/ 100013 w 190500"/>
              <a:gd name="connsiteY0" fmla="*/ 9525 h 190500"/>
              <a:gd name="connsiteX1" fmla="*/ 100013 w 190500"/>
              <a:gd name="connsiteY1" fmla="*/ 0 h 190500"/>
              <a:gd name="connsiteX2" fmla="*/ 190500 w 190500"/>
              <a:gd name="connsiteY2" fmla="*/ 95250 h 190500"/>
              <a:gd name="connsiteX3" fmla="*/ 95250 w 190500"/>
              <a:gd name="connsiteY3" fmla="*/ 190500 h 190500"/>
              <a:gd name="connsiteX4" fmla="*/ 0 w 190500"/>
              <a:gd name="connsiteY4" fmla="*/ 95250 h 190500"/>
              <a:gd name="connsiteX5" fmla="*/ 90488 w 190500"/>
              <a:gd name="connsiteY5" fmla="*/ 0 h 190500"/>
              <a:gd name="connsiteX6" fmla="*/ 90488 w 190500"/>
              <a:gd name="connsiteY6" fmla="*/ 9525 h 190500"/>
              <a:gd name="connsiteX7" fmla="*/ 9525 w 190500"/>
              <a:gd name="connsiteY7" fmla="*/ 95250 h 190500"/>
              <a:gd name="connsiteX8" fmla="*/ 95250 w 190500"/>
              <a:gd name="connsiteY8" fmla="*/ 180975 h 190500"/>
              <a:gd name="connsiteX9" fmla="*/ 180975 w 190500"/>
              <a:gd name="connsiteY9" fmla="*/ 95250 h 190500"/>
              <a:gd name="connsiteX10" fmla="*/ 100013 w 190500"/>
              <a:gd name="connsiteY10" fmla="*/ 9525 h 190500"/>
              <a:gd name="connsiteX11" fmla="*/ 100013 w 190500"/>
              <a:gd name="connsiteY11" fmla="*/ 9525 h 190500"/>
              <a:gd name="connsiteX12" fmla="*/ 90488 w 190500"/>
              <a:gd name="connsiteY12" fmla="*/ 9525 h 190500"/>
              <a:gd name="connsiteX13" fmla="*/ 90488 w 190500"/>
              <a:gd name="connsiteY13" fmla="*/ 97155 h 190500"/>
              <a:gd name="connsiteX14" fmla="*/ 129540 w 190500"/>
              <a:gd name="connsiteY14" fmla="*/ 137160 h 190500"/>
              <a:gd name="connsiteX15" fmla="*/ 137160 w 190500"/>
              <a:gd name="connsiteY15" fmla="*/ 129540 h 190500"/>
              <a:gd name="connsiteX16" fmla="*/ 100013 w 190500"/>
              <a:gd name="connsiteY16" fmla="*/ 93345 h 190500"/>
              <a:gd name="connsiteX17" fmla="*/ 100013 w 190500"/>
              <a:gd name="connsiteY17" fmla="*/ 9525 h 19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0500" h="190500">
                <a:moveTo>
                  <a:pt x="100013" y="9525"/>
                </a:moveTo>
                <a:lnTo>
                  <a:pt x="100013" y="0"/>
                </a:lnTo>
                <a:cubicBezTo>
                  <a:pt x="150495" y="2857"/>
                  <a:pt x="190500" y="43815"/>
                  <a:pt x="190500" y="95250"/>
                </a:cubicBezTo>
                <a:cubicBezTo>
                  <a:pt x="190500" y="147638"/>
                  <a:pt x="147638" y="190500"/>
                  <a:pt x="95250" y="190500"/>
                </a:cubicBezTo>
                <a:cubicBezTo>
                  <a:pt x="42863" y="190500"/>
                  <a:pt x="0" y="147638"/>
                  <a:pt x="0" y="95250"/>
                </a:cubicBezTo>
                <a:cubicBezTo>
                  <a:pt x="0" y="43815"/>
                  <a:pt x="40005" y="2857"/>
                  <a:pt x="90488" y="0"/>
                </a:cubicBezTo>
                <a:lnTo>
                  <a:pt x="90488" y="9525"/>
                </a:lnTo>
                <a:cubicBezTo>
                  <a:pt x="45720" y="12383"/>
                  <a:pt x="9525" y="49530"/>
                  <a:pt x="9525" y="95250"/>
                </a:cubicBezTo>
                <a:cubicBezTo>
                  <a:pt x="9525" y="142875"/>
                  <a:pt x="47625" y="180975"/>
                  <a:pt x="95250" y="180975"/>
                </a:cubicBezTo>
                <a:cubicBezTo>
                  <a:pt x="142875" y="180975"/>
                  <a:pt x="180975" y="142875"/>
                  <a:pt x="180975" y="95250"/>
                </a:cubicBezTo>
                <a:cubicBezTo>
                  <a:pt x="180975" y="49530"/>
                  <a:pt x="144780" y="12383"/>
                  <a:pt x="100013" y="9525"/>
                </a:cubicBezTo>
                <a:close/>
                <a:moveTo>
                  <a:pt x="100013" y="9525"/>
                </a:moveTo>
                <a:lnTo>
                  <a:pt x="90488" y="9525"/>
                </a:lnTo>
                <a:lnTo>
                  <a:pt x="90488" y="97155"/>
                </a:lnTo>
                <a:lnTo>
                  <a:pt x="129540" y="137160"/>
                </a:lnTo>
                <a:lnTo>
                  <a:pt x="137160" y="129540"/>
                </a:lnTo>
                <a:lnTo>
                  <a:pt x="100013" y="93345"/>
                </a:lnTo>
                <a:lnTo>
                  <a:pt x="100013" y="9525"/>
                </a:lnTo>
                <a:close/>
              </a:path>
            </a:pathLst>
          </a:custGeom>
          <a:solidFill>
            <a:srgbClr val="08312A"/>
          </a:solidFill>
          <a:ln w="9525" cap="flat">
            <a:noFill/>
            <a:prstDash val="solid"/>
            <a:miter/>
          </a:ln>
        </p:spPr>
        <p:txBody>
          <a:bodyPr rtlCol="0" anchor="ctr"/>
          <a:lstStyle/>
          <a:p>
            <a:endParaRPr lang="en-US"/>
          </a:p>
        </p:txBody>
      </p:sp>
      <p:sp>
        <p:nvSpPr>
          <p:cNvPr id="70" name="Graphic 52">
            <a:extLst>
              <a:ext uri="{FF2B5EF4-FFF2-40B4-BE49-F238E27FC236}">
                <a16:creationId xmlns:a16="http://schemas.microsoft.com/office/drawing/2014/main" id="{87CE1A50-728B-A2F0-B35B-D82F43260BA4}"/>
              </a:ext>
            </a:extLst>
          </p:cNvPr>
          <p:cNvSpPr/>
          <p:nvPr userDrawn="1"/>
        </p:nvSpPr>
        <p:spPr>
          <a:xfrm>
            <a:off x="8427065" y="149066"/>
            <a:ext cx="138537" cy="178119"/>
          </a:xfrm>
          <a:custGeom>
            <a:avLst/>
            <a:gdLst>
              <a:gd name="connsiteX0" fmla="*/ 0 w 133350"/>
              <a:gd name="connsiteY0" fmla="*/ 171450 h 171450"/>
              <a:gd name="connsiteX1" fmla="*/ 0 w 133350"/>
              <a:gd name="connsiteY1" fmla="*/ 0 h 171450"/>
              <a:gd name="connsiteX2" fmla="*/ 87697 w 133350"/>
              <a:gd name="connsiteY2" fmla="*/ 0 h 171450"/>
              <a:gd name="connsiteX3" fmla="*/ 133350 w 133350"/>
              <a:gd name="connsiteY3" fmla="*/ 45653 h 171450"/>
              <a:gd name="connsiteX4" fmla="*/ 133350 w 133350"/>
              <a:gd name="connsiteY4" fmla="*/ 171450 h 171450"/>
              <a:gd name="connsiteX5" fmla="*/ 0 w 133350"/>
              <a:gd name="connsiteY5" fmla="*/ 171450 h 171450"/>
              <a:gd name="connsiteX6" fmla="*/ 9525 w 133350"/>
              <a:gd name="connsiteY6" fmla="*/ 161925 h 171450"/>
              <a:gd name="connsiteX7" fmla="*/ 123825 w 133350"/>
              <a:gd name="connsiteY7" fmla="*/ 161925 h 171450"/>
              <a:gd name="connsiteX8" fmla="*/ 123825 w 133350"/>
              <a:gd name="connsiteY8" fmla="*/ 57150 h 171450"/>
              <a:gd name="connsiteX9" fmla="*/ 85725 w 133350"/>
              <a:gd name="connsiteY9" fmla="*/ 57150 h 171450"/>
              <a:gd name="connsiteX10" fmla="*/ 85725 w 133350"/>
              <a:gd name="connsiteY10" fmla="*/ 47625 h 171450"/>
              <a:gd name="connsiteX11" fmla="*/ 121853 w 133350"/>
              <a:gd name="connsiteY11" fmla="*/ 47625 h 171450"/>
              <a:gd name="connsiteX12" fmla="*/ 85725 w 133350"/>
              <a:gd name="connsiteY12" fmla="*/ 11497 h 171450"/>
              <a:gd name="connsiteX13" fmla="*/ 85725 w 133350"/>
              <a:gd name="connsiteY13" fmla="*/ 47625 h 171450"/>
              <a:gd name="connsiteX14" fmla="*/ 76200 w 133350"/>
              <a:gd name="connsiteY14" fmla="*/ 47625 h 171450"/>
              <a:gd name="connsiteX15" fmla="*/ 76200 w 133350"/>
              <a:gd name="connsiteY15" fmla="*/ 9525 h 171450"/>
              <a:gd name="connsiteX16" fmla="*/ 9525 w 133350"/>
              <a:gd name="connsiteY16" fmla="*/ 9525 h 171450"/>
              <a:gd name="connsiteX17" fmla="*/ 9525 w 133350"/>
              <a:gd name="connsiteY17" fmla="*/ 161925 h 171450"/>
              <a:gd name="connsiteX18" fmla="*/ 28575 w 133350"/>
              <a:gd name="connsiteY18" fmla="*/ 104775 h 171450"/>
              <a:gd name="connsiteX19" fmla="*/ 76200 w 133350"/>
              <a:gd name="connsiteY19" fmla="*/ 104775 h 171450"/>
              <a:gd name="connsiteX20" fmla="*/ 76200 w 133350"/>
              <a:gd name="connsiteY20" fmla="*/ 95250 h 171450"/>
              <a:gd name="connsiteX21" fmla="*/ 28575 w 133350"/>
              <a:gd name="connsiteY21" fmla="*/ 95250 h 171450"/>
              <a:gd name="connsiteX22" fmla="*/ 28575 w 133350"/>
              <a:gd name="connsiteY22" fmla="*/ 104775 h 171450"/>
              <a:gd name="connsiteX23" fmla="*/ 104775 w 133350"/>
              <a:gd name="connsiteY23" fmla="*/ 133350 h 171450"/>
              <a:gd name="connsiteX24" fmla="*/ 28575 w 133350"/>
              <a:gd name="connsiteY24" fmla="*/ 133350 h 171450"/>
              <a:gd name="connsiteX25" fmla="*/ 28575 w 133350"/>
              <a:gd name="connsiteY25" fmla="*/ 123825 h 171450"/>
              <a:gd name="connsiteX26" fmla="*/ 104775 w 133350"/>
              <a:gd name="connsiteY26" fmla="*/ 123825 h 171450"/>
              <a:gd name="connsiteX27" fmla="*/ 104775 w 133350"/>
              <a:gd name="connsiteY27" fmla="*/ 13335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33350" h="171450">
                <a:moveTo>
                  <a:pt x="0" y="171450"/>
                </a:moveTo>
                <a:lnTo>
                  <a:pt x="0" y="0"/>
                </a:lnTo>
                <a:lnTo>
                  <a:pt x="87697" y="0"/>
                </a:lnTo>
                <a:lnTo>
                  <a:pt x="133350" y="45653"/>
                </a:lnTo>
                <a:lnTo>
                  <a:pt x="133350" y="171450"/>
                </a:lnTo>
                <a:lnTo>
                  <a:pt x="0" y="171450"/>
                </a:lnTo>
                <a:close/>
                <a:moveTo>
                  <a:pt x="9525" y="161925"/>
                </a:moveTo>
                <a:lnTo>
                  <a:pt x="123825" y="161925"/>
                </a:lnTo>
                <a:lnTo>
                  <a:pt x="123825" y="57150"/>
                </a:lnTo>
                <a:lnTo>
                  <a:pt x="85725" y="57150"/>
                </a:lnTo>
                <a:lnTo>
                  <a:pt x="85725" y="47625"/>
                </a:lnTo>
                <a:lnTo>
                  <a:pt x="121853" y="47625"/>
                </a:lnTo>
                <a:lnTo>
                  <a:pt x="85725" y="11497"/>
                </a:lnTo>
                <a:lnTo>
                  <a:pt x="85725" y="47625"/>
                </a:lnTo>
                <a:lnTo>
                  <a:pt x="76200" y="47625"/>
                </a:lnTo>
                <a:lnTo>
                  <a:pt x="76200" y="9525"/>
                </a:lnTo>
                <a:lnTo>
                  <a:pt x="9525" y="9525"/>
                </a:lnTo>
                <a:lnTo>
                  <a:pt x="9525" y="161925"/>
                </a:lnTo>
                <a:close/>
                <a:moveTo>
                  <a:pt x="28575" y="104775"/>
                </a:moveTo>
                <a:lnTo>
                  <a:pt x="76200" y="104775"/>
                </a:lnTo>
                <a:lnTo>
                  <a:pt x="76200" y="95250"/>
                </a:lnTo>
                <a:lnTo>
                  <a:pt x="28575" y="95250"/>
                </a:lnTo>
                <a:lnTo>
                  <a:pt x="28575" y="104775"/>
                </a:lnTo>
                <a:close/>
                <a:moveTo>
                  <a:pt x="104775" y="133350"/>
                </a:moveTo>
                <a:lnTo>
                  <a:pt x="28575" y="133350"/>
                </a:lnTo>
                <a:lnTo>
                  <a:pt x="28575" y="123825"/>
                </a:lnTo>
                <a:lnTo>
                  <a:pt x="104775" y="123825"/>
                </a:lnTo>
                <a:lnTo>
                  <a:pt x="104775" y="133350"/>
                </a:lnTo>
                <a:close/>
              </a:path>
            </a:pathLst>
          </a:custGeom>
          <a:solidFill>
            <a:srgbClr val="08312A"/>
          </a:solidFill>
          <a:ln w="9525" cap="flat">
            <a:noFill/>
            <a:prstDash val="solid"/>
            <a:miter/>
          </a:ln>
        </p:spPr>
        <p:txBody>
          <a:bodyPr rtlCol="0" anchor="ctr"/>
          <a:lstStyle/>
          <a:p>
            <a:endParaRPr lang="en-US"/>
          </a:p>
        </p:txBody>
      </p:sp>
      <p:sp>
        <p:nvSpPr>
          <p:cNvPr id="5" name="Rectangle 4">
            <a:hlinkClick r:id="" action="ppaction://noaction"/>
            <a:extLst>
              <a:ext uri="{FF2B5EF4-FFF2-40B4-BE49-F238E27FC236}">
                <a16:creationId xmlns:a16="http://schemas.microsoft.com/office/drawing/2014/main" id="{1A3557B1-05E8-8664-1F11-B7969C31E869}"/>
              </a:ext>
            </a:extLst>
          </p:cNvPr>
          <p:cNvSpPr/>
          <p:nvPr userDrawn="1"/>
        </p:nvSpPr>
        <p:spPr>
          <a:xfrm>
            <a:off x="0" y="-11461"/>
            <a:ext cx="479424" cy="499172"/>
          </a:xfrm>
          <a:prstGeom prst="rect">
            <a:avLst/>
          </a:prstGeom>
          <a:solidFill>
            <a:schemeClr val="accent3">
              <a:alpha val="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algn="ctr"/>
            <a:endParaRPr lang="en-GB" sz="1400" spc="200" baseline="0">
              <a:solidFill>
                <a:schemeClr val="accent1"/>
              </a:solidFill>
            </a:endParaRPr>
          </a:p>
        </p:txBody>
      </p:sp>
    </p:spTree>
    <p:extLst>
      <p:ext uri="{BB962C8B-B14F-4D97-AF65-F5344CB8AC3E}">
        <p14:creationId xmlns:p14="http://schemas.microsoft.com/office/powerpoint/2010/main" val="2814348494"/>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39712" y="141837"/>
            <a:ext cx="11305915" cy="946283"/>
          </a:xfrm>
        </p:spPr>
        <p:txBody>
          <a:bodyPr/>
          <a:lstStyle>
            <a:lvl1pPr>
              <a:defRPr sz="2800"/>
            </a:lvl1pPr>
          </a:lstStyle>
          <a:p>
            <a:r>
              <a:rPr lang="en-US"/>
              <a:t>Click to edit Master title style</a:t>
            </a:r>
          </a:p>
        </p:txBody>
      </p:sp>
      <p:sp>
        <p:nvSpPr>
          <p:cNvPr id="5" name="Slide Number Placeholder 4"/>
          <p:cNvSpPr>
            <a:spLocks noGrp="1"/>
          </p:cNvSpPr>
          <p:nvPr>
            <p:ph type="sldNum" sz="quarter" idx="12"/>
          </p:nvPr>
        </p:nvSpPr>
        <p:spPr/>
        <p:txBody>
          <a:bodyPr/>
          <a:lstStyle/>
          <a:p>
            <a:fld id="{DBB4437E-C8DB-4717-A182-F56AECCDC169}" type="slidenum">
              <a:rPr lang="en-GB" smtClean="0"/>
              <a:t>‹#›</a:t>
            </a:fld>
            <a:endParaRPr lang="en-GB"/>
          </a:p>
        </p:txBody>
      </p:sp>
      <p:sp>
        <p:nvSpPr>
          <p:cNvPr id="6" name="Text Placeholder 7">
            <a:extLst>
              <a:ext uri="{FF2B5EF4-FFF2-40B4-BE49-F238E27FC236}">
                <a16:creationId xmlns:a16="http://schemas.microsoft.com/office/drawing/2014/main" id="{2595204D-6DC3-4F65-A16B-185639AC1D16}"/>
              </a:ext>
            </a:extLst>
          </p:cNvPr>
          <p:cNvSpPr>
            <a:spLocks noGrp="1"/>
          </p:cNvSpPr>
          <p:nvPr>
            <p:ph type="body" sz="quarter" idx="13" hasCustomPrompt="1"/>
          </p:nvPr>
        </p:nvSpPr>
        <p:spPr>
          <a:xfrm>
            <a:off x="440267" y="6263084"/>
            <a:ext cx="10615084" cy="366184"/>
          </a:xfrm>
        </p:spPr>
        <p:txBody>
          <a:bodyPr anchor="b" anchorCtr="0"/>
          <a:lstStyle>
            <a:lvl1pPr marL="0" indent="0">
              <a:buNone/>
              <a:defRPr sz="1333"/>
            </a:lvl1pPr>
            <a:lvl2pPr marL="457189" indent="0">
              <a:buNone/>
              <a:defRPr sz="1200"/>
            </a:lvl2pPr>
          </a:lstStyle>
          <a:p>
            <a:pPr lvl="0"/>
            <a:r>
              <a:rPr lang="en-US"/>
              <a:t>References 10pt Arial</a:t>
            </a:r>
          </a:p>
        </p:txBody>
      </p:sp>
    </p:spTree>
    <p:extLst>
      <p:ext uri="{BB962C8B-B14F-4D97-AF65-F5344CB8AC3E}">
        <p14:creationId xmlns:p14="http://schemas.microsoft.com/office/powerpoint/2010/main" val="2605941119"/>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userDrawn="1">
  <p:cSld name="4_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a:xfrm>
            <a:off x="4079776" y="6246836"/>
            <a:ext cx="7272808" cy="288000"/>
          </a:xfrm>
        </p:spPr>
        <p:txBody>
          <a:bodyPr/>
          <a:lstStyle/>
          <a:p>
            <a:r>
              <a:rPr lang="en-US"/>
              <a:t>Presentation title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247599719"/>
      </p:ext>
    </p:extLst>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userDrawn="1">
  <p:cSld name="5_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a:extLst>
                <a:ext uri="{96DAC541-7B7A-43D3-8B79-37D633B846F1}">
                  <asvg:svgBlip xmlns:asvg="http://schemas.microsoft.com/office/drawing/2016/SVG/main" r:embed="rId2"/>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505118305"/>
      </p:ext>
    </p:extLst>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userDrawn="1">
  <p:cSld name="5_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760498719"/>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233.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gray">
          <a:xfrm>
            <a:off x="10094400" y="6166373"/>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Tree>
    <p:extLst>
      <p:ext uri="{BB962C8B-B14F-4D97-AF65-F5344CB8AC3E}">
        <p14:creationId xmlns:p14="http://schemas.microsoft.com/office/powerpoint/2010/main" val="3677431299"/>
      </p:ext>
    </p:extLst>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gray">
          <a:xfrm>
            <a:off x="10094400" y="6166373"/>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Tree>
    <p:extLst>
      <p:ext uri="{BB962C8B-B14F-4D97-AF65-F5344CB8AC3E}">
        <p14:creationId xmlns:p14="http://schemas.microsoft.com/office/powerpoint/2010/main" val="2006830295"/>
      </p:ext>
    </p:extLst>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a:extLst>
                <a:ext uri="{96DAC541-7B7A-43D3-8B79-37D633B846F1}">
                  <asvg:svgBlip xmlns:asvg="http://schemas.microsoft.com/office/drawing/2016/SVG/main" r:embed="rId2"/>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128750068"/>
      </p:ext>
    </p:extLst>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a:extLst>
                <a:ext uri="{96DAC541-7B7A-43D3-8B79-37D633B846F1}">
                  <asvg:svgBlip xmlns:asvg="http://schemas.microsoft.com/office/drawing/2016/SVG/main" r:embed="rId2"/>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563462031"/>
      </p:ext>
    </p:extLst>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7"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781508638"/>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6" y="1412876"/>
            <a:ext cx="11233151" cy="4537075"/>
          </a:xfrm>
        </p:spPr>
        <p:txBody>
          <a:bodyPr/>
          <a:lstStyle>
            <a:lvl1pPr marL="359991" indent="-359991">
              <a:spcBef>
                <a:spcPts val="1800"/>
              </a:spcBef>
              <a:buFont typeface="+mj-lt"/>
              <a:buAutoNum type="arabicPeriod"/>
              <a:defRPr sz="2000"/>
            </a:lvl1pPr>
            <a:lvl2pPr marL="539987" indent="-179996">
              <a:spcBef>
                <a:spcPts val="200"/>
              </a:spcBef>
              <a:spcAft>
                <a:spcPts val="200"/>
              </a:spcAft>
              <a:buFont typeface="Arial" panose="020B0604020202020204" pitchFamily="34" charset="0"/>
              <a:buChar char="•"/>
              <a:defRPr/>
            </a:lvl2pPr>
            <a:lvl3pPr marL="539987" indent="-179996">
              <a:spcBef>
                <a:spcPts val="200"/>
              </a:spcBef>
              <a:spcAft>
                <a:spcPts val="200"/>
              </a:spcAft>
              <a:buFont typeface="Arial" panose="020B0604020202020204" pitchFamily="34" charset="0"/>
              <a:buChar char="•"/>
              <a:defRPr/>
            </a:lvl3pPr>
            <a:lvl4pPr marL="539987" indent="-179996">
              <a:spcBef>
                <a:spcPts val="200"/>
              </a:spcBef>
              <a:spcAft>
                <a:spcPts val="200"/>
              </a:spcAft>
              <a:buFont typeface="Arial" panose="020B0604020202020204" pitchFamily="34" charset="0"/>
              <a:buChar char="•"/>
              <a:defRPr/>
            </a:lvl4pPr>
            <a:lvl5pPr marL="539987" indent="-179996">
              <a:spcBef>
                <a:spcPts val="200"/>
              </a:spcBef>
              <a:spcAft>
                <a:spcPts val="200"/>
              </a:spcAft>
              <a:buFont typeface="Arial" panose="020B0604020202020204" pitchFamily="34" charset="0"/>
              <a:buChar char="•"/>
              <a:defRPr sz="1600"/>
            </a:lvl5pPr>
            <a:lvl6pPr marL="539987" indent="-179996">
              <a:spcBef>
                <a:spcPts val="200"/>
              </a:spcBef>
              <a:spcAft>
                <a:spcPts val="200"/>
              </a:spcAft>
              <a:buFont typeface="Arial" panose="020B0604020202020204" pitchFamily="34" charset="0"/>
              <a:buChar char="•"/>
              <a:defRPr sz="1600"/>
            </a:lvl6pPr>
            <a:lvl7pPr marL="539987" indent="-179996">
              <a:spcBef>
                <a:spcPts val="200"/>
              </a:spcBef>
              <a:spcAft>
                <a:spcPts val="200"/>
              </a:spcAft>
              <a:buFont typeface="Arial" panose="020B0604020202020204" pitchFamily="34" charset="0"/>
              <a:buChar char="•"/>
              <a:defRPr sz="1600"/>
            </a:lvl7pPr>
            <a:lvl8pPr marL="539987" indent="-179996">
              <a:spcBef>
                <a:spcPts val="200"/>
              </a:spcBef>
              <a:spcAft>
                <a:spcPts val="200"/>
              </a:spcAft>
              <a:buFont typeface="Arial" panose="020B0604020202020204" pitchFamily="34" charset="0"/>
              <a:buChar char="•"/>
              <a:defRPr sz="1600"/>
            </a:lvl8pPr>
            <a:lvl9pPr marL="539987" indent="-179996">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891886978"/>
      </p:ext>
    </p:extLst>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5"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5"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5"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5"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1626032384"/>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Presentation title    |    ONLY FOR INTERNAL USE</a:t>
            </a:r>
          </a:p>
        </p:txBody>
      </p:sp>
    </p:spTree>
    <p:extLst>
      <p:ext uri="{BB962C8B-B14F-4D97-AF65-F5344CB8AC3E}">
        <p14:creationId xmlns:p14="http://schemas.microsoft.com/office/powerpoint/2010/main" val="2967211248"/>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2168149149"/>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6" y="1412875"/>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6"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93965051"/>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6"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Presentation title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3379267810"/>
      </p:ext>
    </p:extLst>
  </p:cSld>
  <p:clrMapOvr>
    <a:masterClrMapping/>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6"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867259204"/>
      </p:ext>
    </p:extLst>
  </p:cSld>
  <p:clrMapOvr>
    <a:masterClrMapping/>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3816870396"/>
      </p:ext>
    </p:extLst>
  </p:cSld>
  <p:clrMapOvr>
    <a:masterClrMapping/>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Presentation title    |    </a:t>
            </a:r>
          </a:p>
          <a:p>
            <a:r>
              <a:rPr lang="en-US"/>
              <a:t>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2390136492"/>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Presentation title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87300256"/>
      </p:ext>
    </p:extLst>
  </p:cSld>
  <p:clrMapOvr>
    <a:masterClrMapping/>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Presentation title    |    </a:t>
            </a:r>
          </a:p>
          <a:p>
            <a:r>
              <a:rPr lang="en-US"/>
              <a:t>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997105915"/>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3199860331"/>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3" y="1413223"/>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9"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40"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2087335162"/>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251.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90"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Presentation title    |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550098977"/>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252.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4"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221033003"/>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53.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7" y="0"/>
            <a:ext cx="4043363"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560014853"/>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54.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2"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111564558"/>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55.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861576226"/>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56.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8"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434267521"/>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57.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1"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104873391"/>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58.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5"/>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4178286577"/>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259.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2"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6"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588943773"/>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260.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7" y="0"/>
            <a:ext cx="4043363"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5"/>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47144382"/>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261.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3"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5"/>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926956016"/>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262.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Presentation title    |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324769683"/>
      </p:ext>
    </p:extLst>
  </p:cSld>
  <p:clrMapOvr>
    <a:masterClrMapping/>
  </p:clrMapOvr>
</p:sldLayout>
</file>

<file path=ppt/slideLayouts/slideLayout263.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479217914"/>
      </p:ext>
    </p:extLst>
  </p:cSld>
  <p:clrMapOvr>
    <a:masterClrMapping/>
  </p:clrMapOvr>
</p:sldLayout>
</file>

<file path=ppt/slideLayouts/slideLayout264.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2" y="0"/>
            <a:ext cx="12191999"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5"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8"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312320847"/>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265.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6" y="476251"/>
            <a:ext cx="11233151"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6"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9"/>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4"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pPr marL="0" indent="0" algn="l">
                <a:buFont typeface="Arial" panose="020B0604020202020204" pitchFamily="34" charset="0"/>
                <a:buNone/>
              </a:pPr>
              <a:t>2026</a:t>
            </a:fld>
            <a:r>
              <a:rPr lang="en-US" sz="900"/>
              <a:t> Boehringer Ingelheim International GmbH. All rights reserved.</a:t>
            </a:r>
          </a:p>
        </p:txBody>
      </p:sp>
    </p:spTree>
    <p:extLst>
      <p:ext uri="{BB962C8B-B14F-4D97-AF65-F5344CB8AC3E}">
        <p14:creationId xmlns:p14="http://schemas.microsoft.com/office/powerpoint/2010/main" val="2386271831"/>
      </p:ext>
    </p:extLst>
  </p:cSld>
  <p:clrMapOvr>
    <a:masterClrMapping/>
  </p:clrMapOvr>
</p:sldLayout>
</file>

<file path=ppt/slideLayouts/slideLayout266.xml><?xml version="1.0" encoding="utf-8"?>
<p:sldLayout xmlns:a="http://schemas.openxmlformats.org/drawingml/2006/main" xmlns:r="http://schemas.openxmlformats.org/officeDocument/2006/relationships" xmlns:p="http://schemas.openxmlformats.org/presentationml/2006/main" showMasterSp="0" type="blank">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0AD1C50B-E8A2-4BF1-8E49-B64B7009FA23}" type="datetime1">
              <a:rPr lang="en-GB" noProof="0" smtClean="0"/>
              <a:t>13/05/2026</a:t>
            </a:fld>
            <a:endParaRPr lang="en-GB" noProof="0"/>
          </a:p>
        </p:txBody>
      </p:sp>
      <p:sp>
        <p:nvSpPr>
          <p:cNvPr id="3" name="Fußzeilenplatzhalter 2"/>
          <p:cNvSpPr>
            <a:spLocks noGrp="1"/>
          </p:cNvSpPr>
          <p:nvPr>
            <p:ph type="ftr" sz="quarter" idx="11"/>
          </p:nvPr>
        </p:nvSpPr>
        <p:spPr/>
        <p:txBody>
          <a:bodyPr/>
          <a:lstStyle/>
          <a:p>
            <a:endParaRPr lang="en-GB" noProof="0"/>
          </a:p>
        </p:txBody>
      </p:sp>
      <p:sp>
        <p:nvSpPr>
          <p:cNvPr id="4" name="Foliennummernplatzhalter 3"/>
          <p:cNvSpPr>
            <a:spLocks noGrp="1"/>
          </p:cNvSpPr>
          <p:nvPr>
            <p:ph type="sldNum" sz="quarter" idx="12"/>
          </p:nvPr>
        </p:nvSpPr>
        <p:spPr/>
        <p:txBody>
          <a:bodyPr/>
          <a:lstStyle/>
          <a:p>
            <a:fld id="{143B55C4-4F5A-416B-997D-6CE47EB0A945}" type="slidenum">
              <a:rPr lang="en-GB" noProof="0" smtClean="0"/>
              <a:t>‹#›</a:t>
            </a:fld>
            <a:endParaRPr lang="en-GB" noProof="0"/>
          </a:p>
        </p:txBody>
      </p:sp>
      <p:pic>
        <p:nvPicPr>
          <p:cNvPr id="5"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16956610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7.xml><?xml version="1.0" encoding="utf-8"?>
<p:sldLayout xmlns:a="http://schemas.openxmlformats.org/drawingml/2006/main" xmlns:r="http://schemas.openxmlformats.org/officeDocument/2006/relationships" xmlns:p="http://schemas.openxmlformats.org/presentationml/2006/main" showMasterSp="0" userDrawn="1">
  <p:cSld name="Standard page_03">
    <p:spTree>
      <p:nvGrpSpPr>
        <p:cNvPr id="1" name=""/>
        <p:cNvGrpSpPr/>
        <p:nvPr/>
      </p:nvGrpSpPr>
      <p:grpSpPr>
        <a:xfrm>
          <a:off x="0" y="0"/>
          <a:ext cx="0" cy="0"/>
          <a:chOff x="0" y="0"/>
          <a:chExt cx="0" cy="0"/>
        </a:xfrm>
      </p:grpSpPr>
      <p:sp>
        <p:nvSpPr>
          <p:cNvPr id="12" name="Rechteck 11"/>
          <p:cNvSpPr/>
          <p:nvPr userDrawn="1"/>
        </p:nvSpPr>
        <p:spPr>
          <a:xfrm>
            <a:off x="0" y="2928497"/>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1999" tIns="71999" rIns="71999" bIns="71999" rtlCol="0" anchor="ctr"/>
          <a:lstStyle/>
          <a:p>
            <a:pPr algn="ctr" defTabSz="914288"/>
            <a:endParaRPr lang="en-GB" sz="1425">
              <a:solidFill>
                <a:srgbClr val="000000"/>
              </a:solidFill>
            </a:endParaRPr>
          </a:p>
        </p:txBody>
      </p:sp>
      <p:sp>
        <p:nvSpPr>
          <p:cNvPr id="3" name="Inhaltsplatzhalter 2"/>
          <p:cNvSpPr>
            <a:spLocks noGrp="1"/>
          </p:cNvSpPr>
          <p:nvPr>
            <p:ph idx="1" hasCustomPrompt="1"/>
          </p:nvPr>
        </p:nvSpPr>
        <p:spPr/>
        <p:txBody>
          <a:bodyPr/>
          <a:lstStyle>
            <a:lvl1pPr>
              <a:defRPr>
                <a:solidFill>
                  <a:srgbClr val="000000"/>
                </a:solidFill>
              </a:defRPr>
            </a:lvl1pPr>
          </a:lstStyle>
          <a:p>
            <a:pPr lvl="0"/>
            <a:r>
              <a:rPr lang="en-GB" noProof="0"/>
              <a:t>Click to add text</a:t>
            </a:r>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6" name="Datumsplatzhalter 5"/>
          <p:cNvSpPr>
            <a:spLocks noGrp="1"/>
          </p:cNvSpPr>
          <p:nvPr>
            <p:ph type="dt" sz="half" idx="10"/>
          </p:nvPr>
        </p:nvSpPr>
        <p:spPr/>
        <p:txBody>
          <a:bodyPr/>
          <a:lstStyle/>
          <a:p>
            <a:endParaRPr lang="en-GB">
              <a:solidFill>
                <a:srgbClr val="FFFFFF">
                  <a:lumMod val="50000"/>
                </a:srgbClr>
              </a:solidFill>
            </a:endParaRPr>
          </a:p>
        </p:txBody>
      </p:sp>
      <p:sp>
        <p:nvSpPr>
          <p:cNvPr id="7" name="Fußzeilenplatzhalter 6"/>
          <p:cNvSpPr>
            <a:spLocks noGrp="1"/>
          </p:cNvSpPr>
          <p:nvPr>
            <p:ph type="ftr" sz="quarter" idx="11"/>
          </p:nvPr>
        </p:nvSpPr>
        <p:spPr/>
        <p:txBody>
          <a:bodyPr/>
          <a:lstStyle/>
          <a:p>
            <a:r>
              <a:rPr lang="en-US">
                <a:solidFill>
                  <a:srgbClr val="FFFFFF">
                    <a:lumMod val="50000"/>
                  </a:srgbClr>
                </a:solidFill>
              </a:rPr>
              <a:t>iMAG, 31 Jan 2023</a:t>
            </a:r>
            <a:endParaRPr lang="en-GB">
              <a:solidFill>
                <a:srgbClr val="FFFFFF">
                  <a:lumMod val="50000"/>
                </a:srgbClr>
              </a:solidFill>
            </a:endParaRPr>
          </a:p>
        </p:txBody>
      </p:sp>
      <p:sp>
        <p:nvSpPr>
          <p:cNvPr id="8" name="Foliennummernplatzhalter 7"/>
          <p:cNvSpPr>
            <a:spLocks noGrp="1"/>
          </p:cNvSpPr>
          <p:nvPr>
            <p:ph type="sldNum" sz="quarter" idx="12"/>
          </p:nvPr>
        </p:nvSpPr>
        <p:spPr/>
        <p:txBody>
          <a:bodyPr/>
          <a:lstStyle/>
          <a:p>
            <a:fld id="{143B55C4-4F5A-416B-997D-6CE47EB0A945}" type="slidenum">
              <a:rPr lang="en-GB" smtClean="0">
                <a:solidFill>
                  <a:srgbClr val="FFFFFF">
                    <a:lumMod val="50000"/>
                  </a:srgbClr>
                </a:solidFill>
              </a:rPr>
              <a:pPr/>
              <a:t>‹#›</a:t>
            </a:fld>
            <a:endParaRPr lang="en-GB">
              <a:solidFill>
                <a:srgbClr val="FFFFFF">
                  <a:lumMod val="50000"/>
                </a:srgbClr>
              </a:solidFill>
            </a:endParaRPr>
          </a:p>
        </p:txBody>
      </p:sp>
      <p:sp>
        <p:nvSpPr>
          <p:cNvPr id="14" name="Titel 7"/>
          <p:cNvSpPr>
            <a:spLocks noGrp="1"/>
          </p:cNvSpPr>
          <p:nvPr>
            <p:ph type="title" hasCustomPrompt="1"/>
          </p:nvPr>
        </p:nvSpPr>
        <p:spPr>
          <a:xfrm>
            <a:off x="490100" y="387431"/>
            <a:ext cx="11211800" cy="369332"/>
          </a:xfrm>
        </p:spPr>
        <p:txBody>
          <a:bodyPr/>
          <a:lstStyle/>
          <a:p>
            <a:r>
              <a:rPr lang="en-GB" noProof="0"/>
              <a:t>Click to add headline</a:t>
            </a:r>
          </a:p>
        </p:txBody>
      </p:sp>
      <p:pic>
        <p:nvPicPr>
          <p:cNvPr id="15"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12"/>
            <a:ext cx="840360" cy="254013"/>
          </a:xfrm>
          <a:prstGeom prst="rect">
            <a:avLst/>
          </a:prstGeom>
        </p:spPr>
      </p:pic>
    </p:spTree>
    <p:extLst>
      <p:ext uri="{BB962C8B-B14F-4D97-AF65-F5344CB8AC3E}">
        <p14:creationId xmlns:p14="http://schemas.microsoft.com/office/powerpoint/2010/main" val="2403642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8.xml><?xml version="1.0" encoding="utf-8"?>
<p:sldLayout xmlns:a="http://schemas.openxmlformats.org/drawingml/2006/main" xmlns:r="http://schemas.openxmlformats.org/officeDocument/2006/relationships" xmlns:p="http://schemas.openxmlformats.org/presentationml/2006/main" type="obj">
  <p:cSld name="1_Agend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a:lvl1pPr>
          </a:lstStyle>
          <a:p>
            <a:r>
              <a:rPr lang="zh-CN" altLang="en-US"/>
              <a:t>单击此处编辑母版标题样式</a:t>
            </a:r>
            <a:endParaRPr lang="en-US"/>
          </a:p>
        </p:txBody>
      </p:sp>
      <p:sp>
        <p:nvSpPr>
          <p:cNvPr id="3" name="Content Placeholder 2"/>
          <p:cNvSpPr>
            <a:spLocks noGrp="1"/>
          </p:cNvSpPr>
          <p:nvPr>
            <p:ph idx="1"/>
          </p:nvPr>
        </p:nvSpPr>
        <p:spPr/>
        <p:txBody>
          <a:bodyPr/>
          <a:lstStyle>
            <a:lvl1pPr marL="455073" indent="-455073">
              <a:buSzPct val="100000"/>
              <a:buFont typeface="+mj-lt"/>
              <a:buAutoNum type="arabicPeriod"/>
              <a:tabLst>
                <a:tab pos="5331751" algn="r"/>
                <a:tab pos="10972526" algn="r"/>
              </a:tabLst>
              <a:defRPr baseline="0"/>
            </a:lvl1pPr>
            <a:lvl2pPr marL="766214" indent="-311143">
              <a:defRPr baseline="0"/>
            </a:lvl2pPr>
            <a:lvl3pPr marL="1068891" indent="-302676">
              <a:defRPr baseline="0"/>
            </a:lvl3pPr>
            <a:lvl4pPr marL="1371566" indent="-302676">
              <a:defRPr baseline="0"/>
            </a:lvl4pPr>
            <a:lvl5pPr marL="1676358" indent="-304792">
              <a:defRPr baseline="0"/>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Footer Placeholder 3"/>
          <p:cNvSpPr>
            <a:spLocks noGrp="1"/>
          </p:cNvSpPr>
          <p:nvPr>
            <p:ph type="ftr" sz="quarter" idx="10"/>
          </p:nvPr>
        </p:nvSpPr>
        <p:spPr/>
        <p:txBody>
          <a:bodyPr/>
          <a:lstStyle/>
          <a:p>
            <a:endParaRPr lang="en-US"/>
          </a:p>
        </p:txBody>
      </p:sp>
    </p:spTree>
    <p:extLst>
      <p:ext uri="{BB962C8B-B14F-4D97-AF65-F5344CB8AC3E}">
        <p14:creationId xmlns:p14="http://schemas.microsoft.com/office/powerpoint/2010/main" val="2028352189"/>
      </p:ext>
    </p:extLst>
  </p:cSld>
  <p:clrMapOvr>
    <a:masterClrMapping/>
  </p:clrMapOvr>
  <p:hf hdr="0" dt="0"/>
</p:sldLayout>
</file>

<file path=ppt/slideLayouts/slideLayout269.xml><?xml version="1.0" encoding="utf-8"?>
<p:sldLayout xmlns:a="http://schemas.openxmlformats.org/drawingml/2006/main" xmlns:r="http://schemas.openxmlformats.org/officeDocument/2006/relationships" xmlns:p="http://schemas.openxmlformats.org/presentationml/2006/main" preserve="1" userDrawn="1">
  <p:cSld name="1_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7"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928028804"/>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270.xml><?xml version="1.0" encoding="utf-8"?>
<p:sldLayout xmlns:a="http://schemas.openxmlformats.org/drawingml/2006/main" xmlns:r="http://schemas.openxmlformats.org/officeDocument/2006/relationships" xmlns:p="http://schemas.openxmlformats.org/presentationml/2006/main" preserve="1" userDrawn="1">
  <p:cSld name="1_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5"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5"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5"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5"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508148055"/>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271.xml><?xml version="1.0" encoding="utf-8"?>
<p:sldLayout xmlns:a="http://schemas.openxmlformats.org/drawingml/2006/main" xmlns:r="http://schemas.openxmlformats.org/officeDocument/2006/relationships" xmlns:p="http://schemas.openxmlformats.org/presentationml/2006/main" preserve="1" userDrawn="1">
  <p:cSld name="1_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4216949085"/>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272.xml><?xml version="1.0" encoding="utf-8"?>
<p:sldLayout xmlns:a="http://schemas.openxmlformats.org/drawingml/2006/main" xmlns:r="http://schemas.openxmlformats.org/officeDocument/2006/relationships" xmlns:p="http://schemas.openxmlformats.org/presentationml/2006/main" preserve="1" userDrawn="1">
  <p:cSld name="1_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6" y="1412875"/>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6"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970480756"/>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273.xml><?xml version="1.0" encoding="utf-8"?>
<p:sldLayout xmlns:a="http://schemas.openxmlformats.org/drawingml/2006/main" xmlns:r="http://schemas.openxmlformats.org/officeDocument/2006/relationships" xmlns:p="http://schemas.openxmlformats.org/presentationml/2006/main" preserve="1" userDrawn="1">
  <p:cSld name="1_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6"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1302794481"/>
      </p:ext>
    </p:extLst>
  </p:cSld>
  <p:clrMapOvr>
    <a:masterClrMapping/>
  </p:clrMapOvr>
</p:sldLayout>
</file>

<file path=ppt/slideLayouts/slideLayout274.xml><?xml version="1.0" encoding="utf-8"?>
<p:sldLayout xmlns:a="http://schemas.openxmlformats.org/drawingml/2006/main" xmlns:r="http://schemas.openxmlformats.org/officeDocument/2006/relationships" xmlns:p="http://schemas.openxmlformats.org/presentationml/2006/main" preserve="1" userDrawn="1">
  <p:cSld name="1_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Presentation title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3982247034"/>
      </p:ext>
    </p:extLst>
  </p:cSld>
  <p:clrMapOvr>
    <a:masterClrMapping/>
  </p:clrMapOvr>
</p:sldLayout>
</file>

<file path=ppt/slideLayouts/slideLayout275.xml><?xml version="1.0" encoding="utf-8"?>
<p:sldLayout xmlns:a="http://schemas.openxmlformats.org/drawingml/2006/main" xmlns:r="http://schemas.openxmlformats.org/officeDocument/2006/relationships" xmlns:p="http://schemas.openxmlformats.org/presentationml/2006/main" preserve="1" userDrawn="1">
  <p:cSld name="1_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900289841"/>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76.xml><?xml version="1.0" encoding="utf-8"?>
<p:sldLayout xmlns:a="http://schemas.openxmlformats.org/drawingml/2006/main" xmlns:r="http://schemas.openxmlformats.org/officeDocument/2006/relationships" xmlns:p="http://schemas.openxmlformats.org/presentationml/2006/main" preserve="1" userDrawn="1">
  <p:cSld name="1_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8"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274332068"/>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77.xml><?xml version="1.0" encoding="utf-8"?>
<p:sldLayout xmlns:a="http://schemas.openxmlformats.org/drawingml/2006/main" xmlns:r="http://schemas.openxmlformats.org/officeDocument/2006/relationships" xmlns:p="http://schemas.openxmlformats.org/presentationml/2006/main" preserve="1" userDrawn="1">
  <p:cSld name="1_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2" y="0"/>
            <a:ext cx="12191999"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5"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8"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24209410"/>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278.xml><?xml version="1.0" encoding="utf-8"?>
<p:sldLayout xmlns:a="http://schemas.openxmlformats.org/drawingml/2006/main" xmlns:r="http://schemas.openxmlformats.org/officeDocument/2006/relationships" xmlns:p="http://schemas.openxmlformats.org/presentationml/2006/main" showMasterSp="0" userDrawn="1">
  <p:cSld name="Titel 24pt und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p:txBody>
          <a:bodyPr/>
          <a:lstStyle/>
          <a:p>
            <a:pPr lvl="0"/>
            <a:r>
              <a:rPr lang="en-GB" noProof="0"/>
              <a:t>Click to add text</a:t>
            </a:r>
          </a:p>
        </p:txBody>
      </p:sp>
      <p:sp>
        <p:nvSpPr>
          <p:cNvPr id="4" name="Datumsplatzhalter 3"/>
          <p:cNvSpPr>
            <a:spLocks noGrp="1"/>
          </p:cNvSpPr>
          <p:nvPr>
            <p:ph type="dt" sz="half" idx="10"/>
          </p:nvPr>
        </p:nvSpPr>
        <p:spPr/>
        <p:txBody>
          <a:bodyPr/>
          <a:lstStyle/>
          <a:p>
            <a:fld id="{9AD4F872-C5E4-474F-8401-01A99DF8172F}" type="datetime1">
              <a:rPr lang="en-GB" noProof="0" smtClean="0"/>
              <a:t>13/05/2026</a:t>
            </a:fld>
            <a:endParaRPr lang="en-GB" noProof="0"/>
          </a:p>
        </p:txBody>
      </p:sp>
      <p:sp>
        <p:nvSpPr>
          <p:cNvPr id="5" name="Fußzeilenplatzhalter 4"/>
          <p:cNvSpPr>
            <a:spLocks noGrp="1"/>
          </p:cNvSpPr>
          <p:nvPr>
            <p:ph type="ftr" sz="quarter" idx="11"/>
          </p:nvPr>
        </p:nvSpPr>
        <p:spPr/>
        <p:txBody>
          <a:bodyPr/>
          <a:lstStyle/>
          <a:p>
            <a:r>
              <a:rPr lang="en-US" noProof="0"/>
              <a:t>REG 10 Oct 2023 - BI 765423 IL-11 - RA strategy re JP SRD  - for internal use</a:t>
            </a:r>
            <a:endParaRPr lang="en-GB" noProof="0"/>
          </a:p>
        </p:txBody>
      </p:sp>
      <p:sp>
        <p:nvSpPr>
          <p:cNvPr id="6" name="Foliennummernplatzhalter 5"/>
          <p:cNvSpPr>
            <a:spLocks noGrp="1"/>
          </p:cNvSpPr>
          <p:nvPr>
            <p:ph type="sldNum" sz="quarter" idx="12"/>
          </p:nvPr>
        </p:nvSpPr>
        <p:spPr/>
        <p:txBody>
          <a:bodyPr/>
          <a:lstStyle/>
          <a:p>
            <a:fld id="{143B55C4-4F5A-416B-997D-6CE47EB0A945}" type="slidenum">
              <a:rPr lang="en-GB" noProof="0" smtClean="0"/>
              <a:t>‹#›</a:t>
            </a:fld>
            <a:endParaRPr lang="en-GB" noProof="0"/>
          </a:p>
        </p:txBody>
      </p:sp>
      <p:cxnSp>
        <p:nvCxnSpPr>
          <p:cNvPr id="7" name="Gerade Verbindung 6"/>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8" name="Titel 7"/>
          <p:cNvSpPr>
            <a:spLocks noGrp="1"/>
          </p:cNvSpPr>
          <p:nvPr>
            <p:ph type="title" hasCustomPrompt="1"/>
          </p:nvPr>
        </p:nvSpPr>
        <p:spPr>
          <a:xfrm>
            <a:off x="490100" y="387429"/>
            <a:ext cx="11211800" cy="492443"/>
          </a:xfrm>
        </p:spPr>
        <p:txBody>
          <a:bodyPr/>
          <a:lstStyle/>
          <a:p>
            <a:r>
              <a:rPr lang="en-GB" noProof="0"/>
              <a:t>Click to add headline</a:t>
            </a:r>
          </a:p>
        </p:txBody>
      </p:sp>
      <p:pic>
        <p:nvPicPr>
          <p:cNvPr id="9"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3050720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9.xml><?xml version="1.0" encoding="utf-8"?>
<p:sldLayout xmlns:a="http://schemas.openxmlformats.org/drawingml/2006/main" xmlns:r="http://schemas.openxmlformats.org/officeDocument/2006/relationships" xmlns:p="http://schemas.openxmlformats.org/presentationml/2006/main" preserve="1" userDrawn="1">
  <p:cSld name="2_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gray">
          <a:xfrm>
            <a:off x="10094400" y="6166373"/>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Tree>
    <p:extLst>
      <p:ext uri="{BB962C8B-B14F-4D97-AF65-F5344CB8AC3E}">
        <p14:creationId xmlns:p14="http://schemas.microsoft.com/office/powerpoint/2010/main" val="668110505"/>
      </p:ext>
    </p:extLst>
  </p:cSld>
  <p:clrMapOvr>
    <a:masterClrMapping/>
  </p:clrMapOvr>
</p:sldLayout>
</file>

<file path=ppt/slideLayouts/slideLayout280.xml><?xml version="1.0" encoding="utf-8"?>
<p:sldLayout xmlns:a="http://schemas.openxmlformats.org/drawingml/2006/main" xmlns:r="http://schemas.openxmlformats.org/officeDocument/2006/relationships" xmlns:p="http://schemas.openxmlformats.org/presentationml/2006/main" preserve="1" userDrawn="1">
  <p:cSld name="2_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a:extLst>
                <a:ext uri="{96DAC541-7B7A-43D3-8B79-37D633B846F1}">
                  <asvg:svgBlip xmlns:asvg="http://schemas.microsoft.com/office/drawing/2016/SVG/main" r:embed="rId2"/>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714607155"/>
      </p:ext>
    </p:extLst>
  </p:cSld>
  <p:clrMapOvr>
    <a:masterClrMapping/>
  </p:clrMapOvr>
</p:sldLayout>
</file>

<file path=ppt/slideLayouts/slideLayout281.xml><?xml version="1.0" encoding="utf-8"?>
<p:sldLayout xmlns:a="http://schemas.openxmlformats.org/drawingml/2006/main" xmlns:r="http://schemas.openxmlformats.org/officeDocument/2006/relationships" xmlns:p="http://schemas.openxmlformats.org/presentationml/2006/main" preserve="1" userDrawn="1">
  <p:cSld name="2_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695490037"/>
      </p:ext>
    </p:extLst>
  </p:cSld>
  <p:clrMapOvr>
    <a:masterClrMapping/>
  </p:clrMapOvr>
</p:sldLayout>
</file>

<file path=ppt/slideLayouts/slideLayout282.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Tree>
    <p:extLst>
      <p:ext uri="{BB962C8B-B14F-4D97-AF65-F5344CB8AC3E}">
        <p14:creationId xmlns:p14="http://schemas.microsoft.com/office/powerpoint/2010/main" val="3821330115"/>
      </p:ext>
    </p:extLst>
  </p:cSld>
  <p:clrMapOvr>
    <a:masterClrMapping/>
  </p:clrMapOvr>
</p:sldLayout>
</file>

<file path=ppt/slideLayouts/slideLayout283.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Tree>
    <p:extLst>
      <p:ext uri="{BB962C8B-B14F-4D97-AF65-F5344CB8AC3E}">
        <p14:creationId xmlns:p14="http://schemas.microsoft.com/office/powerpoint/2010/main" val="1862511126"/>
      </p:ext>
    </p:extLst>
  </p:cSld>
  <p:clrMapOvr>
    <a:masterClrMapping/>
  </p:clrMapOvr>
</p:sldLayout>
</file>

<file path=ppt/slideLayouts/slideLayout284.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a:extLst>
                <a:ext uri="{96DAC541-7B7A-43D3-8B79-37D633B846F1}">
                  <asvg:svgBlip xmlns:asvg="http://schemas.microsoft.com/office/drawing/2016/SVG/main" r:embed="rId2"/>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506109518"/>
      </p:ext>
    </p:extLst>
  </p:cSld>
  <p:clrMapOvr>
    <a:masterClrMapping/>
  </p:clrMapOvr>
</p:sldLayout>
</file>

<file path=ppt/slideLayouts/slideLayout285.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a:extLst>
                <a:ext uri="{96DAC541-7B7A-43D3-8B79-37D633B846F1}">
                  <asvg:svgBlip xmlns:asvg="http://schemas.microsoft.com/office/drawing/2016/SVG/main" r:embed="rId2"/>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767318895"/>
      </p:ext>
    </p:extLst>
  </p:cSld>
  <p:clrMapOvr>
    <a:masterClrMapping/>
  </p:clrMapOvr>
</p:sldLayout>
</file>

<file path=ppt/slideLayouts/slideLayout286.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a:extLst>
                <a:ext uri="{96DAC541-7B7A-43D3-8B79-37D633B846F1}">
                  <asvg:svgBlip xmlns:asvg="http://schemas.microsoft.com/office/drawing/2016/SVG/main" r:embed="rId3"/>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809266048"/>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287.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4" y="1412876"/>
            <a:ext cx="11233151" cy="4537074"/>
          </a:xfrm>
        </p:spPr>
        <p:txBody>
          <a:bodyPr/>
          <a:lstStyle>
            <a:lvl1pPr marL="360000" indent="-360000">
              <a:spcBef>
                <a:spcPts val="1800"/>
              </a:spcBef>
              <a:buFont typeface="+mj-lt"/>
              <a:buAutoNum type="arabicPeriod"/>
              <a:defRPr sz="2000"/>
            </a:lvl1pPr>
            <a:lvl2pPr marL="540000" indent="-180000">
              <a:spcBef>
                <a:spcPts val="200"/>
              </a:spcBef>
              <a:spcAft>
                <a:spcPts val="200"/>
              </a:spcAft>
              <a:buFont typeface="Arial" panose="020B0604020202020204" pitchFamily="34" charset="0"/>
              <a:buChar char="•"/>
              <a:defRPr/>
            </a:lvl2pPr>
            <a:lvl3pPr marL="540000" indent="-180000">
              <a:spcBef>
                <a:spcPts val="200"/>
              </a:spcBef>
              <a:spcAft>
                <a:spcPts val="200"/>
              </a:spcAft>
              <a:buFont typeface="Arial" panose="020B0604020202020204" pitchFamily="34" charset="0"/>
              <a:buChar char="•"/>
              <a:defRPr/>
            </a:lvl3pPr>
            <a:lvl4pPr marL="540000" indent="-180000">
              <a:spcBef>
                <a:spcPts val="200"/>
              </a:spcBef>
              <a:spcAft>
                <a:spcPts val="200"/>
              </a:spcAft>
              <a:buFont typeface="Arial" panose="020B0604020202020204" pitchFamily="34" charset="0"/>
              <a:buChar char="•"/>
              <a:defRPr/>
            </a:lvl4pPr>
            <a:lvl5pPr marL="540000" indent="-180000">
              <a:spcBef>
                <a:spcPts val="200"/>
              </a:spcBef>
              <a:spcAft>
                <a:spcPts val="200"/>
              </a:spcAft>
              <a:buFont typeface="Arial" panose="020B0604020202020204" pitchFamily="34" charset="0"/>
              <a:buChar char="•"/>
              <a:defRPr sz="1600"/>
            </a:lvl5pPr>
            <a:lvl6pPr marL="540000" indent="-180000">
              <a:spcBef>
                <a:spcPts val="200"/>
              </a:spcBef>
              <a:spcAft>
                <a:spcPts val="200"/>
              </a:spcAft>
              <a:buFont typeface="Arial" panose="020B0604020202020204" pitchFamily="34" charset="0"/>
              <a:buChar char="•"/>
              <a:defRPr sz="1600"/>
            </a:lvl6pPr>
            <a:lvl7pPr marL="540000" indent="-180000">
              <a:spcBef>
                <a:spcPts val="200"/>
              </a:spcBef>
              <a:spcAft>
                <a:spcPts val="200"/>
              </a:spcAft>
              <a:buFont typeface="Arial" panose="020B0604020202020204" pitchFamily="34" charset="0"/>
              <a:buChar char="•"/>
              <a:defRPr sz="1600"/>
            </a:lvl7pPr>
            <a:lvl8pPr marL="540000" indent="-180000">
              <a:spcBef>
                <a:spcPts val="200"/>
              </a:spcBef>
              <a:spcAft>
                <a:spcPts val="200"/>
              </a:spcAft>
              <a:buFont typeface="Arial" panose="020B0604020202020204" pitchFamily="34" charset="0"/>
              <a:buChar char="•"/>
              <a:defRPr sz="1600"/>
            </a:lvl8pPr>
            <a:lvl9pPr marL="540000" indent="-180000">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059836874"/>
      </p:ext>
    </p:extLst>
  </p:cSld>
  <p:clrMapOvr>
    <a:masterClrMapping/>
  </p:clrMapOvr>
</p:sldLayout>
</file>

<file path=ppt/slideLayouts/slideLayout288.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856202098"/>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289.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Presentation title    |    ONLY FOR INTERNAL USE</a:t>
            </a:r>
          </a:p>
        </p:txBody>
      </p:sp>
    </p:spTree>
    <p:extLst>
      <p:ext uri="{BB962C8B-B14F-4D97-AF65-F5344CB8AC3E}">
        <p14:creationId xmlns:p14="http://schemas.microsoft.com/office/powerpoint/2010/main" val="3759173928"/>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290.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2111699553"/>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291.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4" y="1412874"/>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938923821"/>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292.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Presentation title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2982538307"/>
      </p:ext>
    </p:extLst>
  </p:cSld>
  <p:clrMapOvr>
    <a:masterClrMapping/>
  </p:clrMapOvr>
</p:sldLayout>
</file>

<file path=ppt/slideLayouts/slideLayout293.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3505737819"/>
      </p:ext>
    </p:extLst>
  </p:cSld>
  <p:clrMapOvr>
    <a:masterClrMapping/>
  </p:clrMapOvr>
</p:sldLayout>
</file>

<file path=ppt/slideLayouts/slideLayout294.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349740183"/>
      </p:ext>
    </p:extLst>
  </p:cSld>
  <p:clrMapOvr>
    <a:masterClrMapping/>
  </p:clrMapOvr>
</p:sldLayout>
</file>

<file path=ppt/slideLayouts/slideLayout295.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Presentation title    |    </a:t>
            </a:r>
          </a:p>
          <a:p>
            <a:r>
              <a:rPr lang="en-US"/>
              <a:t>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1581415207"/>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96.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Presentation title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064353218"/>
      </p:ext>
    </p:extLst>
  </p:cSld>
  <p:clrMapOvr>
    <a:masterClrMapping/>
  </p:clrMapOvr>
</p:sldLayout>
</file>

<file path=ppt/slideLayouts/slideLayout297.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Presentation title    |    </a:t>
            </a:r>
          </a:p>
          <a:p>
            <a:r>
              <a:rPr lang="en-US"/>
              <a:t>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2508128424"/>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298.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6359891"/>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299.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4" y="1413222"/>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8"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38"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1185504709"/>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300.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88"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Presentation title    |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684190692"/>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301.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2"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889887082"/>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302.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8" y="0"/>
            <a:ext cx="4043362"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686903426"/>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303.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840205343"/>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304.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732479618"/>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305.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7"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366397240"/>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306.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443309640"/>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307.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4"/>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136772452"/>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308.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958045040"/>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309.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691813208"/>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310.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a:extLst>
                <a:ext uri="{96DAC541-7B7A-43D3-8B79-37D633B846F1}">
                  <asvg:svgBlip xmlns:asvg="http://schemas.microsoft.com/office/drawing/2016/SVG/main" r:embed="rId2"/>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175170708"/>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311.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Presentation title    |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212644430"/>
      </p:ext>
    </p:extLst>
  </p:cSld>
  <p:clrMapOvr>
    <a:masterClrMapping/>
  </p:clrMapOvr>
</p:sldLayout>
</file>

<file path=ppt/slideLayouts/slideLayout312.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203864675"/>
      </p:ext>
    </p:extLst>
  </p:cSld>
  <p:clrMapOvr>
    <a:masterClrMapping/>
  </p:clrMapOvr>
</p:sldLayout>
</file>

<file path=ppt/slideLayouts/slideLayout313.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1" y="0"/>
            <a:ext cx="12191998"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4"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6"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bwMode="gray">
          <a:xfrm>
            <a:off x="479424" y="6165000"/>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3"/>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197533772"/>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314.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5" y="476250"/>
            <a:ext cx="11233150"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5"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8"/>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3"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t>2026</a:t>
            </a:fld>
            <a:r>
              <a:rPr lang="en-US" sz="900"/>
              <a:t> Boehringer Ingelheim International GmbH. All rights reserved.</a:t>
            </a:r>
          </a:p>
        </p:txBody>
      </p:sp>
    </p:spTree>
    <p:extLst>
      <p:ext uri="{BB962C8B-B14F-4D97-AF65-F5344CB8AC3E}">
        <p14:creationId xmlns:p14="http://schemas.microsoft.com/office/powerpoint/2010/main" val="338294498"/>
      </p:ext>
    </p:extLst>
  </p:cSld>
  <p:clrMapOvr>
    <a:masterClrMapping/>
  </p:clrMapOvr>
</p:sldLayout>
</file>

<file path=ppt/slideLayouts/slideLayout315.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5/13/2026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39546604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image" Target="../media/image1.sv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8.xml"/><Relationship Id="rId13" Type="http://schemas.openxmlformats.org/officeDocument/2006/relationships/slideLayout" Target="../slideLayouts/slideLayout53.xml"/><Relationship Id="rId18" Type="http://schemas.openxmlformats.org/officeDocument/2006/relationships/slideLayout" Target="../slideLayouts/slideLayout58.xml"/><Relationship Id="rId26" Type="http://schemas.openxmlformats.org/officeDocument/2006/relationships/slideLayout" Target="../slideLayouts/slideLayout66.xml"/><Relationship Id="rId39" Type="http://schemas.openxmlformats.org/officeDocument/2006/relationships/slideLayout" Target="../slideLayouts/slideLayout79.xml"/><Relationship Id="rId3" Type="http://schemas.openxmlformats.org/officeDocument/2006/relationships/slideLayout" Target="../slideLayouts/slideLayout43.xml"/><Relationship Id="rId21" Type="http://schemas.openxmlformats.org/officeDocument/2006/relationships/slideLayout" Target="../slideLayouts/slideLayout61.xml"/><Relationship Id="rId34" Type="http://schemas.openxmlformats.org/officeDocument/2006/relationships/slideLayout" Target="../slideLayouts/slideLayout74.xml"/><Relationship Id="rId42" Type="http://schemas.openxmlformats.org/officeDocument/2006/relationships/slideLayout" Target="../slideLayouts/slideLayout82.xml"/><Relationship Id="rId47" Type="http://schemas.openxmlformats.org/officeDocument/2006/relationships/image" Target="../media/image12.emf"/><Relationship Id="rId7" Type="http://schemas.openxmlformats.org/officeDocument/2006/relationships/slideLayout" Target="../slideLayouts/slideLayout47.xml"/><Relationship Id="rId12" Type="http://schemas.openxmlformats.org/officeDocument/2006/relationships/slideLayout" Target="../slideLayouts/slideLayout52.xml"/><Relationship Id="rId17" Type="http://schemas.openxmlformats.org/officeDocument/2006/relationships/slideLayout" Target="../slideLayouts/slideLayout57.xml"/><Relationship Id="rId25" Type="http://schemas.openxmlformats.org/officeDocument/2006/relationships/slideLayout" Target="../slideLayouts/slideLayout65.xml"/><Relationship Id="rId33" Type="http://schemas.openxmlformats.org/officeDocument/2006/relationships/slideLayout" Target="../slideLayouts/slideLayout73.xml"/><Relationship Id="rId38" Type="http://schemas.openxmlformats.org/officeDocument/2006/relationships/slideLayout" Target="../slideLayouts/slideLayout78.xml"/><Relationship Id="rId46" Type="http://schemas.openxmlformats.org/officeDocument/2006/relationships/oleObject" Target="../embeddings/oleObject1.bin"/><Relationship Id="rId2" Type="http://schemas.openxmlformats.org/officeDocument/2006/relationships/slideLayout" Target="../slideLayouts/slideLayout42.xml"/><Relationship Id="rId16" Type="http://schemas.openxmlformats.org/officeDocument/2006/relationships/slideLayout" Target="../slideLayouts/slideLayout56.xml"/><Relationship Id="rId20" Type="http://schemas.openxmlformats.org/officeDocument/2006/relationships/slideLayout" Target="../slideLayouts/slideLayout60.xml"/><Relationship Id="rId29" Type="http://schemas.openxmlformats.org/officeDocument/2006/relationships/slideLayout" Target="../slideLayouts/slideLayout69.xml"/><Relationship Id="rId41" Type="http://schemas.openxmlformats.org/officeDocument/2006/relationships/slideLayout" Target="../slideLayouts/slideLayout81.xml"/><Relationship Id="rId1" Type="http://schemas.openxmlformats.org/officeDocument/2006/relationships/slideLayout" Target="../slideLayouts/slideLayout41.xml"/><Relationship Id="rId6" Type="http://schemas.openxmlformats.org/officeDocument/2006/relationships/slideLayout" Target="../slideLayouts/slideLayout46.xml"/><Relationship Id="rId11" Type="http://schemas.openxmlformats.org/officeDocument/2006/relationships/slideLayout" Target="../slideLayouts/slideLayout51.xml"/><Relationship Id="rId24" Type="http://schemas.openxmlformats.org/officeDocument/2006/relationships/slideLayout" Target="../slideLayouts/slideLayout64.xml"/><Relationship Id="rId32" Type="http://schemas.openxmlformats.org/officeDocument/2006/relationships/slideLayout" Target="../slideLayouts/slideLayout72.xml"/><Relationship Id="rId37" Type="http://schemas.openxmlformats.org/officeDocument/2006/relationships/slideLayout" Target="../slideLayouts/slideLayout77.xml"/><Relationship Id="rId40" Type="http://schemas.openxmlformats.org/officeDocument/2006/relationships/slideLayout" Target="../slideLayouts/slideLayout80.xml"/><Relationship Id="rId45" Type="http://schemas.openxmlformats.org/officeDocument/2006/relationships/tags" Target="../tags/tag1.xml"/><Relationship Id="rId5" Type="http://schemas.openxmlformats.org/officeDocument/2006/relationships/slideLayout" Target="../slideLayouts/slideLayout45.xml"/><Relationship Id="rId15" Type="http://schemas.openxmlformats.org/officeDocument/2006/relationships/slideLayout" Target="../slideLayouts/slideLayout55.xml"/><Relationship Id="rId23" Type="http://schemas.openxmlformats.org/officeDocument/2006/relationships/slideLayout" Target="../slideLayouts/slideLayout63.xml"/><Relationship Id="rId28" Type="http://schemas.openxmlformats.org/officeDocument/2006/relationships/slideLayout" Target="../slideLayouts/slideLayout68.xml"/><Relationship Id="rId36" Type="http://schemas.openxmlformats.org/officeDocument/2006/relationships/slideLayout" Target="../slideLayouts/slideLayout76.xml"/><Relationship Id="rId10" Type="http://schemas.openxmlformats.org/officeDocument/2006/relationships/slideLayout" Target="../slideLayouts/slideLayout50.xml"/><Relationship Id="rId19" Type="http://schemas.openxmlformats.org/officeDocument/2006/relationships/slideLayout" Target="../slideLayouts/slideLayout59.xml"/><Relationship Id="rId31" Type="http://schemas.openxmlformats.org/officeDocument/2006/relationships/slideLayout" Target="../slideLayouts/slideLayout71.xml"/><Relationship Id="rId44" Type="http://schemas.openxmlformats.org/officeDocument/2006/relationships/theme" Target="../theme/theme2.xml"/><Relationship Id="rId4" Type="http://schemas.openxmlformats.org/officeDocument/2006/relationships/slideLayout" Target="../slideLayouts/slideLayout44.xml"/><Relationship Id="rId9" Type="http://schemas.openxmlformats.org/officeDocument/2006/relationships/slideLayout" Target="../slideLayouts/slideLayout49.xml"/><Relationship Id="rId14" Type="http://schemas.openxmlformats.org/officeDocument/2006/relationships/slideLayout" Target="../slideLayouts/slideLayout54.xml"/><Relationship Id="rId22" Type="http://schemas.openxmlformats.org/officeDocument/2006/relationships/slideLayout" Target="../slideLayouts/slideLayout62.xml"/><Relationship Id="rId27" Type="http://schemas.openxmlformats.org/officeDocument/2006/relationships/slideLayout" Target="../slideLayouts/slideLayout67.xml"/><Relationship Id="rId30" Type="http://schemas.openxmlformats.org/officeDocument/2006/relationships/slideLayout" Target="../slideLayouts/slideLayout70.xml"/><Relationship Id="rId35" Type="http://schemas.openxmlformats.org/officeDocument/2006/relationships/slideLayout" Target="../slideLayouts/slideLayout75.xml"/><Relationship Id="rId43" Type="http://schemas.openxmlformats.org/officeDocument/2006/relationships/slideLayout" Target="../slideLayouts/slideLayout83.xml"/><Relationship Id="rId48" Type="http://schemas.openxmlformats.org/officeDocument/2006/relationships/image" Target="../media/image1.svg"/></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96.xml"/><Relationship Id="rId18" Type="http://schemas.openxmlformats.org/officeDocument/2006/relationships/slideLayout" Target="../slideLayouts/slideLayout101.xml"/><Relationship Id="rId26" Type="http://schemas.openxmlformats.org/officeDocument/2006/relationships/slideLayout" Target="../slideLayouts/slideLayout109.xml"/><Relationship Id="rId39" Type="http://schemas.openxmlformats.org/officeDocument/2006/relationships/slideLayout" Target="../slideLayouts/slideLayout122.xml"/><Relationship Id="rId21" Type="http://schemas.openxmlformats.org/officeDocument/2006/relationships/slideLayout" Target="../slideLayouts/slideLayout104.xml"/><Relationship Id="rId34" Type="http://schemas.openxmlformats.org/officeDocument/2006/relationships/slideLayout" Target="../slideLayouts/slideLayout117.xml"/><Relationship Id="rId42" Type="http://schemas.openxmlformats.org/officeDocument/2006/relationships/slideLayout" Target="../slideLayouts/slideLayout125.xml"/><Relationship Id="rId47" Type="http://schemas.openxmlformats.org/officeDocument/2006/relationships/slideLayout" Target="../slideLayouts/slideLayout130.xml"/><Relationship Id="rId50" Type="http://schemas.openxmlformats.org/officeDocument/2006/relationships/slideLayout" Target="../slideLayouts/slideLayout133.xml"/><Relationship Id="rId55" Type="http://schemas.openxmlformats.org/officeDocument/2006/relationships/slideLayout" Target="../slideLayouts/slideLayout138.xml"/><Relationship Id="rId63" Type="http://schemas.openxmlformats.org/officeDocument/2006/relationships/slideLayout" Target="../slideLayouts/slideLayout146.xml"/><Relationship Id="rId68" Type="http://schemas.openxmlformats.org/officeDocument/2006/relationships/theme" Target="../theme/theme3.xml"/><Relationship Id="rId7" Type="http://schemas.openxmlformats.org/officeDocument/2006/relationships/slideLayout" Target="../slideLayouts/slideLayout90.xml"/><Relationship Id="rId71" Type="http://schemas.openxmlformats.org/officeDocument/2006/relationships/image" Target="../media/image12.emf"/><Relationship Id="rId2" Type="http://schemas.openxmlformats.org/officeDocument/2006/relationships/slideLayout" Target="../slideLayouts/slideLayout85.xml"/><Relationship Id="rId16" Type="http://schemas.openxmlformats.org/officeDocument/2006/relationships/slideLayout" Target="../slideLayouts/slideLayout99.xml"/><Relationship Id="rId29" Type="http://schemas.openxmlformats.org/officeDocument/2006/relationships/slideLayout" Target="../slideLayouts/slideLayout112.xml"/><Relationship Id="rId1" Type="http://schemas.openxmlformats.org/officeDocument/2006/relationships/slideLayout" Target="../slideLayouts/slideLayout84.xml"/><Relationship Id="rId6" Type="http://schemas.openxmlformats.org/officeDocument/2006/relationships/slideLayout" Target="../slideLayouts/slideLayout89.xml"/><Relationship Id="rId11" Type="http://schemas.openxmlformats.org/officeDocument/2006/relationships/slideLayout" Target="../slideLayouts/slideLayout94.xml"/><Relationship Id="rId24" Type="http://schemas.openxmlformats.org/officeDocument/2006/relationships/slideLayout" Target="../slideLayouts/slideLayout107.xml"/><Relationship Id="rId32" Type="http://schemas.openxmlformats.org/officeDocument/2006/relationships/slideLayout" Target="../slideLayouts/slideLayout115.xml"/><Relationship Id="rId37" Type="http://schemas.openxmlformats.org/officeDocument/2006/relationships/slideLayout" Target="../slideLayouts/slideLayout120.xml"/><Relationship Id="rId40" Type="http://schemas.openxmlformats.org/officeDocument/2006/relationships/slideLayout" Target="../slideLayouts/slideLayout123.xml"/><Relationship Id="rId45" Type="http://schemas.openxmlformats.org/officeDocument/2006/relationships/slideLayout" Target="../slideLayouts/slideLayout128.xml"/><Relationship Id="rId53" Type="http://schemas.openxmlformats.org/officeDocument/2006/relationships/slideLayout" Target="../slideLayouts/slideLayout136.xml"/><Relationship Id="rId58" Type="http://schemas.openxmlformats.org/officeDocument/2006/relationships/slideLayout" Target="../slideLayouts/slideLayout141.xml"/><Relationship Id="rId66" Type="http://schemas.openxmlformats.org/officeDocument/2006/relationships/slideLayout" Target="../slideLayouts/slideLayout149.xml"/><Relationship Id="rId5" Type="http://schemas.openxmlformats.org/officeDocument/2006/relationships/slideLayout" Target="../slideLayouts/slideLayout88.xml"/><Relationship Id="rId15" Type="http://schemas.openxmlformats.org/officeDocument/2006/relationships/slideLayout" Target="../slideLayouts/slideLayout98.xml"/><Relationship Id="rId23" Type="http://schemas.openxmlformats.org/officeDocument/2006/relationships/slideLayout" Target="../slideLayouts/slideLayout106.xml"/><Relationship Id="rId28" Type="http://schemas.openxmlformats.org/officeDocument/2006/relationships/slideLayout" Target="../slideLayouts/slideLayout111.xml"/><Relationship Id="rId36" Type="http://schemas.openxmlformats.org/officeDocument/2006/relationships/slideLayout" Target="../slideLayouts/slideLayout119.xml"/><Relationship Id="rId49" Type="http://schemas.openxmlformats.org/officeDocument/2006/relationships/slideLayout" Target="../slideLayouts/slideLayout132.xml"/><Relationship Id="rId57" Type="http://schemas.openxmlformats.org/officeDocument/2006/relationships/slideLayout" Target="../slideLayouts/slideLayout140.xml"/><Relationship Id="rId61" Type="http://schemas.openxmlformats.org/officeDocument/2006/relationships/slideLayout" Target="../slideLayouts/slideLayout144.xml"/><Relationship Id="rId10" Type="http://schemas.openxmlformats.org/officeDocument/2006/relationships/slideLayout" Target="../slideLayouts/slideLayout93.xml"/><Relationship Id="rId19" Type="http://schemas.openxmlformats.org/officeDocument/2006/relationships/slideLayout" Target="../slideLayouts/slideLayout102.xml"/><Relationship Id="rId31" Type="http://schemas.openxmlformats.org/officeDocument/2006/relationships/slideLayout" Target="../slideLayouts/slideLayout114.xml"/><Relationship Id="rId44" Type="http://schemas.openxmlformats.org/officeDocument/2006/relationships/slideLayout" Target="../slideLayouts/slideLayout127.xml"/><Relationship Id="rId52" Type="http://schemas.openxmlformats.org/officeDocument/2006/relationships/slideLayout" Target="../slideLayouts/slideLayout135.xml"/><Relationship Id="rId60" Type="http://schemas.openxmlformats.org/officeDocument/2006/relationships/slideLayout" Target="../slideLayouts/slideLayout143.xml"/><Relationship Id="rId65" Type="http://schemas.openxmlformats.org/officeDocument/2006/relationships/slideLayout" Target="../slideLayouts/slideLayout148.xml"/><Relationship Id="rId4" Type="http://schemas.openxmlformats.org/officeDocument/2006/relationships/slideLayout" Target="../slideLayouts/slideLayout87.xml"/><Relationship Id="rId9" Type="http://schemas.openxmlformats.org/officeDocument/2006/relationships/slideLayout" Target="../slideLayouts/slideLayout92.xml"/><Relationship Id="rId14" Type="http://schemas.openxmlformats.org/officeDocument/2006/relationships/slideLayout" Target="../slideLayouts/slideLayout97.xml"/><Relationship Id="rId22" Type="http://schemas.openxmlformats.org/officeDocument/2006/relationships/slideLayout" Target="../slideLayouts/slideLayout105.xml"/><Relationship Id="rId27" Type="http://schemas.openxmlformats.org/officeDocument/2006/relationships/slideLayout" Target="../slideLayouts/slideLayout110.xml"/><Relationship Id="rId30" Type="http://schemas.openxmlformats.org/officeDocument/2006/relationships/slideLayout" Target="../slideLayouts/slideLayout113.xml"/><Relationship Id="rId35" Type="http://schemas.openxmlformats.org/officeDocument/2006/relationships/slideLayout" Target="../slideLayouts/slideLayout118.xml"/><Relationship Id="rId43" Type="http://schemas.openxmlformats.org/officeDocument/2006/relationships/slideLayout" Target="../slideLayouts/slideLayout126.xml"/><Relationship Id="rId48" Type="http://schemas.openxmlformats.org/officeDocument/2006/relationships/slideLayout" Target="../slideLayouts/slideLayout131.xml"/><Relationship Id="rId56" Type="http://schemas.openxmlformats.org/officeDocument/2006/relationships/slideLayout" Target="../slideLayouts/slideLayout139.xml"/><Relationship Id="rId64" Type="http://schemas.openxmlformats.org/officeDocument/2006/relationships/slideLayout" Target="../slideLayouts/slideLayout147.xml"/><Relationship Id="rId69" Type="http://schemas.openxmlformats.org/officeDocument/2006/relationships/tags" Target="../tags/tag5.xml"/><Relationship Id="rId8" Type="http://schemas.openxmlformats.org/officeDocument/2006/relationships/slideLayout" Target="../slideLayouts/slideLayout91.xml"/><Relationship Id="rId51" Type="http://schemas.openxmlformats.org/officeDocument/2006/relationships/slideLayout" Target="../slideLayouts/slideLayout134.xml"/><Relationship Id="rId72" Type="http://schemas.openxmlformats.org/officeDocument/2006/relationships/image" Target="../media/image1.svg"/><Relationship Id="rId3" Type="http://schemas.openxmlformats.org/officeDocument/2006/relationships/slideLayout" Target="../slideLayouts/slideLayout86.xml"/><Relationship Id="rId12" Type="http://schemas.openxmlformats.org/officeDocument/2006/relationships/slideLayout" Target="../slideLayouts/slideLayout95.xml"/><Relationship Id="rId17" Type="http://schemas.openxmlformats.org/officeDocument/2006/relationships/slideLayout" Target="../slideLayouts/slideLayout100.xml"/><Relationship Id="rId25" Type="http://schemas.openxmlformats.org/officeDocument/2006/relationships/slideLayout" Target="../slideLayouts/slideLayout108.xml"/><Relationship Id="rId33" Type="http://schemas.openxmlformats.org/officeDocument/2006/relationships/slideLayout" Target="../slideLayouts/slideLayout116.xml"/><Relationship Id="rId38" Type="http://schemas.openxmlformats.org/officeDocument/2006/relationships/slideLayout" Target="../slideLayouts/slideLayout121.xml"/><Relationship Id="rId46" Type="http://schemas.openxmlformats.org/officeDocument/2006/relationships/slideLayout" Target="../slideLayouts/slideLayout129.xml"/><Relationship Id="rId59" Type="http://schemas.openxmlformats.org/officeDocument/2006/relationships/slideLayout" Target="../slideLayouts/slideLayout142.xml"/><Relationship Id="rId67" Type="http://schemas.openxmlformats.org/officeDocument/2006/relationships/slideLayout" Target="../slideLayouts/slideLayout150.xml"/><Relationship Id="rId20" Type="http://schemas.openxmlformats.org/officeDocument/2006/relationships/slideLayout" Target="../slideLayouts/slideLayout103.xml"/><Relationship Id="rId41" Type="http://schemas.openxmlformats.org/officeDocument/2006/relationships/slideLayout" Target="../slideLayouts/slideLayout124.xml"/><Relationship Id="rId54" Type="http://schemas.openxmlformats.org/officeDocument/2006/relationships/slideLayout" Target="../slideLayouts/slideLayout137.xml"/><Relationship Id="rId62" Type="http://schemas.openxmlformats.org/officeDocument/2006/relationships/slideLayout" Target="../slideLayouts/slideLayout145.xml"/><Relationship Id="rId70" Type="http://schemas.openxmlformats.org/officeDocument/2006/relationships/oleObject" Target="../embeddings/oleObject5.bin"/></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163.xml"/><Relationship Id="rId18" Type="http://schemas.openxmlformats.org/officeDocument/2006/relationships/slideLayout" Target="../slideLayouts/slideLayout168.xml"/><Relationship Id="rId26" Type="http://schemas.openxmlformats.org/officeDocument/2006/relationships/slideLayout" Target="../slideLayouts/slideLayout176.xml"/><Relationship Id="rId39" Type="http://schemas.openxmlformats.org/officeDocument/2006/relationships/slideLayout" Target="../slideLayouts/slideLayout189.xml"/><Relationship Id="rId21" Type="http://schemas.openxmlformats.org/officeDocument/2006/relationships/slideLayout" Target="../slideLayouts/slideLayout171.xml"/><Relationship Id="rId34" Type="http://schemas.openxmlformats.org/officeDocument/2006/relationships/slideLayout" Target="../slideLayouts/slideLayout184.xml"/><Relationship Id="rId42" Type="http://schemas.openxmlformats.org/officeDocument/2006/relationships/slideLayout" Target="../slideLayouts/slideLayout192.xml"/><Relationship Id="rId47" Type="http://schemas.openxmlformats.org/officeDocument/2006/relationships/slideLayout" Target="../slideLayouts/slideLayout197.xml"/><Relationship Id="rId50" Type="http://schemas.openxmlformats.org/officeDocument/2006/relationships/slideLayout" Target="../slideLayouts/slideLayout200.xml"/><Relationship Id="rId55" Type="http://schemas.openxmlformats.org/officeDocument/2006/relationships/slideLayout" Target="../slideLayouts/slideLayout205.xml"/><Relationship Id="rId63" Type="http://schemas.openxmlformats.org/officeDocument/2006/relationships/slideLayout" Target="../slideLayouts/slideLayout213.xml"/><Relationship Id="rId68" Type="http://schemas.openxmlformats.org/officeDocument/2006/relationships/slideLayout" Target="../slideLayouts/slideLayout218.xml"/><Relationship Id="rId76" Type="http://schemas.openxmlformats.org/officeDocument/2006/relationships/slideLayout" Target="../slideLayouts/slideLayout226.xml"/><Relationship Id="rId84" Type="http://schemas.openxmlformats.org/officeDocument/2006/relationships/tags" Target="../tags/tag7.xml"/><Relationship Id="rId7" Type="http://schemas.openxmlformats.org/officeDocument/2006/relationships/slideLayout" Target="../slideLayouts/slideLayout157.xml"/><Relationship Id="rId71" Type="http://schemas.openxmlformats.org/officeDocument/2006/relationships/slideLayout" Target="../slideLayouts/slideLayout221.xml"/><Relationship Id="rId2" Type="http://schemas.openxmlformats.org/officeDocument/2006/relationships/slideLayout" Target="../slideLayouts/slideLayout152.xml"/><Relationship Id="rId16" Type="http://schemas.openxmlformats.org/officeDocument/2006/relationships/slideLayout" Target="../slideLayouts/slideLayout166.xml"/><Relationship Id="rId29" Type="http://schemas.openxmlformats.org/officeDocument/2006/relationships/slideLayout" Target="../slideLayouts/slideLayout179.xml"/><Relationship Id="rId11" Type="http://schemas.openxmlformats.org/officeDocument/2006/relationships/slideLayout" Target="../slideLayouts/slideLayout161.xml"/><Relationship Id="rId24" Type="http://schemas.openxmlformats.org/officeDocument/2006/relationships/slideLayout" Target="../slideLayouts/slideLayout174.xml"/><Relationship Id="rId32" Type="http://schemas.openxmlformats.org/officeDocument/2006/relationships/slideLayout" Target="../slideLayouts/slideLayout182.xml"/><Relationship Id="rId37" Type="http://schemas.openxmlformats.org/officeDocument/2006/relationships/slideLayout" Target="../slideLayouts/slideLayout187.xml"/><Relationship Id="rId40" Type="http://schemas.openxmlformats.org/officeDocument/2006/relationships/slideLayout" Target="../slideLayouts/slideLayout190.xml"/><Relationship Id="rId45" Type="http://schemas.openxmlformats.org/officeDocument/2006/relationships/slideLayout" Target="../slideLayouts/slideLayout195.xml"/><Relationship Id="rId53" Type="http://schemas.openxmlformats.org/officeDocument/2006/relationships/slideLayout" Target="../slideLayouts/slideLayout203.xml"/><Relationship Id="rId58" Type="http://schemas.openxmlformats.org/officeDocument/2006/relationships/slideLayout" Target="../slideLayouts/slideLayout208.xml"/><Relationship Id="rId66" Type="http://schemas.openxmlformats.org/officeDocument/2006/relationships/slideLayout" Target="../slideLayouts/slideLayout216.xml"/><Relationship Id="rId74" Type="http://schemas.openxmlformats.org/officeDocument/2006/relationships/slideLayout" Target="../slideLayouts/slideLayout224.xml"/><Relationship Id="rId79" Type="http://schemas.openxmlformats.org/officeDocument/2006/relationships/slideLayout" Target="../slideLayouts/slideLayout229.xml"/><Relationship Id="rId87" Type="http://schemas.openxmlformats.org/officeDocument/2006/relationships/image" Target="../media/image1.svg"/><Relationship Id="rId5" Type="http://schemas.openxmlformats.org/officeDocument/2006/relationships/slideLayout" Target="../slideLayouts/slideLayout155.xml"/><Relationship Id="rId61" Type="http://schemas.openxmlformats.org/officeDocument/2006/relationships/slideLayout" Target="../slideLayouts/slideLayout211.xml"/><Relationship Id="rId82" Type="http://schemas.openxmlformats.org/officeDocument/2006/relationships/slideLayout" Target="../slideLayouts/slideLayout232.xml"/><Relationship Id="rId19" Type="http://schemas.openxmlformats.org/officeDocument/2006/relationships/slideLayout" Target="../slideLayouts/slideLayout169.xml"/><Relationship Id="rId4" Type="http://schemas.openxmlformats.org/officeDocument/2006/relationships/slideLayout" Target="../slideLayouts/slideLayout154.xml"/><Relationship Id="rId9" Type="http://schemas.openxmlformats.org/officeDocument/2006/relationships/slideLayout" Target="../slideLayouts/slideLayout159.xml"/><Relationship Id="rId14" Type="http://schemas.openxmlformats.org/officeDocument/2006/relationships/slideLayout" Target="../slideLayouts/slideLayout164.xml"/><Relationship Id="rId22" Type="http://schemas.openxmlformats.org/officeDocument/2006/relationships/slideLayout" Target="../slideLayouts/slideLayout172.xml"/><Relationship Id="rId27" Type="http://schemas.openxmlformats.org/officeDocument/2006/relationships/slideLayout" Target="../slideLayouts/slideLayout177.xml"/><Relationship Id="rId30" Type="http://schemas.openxmlformats.org/officeDocument/2006/relationships/slideLayout" Target="../slideLayouts/slideLayout180.xml"/><Relationship Id="rId35" Type="http://schemas.openxmlformats.org/officeDocument/2006/relationships/slideLayout" Target="../slideLayouts/slideLayout185.xml"/><Relationship Id="rId43" Type="http://schemas.openxmlformats.org/officeDocument/2006/relationships/slideLayout" Target="../slideLayouts/slideLayout193.xml"/><Relationship Id="rId48" Type="http://schemas.openxmlformats.org/officeDocument/2006/relationships/slideLayout" Target="../slideLayouts/slideLayout198.xml"/><Relationship Id="rId56" Type="http://schemas.openxmlformats.org/officeDocument/2006/relationships/slideLayout" Target="../slideLayouts/slideLayout206.xml"/><Relationship Id="rId64" Type="http://schemas.openxmlformats.org/officeDocument/2006/relationships/slideLayout" Target="../slideLayouts/slideLayout214.xml"/><Relationship Id="rId69" Type="http://schemas.openxmlformats.org/officeDocument/2006/relationships/slideLayout" Target="../slideLayouts/slideLayout219.xml"/><Relationship Id="rId77" Type="http://schemas.openxmlformats.org/officeDocument/2006/relationships/slideLayout" Target="../slideLayouts/slideLayout227.xml"/><Relationship Id="rId8" Type="http://schemas.openxmlformats.org/officeDocument/2006/relationships/slideLayout" Target="../slideLayouts/slideLayout158.xml"/><Relationship Id="rId51" Type="http://schemas.openxmlformats.org/officeDocument/2006/relationships/slideLayout" Target="../slideLayouts/slideLayout201.xml"/><Relationship Id="rId72" Type="http://schemas.openxmlformats.org/officeDocument/2006/relationships/slideLayout" Target="../slideLayouts/slideLayout222.xml"/><Relationship Id="rId80" Type="http://schemas.openxmlformats.org/officeDocument/2006/relationships/slideLayout" Target="../slideLayouts/slideLayout230.xml"/><Relationship Id="rId85" Type="http://schemas.openxmlformats.org/officeDocument/2006/relationships/oleObject" Target="../embeddings/oleObject6.bin"/><Relationship Id="rId3" Type="http://schemas.openxmlformats.org/officeDocument/2006/relationships/slideLayout" Target="../slideLayouts/slideLayout153.xml"/><Relationship Id="rId12" Type="http://schemas.openxmlformats.org/officeDocument/2006/relationships/slideLayout" Target="../slideLayouts/slideLayout162.xml"/><Relationship Id="rId17" Type="http://schemas.openxmlformats.org/officeDocument/2006/relationships/slideLayout" Target="../slideLayouts/slideLayout167.xml"/><Relationship Id="rId25" Type="http://schemas.openxmlformats.org/officeDocument/2006/relationships/slideLayout" Target="../slideLayouts/slideLayout175.xml"/><Relationship Id="rId33" Type="http://schemas.openxmlformats.org/officeDocument/2006/relationships/slideLayout" Target="../slideLayouts/slideLayout183.xml"/><Relationship Id="rId38" Type="http://schemas.openxmlformats.org/officeDocument/2006/relationships/slideLayout" Target="../slideLayouts/slideLayout188.xml"/><Relationship Id="rId46" Type="http://schemas.openxmlformats.org/officeDocument/2006/relationships/slideLayout" Target="../slideLayouts/slideLayout196.xml"/><Relationship Id="rId59" Type="http://schemas.openxmlformats.org/officeDocument/2006/relationships/slideLayout" Target="../slideLayouts/slideLayout209.xml"/><Relationship Id="rId67" Type="http://schemas.openxmlformats.org/officeDocument/2006/relationships/slideLayout" Target="../slideLayouts/slideLayout217.xml"/><Relationship Id="rId20" Type="http://schemas.openxmlformats.org/officeDocument/2006/relationships/slideLayout" Target="../slideLayouts/slideLayout170.xml"/><Relationship Id="rId41" Type="http://schemas.openxmlformats.org/officeDocument/2006/relationships/slideLayout" Target="../slideLayouts/slideLayout191.xml"/><Relationship Id="rId54" Type="http://schemas.openxmlformats.org/officeDocument/2006/relationships/slideLayout" Target="../slideLayouts/slideLayout204.xml"/><Relationship Id="rId62" Type="http://schemas.openxmlformats.org/officeDocument/2006/relationships/slideLayout" Target="../slideLayouts/slideLayout212.xml"/><Relationship Id="rId70" Type="http://schemas.openxmlformats.org/officeDocument/2006/relationships/slideLayout" Target="../slideLayouts/slideLayout220.xml"/><Relationship Id="rId75" Type="http://schemas.openxmlformats.org/officeDocument/2006/relationships/slideLayout" Target="../slideLayouts/slideLayout225.xml"/><Relationship Id="rId83" Type="http://schemas.openxmlformats.org/officeDocument/2006/relationships/theme" Target="../theme/theme4.xml"/><Relationship Id="rId1" Type="http://schemas.openxmlformats.org/officeDocument/2006/relationships/slideLayout" Target="../slideLayouts/slideLayout151.xml"/><Relationship Id="rId6" Type="http://schemas.openxmlformats.org/officeDocument/2006/relationships/slideLayout" Target="../slideLayouts/slideLayout156.xml"/><Relationship Id="rId15" Type="http://schemas.openxmlformats.org/officeDocument/2006/relationships/slideLayout" Target="../slideLayouts/slideLayout165.xml"/><Relationship Id="rId23" Type="http://schemas.openxmlformats.org/officeDocument/2006/relationships/slideLayout" Target="../slideLayouts/slideLayout173.xml"/><Relationship Id="rId28" Type="http://schemas.openxmlformats.org/officeDocument/2006/relationships/slideLayout" Target="../slideLayouts/slideLayout178.xml"/><Relationship Id="rId36" Type="http://schemas.openxmlformats.org/officeDocument/2006/relationships/slideLayout" Target="../slideLayouts/slideLayout186.xml"/><Relationship Id="rId49" Type="http://schemas.openxmlformats.org/officeDocument/2006/relationships/slideLayout" Target="../slideLayouts/slideLayout199.xml"/><Relationship Id="rId57" Type="http://schemas.openxmlformats.org/officeDocument/2006/relationships/slideLayout" Target="../slideLayouts/slideLayout207.xml"/><Relationship Id="rId10" Type="http://schemas.openxmlformats.org/officeDocument/2006/relationships/slideLayout" Target="../slideLayouts/slideLayout160.xml"/><Relationship Id="rId31" Type="http://schemas.openxmlformats.org/officeDocument/2006/relationships/slideLayout" Target="../slideLayouts/slideLayout181.xml"/><Relationship Id="rId44" Type="http://schemas.openxmlformats.org/officeDocument/2006/relationships/slideLayout" Target="../slideLayouts/slideLayout194.xml"/><Relationship Id="rId52" Type="http://schemas.openxmlformats.org/officeDocument/2006/relationships/slideLayout" Target="../slideLayouts/slideLayout202.xml"/><Relationship Id="rId60" Type="http://schemas.openxmlformats.org/officeDocument/2006/relationships/slideLayout" Target="../slideLayouts/slideLayout210.xml"/><Relationship Id="rId65" Type="http://schemas.openxmlformats.org/officeDocument/2006/relationships/slideLayout" Target="../slideLayouts/slideLayout215.xml"/><Relationship Id="rId73" Type="http://schemas.openxmlformats.org/officeDocument/2006/relationships/slideLayout" Target="../slideLayouts/slideLayout223.xml"/><Relationship Id="rId78" Type="http://schemas.openxmlformats.org/officeDocument/2006/relationships/slideLayout" Target="../slideLayouts/slideLayout228.xml"/><Relationship Id="rId81" Type="http://schemas.openxmlformats.org/officeDocument/2006/relationships/slideLayout" Target="../slideLayouts/slideLayout231.xml"/><Relationship Id="rId86" Type="http://schemas.openxmlformats.org/officeDocument/2006/relationships/image" Target="../media/image25.emf"/></Relationships>
</file>

<file path=ppt/slideMasters/_rels/slideMaster5.xml.rels><?xml version="1.0" encoding="UTF-8" standalone="yes"?>
<Relationships xmlns="http://schemas.openxmlformats.org/package/2006/relationships"><Relationship Id="rId13" Type="http://schemas.openxmlformats.org/officeDocument/2006/relationships/slideLayout" Target="../slideLayouts/slideLayout245.xml"/><Relationship Id="rId18" Type="http://schemas.openxmlformats.org/officeDocument/2006/relationships/slideLayout" Target="../slideLayouts/slideLayout250.xml"/><Relationship Id="rId26" Type="http://schemas.openxmlformats.org/officeDocument/2006/relationships/slideLayout" Target="../slideLayouts/slideLayout258.xml"/><Relationship Id="rId39" Type="http://schemas.openxmlformats.org/officeDocument/2006/relationships/slideLayout" Target="../slideLayouts/slideLayout271.xml"/><Relationship Id="rId3" Type="http://schemas.openxmlformats.org/officeDocument/2006/relationships/slideLayout" Target="../slideLayouts/slideLayout235.xml"/><Relationship Id="rId21" Type="http://schemas.openxmlformats.org/officeDocument/2006/relationships/slideLayout" Target="../slideLayouts/slideLayout253.xml"/><Relationship Id="rId34" Type="http://schemas.openxmlformats.org/officeDocument/2006/relationships/slideLayout" Target="../slideLayouts/slideLayout266.xml"/><Relationship Id="rId42" Type="http://schemas.openxmlformats.org/officeDocument/2006/relationships/slideLayout" Target="../slideLayouts/slideLayout274.xml"/><Relationship Id="rId47" Type="http://schemas.openxmlformats.org/officeDocument/2006/relationships/slideLayout" Target="../slideLayouts/slideLayout279.xml"/><Relationship Id="rId50" Type="http://schemas.openxmlformats.org/officeDocument/2006/relationships/theme" Target="../theme/theme5.xml"/><Relationship Id="rId7" Type="http://schemas.openxmlformats.org/officeDocument/2006/relationships/slideLayout" Target="../slideLayouts/slideLayout239.xml"/><Relationship Id="rId12" Type="http://schemas.openxmlformats.org/officeDocument/2006/relationships/slideLayout" Target="../slideLayouts/slideLayout244.xml"/><Relationship Id="rId17" Type="http://schemas.openxmlformats.org/officeDocument/2006/relationships/slideLayout" Target="../slideLayouts/slideLayout249.xml"/><Relationship Id="rId25" Type="http://schemas.openxmlformats.org/officeDocument/2006/relationships/slideLayout" Target="../slideLayouts/slideLayout257.xml"/><Relationship Id="rId33" Type="http://schemas.openxmlformats.org/officeDocument/2006/relationships/slideLayout" Target="../slideLayouts/slideLayout265.xml"/><Relationship Id="rId38" Type="http://schemas.openxmlformats.org/officeDocument/2006/relationships/slideLayout" Target="../slideLayouts/slideLayout270.xml"/><Relationship Id="rId46" Type="http://schemas.openxmlformats.org/officeDocument/2006/relationships/slideLayout" Target="../slideLayouts/slideLayout278.xml"/><Relationship Id="rId2" Type="http://schemas.openxmlformats.org/officeDocument/2006/relationships/slideLayout" Target="../slideLayouts/slideLayout234.xml"/><Relationship Id="rId16" Type="http://schemas.openxmlformats.org/officeDocument/2006/relationships/slideLayout" Target="../slideLayouts/slideLayout248.xml"/><Relationship Id="rId20" Type="http://schemas.openxmlformats.org/officeDocument/2006/relationships/slideLayout" Target="../slideLayouts/slideLayout252.xml"/><Relationship Id="rId29" Type="http://schemas.openxmlformats.org/officeDocument/2006/relationships/slideLayout" Target="../slideLayouts/slideLayout261.xml"/><Relationship Id="rId41" Type="http://schemas.openxmlformats.org/officeDocument/2006/relationships/slideLayout" Target="../slideLayouts/slideLayout273.xml"/><Relationship Id="rId54" Type="http://schemas.openxmlformats.org/officeDocument/2006/relationships/image" Target="../media/image1.svg"/><Relationship Id="rId1" Type="http://schemas.openxmlformats.org/officeDocument/2006/relationships/slideLayout" Target="../slideLayouts/slideLayout233.xml"/><Relationship Id="rId6" Type="http://schemas.openxmlformats.org/officeDocument/2006/relationships/slideLayout" Target="../slideLayouts/slideLayout238.xml"/><Relationship Id="rId11" Type="http://schemas.openxmlformats.org/officeDocument/2006/relationships/slideLayout" Target="../slideLayouts/slideLayout243.xml"/><Relationship Id="rId24" Type="http://schemas.openxmlformats.org/officeDocument/2006/relationships/slideLayout" Target="../slideLayouts/slideLayout256.xml"/><Relationship Id="rId32" Type="http://schemas.openxmlformats.org/officeDocument/2006/relationships/slideLayout" Target="../slideLayouts/slideLayout264.xml"/><Relationship Id="rId37" Type="http://schemas.openxmlformats.org/officeDocument/2006/relationships/slideLayout" Target="../slideLayouts/slideLayout269.xml"/><Relationship Id="rId40" Type="http://schemas.openxmlformats.org/officeDocument/2006/relationships/slideLayout" Target="../slideLayouts/slideLayout272.xml"/><Relationship Id="rId45" Type="http://schemas.openxmlformats.org/officeDocument/2006/relationships/slideLayout" Target="../slideLayouts/slideLayout277.xml"/><Relationship Id="rId53" Type="http://schemas.openxmlformats.org/officeDocument/2006/relationships/image" Target="../media/image12.emf"/><Relationship Id="rId5" Type="http://schemas.openxmlformats.org/officeDocument/2006/relationships/slideLayout" Target="../slideLayouts/slideLayout237.xml"/><Relationship Id="rId15" Type="http://schemas.openxmlformats.org/officeDocument/2006/relationships/slideLayout" Target="../slideLayouts/slideLayout247.xml"/><Relationship Id="rId23" Type="http://schemas.openxmlformats.org/officeDocument/2006/relationships/slideLayout" Target="../slideLayouts/slideLayout255.xml"/><Relationship Id="rId28" Type="http://schemas.openxmlformats.org/officeDocument/2006/relationships/slideLayout" Target="../slideLayouts/slideLayout260.xml"/><Relationship Id="rId36" Type="http://schemas.openxmlformats.org/officeDocument/2006/relationships/slideLayout" Target="../slideLayouts/slideLayout268.xml"/><Relationship Id="rId49" Type="http://schemas.openxmlformats.org/officeDocument/2006/relationships/slideLayout" Target="../slideLayouts/slideLayout281.xml"/><Relationship Id="rId10" Type="http://schemas.openxmlformats.org/officeDocument/2006/relationships/slideLayout" Target="../slideLayouts/slideLayout242.xml"/><Relationship Id="rId19" Type="http://schemas.openxmlformats.org/officeDocument/2006/relationships/slideLayout" Target="../slideLayouts/slideLayout251.xml"/><Relationship Id="rId31" Type="http://schemas.openxmlformats.org/officeDocument/2006/relationships/slideLayout" Target="../slideLayouts/slideLayout263.xml"/><Relationship Id="rId44" Type="http://schemas.openxmlformats.org/officeDocument/2006/relationships/slideLayout" Target="../slideLayouts/slideLayout276.xml"/><Relationship Id="rId52" Type="http://schemas.openxmlformats.org/officeDocument/2006/relationships/oleObject" Target="../embeddings/oleObject7.bin"/><Relationship Id="rId4" Type="http://schemas.openxmlformats.org/officeDocument/2006/relationships/slideLayout" Target="../slideLayouts/slideLayout236.xml"/><Relationship Id="rId9" Type="http://schemas.openxmlformats.org/officeDocument/2006/relationships/slideLayout" Target="../slideLayouts/slideLayout241.xml"/><Relationship Id="rId14" Type="http://schemas.openxmlformats.org/officeDocument/2006/relationships/slideLayout" Target="../slideLayouts/slideLayout246.xml"/><Relationship Id="rId22" Type="http://schemas.openxmlformats.org/officeDocument/2006/relationships/slideLayout" Target="../slideLayouts/slideLayout254.xml"/><Relationship Id="rId27" Type="http://schemas.openxmlformats.org/officeDocument/2006/relationships/slideLayout" Target="../slideLayouts/slideLayout259.xml"/><Relationship Id="rId30" Type="http://schemas.openxmlformats.org/officeDocument/2006/relationships/slideLayout" Target="../slideLayouts/slideLayout262.xml"/><Relationship Id="rId35" Type="http://schemas.openxmlformats.org/officeDocument/2006/relationships/slideLayout" Target="../slideLayouts/slideLayout267.xml"/><Relationship Id="rId43" Type="http://schemas.openxmlformats.org/officeDocument/2006/relationships/slideLayout" Target="../slideLayouts/slideLayout275.xml"/><Relationship Id="rId48" Type="http://schemas.openxmlformats.org/officeDocument/2006/relationships/slideLayout" Target="../slideLayouts/slideLayout280.xml"/><Relationship Id="rId8" Type="http://schemas.openxmlformats.org/officeDocument/2006/relationships/slideLayout" Target="../slideLayouts/slideLayout240.xml"/><Relationship Id="rId51" Type="http://schemas.openxmlformats.org/officeDocument/2006/relationships/tags" Target="../tags/tag8.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289.xml"/><Relationship Id="rId13" Type="http://schemas.openxmlformats.org/officeDocument/2006/relationships/slideLayout" Target="../slideLayouts/slideLayout294.xml"/><Relationship Id="rId18" Type="http://schemas.openxmlformats.org/officeDocument/2006/relationships/slideLayout" Target="../slideLayouts/slideLayout299.xml"/><Relationship Id="rId26" Type="http://schemas.openxmlformats.org/officeDocument/2006/relationships/slideLayout" Target="../slideLayouts/slideLayout307.xml"/><Relationship Id="rId3" Type="http://schemas.openxmlformats.org/officeDocument/2006/relationships/slideLayout" Target="../slideLayouts/slideLayout284.xml"/><Relationship Id="rId21" Type="http://schemas.openxmlformats.org/officeDocument/2006/relationships/slideLayout" Target="../slideLayouts/slideLayout302.xml"/><Relationship Id="rId34" Type="http://schemas.openxmlformats.org/officeDocument/2006/relationships/slideLayout" Target="../slideLayouts/slideLayout315.xml"/><Relationship Id="rId7" Type="http://schemas.openxmlformats.org/officeDocument/2006/relationships/slideLayout" Target="../slideLayouts/slideLayout288.xml"/><Relationship Id="rId12" Type="http://schemas.openxmlformats.org/officeDocument/2006/relationships/slideLayout" Target="../slideLayouts/slideLayout293.xml"/><Relationship Id="rId17" Type="http://schemas.openxmlformats.org/officeDocument/2006/relationships/slideLayout" Target="../slideLayouts/slideLayout298.xml"/><Relationship Id="rId25" Type="http://schemas.openxmlformats.org/officeDocument/2006/relationships/slideLayout" Target="../slideLayouts/slideLayout306.xml"/><Relationship Id="rId33" Type="http://schemas.openxmlformats.org/officeDocument/2006/relationships/slideLayout" Target="../slideLayouts/slideLayout314.xml"/><Relationship Id="rId2" Type="http://schemas.openxmlformats.org/officeDocument/2006/relationships/slideLayout" Target="../slideLayouts/slideLayout283.xml"/><Relationship Id="rId16" Type="http://schemas.openxmlformats.org/officeDocument/2006/relationships/slideLayout" Target="../slideLayouts/slideLayout297.xml"/><Relationship Id="rId20" Type="http://schemas.openxmlformats.org/officeDocument/2006/relationships/slideLayout" Target="../slideLayouts/slideLayout301.xml"/><Relationship Id="rId29" Type="http://schemas.openxmlformats.org/officeDocument/2006/relationships/slideLayout" Target="../slideLayouts/slideLayout310.xml"/><Relationship Id="rId1" Type="http://schemas.openxmlformats.org/officeDocument/2006/relationships/slideLayout" Target="../slideLayouts/slideLayout282.xml"/><Relationship Id="rId6" Type="http://schemas.openxmlformats.org/officeDocument/2006/relationships/slideLayout" Target="../slideLayouts/slideLayout287.xml"/><Relationship Id="rId11" Type="http://schemas.openxmlformats.org/officeDocument/2006/relationships/slideLayout" Target="../slideLayouts/slideLayout292.xml"/><Relationship Id="rId24" Type="http://schemas.openxmlformats.org/officeDocument/2006/relationships/slideLayout" Target="../slideLayouts/slideLayout305.xml"/><Relationship Id="rId32" Type="http://schemas.openxmlformats.org/officeDocument/2006/relationships/slideLayout" Target="../slideLayouts/slideLayout313.xml"/><Relationship Id="rId5" Type="http://schemas.openxmlformats.org/officeDocument/2006/relationships/slideLayout" Target="../slideLayouts/slideLayout286.xml"/><Relationship Id="rId15" Type="http://schemas.openxmlformats.org/officeDocument/2006/relationships/slideLayout" Target="../slideLayouts/slideLayout296.xml"/><Relationship Id="rId23" Type="http://schemas.openxmlformats.org/officeDocument/2006/relationships/slideLayout" Target="../slideLayouts/slideLayout304.xml"/><Relationship Id="rId28" Type="http://schemas.openxmlformats.org/officeDocument/2006/relationships/slideLayout" Target="../slideLayouts/slideLayout309.xml"/><Relationship Id="rId36" Type="http://schemas.openxmlformats.org/officeDocument/2006/relationships/image" Target="../media/image1.svg"/><Relationship Id="rId10" Type="http://schemas.openxmlformats.org/officeDocument/2006/relationships/slideLayout" Target="../slideLayouts/slideLayout291.xml"/><Relationship Id="rId19" Type="http://schemas.openxmlformats.org/officeDocument/2006/relationships/slideLayout" Target="../slideLayouts/slideLayout300.xml"/><Relationship Id="rId31" Type="http://schemas.openxmlformats.org/officeDocument/2006/relationships/slideLayout" Target="../slideLayouts/slideLayout312.xml"/><Relationship Id="rId4" Type="http://schemas.openxmlformats.org/officeDocument/2006/relationships/slideLayout" Target="../slideLayouts/slideLayout285.xml"/><Relationship Id="rId9" Type="http://schemas.openxmlformats.org/officeDocument/2006/relationships/slideLayout" Target="../slideLayouts/slideLayout290.xml"/><Relationship Id="rId14" Type="http://schemas.openxmlformats.org/officeDocument/2006/relationships/slideLayout" Target="../slideLayouts/slideLayout295.xml"/><Relationship Id="rId22" Type="http://schemas.openxmlformats.org/officeDocument/2006/relationships/slideLayout" Target="../slideLayouts/slideLayout303.xml"/><Relationship Id="rId27" Type="http://schemas.openxmlformats.org/officeDocument/2006/relationships/slideLayout" Target="../slideLayouts/slideLayout308.xml"/><Relationship Id="rId30" Type="http://schemas.openxmlformats.org/officeDocument/2006/relationships/slideLayout" Target="../slideLayouts/slideLayout311.xml"/><Relationship Id="rId35" Type="http://schemas.openxmlformats.org/officeDocument/2006/relationships/theme" Target="../theme/theme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6"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4"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2"/>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212581710"/>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 id="2147483712" r:id="rId17"/>
    <p:sldLayoutId id="2147483713" r:id="rId18"/>
    <p:sldLayoutId id="2147483714" r:id="rId19"/>
    <p:sldLayoutId id="2147483715" r:id="rId20"/>
    <p:sldLayoutId id="2147483716" r:id="rId21"/>
    <p:sldLayoutId id="2147483717" r:id="rId22"/>
    <p:sldLayoutId id="2147483718" r:id="rId23"/>
    <p:sldLayoutId id="2147483719" r:id="rId24"/>
    <p:sldLayoutId id="2147483720" r:id="rId25"/>
    <p:sldLayoutId id="2147483721" r:id="rId26"/>
    <p:sldLayoutId id="2147483722" r:id="rId27"/>
    <p:sldLayoutId id="2147483723" r:id="rId28"/>
    <p:sldLayoutId id="2147483724" r:id="rId29"/>
    <p:sldLayoutId id="2147483725" r:id="rId30"/>
    <p:sldLayoutId id="2147483726" r:id="rId31"/>
    <p:sldLayoutId id="2147483727" r:id="rId32"/>
    <p:sldLayoutId id="2147483728" r:id="rId33"/>
    <p:sldLayoutId id="2147483729" r:id="rId34"/>
    <p:sldLayoutId id="2147483766" r:id="rId35"/>
    <p:sldLayoutId id="2147483768" r:id="rId36"/>
    <p:sldLayoutId id="2147483772" r:id="rId37"/>
    <p:sldLayoutId id="2147483773" r:id="rId38"/>
    <p:sldLayoutId id="2147483774" r:id="rId39"/>
    <p:sldLayoutId id="2147484485" r:id="rId40"/>
  </p:sldLayoutIdLst>
  <p:hf hdr="0" dt="0"/>
  <p:txStyles>
    <p:titleStyle>
      <a:lvl1pPr algn="l" defTabSz="914377"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5995" indent="-215995" algn="l" defTabSz="914377"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989"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86"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980"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399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7993" indent="-142871"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989"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14FAFC97-EA6D-8630-B5A0-6F5C51BE45E0}"/>
              </a:ext>
            </a:extLst>
          </p:cNvPr>
          <p:cNvGraphicFramePr>
            <a:graphicFrameLocks noChangeAspect="1"/>
          </p:cNvGraphicFramePr>
          <p:nvPr userDrawn="1">
            <p:custDataLst>
              <p:tags r:id="rId45"/>
            </p:custDataLst>
            <p:extLst>
              <p:ext uri="{D42A27DB-BD31-4B8C-83A1-F6EECF244321}">
                <p14:modId xmlns:p14="http://schemas.microsoft.com/office/powerpoint/2010/main" val="38783171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46" imgW="404" imgH="405" progId="TCLayout.ActiveDocument.1">
                  <p:embed/>
                </p:oleObj>
              </mc:Choice>
              <mc:Fallback>
                <p:oleObj name="think-cell 幻灯片" r:id="rId46" imgW="404" imgH="405" progId="TCLayout.ActiveDocument.1">
                  <p:embed/>
                  <p:pic>
                    <p:nvPicPr>
                      <p:cNvPr id="7" name="think-cell data - do not delete" hidden="1">
                        <a:extLst>
                          <a:ext uri="{FF2B5EF4-FFF2-40B4-BE49-F238E27FC236}">
                            <a16:creationId xmlns:a16="http://schemas.microsoft.com/office/drawing/2014/main" id="{14FAFC97-EA6D-8630-B5A0-6F5C51BE45E0}"/>
                          </a:ext>
                        </a:extLst>
                      </p:cNvPr>
                      <p:cNvPicPr/>
                      <p:nvPr/>
                    </p:nvPicPr>
                    <p:blipFill>
                      <a:blip r:embed="rId47"/>
                      <a:stretch>
                        <a:fillRect/>
                      </a:stretch>
                    </p:blipFill>
                    <p:spPr>
                      <a:xfrm>
                        <a:off x="1588" y="1588"/>
                        <a:ext cx="1588" cy="1588"/>
                      </a:xfrm>
                      <a:prstGeom prst="rect">
                        <a:avLst/>
                      </a:prstGeom>
                    </p:spPr>
                  </p:pic>
                </p:oleObj>
              </mc:Fallback>
            </mc:AlternateContent>
          </a:graphicData>
        </a:graphic>
      </p:graphicFrame>
      <p:sp>
        <p:nvSpPr>
          <p:cNvPr id="2" name="Titelplatzhalter 1"/>
          <p:cNvSpPr>
            <a:spLocks noGrp="1"/>
          </p:cNvSpPr>
          <p:nvPr>
            <p:ph type="title"/>
          </p:nvPr>
        </p:nvSpPr>
        <p:spPr bwMode="gray">
          <a:xfrm>
            <a:off x="479426"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4"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TA CEC Portfolio Update|    ONLY FOR INTERNAL USE</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8"/>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996480815"/>
      </p:ext>
    </p:extLst>
  </p:cSld>
  <p:clrMap bg1="lt1" tx1="dk1" bg2="lt2" tx2="dk2" accent1="accent1" accent2="accent2" accent3="accent3" accent4="accent4" accent5="accent5" accent6="accent6" hlink="hlink" folHlink="folHlink"/>
  <p:sldLayoutIdLst>
    <p:sldLayoutId id="2147483828" r:id="rId1"/>
    <p:sldLayoutId id="2147483829" r:id="rId2"/>
    <p:sldLayoutId id="2147483830" r:id="rId3"/>
    <p:sldLayoutId id="2147483831" r:id="rId4"/>
    <p:sldLayoutId id="2147483832" r:id="rId5"/>
    <p:sldLayoutId id="2147483833" r:id="rId6"/>
    <p:sldLayoutId id="2147483834" r:id="rId7"/>
    <p:sldLayoutId id="2147483835" r:id="rId8"/>
    <p:sldLayoutId id="2147483836" r:id="rId9"/>
    <p:sldLayoutId id="2147483837" r:id="rId10"/>
    <p:sldLayoutId id="2147483838" r:id="rId11"/>
    <p:sldLayoutId id="2147483839" r:id="rId12"/>
    <p:sldLayoutId id="2147483840" r:id="rId13"/>
    <p:sldLayoutId id="2147483841" r:id="rId14"/>
    <p:sldLayoutId id="2147483842" r:id="rId15"/>
    <p:sldLayoutId id="2147483843" r:id="rId16"/>
    <p:sldLayoutId id="2147483844" r:id="rId17"/>
    <p:sldLayoutId id="2147483845" r:id="rId18"/>
    <p:sldLayoutId id="2147483846" r:id="rId19"/>
    <p:sldLayoutId id="2147483847" r:id="rId20"/>
    <p:sldLayoutId id="2147483848" r:id="rId21"/>
    <p:sldLayoutId id="2147483849" r:id="rId22"/>
    <p:sldLayoutId id="2147483850" r:id="rId23"/>
    <p:sldLayoutId id="2147483851" r:id="rId24"/>
    <p:sldLayoutId id="2147483852" r:id="rId25"/>
    <p:sldLayoutId id="2147483853" r:id="rId26"/>
    <p:sldLayoutId id="2147483854" r:id="rId27"/>
    <p:sldLayoutId id="2147483855" r:id="rId28"/>
    <p:sldLayoutId id="2147483856" r:id="rId29"/>
    <p:sldLayoutId id="2147483857" r:id="rId30"/>
    <p:sldLayoutId id="2147483858" r:id="rId31"/>
    <p:sldLayoutId id="2147483859" r:id="rId32"/>
    <p:sldLayoutId id="2147483860" r:id="rId33"/>
    <p:sldLayoutId id="2147483861" r:id="rId34"/>
    <p:sldLayoutId id="2147483863" r:id="rId35"/>
    <p:sldLayoutId id="2147483864" r:id="rId36"/>
    <p:sldLayoutId id="2147483865" r:id="rId37"/>
    <p:sldLayoutId id="2147483866" r:id="rId38"/>
    <p:sldLayoutId id="2147483867" r:id="rId39"/>
    <p:sldLayoutId id="2147484011" r:id="rId40"/>
    <p:sldLayoutId id="2147483902" r:id="rId41"/>
    <p:sldLayoutId id="2147483904" r:id="rId42"/>
    <p:sldLayoutId id="2147484290" r:id="rId43"/>
  </p:sldLayoutIdLst>
  <p:hf hdr="0" dt="0"/>
  <p:txStyles>
    <p:titleStyle>
      <a:lvl1pPr algn="l" defTabSz="914377"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5995" indent="-215995" algn="l" defTabSz="914377"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989"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86"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980"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399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7993" indent="-142871"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989"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69946BBC-947B-E9FD-10D6-A9E21B0CE53F}"/>
              </a:ext>
            </a:extLst>
          </p:cNvPr>
          <p:cNvGraphicFramePr>
            <a:graphicFrameLocks noChangeAspect="1"/>
          </p:cNvGraphicFramePr>
          <p:nvPr userDrawn="1">
            <p:custDataLst>
              <p:tags r:id="rId69"/>
            </p:custDataLst>
            <p:extLst>
              <p:ext uri="{D42A27DB-BD31-4B8C-83A1-F6EECF244321}">
                <p14:modId xmlns:p14="http://schemas.microsoft.com/office/powerpoint/2010/main" val="19746998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70" imgW="404" imgH="405" progId="TCLayout.ActiveDocument.1">
                  <p:embed/>
                </p:oleObj>
              </mc:Choice>
              <mc:Fallback>
                <p:oleObj name="think-cell 幻灯片" r:id="rId70" imgW="404" imgH="405" progId="TCLayout.ActiveDocument.1">
                  <p:embed/>
                  <p:pic>
                    <p:nvPicPr>
                      <p:cNvPr id="7" name="think-cell data - do not delete" hidden="1">
                        <a:extLst>
                          <a:ext uri="{FF2B5EF4-FFF2-40B4-BE49-F238E27FC236}">
                            <a16:creationId xmlns:a16="http://schemas.microsoft.com/office/drawing/2014/main" id="{69946BBC-947B-E9FD-10D6-A9E21B0CE53F}"/>
                          </a:ext>
                        </a:extLst>
                      </p:cNvPr>
                      <p:cNvPicPr/>
                      <p:nvPr/>
                    </p:nvPicPr>
                    <p:blipFill>
                      <a:blip r:embed="rId71"/>
                      <a:stretch>
                        <a:fillRect/>
                      </a:stretch>
                    </p:blipFill>
                    <p:spPr>
                      <a:xfrm>
                        <a:off x="1588" y="1588"/>
                        <a:ext cx="1588" cy="1588"/>
                      </a:xfrm>
                      <a:prstGeom prst="rect">
                        <a:avLst/>
                      </a:prstGeom>
                    </p:spPr>
                  </p:pic>
                </p:oleObj>
              </mc:Fallback>
            </mc:AlternateContent>
          </a:graphicData>
        </a:graphic>
      </p:graphicFrame>
      <p:sp>
        <p:nvSpPr>
          <p:cNvPr id="2" name="Titelplatzhalter 1"/>
          <p:cNvSpPr>
            <a:spLocks noGrp="1"/>
          </p:cNvSpPr>
          <p:nvPr>
            <p:ph type="title"/>
          </p:nvPr>
        </p:nvSpPr>
        <p:spPr bwMode="gray">
          <a:xfrm>
            <a:off x="479424"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3"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PG L-36    |    ONLY FOR INTERNAL USE</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72"/>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688107887"/>
      </p:ext>
    </p:extLst>
  </p:cSld>
  <p:clrMap bg1="lt1" tx1="dk1" bg2="lt2" tx2="dk2" accent1="accent1" accent2="accent2" accent3="accent3" accent4="accent4" accent5="accent5" accent6="accent6" hlink="hlink" folHlink="folHlink"/>
  <p:sldLayoutIdLst>
    <p:sldLayoutId id="2147483907" r:id="rId1"/>
    <p:sldLayoutId id="2147483908" r:id="rId2"/>
    <p:sldLayoutId id="2147483909" r:id="rId3"/>
    <p:sldLayoutId id="2147483910" r:id="rId4"/>
    <p:sldLayoutId id="2147483911" r:id="rId5"/>
    <p:sldLayoutId id="2147483912" r:id="rId6"/>
    <p:sldLayoutId id="2147483913" r:id="rId7"/>
    <p:sldLayoutId id="2147483914" r:id="rId8"/>
    <p:sldLayoutId id="2147483915" r:id="rId9"/>
    <p:sldLayoutId id="2147483916" r:id="rId10"/>
    <p:sldLayoutId id="2147483917" r:id="rId11"/>
    <p:sldLayoutId id="2147483918" r:id="rId12"/>
    <p:sldLayoutId id="2147483919" r:id="rId13"/>
    <p:sldLayoutId id="2147483920" r:id="rId14"/>
    <p:sldLayoutId id="2147483921" r:id="rId15"/>
    <p:sldLayoutId id="2147483922" r:id="rId16"/>
    <p:sldLayoutId id="2147483923" r:id="rId17"/>
    <p:sldLayoutId id="2147483924" r:id="rId18"/>
    <p:sldLayoutId id="2147483925" r:id="rId19"/>
    <p:sldLayoutId id="2147483926" r:id="rId20"/>
    <p:sldLayoutId id="2147483927" r:id="rId21"/>
    <p:sldLayoutId id="2147483928" r:id="rId22"/>
    <p:sldLayoutId id="2147483929" r:id="rId23"/>
    <p:sldLayoutId id="2147483930" r:id="rId24"/>
    <p:sldLayoutId id="2147483931" r:id="rId25"/>
    <p:sldLayoutId id="2147483932" r:id="rId26"/>
    <p:sldLayoutId id="2147483933" r:id="rId27"/>
    <p:sldLayoutId id="2147483934" r:id="rId28"/>
    <p:sldLayoutId id="2147483935" r:id="rId29"/>
    <p:sldLayoutId id="2147483936" r:id="rId30"/>
    <p:sldLayoutId id="2147483937" r:id="rId31"/>
    <p:sldLayoutId id="2147483938" r:id="rId32"/>
    <p:sldLayoutId id="2147483939" r:id="rId33"/>
    <p:sldLayoutId id="2147483940" r:id="rId34"/>
    <p:sldLayoutId id="2147483941" r:id="rId35"/>
    <p:sldLayoutId id="2147483942" r:id="rId36"/>
    <p:sldLayoutId id="2147483943" r:id="rId37"/>
    <p:sldLayoutId id="2147483944" r:id="rId38"/>
    <p:sldLayoutId id="2147483945" r:id="rId39"/>
    <p:sldLayoutId id="2147483946" r:id="rId40"/>
    <p:sldLayoutId id="2147483947" r:id="rId41"/>
    <p:sldLayoutId id="2147483948" r:id="rId42"/>
    <p:sldLayoutId id="2147483949" r:id="rId43"/>
    <p:sldLayoutId id="2147483950" r:id="rId44"/>
    <p:sldLayoutId id="2147483951" r:id="rId45"/>
    <p:sldLayoutId id="2147483952" r:id="rId46"/>
    <p:sldLayoutId id="2147483953" r:id="rId47"/>
    <p:sldLayoutId id="2147483954" r:id="rId48"/>
    <p:sldLayoutId id="2147483955" r:id="rId49"/>
    <p:sldLayoutId id="2147483956" r:id="rId50"/>
    <p:sldLayoutId id="2147483957" r:id="rId51"/>
    <p:sldLayoutId id="2147483958" r:id="rId52"/>
    <p:sldLayoutId id="2147483959" r:id="rId53"/>
    <p:sldLayoutId id="2147483960" r:id="rId54"/>
    <p:sldLayoutId id="2147483961" r:id="rId55"/>
    <p:sldLayoutId id="2147483962" r:id="rId56"/>
    <p:sldLayoutId id="2147483963" r:id="rId57"/>
    <p:sldLayoutId id="2147483964" r:id="rId58"/>
    <p:sldLayoutId id="2147483965" r:id="rId59"/>
    <p:sldLayoutId id="2147483966" r:id="rId60"/>
    <p:sldLayoutId id="2147483967" r:id="rId61"/>
    <p:sldLayoutId id="2147483968" r:id="rId62"/>
    <p:sldLayoutId id="2147483969" r:id="rId63"/>
    <p:sldLayoutId id="2147483971" r:id="rId64"/>
    <p:sldLayoutId id="2147483972" r:id="rId65"/>
    <p:sldLayoutId id="2147483973" r:id="rId66"/>
    <p:sldLayoutId id="2147484010" r:id="rId67"/>
  </p:sldLayoutIdLst>
  <p:hf hdr="0" dt="0"/>
  <p:txStyles>
    <p:title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5C87AA62-7331-3DA0-E6DD-C8A5A6077537}"/>
              </a:ext>
            </a:extLst>
          </p:cNvPr>
          <p:cNvGraphicFramePr>
            <a:graphicFrameLocks noChangeAspect="1"/>
          </p:cNvGraphicFramePr>
          <p:nvPr userDrawn="1">
            <p:custDataLst>
              <p:tags r:id="rId84"/>
            </p:custDataLst>
            <p:extLst>
              <p:ext uri="{D42A27DB-BD31-4B8C-83A1-F6EECF244321}">
                <p14:modId xmlns:p14="http://schemas.microsoft.com/office/powerpoint/2010/main" val="33393880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5" imgW="404" imgH="405" progId="TCLayout.ActiveDocument.1">
                  <p:embed/>
                </p:oleObj>
              </mc:Choice>
              <mc:Fallback>
                <p:oleObj name="think-cell Slide" r:id="rId85" imgW="404" imgH="405" progId="TCLayout.ActiveDocument.1">
                  <p:embed/>
                  <p:pic>
                    <p:nvPicPr>
                      <p:cNvPr id="7" name="think-cell data - do not delete" hidden="1">
                        <a:extLst>
                          <a:ext uri="{FF2B5EF4-FFF2-40B4-BE49-F238E27FC236}">
                            <a16:creationId xmlns:a16="http://schemas.microsoft.com/office/drawing/2014/main" id="{5C87AA62-7331-3DA0-E6DD-C8A5A6077537}"/>
                          </a:ext>
                        </a:extLst>
                      </p:cNvPr>
                      <p:cNvPicPr/>
                      <p:nvPr/>
                    </p:nvPicPr>
                    <p:blipFill>
                      <a:blip r:embed="rId86"/>
                      <a:stretch>
                        <a:fillRect/>
                      </a:stretch>
                    </p:blipFill>
                    <p:spPr>
                      <a:xfrm>
                        <a:off x="1588" y="1588"/>
                        <a:ext cx="1588" cy="1588"/>
                      </a:xfrm>
                      <a:prstGeom prst="rect">
                        <a:avLst/>
                      </a:prstGeom>
                    </p:spPr>
                  </p:pic>
                </p:oleObj>
              </mc:Fallback>
            </mc:AlternateContent>
          </a:graphicData>
        </a:graphic>
      </p:graphicFrame>
      <p:sp>
        <p:nvSpPr>
          <p:cNvPr id="2" name="Titelplatzhalter 1"/>
          <p:cNvSpPr>
            <a:spLocks noGrp="1"/>
          </p:cNvSpPr>
          <p:nvPr>
            <p:ph type="title"/>
          </p:nvPr>
        </p:nvSpPr>
        <p:spPr bwMode="gray">
          <a:xfrm>
            <a:off x="479424"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3"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Presentation title    |    ONLY FOR INTERNAL USE</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87"/>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54380218"/>
      </p:ext>
    </p:extLst>
  </p:cSld>
  <p:clrMap bg1="lt1" tx1="dk1" bg2="lt2" tx2="dk2" accent1="accent1" accent2="accent2" accent3="accent3" accent4="accent4" accent5="accent5" accent6="accent6" hlink="hlink" folHlink="folHlink"/>
  <p:sldLayoutIdLst>
    <p:sldLayoutId id="2147484013" r:id="rId1"/>
    <p:sldLayoutId id="2147484014" r:id="rId2"/>
    <p:sldLayoutId id="2147484015" r:id="rId3"/>
    <p:sldLayoutId id="2147484016" r:id="rId4"/>
    <p:sldLayoutId id="2147484291" r:id="rId5"/>
    <p:sldLayoutId id="2147484018" r:id="rId6"/>
    <p:sldLayoutId id="2147484292" r:id="rId7"/>
    <p:sldLayoutId id="2147484020" r:id="rId8"/>
    <p:sldLayoutId id="2147484293" r:id="rId9"/>
    <p:sldLayoutId id="2147484294" r:id="rId10"/>
    <p:sldLayoutId id="2147484023" r:id="rId11"/>
    <p:sldLayoutId id="2147484295" r:id="rId12"/>
    <p:sldLayoutId id="2147484025" r:id="rId13"/>
    <p:sldLayoutId id="2147484026" r:id="rId14"/>
    <p:sldLayoutId id="2147484296" r:id="rId15"/>
    <p:sldLayoutId id="2147484028" r:id="rId16"/>
    <p:sldLayoutId id="2147484029" r:id="rId17"/>
    <p:sldLayoutId id="2147484030" r:id="rId18"/>
    <p:sldLayoutId id="2147484031" r:id="rId19"/>
    <p:sldLayoutId id="2147484032" r:id="rId20"/>
    <p:sldLayoutId id="2147484033" r:id="rId21"/>
    <p:sldLayoutId id="2147484034" r:id="rId22"/>
    <p:sldLayoutId id="2147484297" r:id="rId23"/>
    <p:sldLayoutId id="2147484298" r:id="rId24"/>
    <p:sldLayoutId id="2147484037" r:id="rId25"/>
    <p:sldLayoutId id="2147484038" r:id="rId26"/>
    <p:sldLayoutId id="2147484039" r:id="rId27"/>
    <p:sldLayoutId id="2147484040" r:id="rId28"/>
    <p:sldLayoutId id="2147484041" r:id="rId29"/>
    <p:sldLayoutId id="2147484042" r:id="rId30"/>
    <p:sldLayoutId id="2147484043" r:id="rId31"/>
    <p:sldLayoutId id="2147484299" r:id="rId32"/>
    <p:sldLayoutId id="2147484045" r:id="rId33"/>
    <p:sldLayoutId id="2147484046" r:id="rId34"/>
    <p:sldLayoutId id="2147484047" r:id="rId35"/>
    <p:sldLayoutId id="2147484048" r:id="rId36"/>
    <p:sldLayoutId id="2147484436" r:id="rId37"/>
    <p:sldLayoutId id="2147484438" r:id="rId38"/>
    <p:sldLayoutId id="2147484439" r:id="rId39"/>
    <p:sldLayoutId id="2147484440" r:id="rId40"/>
    <p:sldLayoutId id="2147484441" r:id="rId41"/>
    <p:sldLayoutId id="2147484442" r:id="rId42"/>
    <p:sldLayoutId id="2147484443" r:id="rId43"/>
    <p:sldLayoutId id="2147484445" r:id="rId44"/>
    <p:sldLayoutId id="2147484446" r:id="rId45"/>
    <p:sldLayoutId id="2147484447" r:id="rId46"/>
    <p:sldLayoutId id="2147484448" r:id="rId47"/>
    <p:sldLayoutId id="2147484449" r:id="rId48"/>
    <p:sldLayoutId id="2147484450" r:id="rId49"/>
    <p:sldLayoutId id="2147484451" r:id="rId50"/>
    <p:sldLayoutId id="2147484452" r:id="rId51"/>
    <p:sldLayoutId id="2147484453" r:id="rId52"/>
    <p:sldLayoutId id="2147484454" r:id="rId53"/>
    <p:sldLayoutId id="2147484455" r:id="rId54"/>
    <p:sldLayoutId id="2147484456" r:id="rId55"/>
    <p:sldLayoutId id="2147484457" r:id="rId56"/>
    <p:sldLayoutId id="2147484458" r:id="rId57"/>
    <p:sldLayoutId id="2147484459" r:id="rId58"/>
    <p:sldLayoutId id="2147484460" r:id="rId59"/>
    <p:sldLayoutId id="2147484462" r:id="rId60"/>
    <p:sldLayoutId id="2147484463" r:id="rId61"/>
    <p:sldLayoutId id="2147484464" r:id="rId62"/>
    <p:sldLayoutId id="2147484465" r:id="rId63"/>
    <p:sldLayoutId id="2147484466" r:id="rId64"/>
    <p:sldLayoutId id="2147484467" r:id="rId65"/>
    <p:sldLayoutId id="2147484468" r:id="rId66"/>
    <p:sldLayoutId id="2147484469" r:id="rId67"/>
    <p:sldLayoutId id="2147484470" r:id="rId68"/>
    <p:sldLayoutId id="2147484471" r:id="rId69"/>
    <p:sldLayoutId id="2147484472" r:id="rId70"/>
    <p:sldLayoutId id="2147484473" r:id="rId71"/>
    <p:sldLayoutId id="2147484474" r:id="rId72"/>
    <p:sldLayoutId id="2147484475" r:id="rId73"/>
    <p:sldLayoutId id="2147484476" r:id="rId74"/>
    <p:sldLayoutId id="2147484477" r:id="rId75"/>
    <p:sldLayoutId id="2147484478" r:id="rId76"/>
    <p:sldLayoutId id="2147484479" r:id="rId77"/>
    <p:sldLayoutId id="2147484480" r:id="rId78"/>
    <p:sldLayoutId id="2147484481" r:id="rId79"/>
    <p:sldLayoutId id="2147484482" r:id="rId80"/>
    <p:sldLayoutId id="2147484483" r:id="rId81"/>
    <p:sldLayoutId id="2147484484" r:id="rId82"/>
  </p:sldLayoutIdLst>
  <p:hf hdr="0" dt="0"/>
  <p:txStyles>
    <p:title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B35A64E7-9CB9-62A6-4CCC-2BBB1E39A05A}"/>
              </a:ext>
            </a:extLst>
          </p:cNvPr>
          <p:cNvGraphicFramePr>
            <a:graphicFrameLocks noChangeAspect="1"/>
          </p:cNvGraphicFramePr>
          <p:nvPr userDrawn="1">
            <p:custDataLst>
              <p:tags r:id="rId51"/>
            </p:custDataLst>
            <p:extLst>
              <p:ext uri="{D42A27DB-BD31-4B8C-83A1-F6EECF244321}">
                <p14:modId xmlns:p14="http://schemas.microsoft.com/office/powerpoint/2010/main" val="68612623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幻灯片" r:id="rId52" imgW="404" imgH="405" progId="TCLayout.ActiveDocument.1">
                  <p:embed/>
                </p:oleObj>
              </mc:Choice>
              <mc:Fallback>
                <p:oleObj name="think-cell 幻灯片" r:id="rId52" imgW="404" imgH="405" progId="TCLayout.ActiveDocument.1">
                  <p:embed/>
                  <p:pic>
                    <p:nvPicPr>
                      <p:cNvPr id="7" name="think-cell data - do not delete" hidden="1">
                        <a:extLst>
                          <a:ext uri="{FF2B5EF4-FFF2-40B4-BE49-F238E27FC236}">
                            <a16:creationId xmlns:a16="http://schemas.microsoft.com/office/drawing/2014/main" id="{B35A64E7-9CB9-62A6-4CCC-2BBB1E39A05A}"/>
                          </a:ext>
                        </a:extLst>
                      </p:cNvPr>
                      <p:cNvPicPr/>
                      <p:nvPr/>
                    </p:nvPicPr>
                    <p:blipFill>
                      <a:blip r:embed="rId53"/>
                      <a:stretch>
                        <a:fillRect/>
                      </a:stretch>
                    </p:blipFill>
                    <p:spPr>
                      <a:xfrm>
                        <a:off x="1588" y="1588"/>
                        <a:ext cx="1588" cy="1588"/>
                      </a:xfrm>
                      <a:prstGeom prst="rect">
                        <a:avLst/>
                      </a:prstGeom>
                    </p:spPr>
                  </p:pic>
                </p:oleObj>
              </mc:Fallback>
            </mc:AlternateContent>
          </a:graphicData>
        </a:graphic>
      </p:graphicFrame>
      <p:sp>
        <p:nvSpPr>
          <p:cNvPr id="2" name="Titelplatzhalter 1"/>
          <p:cNvSpPr>
            <a:spLocks noGrp="1"/>
          </p:cNvSpPr>
          <p:nvPr>
            <p:ph type="title"/>
          </p:nvPr>
        </p:nvSpPr>
        <p:spPr bwMode="gray">
          <a:xfrm>
            <a:off x="479426"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4"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Presentation title    |    ONLY FOR INTERNAL USE</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54"/>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110594892"/>
      </p:ext>
    </p:extLst>
  </p:cSld>
  <p:clrMap bg1="lt1" tx1="dk1" bg2="lt2" tx2="dk2" accent1="accent1" accent2="accent2" accent3="accent3" accent4="accent4" accent5="accent5" accent6="accent6" hlink="hlink" folHlink="folHlink"/>
  <p:sldLayoutIdLst>
    <p:sldLayoutId id="2147484301" r:id="rId1"/>
    <p:sldLayoutId id="2147484302" r:id="rId2"/>
    <p:sldLayoutId id="2147484303" r:id="rId3"/>
    <p:sldLayoutId id="2147484304" r:id="rId4"/>
    <p:sldLayoutId id="2147484305" r:id="rId5"/>
    <p:sldLayoutId id="2147484306" r:id="rId6"/>
    <p:sldLayoutId id="2147484307" r:id="rId7"/>
    <p:sldLayoutId id="2147484308" r:id="rId8"/>
    <p:sldLayoutId id="2147484309" r:id="rId9"/>
    <p:sldLayoutId id="2147484310" r:id="rId10"/>
    <p:sldLayoutId id="2147484311" r:id="rId11"/>
    <p:sldLayoutId id="2147484312" r:id="rId12"/>
    <p:sldLayoutId id="2147484313" r:id="rId13"/>
    <p:sldLayoutId id="2147484314" r:id="rId14"/>
    <p:sldLayoutId id="2147484315" r:id="rId15"/>
    <p:sldLayoutId id="2147484316" r:id="rId16"/>
    <p:sldLayoutId id="2147484317" r:id="rId17"/>
    <p:sldLayoutId id="2147484318" r:id="rId18"/>
    <p:sldLayoutId id="2147484319" r:id="rId19"/>
    <p:sldLayoutId id="2147484320" r:id="rId20"/>
    <p:sldLayoutId id="2147484321" r:id="rId21"/>
    <p:sldLayoutId id="2147484322" r:id="rId22"/>
    <p:sldLayoutId id="2147484323" r:id="rId23"/>
    <p:sldLayoutId id="2147484324" r:id="rId24"/>
    <p:sldLayoutId id="2147484325" r:id="rId25"/>
    <p:sldLayoutId id="2147484326" r:id="rId26"/>
    <p:sldLayoutId id="2147484327" r:id="rId27"/>
    <p:sldLayoutId id="2147484328" r:id="rId28"/>
    <p:sldLayoutId id="2147484329" r:id="rId29"/>
    <p:sldLayoutId id="2147484330" r:id="rId30"/>
    <p:sldLayoutId id="2147484331" r:id="rId31"/>
    <p:sldLayoutId id="2147484332" r:id="rId32"/>
    <p:sldLayoutId id="2147484333" r:id="rId33"/>
    <p:sldLayoutId id="2147484334" r:id="rId34"/>
    <p:sldLayoutId id="2147484335" r:id="rId35"/>
    <p:sldLayoutId id="2147484336" r:id="rId36"/>
    <p:sldLayoutId id="2147484337" r:id="rId37"/>
    <p:sldLayoutId id="2147484338" r:id="rId38"/>
    <p:sldLayoutId id="2147484339" r:id="rId39"/>
    <p:sldLayoutId id="2147484340" r:id="rId40"/>
    <p:sldLayoutId id="2147484341" r:id="rId41"/>
    <p:sldLayoutId id="2147484342" r:id="rId42"/>
    <p:sldLayoutId id="2147484343" r:id="rId43"/>
    <p:sldLayoutId id="2147484344" r:id="rId44"/>
    <p:sldLayoutId id="2147484345" r:id="rId45"/>
    <p:sldLayoutId id="2147484346" r:id="rId46"/>
    <p:sldLayoutId id="2147484347" r:id="rId47"/>
    <p:sldLayoutId id="2147484348" r:id="rId48"/>
    <p:sldLayoutId id="2147484349" r:id="rId49"/>
  </p:sldLayoutIdLst>
  <p:hf hdr="0" dt="0"/>
  <p:txStyles>
    <p:titleStyle>
      <a:lvl1pPr algn="l" defTabSz="914377"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5995" indent="-215995" algn="l" defTabSz="914377"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989"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86"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980"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399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7993" indent="-142871"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989"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4"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3"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Presentation title    |    ONLY FOR INTERNAL USE</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6"/>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786345470"/>
      </p:ext>
    </p:extLst>
  </p:cSld>
  <p:clrMap bg1="lt1" tx1="dk1" bg2="lt2" tx2="dk2" accent1="accent1" accent2="accent2" accent3="accent3" accent4="accent4" accent5="accent5" accent6="accent6" hlink="hlink" folHlink="folHlink"/>
  <p:sldLayoutIdLst>
    <p:sldLayoutId id="2147484487" r:id="rId1"/>
    <p:sldLayoutId id="2147484488" r:id="rId2"/>
    <p:sldLayoutId id="2147484489" r:id="rId3"/>
    <p:sldLayoutId id="2147484490" r:id="rId4"/>
    <p:sldLayoutId id="2147484491" r:id="rId5"/>
    <p:sldLayoutId id="2147484492" r:id="rId6"/>
    <p:sldLayoutId id="2147484493" r:id="rId7"/>
    <p:sldLayoutId id="2147484494" r:id="rId8"/>
    <p:sldLayoutId id="2147484495" r:id="rId9"/>
    <p:sldLayoutId id="2147484496" r:id="rId10"/>
    <p:sldLayoutId id="2147484497" r:id="rId11"/>
    <p:sldLayoutId id="2147484498" r:id="rId12"/>
    <p:sldLayoutId id="2147484499" r:id="rId13"/>
    <p:sldLayoutId id="2147484500" r:id="rId14"/>
    <p:sldLayoutId id="2147484501" r:id="rId15"/>
    <p:sldLayoutId id="2147484502" r:id="rId16"/>
    <p:sldLayoutId id="2147484503" r:id="rId17"/>
    <p:sldLayoutId id="2147484504" r:id="rId18"/>
    <p:sldLayoutId id="2147484505" r:id="rId19"/>
    <p:sldLayoutId id="2147484506" r:id="rId20"/>
    <p:sldLayoutId id="2147484507" r:id="rId21"/>
    <p:sldLayoutId id="2147484508" r:id="rId22"/>
    <p:sldLayoutId id="2147484509" r:id="rId23"/>
    <p:sldLayoutId id="2147484510" r:id="rId24"/>
    <p:sldLayoutId id="2147484511" r:id="rId25"/>
    <p:sldLayoutId id="2147484512" r:id="rId26"/>
    <p:sldLayoutId id="2147484513" r:id="rId27"/>
    <p:sldLayoutId id="2147484514" r:id="rId28"/>
    <p:sldLayoutId id="2147484515" r:id="rId29"/>
    <p:sldLayoutId id="2147484516" r:id="rId30"/>
    <p:sldLayoutId id="2147484517" r:id="rId31"/>
    <p:sldLayoutId id="2147484518" r:id="rId32"/>
    <p:sldLayoutId id="2147484519" r:id="rId33"/>
    <p:sldLayoutId id="2147484520" r:id="rId34"/>
  </p:sldLayoutIdLst>
  <p:hf hdr="0" dt="0"/>
  <p:txStyles>
    <p:title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0.xml"/></Relationships>
</file>

<file path=ppt/slides/_rels/slide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hyperlink" Target="https://app.powerbi.com/groups/me/reports/858cff9e-b9c1-4e7d-8f41-2532ba62d974/?pbi_source=PowerPoint" TargetMode="External"/><Relationship Id="rId2" Type="http://schemas.openxmlformats.org/officeDocument/2006/relationships/notesSlide" Target="../notesSlides/notesSlide3.xml"/><Relationship Id="rId1" Type="http://schemas.openxmlformats.org/officeDocument/2006/relationships/slideLayout" Target="../slideLayouts/slideLayout315.xml"/><Relationship Id="rId4" Type="http://schemas.openxmlformats.org/officeDocument/2006/relationships/image" Target="../media/image29.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0.xml"/></Relationships>
</file>

<file path=ppt/slides/_rels/slide14.xml.rels><?xml version="1.0" encoding="UTF-8" standalone="yes"?>
<Relationships xmlns="http://schemas.openxmlformats.org/package/2006/relationships"><Relationship Id="rId8" Type="http://schemas.openxmlformats.org/officeDocument/2006/relationships/tags" Target="../tags/tag16.xml"/><Relationship Id="rId13" Type="http://schemas.openxmlformats.org/officeDocument/2006/relationships/tags" Target="../tags/tag21.xml"/><Relationship Id="rId18" Type="http://schemas.openxmlformats.org/officeDocument/2006/relationships/tags" Target="../tags/tag26.xml"/><Relationship Id="rId26" Type="http://schemas.openxmlformats.org/officeDocument/2006/relationships/tags" Target="../tags/tag34.xml"/><Relationship Id="rId39" Type="http://schemas.openxmlformats.org/officeDocument/2006/relationships/tags" Target="../tags/tag47.xml"/><Relationship Id="rId3" Type="http://schemas.openxmlformats.org/officeDocument/2006/relationships/tags" Target="../tags/tag11.xml"/><Relationship Id="rId21" Type="http://schemas.openxmlformats.org/officeDocument/2006/relationships/tags" Target="../tags/tag29.xml"/><Relationship Id="rId34" Type="http://schemas.openxmlformats.org/officeDocument/2006/relationships/tags" Target="../tags/tag42.xml"/><Relationship Id="rId42" Type="http://schemas.openxmlformats.org/officeDocument/2006/relationships/image" Target="../media/image30.png"/><Relationship Id="rId7" Type="http://schemas.openxmlformats.org/officeDocument/2006/relationships/tags" Target="../tags/tag15.xml"/><Relationship Id="rId12" Type="http://schemas.openxmlformats.org/officeDocument/2006/relationships/tags" Target="../tags/tag20.xml"/><Relationship Id="rId17" Type="http://schemas.openxmlformats.org/officeDocument/2006/relationships/tags" Target="../tags/tag25.xml"/><Relationship Id="rId25" Type="http://schemas.openxmlformats.org/officeDocument/2006/relationships/tags" Target="../tags/tag33.xml"/><Relationship Id="rId33" Type="http://schemas.openxmlformats.org/officeDocument/2006/relationships/tags" Target="../tags/tag41.xml"/><Relationship Id="rId38" Type="http://schemas.openxmlformats.org/officeDocument/2006/relationships/tags" Target="../tags/tag46.xml"/><Relationship Id="rId2" Type="http://schemas.openxmlformats.org/officeDocument/2006/relationships/tags" Target="../tags/tag10.xml"/><Relationship Id="rId16" Type="http://schemas.openxmlformats.org/officeDocument/2006/relationships/tags" Target="../tags/tag24.xml"/><Relationship Id="rId20" Type="http://schemas.openxmlformats.org/officeDocument/2006/relationships/tags" Target="../tags/tag28.xml"/><Relationship Id="rId29" Type="http://schemas.openxmlformats.org/officeDocument/2006/relationships/tags" Target="../tags/tag37.xml"/><Relationship Id="rId41" Type="http://schemas.openxmlformats.org/officeDocument/2006/relationships/notesSlide" Target="../notesSlides/notesSlide8.xml"/><Relationship Id="rId1" Type="http://schemas.openxmlformats.org/officeDocument/2006/relationships/tags" Target="../tags/tag9.xml"/><Relationship Id="rId6" Type="http://schemas.openxmlformats.org/officeDocument/2006/relationships/tags" Target="../tags/tag14.xml"/><Relationship Id="rId11" Type="http://schemas.openxmlformats.org/officeDocument/2006/relationships/tags" Target="../tags/tag19.xml"/><Relationship Id="rId24" Type="http://schemas.openxmlformats.org/officeDocument/2006/relationships/tags" Target="../tags/tag32.xml"/><Relationship Id="rId32" Type="http://schemas.openxmlformats.org/officeDocument/2006/relationships/tags" Target="../tags/tag40.xml"/><Relationship Id="rId37" Type="http://schemas.openxmlformats.org/officeDocument/2006/relationships/tags" Target="../tags/tag45.xml"/><Relationship Id="rId40" Type="http://schemas.openxmlformats.org/officeDocument/2006/relationships/slideLayout" Target="../slideLayouts/slideLayout11.xml"/><Relationship Id="rId5" Type="http://schemas.openxmlformats.org/officeDocument/2006/relationships/tags" Target="../tags/tag13.xml"/><Relationship Id="rId15" Type="http://schemas.openxmlformats.org/officeDocument/2006/relationships/tags" Target="../tags/tag23.xml"/><Relationship Id="rId23" Type="http://schemas.openxmlformats.org/officeDocument/2006/relationships/tags" Target="../tags/tag31.xml"/><Relationship Id="rId28" Type="http://schemas.openxmlformats.org/officeDocument/2006/relationships/tags" Target="../tags/tag36.xml"/><Relationship Id="rId36" Type="http://schemas.openxmlformats.org/officeDocument/2006/relationships/tags" Target="../tags/tag44.xml"/><Relationship Id="rId10" Type="http://schemas.openxmlformats.org/officeDocument/2006/relationships/tags" Target="../tags/tag18.xml"/><Relationship Id="rId19" Type="http://schemas.openxmlformats.org/officeDocument/2006/relationships/tags" Target="../tags/tag27.xml"/><Relationship Id="rId31" Type="http://schemas.openxmlformats.org/officeDocument/2006/relationships/tags" Target="../tags/tag39.xml"/><Relationship Id="rId44" Type="http://schemas.openxmlformats.org/officeDocument/2006/relationships/image" Target="../media/image32.svg"/><Relationship Id="rId4" Type="http://schemas.openxmlformats.org/officeDocument/2006/relationships/tags" Target="../tags/tag12.xml"/><Relationship Id="rId9" Type="http://schemas.openxmlformats.org/officeDocument/2006/relationships/tags" Target="../tags/tag17.xml"/><Relationship Id="rId14" Type="http://schemas.openxmlformats.org/officeDocument/2006/relationships/tags" Target="../tags/tag22.xml"/><Relationship Id="rId22" Type="http://schemas.openxmlformats.org/officeDocument/2006/relationships/tags" Target="../tags/tag30.xml"/><Relationship Id="rId27" Type="http://schemas.openxmlformats.org/officeDocument/2006/relationships/tags" Target="../tags/tag35.xml"/><Relationship Id="rId30" Type="http://schemas.openxmlformats.org/officeDocument/2006/relationships/tags" Target="../tags/tag38.xml"/><Relationship Id="rId35" Type="http://schemas.openxmlformats.org/officeDocument/2006/relationships/tags" Target="../tags/tag43.xml"/><Relationship Id="rId43" Type="http://schemas.openxmlformats.org/officeDocument/2006/relationships/image" Target="../media/image31.png"/></Relationships>
</file>

<file path=ppt/slides/_rels/slide15.xml.rels><?xml version="1.0" encoding="UTF-8" standalone="yes"?>
<Relationships xmlns="http://schemas.openxmlformats.org/package/2006/relationships"><Relationship Id="rId8" Type="http://schemas.openxmlformats.org/officeDocument/2006/relationships/tags" Target="../tags/tag55.xml"/><Relationship Id="rId13" Type="http://schemas.openxmlformats.org/officeDocument/2006/relationships/slideLayout" Target="../slideLayouts/slideLayout70.xml"/><Relationship Id="rId3" Type="http://schemas.openxmlformats.org/officeDocument/2006/relationships/tags" Target="../tags/tag50.xml"/><Relationship Id="rId7" Type="http://schemas.openxmlformats.org/officeDocument/2006/relationships/tags" Target="../tags/tag54.xml"/><Relationship Id="rId12" Type="http://schemas.openxmlformats.org/officeDocument/2006/relationships/tags" Target="../tags/tag59.xml"/><Relationship Id="rId2" Type="http://schemas.openxmlformats.org/officeDocument/2006/relationships/tags" Target="../tags/tag49.xml"/><Relationship Id="rId16" Type="http://schemas.openxmlformats.org/officeDocument/2006/relationships/image" Target="../media/image33.png"/><Relationship Id="rId1" Type="http://schemas.openxmlformats.org/officeDocument/2006/relationships/tags" Target="../tags/tag48.xml"/><Relationship Id="rId6" Type="http://schemas.openxmlformats.org/officeDocument/2006/relationships/tags" Target="../tags/tag53.xml"/><Relationship Id="rId11" Type="http://schemas.openxmlformats.org/officeDocument/2006/relationships/tags" Target="../tags/tag58.xml"/><Relationship Id="rId5" Type="http://schemas.openxmlformats.org/officeDocument/2006/relationships/tags" Target="../tags/tag52.xml"/><Relationship Id="rId15" Type="http://schemas.openxmlformats.org/officeDocument/2006/relationships/image" Target="../media/image31.png"/><Relationship Id="rId10" Type="http://schemas.openxmlformats.org/officeDocument/2006/relationships/tags" Target="../tags/tag57.xml"/><Relationship Id="rId4" Type="http://schemas.openxmlformats.org/officeDocument/2006/relationships/tags" Target="../tags/tag51.xml"/><Relationship Id="rId9" Type="http://schemas.openxmlformats.org/officeDocument/2006/relationships/tags" Target="../tags/tag56.xml"/><Relationship Id="rId14"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61.xml"/></Relationships>
</file>

<file path=ppt/slides/_rels/slide17.xml.rels><?xml version="1.0" encoding="UTF-8" standalone="yes"?>
<Relationships xmlns="http://schemas.openxmlformats.org/package/2006/relationships"><Relationship Id="rId8" Type="http://schemas.openxmlformats.org/officeDocument/2006/relationships/slideLayout" Target="../slideLayouts/slideLayout180.xml"/><Relationship Id="rId3" Type="http://schemas.openxmlformats.org/officeDocument/2006/relationships/tags" Target="../tags/tag62.xml"/><Relationship Id="rId7" Type="http://schemas.openxmlformats.org/officeDocument/2006/relationships/tags" Target="../tags/tag66.xml"/><Relationship Id="rId2" Type="http://schemas.openxmlformats.org/officeDocument/2006/relationships/tags" Target="../tags/tag61.xml"/><Relationship Id="rId1" Type="http://schemas.openxmlformats.org/officeDocument/2006/relationships/tags" Target="../tags/tag60.xml"/><Relationship Id="rId6" Type="http://schemas.openxmlformats.org/officeDocument/2006/relationships/tags" Target="../tags/tag65.xml"/><Relationship Id="rId11" Type="http://schemas.openxmlformats.org/officeDocument/2006/relationships/image" Target="../media/image33.png"/><Relationship Id="rId5" Type="http://schemas.openxmlformats.org/officeDocument/2006/relationships/tags" Target="../tags/tag64.xml"/><Relationship Id="rId10" Type="http://schemas.openxmlformats.org/officeDocument/2006/relationships/image" Target="../media/image31.png"/><Relationship Id="rId4" Type="http://schemas.openxmlformats.org/officeDocument/2006/relationships/tags" Target="../tags/tag63.xml"/><Relationship Id="rId9" Type="http://schemas.openxmlformats.org/officeDocument/2006/relationships/notesSlide" Target="../notesSlides/notesSlide10.xml"/></Relationships>
</file>

<file path=ppt/slides/_rels/slide18.xml.rels><?xml version="1.0" encoding="UTF-8" standalone="yes"?>
<Relationships xmlns="http://schemas.openxmlformats.org/package/2006/relationships"><Relationship Id="rId8" Type="http://schemas.openxmlformats.org/officeDocument/2006/relationships/tags" Target="../tags/tag74.xml"/><Relationship Id="rId13" Type="http://schemas.openxmlformats.org/officeDocument/2006/relationships/tags" Target="../tags/tag79.xml"/><Relationship Id="rId18" Type="http://schemas.openxmlformats.org/officeDocument/2006/relationships/image" Target="../media/image31.png"/><Relationship Id="rId3" Type="http://schemas.openxmlformats.org/officeDocument/2006/relationships/tags" Target="../tags/tag69.xml"/><Relationship Id="rId7" Type="http://schemas.openxmlformats.org/officeDocument/2006/relationships/tags" Target="../tags/tag73.xml"/><Relationship Id="rId12" Type="http://schemas.openxmlformats.org/officeDocument/2006/relationships/tags" Target="../tags/tag78.xml"/><Relationship Id="rId17" Type="http://schemas.openxmlformats.org/officeDocument/2006/relationships/notesSlide" Target="../notesSlides/notesSlide11.xml"/><Relationship Id="rId2" Type="http://schemas.openxmlformats.org/officeDocument/2006/relationships/tags" Target="../tags/tag68.xml"/><Relationship Id="rId16" Type="http://schemas.openxmlformats.org/officeDocument/2006/relationships/slideLayout" Target="../slideLayouts/slideLayout70.xml"/><Relationship Id="rId20" Type="http://schemas.openxmlformats.org/officeDocument/2006/relationships/image" Target="../media/image32.svg"/><Relationship Id="rId1" Type="http://schemas.openxmlformats.org/officeDocument/2006/relationships/tags" Target="../tags/tag67.xml"/><Relationship Id="rId6" Type="http://schemas.openxmlformats.org/officeDocument/2006/relationships/tags" Target="../tags/tag72.xml"/><Relationship Id="rId11" Type="http://schemas.openxmlformats.org/officeDocument/2006/relationships/tags" Target="../tags/tag77.xml"/><Relationship Id="rId5" Type="http://schemas.openxmlformats.org/officeDocument/2006/relationships/tags" Target="../tags/tag71.xml"/><Relationship Id="rId15" Type="http://schemas.openxmlformats.org/officeDocument/2006/relationships/tags" Target="../tags/tag81.xml"/><Relationship Id="rId10" Type="http://schemas.openxmlformats.org/officeDocument/2006/relationships/tags" Target="../tags/tag76.xml"/><Relationship Id="rId19" Type="http://schemas.openxmlformats.org/officeDocument/2006/relationships/image" Target="../media/image33.png"/><Relationship Id="rId4" Type="http://schemas.openxmlformats.org/officeDocument/2006/relationships/tags" Target="../tags/tag70.xml"/><Relationship Id="rId9" Type="http://schemas.openxmlformats.org/officeDocument/2006/relationships/tags" Target="../tags/tag75.xml"/><Relationship Id="rId14" Type="http://schemas.openxmlformats.org/officeDocument/2006/relationships/tags" Target="../tags/tag80.xml"/></Relationships>
</file>

<file path=ppt/slides/_rels/slide19.xml.rels><?xml version="1.0" encoding="UTF-8" standalone="yes"?>
<Relationships xmlns="http://schemas.openxmlformats.org/package/2006/relationships"><Relationship Id="rId8" Type="http://schemas.openxmlformats.org/officeDocument/2006/relationships/tags" Target="../tags/tag89.xml"/><Relationship Id="rId13" Type="http://schemas.openxmlformats.org/officeDocument/2006/relationships/tags" Target="../tags/tag94.xml"/><Relationship Id="rId18" Type="http://schemas.openxmlformats.org/officeDocument/2006/relationships/tags" Target="../tags/tag99.xml"/><Relationship Id="rId26" Type="http://schemas.openxmlformats.org/officeDocument/2006/relationships/image" Target="../media/image31.png"/><Relationship Id="rId3" Type="http://schemas.openxmlformats.org/officeDocument/2006/relationships/tags" Target="../tags/tag84.xml"/><Relationship Id="rId21" Type="http://schemas.openxmlformats.org/officeDocument/2006/relationships/tags" Target="../tags/tag102.xml"/><Relationship Id="rId7" Type="http://schemas.openxmlformats.org/officeDocument/2006/relationships/tags" Target="../tags/tag88.xml"/><Relationship Id="rId12" Type="http://schemas.openxmlformats.org/officeDocument/2006/relationships/tags" Target="../tags/tag93.xml"/><Relationship Id="rId17" Type="http://schemas.openxmlformats.org/officeDocument/2006/relationships/tags" Target="../tags/tag98.xml"/><Relationship Id="rId25" Type="http://schemas.openxmlformats.org/officeDocument/2006/relationships/image" Target="../media/image30.png"/><Relationship Id="rId2" Type="http://schemas.openxmlformats.org/officeDocument/2006/relationships/tags" Target="../tags/tag83.xml"/><Relationship Id="rId16" Type="http://schemas.openxmlformats.org/officeDocument/2006/relationships/tags" Target="../tags/tag97.xml"/><Relationship Id="rId20" Type="http://schemas.openxmlformats.org/officeDocument/2006/relationships/tags" Target="../tags/tag101.xml"/><Relationship Id="rId1" Type="http://schemas.openxmlformats.org/officeDocument/2006/relationships/tags" Target="../tags/tag82.xml"/><Relationship Id="rId6" Type="http://schemas.openxmlformats.org/officeDocument/2006/relationships/tags" Target="../tags/tag87.xml"/><Relationship Id="rId11" Type="http://schemas.openxmlformats.org/officeDocument/2006/relationships/tags" Target="../tags/tag92.xml"/><Relationship Id="rId24" Type="http://schemas.openxmlformats.org/officeDocument/2006/relationships/notesSlide" Target="../notesSlides/notesSlide12.xml"/><Relationship Id="rId5" Type="http://schemas.openxmlformats.org/officeDocument/2006/relationships/tags" Target="../tags/tag86.xml"/><Relationship Id="rId15" Type="http://schemas.openxmlformats.org/officeDocument/2006/relationships/tags" Target="../tags/tag96.xml"/><Relationship Id="rId23" Type="http://schemas.openxmlformats.org/officeDocument/2006/relationships/slideLayout" Target="../slideLayouts/slideLayout51.xml"/><Relationship Id="rId10" Type="http://schemas.openxmlformats.org/officeDocument/2006/relationships/tags" Target="../tags/tag91.xml"/><Relationship Id="rId19" Type="http://schemas.openxmlformats.org/officeDocument/2006/relationships/tags" Target="../tags/tag100.xml"/><Relationship Id="rId4" Type="http://schemas.openxmlformats.org/officeDocument/2006/relationships/tags" Target="../tags/tag85.xml"/><Relationship Id="rId9" Type="http://schemas.openxmlformats.org/officeDocument/2006/relationships/tags" Target="../tags/tag90.xml"/><Relationship Id="rId14" Type="http://schemas.openxmlformats.org/officeDocument/2006/relationships/tags" Target="../tags/tag95.xml"/><Relationship Id="rId22" Type="http://schemas.openxmlformats.org/officeDocument/2006/relationships/tags" Target="../tags/tag103.xml"/><Relationship Id="rId27" Type="http://schemas.openxmlformats.org/officeDocument/2006/relationships/image" Target="../media/image32.svg"/></Relationships>
</file>

<file path=ppt/slides/_rels/slide20.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tags" Target="../tags/tag106.xml"/><Relationship Id="rId7" Type="http://schemas.openxmlformats.org/officeDocument/2006/relationships/image" Target="../media/image31.png"/><Relationship Id="rId2" Type="http://schemas.openxmlformats.org/officeDocument/2006/relationships/tags" Target="../tags/tag105.xml"/><Relationship Id="rId1" Type="http://schemas.openxmlformats.org/officeDocument/2006/relationships/tags" Target="../tags/tag104.xml"/><Relationship Id="rId6" Type="http://schemas.openxmlformats.org/officeDocument/2006/relationships/image" Target="../media/image30.png"/><Relationship Id="rId5" Type="http://schemas.openxmlformats.org/officeDocument/2006/relationships/notesSlide" Target="../notesSlides/notesSlide13.xml"/><Relationship Id="rId4" Type="http://schemas.openxmlformats.org/officeDocument/2006/relationships/slideLayout" Target="../slideLayouts/slideLayout51.xml"/></Relationships>
</file>

<file path=ppt/slides/_rels/slide21.xml.rels><?xml version="1.0" encoding="UTF-8" standalone="yes"?>
<Relationships xmlns="http://schemas.openxmlformats.org/package/2006/relationships"><Relationship Id="rId2" Type="http://schemas.microsoft.com/office/2018/10/relationships/comments" Target="../comments/modernComment_7FFFFFF6_2CAB68FC.xml"/><Relationship Id="rId1" Type="http://schemas.openxmlformats.org/officeDocument/2006/relationships/slideLayout" Target="../slideLayouts/slideLayout7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2.xml"/></Relationships>
</file>

<file path=ppt/slides/_rels/slide24.xml.rels><?xml version="1.0" encoding="UTF-8" standalone="yes"?>
<Relationships xmlns="http://schemas.openxmlformats.org/package/2006/relationships"><Relationship Id="rId8" Type="http://schemas.openxmlformats.org/officeDocument/2006/relationships/image" Target="../media/image38.svg"/><Relationship Id="rId3" Type="http://schemas.openxmlformats.org/officeDocument/2006/relationships/slideLayout" Target="../slideLayouts/slideLayout51.xml"/><Relationship Id="rId7" Type="http://schemas.openxmlformats.org/officeDocument/2006/relationships/image" Target="../media/image33.png"/><Relationship Id="rId2" Type="http://schemas.openxmlformats.org/officeDocument/2006/relationships/tags" Target="../tags/tag108.xml"/><Relationship Id="rId1" Type="http://schemas.openxmlformats.org/officeDocument/2006/relationships/tags" Target="../tags/tag107.xml"/><Relationship Id="rId6" Type="http://schemas.openxmlformats.org/officeDocument/2006/relationships/image" Target="../media/image37.svg"/><Relationship Id="rId5" Type="http://schemas.openxmlformats.org/officeDocument/2006/relationships/image" Target="../media/image36.png"/><Relationship Id="rId4" Type="http://schemas.openxmlformats.org/officeDocument/2006/relationships/image" Target="../media/image35.png"/></Relationships>
</file>

<file path=ppt/slides/_rels/slide25.xml.rels><?xml version="1.0" encoding="UTF-8" standalone="yes"?>
<Relationships xmlns="http://schemas.openxmlformats.org/package/2006/relationships"><Relationship Id="rId8" Type="http://schemas.microsoft.com/office/2007/relationships/diagramDrawing" Target="../diagrams/drawing1.xml"/><Relationship Id="rId13" Type="http://schemas.microsoft.com/office/2007/relationships/diagramDrawing" Target="../diagrams/drawing2.xml"/><Relationship Id="rId3" Type="http://schemas.openxmlformats.org/officeDocument/2006/relationships/chart" Target="../charts/chart1.xml"/><Relationship Id="rId7" Type="http://schemas.openxmlformats.org/officeDocument/2006/relationships/diagramColors" Target="../diagrams/colors1.xml"/><Relationship Id="rId12" Type="http://schemas.openxmlformats.org/officeDocument/2006/relationships/diagramColors" Target="../diagrams/colors2.xml"/><Relationship Id="rId2" Type="http://schemas.openxmlformats.org/officeDocument/2006/relationships/notesSlide" Target="../notesSlides/notesSlide15.xml"/><Relationship Id="rId1" Type="http://schemas.openxmlformats.org/officeDocument/2006/relationships/slideLayout" Target="../slideLayouts/slideLayout94.xml"/><Relationship Id="rId6" Type="http://schemas.openxmlformats.org/officeDocument/2006/relationships/diagramQuickStyle" Target="../diagrams/quickStyle1.xml"/><Relationship Id="rId11" Type="http://schemas.openxmlformats.org/officeDocument/2006/relationships/diagramQuickStyle" Target="../diagrams/quickStyle2.xml"/><Relationship Id="rId5" Type="http://schemas.openxmlformats.org/officeDocument/2006/relationships/diagramLayout" Target="../diagrams/layout1.xml"/><Relationship Id="rId10" Type="http://schemas.openxmlformats.org/officeDocument/2006/relationships/diagramLayout" Target="../diagrams/layout2.xml"/><Relationship Id="rId4" Type="http://schemas.openxmlformats.org/officeDocument/2006/relationships/diagramData" Target="../diagrams/data1.xml"/><Relationship Id="rId9" Type="http://schemas.openxmlformats.org/officeDocument/2006/relationships/diagramData" Target="../diagrams/data2.xml"/></Relationships>
</file>

<file path=ppt/slides/_rels/slide26.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94.xml"/></Relationships>
</file>

<file path=ppt/slides/_rels/slide27.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notesSlide" Target="../notesSlides/notesSlide16.xml"/><Relationship Id="rId1" Type="http://schemas.openxmlformats.org/officeDocument/2006/relationships/slideLayout" Target="../slideLayouts/slideLayout94.xml"/><Relationship Id="rId4" Type="http://schemas.openxmlformats.org/officeDocument/2006/relationships/image" Target="../media/image40.sv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30.xml.rels><?xml version="1.0" encoding="UTF-8" standalone="yes"?>
<Relationships xmlns="http://schemas.openxmlformats.org/package/2006/relationships"><Relationship Id="rId8" Type="http://schemas.openxmlformats.org/officeDocument/2006/relationships/tags" Target="../tags/tag116.xml"/><Relationship Id="rId13" Type="http://schemas.openxmlformats.org/officeDocument/2006/relationships/tags" Target="../tags/tag121.xml"/><Relationship Id="rId18" Type="http://schemas.openxmlformats.org/officeDocument/2006/relationships/tags" Target="../tags/tag126.xml"/><Relationship Id="rId26" Type="http://schemas.openxmlformats.org/officeDocument/2006/relationships/image" Target="../media/image33.png"/><Relationship Id="rId3" Type="http://schemas.openxmlformats.org/officeDocument/2006/relationships/tags" Target="../tags/tag111.xml"/><Relationship Id="rId21" Type="http://schemas.openxmlformats.org/officeDocument/2006/relationships/tags" Target="../tags/tag129.xml"/><Relationship Id="rId7" Type="http://schemas.openxmlformats.org/officeDocument/2006/relationships/tags" Target="../tags/tag115.xml"/><Relationship Id="rId12" Type="http://schemas.openxmlformats.org/officeDocument/2006/relationships/tags" Target="../tags/tag120.xml"/><Relationship Id="rId17" Type="http://schemas.openxmlformats.org/officeDocument/2006/relationships/tags" Target="../tags/tag125.xml"/><Relationship Id="rId25" Type="http://schemas.openxmlformats.org/officeDocument/2006/relationships/image" Target="../media/image36.png"/><Relationship Id="rId2" Type="http://schemas.openxmlformats.org/officeDocument/2006/relationships/tags" Target="../tags/tag110.xml"/><Relationship Id="rId16" Type="http://schemas.openxmlformats.org/officeDocument/2006/relationships/tags" Target="../tags/tag124.xml"/><Relationship Id="rId20" Type="http://schemas.openxmlformats.org/officeDocument/2006/relationships/tags" Target="../tags/tag128.xml"/><Relationship Id="rId1" Type="http://schemas.openxmlformats.org/officeDocument/2006/relationships/tags" Target="../tags/tag109.xml"/><Relationship Id="rId6" Type="http://schemas.openxmlformats.org/officeDocument/2006/relationships/tags" Target="../tags/tag114.xml"/><Relationship Id="rId11" Type="http://schemas.openxmlformats.org/officeDocument/2006/relationships/tags" Target="../tags/tag119.xml"/><Relationship Id="rId24" Type="http://schemas.openxmlformats.org/officeDocument/2006/relationships/notesSlide" Target="../notesSlides/notesSlide17.xml"/><Relationship Id="rId5" Type="http://schemas.openxmlformats.org/officeDocument/2006/relationships/tags" Target="../tags/tag113.xml"/><Relationship Id="rId15" Type="http://schemas.openxmlformats.org/officeDocument/2006/relationships/tags" Target="../tags/tag123.xml"/><Relationship Id="rId23" Type="http://schemas.openxmlformats.org/officeDocument/2006/relationships/slideLayout" Target="../slideLayouts/slideLayout51.xml"/><Relationship Id="rId10" Type="http://schemas.openxmlformats.org/officeDocument/2006/relationships/tags" Target="../tags/tag118.xml"/><Relationship Id="rId19" Type="http://schemas.openxmlformats.org/officeDocument/2006/relationships/tags" Target="../tags/tag127.xml"/><Relationship Id="rId4" Type="http://schemas.openxmlformats.org/officeDocument/2006/relationships/tags" Target="../tags/tag112.xml"/><Relationship Id="rId9" Type="http://schemas.openxmlformats.org/officeDocument/2006/relationships/tags" Target="../tags/tag117.xml"/><Relationship Id="rId14" Type="http://schemas.openxmlformats.org/officeDocument/2006/relationships/tags" Target="../tags/tag122.xml"/><Relationship Id="rId22" Type="http://schemas.openxmlformats.org/officeDocument/2006/relationships/tags" Target="../tags/tag130.xml"/></Relationships>
</file>

<file path=ppt/slides/_rels/slide31.xml.rels><?xml version="1.0" encoding="UTF-8" standalone="yes"?>
<Relationships xmlns="http://schemas.openxmlformats.org/package/2006/relationships"><Relationship Id="rId3" Type="http://schemas.openxmlformats.org/officeDocument/2006/relationships/tags" Target="../tags/tag133.xml"/><Relationship Id="rId7" Type="http://schemas.openxmlformats.org/officeDocument/2006/relationships/image" Target="../media/image33.png"/><Relationship Id="rId2" Type="http://schemas.openxmlformats.org/officeDocument/2006/relationships/tags" Target="../tags/tag132.xml"/><Relationship Id="rId1" Type="http://schemas.openxmlformats.org/officeDocument/2006/relationships/tags" Target="../tags/tag131.xml"/><Relationship Id="rId6" Type="http://schemas.openxmlformats.org/officeDocument/2006/relationships/image" Target="../media/image36.png"/><Relationship Id="rId5" Type="http://schemas.openxmlformats.org/officeDocument/2006/relationships/notesSlide" Target="../notesSlides/notesSlide18.xml"/><Relationship Id="rId4" Type="http://schemas.openxmlformats.org/officeDocument/2006/relationships/slideLayout" Target="../slideLayouts/slideLayout70.xml"/></Relationships>
</file>

<file path=ppt/slides/_rels/slide32.xml.rels><?xml version="1.0" encoding="UTF-8" standalone="yes"?>
<Relationships xmlns="http://schemas.openxmlformats.org/package/2006/relationships"><Relationship Id="rId3" Type="http://schemas.openxmlformats.org/officeDocument/2006/relationships/tags" Target="../tags/tag136.xml"/><Relationship Id="rId7" Type="http://schemas.openxmlformats.org/officeDocument/2006/relationships/image" Target="../media/image33.png"/><Relationship Id="rId2" Type="http://schemas.openxmlformats.org/officeDocument/2006/relationships/tags" Target="../tags/tag135.xml"/><Relationship Id="rId1" Type="http://schemas.openxmlformats.org/officeDocument/2006/relationships/tags" Target="../tags/tag134.xml"/><Relationship Id="rId6" Type="http://schemas.openxmlformats.org/officeDocument/2006/relationships/image" Target="../media/image36.png"/><Relationship Id="rId5" Type="http://schemas.openxmlformats.org/officeDocument/2006/relationships/notesSlide" Target="../notesSlides/notesSlide19.xml"/><Relationship Id="rId4" Type="http://schemas.openxmlformats.org/officeDocument/2006/relationships/slideLayout" Target="../slideLayouts/slideLayout70.xml"/></Relationships>
</file>

<file path=ppt/slides/_rels/slide33.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package" Target="../embeddings/Microsoft_Excel_Worksheet.xlsx"/><Relationship Id="rId1" Type="http://schemas.openxmlformats.org/officeDocument/2006/relationships/slideLayout" Target="../slideLayouts/slideLayout94.xml"/><Relationship Id="rId4" Type="http://schemas.openxmlformats.org/officeDocument/2006/relationships/chart" Target="../charts/chart3.xml"/></Relationships>
</file>

<file path=ppt/slides/_rels/slide34.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notesSlide" Target="../notesSlides/notesSlide20.xml"/><Relationship Id="rId1" Type="http://schemas.openxmlformats.org/officeDocument/2006/relationships/slideLayout" Target="../slideLayouts/slideLayout94.xml"/><Relationship Id="rId6" Type="http://schemas.openxmlformats.org/officeDocument/2006/relationships/chart" Target="../charts/chart4.xml"/><Relationship Id="rId5" Type="http://schemas.openxmlformats.org/officeDocument/2006/relationships/image" Target="../media/image41.emf"/><Relationship Id="rId4" Type="http://schemas.openxmlformats.org/officeDocument/2006/relationships/package" Target="../embeddings/Microsoft_Excel_Worksheet1.xlsx"/></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8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1.xml"/></Relationships>
</file>

<file path=ppt/slides/_rels/slide38.xml.rels><?xml version="1.0" encoding="UTF-8" standalone="yes"?>
<Relationships xmlns="http://schemas.openxmlformats.org/package/2006/relationships"><Relationship Id="rId13" Type="http://schemas.openxmlformats.org/officeDocument/2006/relationships/tags" Target="../tags/tag149.xml"/><Relationship Id="rId18" Type="http://schemas.openxmlformats.org/officeDocument/2006/relationships/tags" Target="../tags/tag154.xml"/><Relationship Id="rId26" Type="http://schemas.openxmlformats.org/officeDocument/2006/relationships/tags" Target="../tags/tag162.xml"/><Relationship Id="rId39" Type="http://schemas.openxmlformats.org/officeDocument/2006/relationships/tags" Target="../tags/tag175.xml"/><Relationship Id="rId21" Type="http://schemas.openxmlformats.org/officeDocument/2006/relationships/tags" Target="../tags/tag157.xml"/><Relationship Id="rId34" Type="http://schemas.openxmlformats.org/officeDocument/2006/relationships/tags" Target="../tags/tag170.xml"/><Relationship Id="rId42" Type="http://schemas.openxmlformats.org/officeDocument/2006/relationships/tags" Target="../tags/tag178.xml"/><Relationship Id="rId47" Type="http://schemas.openxmlformats.org/officeDocument/2006/relationships/tags" Target="../tags/tag183.xml"/><Relationship Id="rId50" Type="http://schemas.openxmlformats.org/officeDocument/2006/relationships/tags" Target="../tags/tag186.xml"/><Relationship Id="rId55" Type="http://schemas.openxmlformats.org/officeDocument/2006/relationships/tags" Target="../tags/tag191.xml"/><Relationship Id="rId63" Type="http://schemas.openxmlformats.org/officeDocument/2006/relationships/tags" Target="../tags/tag199.xml"/><Relationship Id="rId68" Type="http://schemas.openxmlformats.org/officeDocument/2006/relationships/tags" Target="../tags/tag204.xml"/><Relationship Id="rId76" Type="http://schemas.openxmlformats.org/officeDocument/2006/relationships/tags" Target="../tags/tag212.xml"/><Relationship Id="rId7" Type="http://schemas.openxmlformats.org/officeDocument/2006/relationships/tags" Target="../tags/tag143.xml"/><Relationship Id="rId71" Type="http://schemas.openxmlformats.org/officeDocument/2006/relationships/tags" Target="../tags/tag207.xml"/><Relationship Id="rId2" Type="http://schemas.openxmlformats.org/officeDocument/2006/relationships/tags" Target="../tags/tag138.xml"/><Relationship Id="rId16" Type="http://schemas.openxmlformats.org/officeDocument/2006/relationships/tags" Target="../tags/tag152.xml"/><Relationship Id="rId29" Type="http://schemas.openxmlformats.org/officeDocument/2006/relationships/tags" Target="../tags/tag165.xml"/><Relationship Id="rId11" Type="http://schemas.openxmlformats.org/officeDocument/2006/relationships/tags" Target="../tags/tag147.xml"/><Relationship Id="rId24" Type="http://schemas.openxmlformats.org/officeDocument/2006/relationships/tags" Target="../tags/tag160.xml"/><Relationship Id="rId32" Type="http://schemas.openxmlformats.org/officeDocument/2006/relationships/tags" Target="../tags/tag168.xml"/><Relationship Id="rId37" Type="http://schemas.openxmlformats.org/officeDocument/2006/relationships/tags" Target="../tags/tag173.xml"/><Relationship Id="rId40" Type="http://schemas.openxmlformats.org/officeDocument/2006/relationships/tags" Target="../tags/tag176.xml"/><Relationship Id="rId45" Type="http://schemas.openxmlformats.org/officeDocument/2006/relationships/tags" Target="../tags/tag181.xml"/><Relationship Id="rId53" Type="http://schemas.openxmlformats.org/officeDocument/2006/relationships/tags" Target="../tags/tag189.xml"/><Relationship Id="rId58" Type="http://schemas.openxmlformats.org/officeDocument/2006/relationships/tags" Target="../tags/tag194.xml"/><Relationship Id="rId66" Type="http://schemas.openxmlformats.org/officeDocument/2006/relationships/tags" Target="../tags/tag202.xml"/><Relationship Id="rId74" Type="http://schemas.openxmlformats.org/officeDocument/2006/relationships/tags" Target="../tags/tag210.xml"/><Relationship Id="rId79" Type="http://schemas.openxmlformats.org/officeDocument/2006/relationships/notesSlide" Target="../notesSlides/notesSlide22.xml"/><Relationship Id="rId5" Type="http://schemas.openxmlformats.org/officeDocument/2006/relationships/tags" Target="../tags/tag141.xml"/><Relationship Id="rId61" Type="http://schemas.openxmlformats.org/officeDocument/2006/relationships/tags" Target="../tags/tag197.xml"/><Relationship Id="rId10" Type="http://schemas.openxmlformats.org/officeDocument/2006/relationships/tags" Target="../tags/tag146.xml"/><Relationship Id="rId19" Type="http://schemas.openxmlformats.org/officeDocument/2006/relationships/tags" Target="../tags/tag155.xml"/><Relationship Id="rId31" Type="http://schemas.openxmlformats.org/officeDocument/2006/relationships/tags" Target="../tags/tag167.xml"/><Relationship Id="rId44" Type="http://schemas.openxmlformats.org/officeDocument/2006/relationships/tags" Target="../tags/tag180.xml"/><Relationship Id="rId52" Type="http://schemas.openxmlformats.org/officeDocument/2006/relationships/tags" Target="../tags/tag188.xml"/><Relationship Id="rId60" Type="http://schemas.openxmlformats.org/officeDocument/2006/relationships/tags" Target="../tags/tag196.xml"/><Relationship Id="rId65" Type="http://schemas.openxmlformats.org/officeDocument/2006/relationships/tags" Target="../tags/tag201.xml"/><Relationship Id="rId73" Type="http://schemas.openxmlformats.org/officeDocument/2006/relationships/tags" Target="../tags/tag209.xml"/><Relationship Id="rId78" Type="http://schemas.openxmlformats.org/officeDocument/2006/relationships/slideLayout" Target="../slideLayouts/slideLayout262.xml"/><Relationship Id="rId81" Type="http://schemas.openxmlformats.org/officeDocument/2006/relationships/image" Target="../media/image44.svg"/><Relationship Id="rId4" Type="http://schemas.openxmlformats.org/officeDocument/2006/relationships/tags" Target="../tags/tag140.xml"/><Relationship Id="rId9" Type="http://schemas.openxmlformats.org/officeDocument/2006/relationships/tags" Target="../tags/tag145.xml"/><Relationship Id="rId14" Type="http://schemas.openxmlformats.org/officeDocument/2006/relationships/tags" Target="../tags/tag150.xml"/><Relationship Id="rId22" Type="http://schemas.openxmlformats.org/officeDocument/2006/relationships/tags" Target="../tags/tag158.xml"/><Relationship Id="rId27" Type="http://schemas.openxmlformats.org/officeDocument/2006/relationships/tags" Target="../tags/tag163.xml"/><Relationship Id="rId30" Type="http://schemas.openxmlformats.org/officeDocument/2006/relationships/tags" Target="../tags/tag166.xml"/><Relationship Id="rId35" Type="http://schemas.openxmlformats.org/officeDocument/2006/relationships/tags" Target="../tags/tag171.xml"/><Relationship Id="rId43" Type="http://schemas.openxmlformats.org/officeDocument/2006/relationships/tags" Target="../tags/tag179.xml"/><Relationship Id="rId48" Type="http://schemas.openxmlformats.org/officeDocument/2006/relationships/tags" Target="../tags/tag184.xml"/><Relationship Id="rId56" Type="http://schemas.openxmlformats.org/officeDocument/2006/relationships/tags" Target="../tags/tag192.xml"/><Relationship Id="rId64" Type="http://schemas.openxmlformats.org/officeDocument/2006/relationships/tags" Target="../tags/tag200.xml"/><Relationship Id="rId69" Type="http://schemas.openxmlformats.org/officeDocument/2006/relationships/tags" Target="../tags/tag205.xml"/><Relationship Id="rId77" Type="http://schemas.openxmlformats.org/officeDocument/2006/relationships/tags" Target="../tags/tag213.xml"/><Relationship Id="rId8" Type="http://schemas.openxmlformats.org/officeDocument/2006/relationships/tags" Target="../tags/tag144.xml"/><Relationship Id="rId51" Type="http://schemas.openxmlformats.org/officeDocument/2006/relationships/tags" Target="../tags/tag187.xml"/><Relationship Id="rId72" Type="http://schemas.openxmlformats.org/officeDocument/2006/relationships/tags" Target="../tags/tag208.xml"/><Relationship Id="rId80" Type="http://schemas.openxmlformats.org/officeDocument/2006/relationships/image" Target="../media/image43.png"/><Relationship Id="rId3" Type="http://schemas.openxmlformats.org/officeDocument/2006/relationships/tags" Target="../tags/tag139.xml"/><Relationship Id="rId12" Type="http://schemas.openxmlformats.org/officeDocument/2006/relationships/tags" Target="../tags/tag148.xml"/><Relationship Id="rId17" Type="http://schemas.openxmlformats.org/officeDocument/2006/relationships/tags" Target="../tags/tag153.xml"/><Relationship Id="rId25" Type="http://schemas.openxmlformats.org/officeDocument/2006/relationships/tags" Target="../tags/tag161.xml"/><Relationship Id="rId33" Type="http://schemas.openxmlformats.org/officeDocument/2006/relationships/tags" Target="../tags/tag169.xml"/><Relationship Id="rId38" Type="http://schemas.openxmlformats.org/officeDocument/2006/relationships/tags" Target="../tags/tag174.xml"/><Relationship Id="rId46" Type="http://schemas.openxmlformats.org/officeDocument/2006/relationships/tags" Target="../tags/tag182.xml"/><Relationship Id="rId59" Type="http://schemas.openxmlformats.org/officeDocument/2006/relationships/tags" Target="../tags/tag195.xml"/><Relationship Id="rId67" Type="http://schemas.openxmlformats.org/officeDocument/2006/relationships/tags" Target="../tags/tag203.xml"/><Relationship Id="rId20" Type="http://schemas.openxmlformats.org/officeDocument/2006/relationships/tags" Target="../tags/tag156.xml"/><Relationship Id="rId41" Type="http://schemas.openxmlformats.org/officeDocument/2006/relationships/tags" Target="../tags/tag177.xml"/><Relationship Id="rId54" Type="http://schemas.openxmlformats.org/officeDocument/2006/relationships/tags" Target="../tags/tag190.xml"/><Relationship Id="rId62" Type="http://schemas.openxmlformats.org/officeDocument/2006/relationships/tags" Target="../tags/tag198.xml"/><Relationship Id="rId70" Type="http://schemas.openxmlformats.org/officeDocument/2006/relationships/tags" Target="../tags/tag206.xml"/><Relationship Id="rId75" Type="http://schemas.openxmlformats.org/officeDocument/2006/relationships/tags" Target="../tags/tag211.xml"/><Relationship Id="rId1" Type="http://schemas.openxmlformats.org/officeDocument/2006/relationships/tags" Target="../tags/tag137.xml"/><Relationship Id="rId6" Type="http://schemas.openxmlformats.org/officeDocument/2006/relationships/tags" Target="../tags/tag142.xml"/><Relationship Id="rId15" Type="http://schemas.openxmlformats.org/officeDocument/2006/relationships/tags" Target="../tags/tag151.xml"/><Relationship Id="rId23" Type="http://schemas.openxmlformats.org/officeDocument/2006/relationships/tags" Target="../tags/tag159.xml"/><Relationship Id="rId28" Type="http://schemas.openxmlformats.org/officeDocument/2006/relationships/tags" Target="../tags/tag164.xml"/><Relationship Id="rId36" Type="http://schemas.openxmlformats.org/officeDocument/2006/relationships/tags" Target="../tags/tag172.xml"/><Relationship Id="rId49" Type="http://schemas.openxmlformats.org/officeDocument/2006/relationships/tags" Target="../tags/tag185.xml"/><Relationship Id="rId57" Type="http://schemas.openxmlformats.org/officeDocument/2006/relationships/tags" Target="../tags/tag193.xml"/></Relationships>
</file>

<file path=ppt/slides/_rels/slide3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43.xml"/></Relationships>
</file>

<file path=ppt/slides/_rels/slide4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43.xml"/></Relationships>
</file>

<file path=ppt/slides/_rels/slide41.xml.rels><?xml version="1.0" encoding="UTF-8" standalone="yes"?>
<Relationships xmlns="http://schemas.openxmlformats.org/package/2006/relationships"><Relationship Id="rId8" Type="http://schemas.openxmlformats.org/officeDocument/2006/relationships/tags" Target="../tags/tag221.xml"/><Relationship Id="rId13" Type="http://schemas.openxmlformats.org/officeDocument/2006/relationships/tags" Target="../tags/tag226.xml"/><Relationship Id="rId18" Type="http://schemas.openxmlformats.org/officeDocument/2006/relationships/tags" Target="../tags/tag231.xml"/><Relationship Id="rId3" Type="http://schemas.openxmlformats.org/officeDocument/2006/relationships/tags" Target="../tags/tag216.xml"/><Relationship Id="rId21" Type="http://schemas.openxmlformats.org/officeDocument/2006/relationships/image" Target="../media/image36.png"/><Relationship Id="rId7" Type="http://schemas.openxmlformats.org/officeDocument/2006/relationships/tags" Target="../tags/tag220.xml"/><Relationship Id="rId12" Type="http://schemas.openxmlformats.org/officeDocument/2006/relationships/tags" Target="../tags/tag225.xml"/><Relationship Id="rId17" Type="http://schemas.openxmlformats.org/officeDocument/2006/relationships/tags" Target="../tags/tag230.xml"/><Relationship Id="rId2" Type="http://schemas.openxmlformats.org/officeDocument/2006/relationships/tags" Target="../tags/tag215.xml"/><Relationship Id="rId16" Type="http://schemas.openxmlformats.org/officeDocument/2006/relationships/tags" Target="../tags/tag229.xml"/><Relationship Id="rId20" Type="http://schemas.openxmlformats.org/officeDocument/2006/relationships/notesSlide" Target="../notesSlides/notesSlide23.xml"/><Relationship Id="rId1" Type="http://schemas.openxmlformats.org/officeDocument/2006/relationships/tags" Target="../tags/tag214.xml"/><Relationship Id="rId6" Type="http://schemas.openxmlformats.org/officeDocument/2006/relationships/tags" Target="../tags/tag219.xml"/><Relationship Id="rId11" Type="http://schemas.openxmlformats.org/officeDocument/2006/relationships/tags" Target="../tags/tag224.xml"/><Relationship Id="rId24" Type="http://schemas.openxmlformats.org/officeDocument/2006/relationships/image" Target="../media/image35.png"/><Relationship Id="rId5" Type="http://schemas.openxmlformats.org/officeDocument/2006/relationships/tags" Target="../tags/tag218.xml"/><Relationship Id="rId15" Type="http://schemas.openxmlformats.org/officeDocument/2006/relationships/tags" Target="../tags/tag228.xml"/><Relationship Id="rId23" Type="http://schemas.openxmlformats.org/officeDocument/2006/relationships/image" Target="../media/image32.svg"/><Relationship Id="rId10" Type="http://schemas.openxmlformats.org/officeDocument/2006/relationships/tags" Target="../tags/tag223.xml"/><Relationship Id="rId19" Type="http://schemas.openxmlformats.org/officeDocument/2006/relationships/slideLayout" Target="../slideLayouts/slideLayout243.xml"/><Relationship Id="rId4" Type="http://schemas.openxmlformats.org/officeDocument/2006/relationships/tags" Target="../tags/tag217.xml"/><Relationship Id="rId9" Type="http://schemas.openxmlformats.org/officeDocument/2006/relationships/tags" Target="../tags/tag222.xml"/><Relationship Id="rId14" Type="http://schemas.openxmlformats.org/officeDocument/2006/relationships/tags" Target="../tags/tag227.xml"/><Relationship Id="rId22" Type="http://schemas.openxmlformats.org/officeDocument/2006/relationships/image" Target="../media/image33.png"/></Relationships>
</file>

<file path=ppt/slides/_rels/slide42.xml.rels><?xml version="1.0" encoding="UTF-8" standalone="yes"?>
<Relationships xmlns="http://schemas.openxmlformats.org/package/2006/relationships"><Relationship Id="rId26" Type="http://schemas.openxmlformats.org/officeDocument/2006/relationships/tags" Target="../tags/tag257.xml"/><Relationship Id="rId117" Type="http://schemas.openxmlformats.org/officeDocument/2006/relationships/tags" Target="../tags/tag348.xml"/><Relationship Id="rId21" Type="http://schemas.openxmlformats.org/officeDocument/2006/relationships/tags" Target="../tags/tag252.xml"/><Relationship Id="rId42" Type="http://schemas.openxmlformats.org/officeDocument/2006/relationships/tags" Target="../tags/tag273.xml"/><Relationship Id="rId47" Type="http://schemas.openxmlformats.org/officeDocument/2006/relationships/tags" Target="../tags/tag278.xml"/><Relationship Id="rId63" Type="http://schemas.openxmlformats.org/officeDocument/2006/relationships/tags" Target="../tags/tag294.xml"/><Relationship Id="rId68" Type="http://schemas.openxmlformats.org/officeDocument/2006/relationships/tags" Target="../tags/tag299.xml"/><Relationship Id="rId84" Type="http://schemas.openxmlformats.org/officeDocument/2006/relationships/tags" Target="../tags/tag315.xml"/><Relationship Id="rId89" Type="http://schemas.openxmlformats.org/officeDocument/2006/relationships/tags" Target="../tags/tag320.xml"/><Relationship Id="rId112" Type="http://schemas.openxmlformats.org/officeDocument/2006/relationships/tags" Target="../tags/tag343.xml"/><Relationship Id="rId133" Type="http://schemas.openxmlformats.org/officeDocument/2006/relationships/tags" Target="../tags/tag364.xml"/><Relationship Id="rId138" Type="http://schemas.openxmlformats.org/officeDocument/2006/relationships/tags" Target="../tags/tag369.xml"/><Relationship Id="rId154" Type="http://schemas.openxmlformats.org/officeDocument/2006/relationships/tags" Target="../tags/tag385.xml"/><Relationship Id="rId159" Type="http://schemas.openxmlformats.org/officeDocument/2006/relationships/tags" Target="../tags/tag390.xml"/><Relationship Id="rId170" Type="http://schemas.openxmlformats.org/officeDocument/2006/relationships/tags" Target="../tags/tag401.xml"/><Relationship Id="rId16" Type="http://schemas.openxmlformats.org/officeDocument/2006/relationships/tags" Target="../tags/tag247.xml"/><Relationship Id="rId107" Type="http://schemas.openxmlformats.org/officeDocument/2006/relationships/tags" Target="../tags/tag338.xml"/><Relationship Id="rId11" Type="http://schemas.openxmlformats.org/officeDocument/2006/relationships/tags" Target="../tags/tag242.xml"/><Relationship Id="rId32" Type="http://schemas.openxmlformats.org/officeDocument/2006/relationships/tags" Target="../tags/tag263.xml"/><Relationship Id="rId37" Type="http://schemas.openxmlformats.org/officeDocument/2006/relationships/tags" Target="../tags/tag268.xml"/><Relationship Id="rId53" Type="http://schemas.openxmlformats.org/officeDocument/2006/relationships/tags" Target="../tags/tag284.xml"/><Relationship Id="rId58" Type="http://schemas.openxmlformats.org/officeDocument/2006/relationships/tags" Target="../tags/tag289.xml"/><Relationship Id="rId74" Type="http://schemas.openxmlformats.org/officeDocument/2006/relationships/tags" Target="../tags/tag305.xml"/><Relationship Id="rId79" Type="http://schemas.openxmlformats.org/officeDocument/2006/relationships/tags" Target="../tags/tag310.xml"/><Relationship Id="rId102" Type="http://schemas.openxmlformats.org/officeDocument/2006/relationships/tags" Target="../tags/tag333.xml"/><Relationship Id="rId123" Type="http://schemas.openxmlformats.org/officeDocument/2006/relationships/tags" Target="../tags/tag354.xml"/><Relationship Id="rId128" Type="http://schemas.openxmlformats.org/officeDocument/2006/relationships/tags" Target="../tags/tag359.xml"/><Relationship Id="rId144" Type="http://schemas.openxmlformats.org/officeDocument/2006/relationships/tags" Target="../tags/tag375.xml"/><Relationship Id="rId149" Type="http://schemas.openxmlformats.org/officeDocument/2006/relationships/tags" Target="../tags/tag380.xml"/><Relationship Id="rId5" Type="http://schemas.openxmlformats.org/officeDocument/2006/relationships/tags" Target="../tags/tag236.xml"/><Relationship Id="rId90" Type="http://schemas.openxmlformats.org/officeDocument/2006/relationships/tags" Target="../tags/tag321.xml"/><Relationship Id="rId95" Type="http://schemas.openxmlformats.org/officeDocument/2006/relationships/tags" Target="../tags/tag326.xml"/><Relationship Id="rId160" Type="http://schemas.openxmlformats.org/officeDocument/2006/relationships/tags" Target="../tags/tag391.xml"/><Relationship Id="rId165" Type="http://schemas.openxmlformats.org/officeDocument/2006/relationships/tags" Target="../tags/tag396.xml"/><Relationship Id="rId22" Type="http://schemas.openxmlformats.org/officeDocument/2006/relationships/tags" Target="../tags/tag253.xml"/><Relationship Id="rId27" Type="http://schemas.openxmlformats.org/officeDocument/2006/relationships/tags" Target="../tags/tag258.xml"/><Relationship Id="rId43" Type="http://schemas.openxmlformats.org/officeDocument/2006/relationships/tags" Target="../tags/tag274.xml"/><Relationship Id="rId48" Type="http://schemas.openxmlformats.org/officeDocument/2006/relationships/tags" Target="../tags/tag279.xml"/><Relationship Id="rId64" Type="http://schemas.openxmlformats.org/officeDocument/2006/relationships/tags" Target="../tags/tag295.xml"/><Relationship Id="rId69" Type="http://schemas.openxmlformats.org/officeDocument/2006/relationships/tags" Target="../tags/tag300.xml"/><Relationship Id="rId113" Type="http://schemas.openxmlformats.org/officeDocument/2006/relationships/tags" Target="../tags/tag344.xml"/><Relationship Id="rId118" Type="http://schemas.openxmlformats.org/officeDocument/2006/relationships/tags" Target="../tags/tag349.xml"/><Relationship Id="rId134" Type="http://schemas.openxmlformats.org/officeDocument/2006/relationships/tags" Target="../tags/tag365.xml"/><Relationship Id="rId139" Type="http://schemas.openxmlformats.org/officeDocument/2006/relationships/tags" Target="../tags/tag370.xml"/><Relationship Id="rId80" Type="http://schemas.openxmlformats.org/officeDocument/2006/relationships/tags" Target="../tags/tag311.xml"/><Relationship Id="rId85" Type="http://schemas.openxmlformats.org/officeDocument/2006/relationships/tags" Target="../tags/tag316.xml"/><Relationship Id="rId150" Type="http://schemas.openxmlformats.org/officeDocument/2006/relationships/tags" Target="../tags/tag381.xml"/><Relationship Id="rId155" Type="http://schemas.openxmlformats.org/officeDocument/2006/relationships/tags" Target="../tags/tag386.xml"/><Relationship Id="rId171" Type="http://schemas.openxmlformats.org/officeDocument/2006/relationships/slideLayout" Target="../slideLayouts/slideLayout262.xml"/><Relationship Id="rId12" Type="http://schemas.openxmlformats.org/officeDocument/2006/relationships/tags" Target="../tags/tag243.xml"/><Relationship Id="rId17" Type="http://schemas.openxmlformats.org/officeDocument/2006/relationships/tags" Target="../tags/tag248.xml"/><Relationship Id="rId33" Type="http://schemas.openxmlformats.org/officeDocument/2006/relationships/tags" Target="../tags/tag264.xml"/><Relationship Id="rId38" Type="http://schemas.openxmlformats.org/officeDocument/2006/relationships/tags" Target="../tags/tag269.xml"/><Relationship Id="rId59" Type="http://schemas.openxmlformats.org/officeDocument/2006/relationships/tags" Target="../tags/tag290.xml"/><Relationship Id="rId103" Type="http://schemas.openxmlformats.org/officeDocument/2006/relationships/tags" Target="../tags/tag334.xml"/><Relationship Id="rId108" Type="http://schemas.openxmlformats.org/officeDocument/2006/relationships/tags" Target="../tags/tag339.xml"/><Relationship Id="rId124" Type="http://schemas.openxmlformats.org/officeDocument/2006/relationships/tags" Target="../tags/tag355.xml"/><Relationship Id="rId129" Type="http://schemas.openxmlformats.org/officeDocument/2006/relationships/tags" Target="../tags/tag360.xml"/><Relationship Id="rId54" Type="http://schemas.openxmlformats.org/officeDocument/2006/relationships/tags" Target="../tags/tag285.xml"/><Relationship Id="rId70" Type="http://schemas.openxmlformats.org/officeDocument/2006/relationships/tags" Target="../tags/tag301.xml"/><Relationship Id="rId75" Type="http://schemas.openxmlformats.org/officeDocument/2006/relationships/tags" Target="../tags/tag306.xml"/><Relationship Id="rId91" Type="http://schemas.openxmlformats.org/officeDocument/2006/relationships/tags" Target="../tags/tag322.xml"/><Relationship Id="rId96" Type="http://schemas.openxmlformats.org/officeDocument/2006/relationships/tags" Target="../tags/tag327.xml"/><Relationship Id="rId140" Type="http://schemas.openxmlformats.org/officeDocument/2006/relationships/tags" Target="../tags/tag371.xml"/><Relationship Id="rId145" Type="http://schemas.openxmlformats.org/officeDocument/2006/relationships/tags" Target="../tags/tag376.xml"/><Relationship Id="rId161" Type="http://schemas.openxmlformats.org/officeDocument/2006/relationships/tags" Target="../tags/tag392.xml"/><Relationship Id="rId166" Type="http://schemas.openxmlformats.org/officeDocument/2006/relationships/tags" Target="../tags/tag397.xml"/><Relationship Id="rId1" Type="http://schemas.openxmlformats.org/officeDocument/2006/relationships/tags" Target="../tags/tag232.xml"/><Relationship Id="rId6" Type="http://schemas.openxmlformats.org/officeDocument/2006/relationships/tags" Target="../tags/tag237.xml"/><Relationship Id="rId15" Type="http://schemas.openxmlformats.org/officeDocument/2006/relationships/tags" Target="../tags/tag246.xml"/><Relationship Id="rId23" Type="http://schemas.openxmlformats.org/officeDocument/2006/relationships/tags" Target="../tags/tag254.xml"/><Relationship Id="rId28" Type="http://schemas.openxmlformats.org/officeDocument/2006/relationships/tags" Target="../tags/tag259.xml"/><Relationship Id="rId36" Type="http://schemas.openxmlformats.org/officeDocument/2006/relationships/tags" Target="../tags/tag267.xml"/><Relationship Id="rId49" Type="http://schemas.openxmlformats.org/officeDocument/2006/relationships/tags" Target="../tags/tag280.xml"/><Relationship Id="rId57" Type="http://schemas.openxmlformats.org/officeDocument/2006/relationships/tags" Target="../tags/tag288.xml"/><Relationship Id="rId106" Type="http://schemas.openxmlformats.org/officeDocument/2006/relationships/tags" Target="../tags/tag337.xml"/><Relationship Id="rId114" Type="http://schemas.openxmlformats.org/officeDocument/2006/relationships/tags" Target="../tags/tag345.xml"/><Relationship Id="rId119" Type="http://schemas.openxmlformats.org/officeDocument/2006/relationships/tags" Target="../tags/tag350.xml"/><Relationship Id="rId127" Type="http://schemas.openxmlformats.org/officeDocument/2006/relationships/tags" Target="../tags/tag358.xml"/><Relationship Id="rId10" Type="http://schemas.openxmlformats.org/officeDocument/2006/relationships/tags" Target="../tags/tag241.xml"/><Relationship Id="rId31" Type="http://schemas.openxmlformats.org/officeDocument/2006/relationships/tags" Target="../tags/tag262.xml"/><Relationship Id="rId44" Type="http://schemas.openxmlformats.org/officeDocument/2006/relationships/tags" Target="../tags/tag275.xml"/><Relationship Id="rId52" Type="http://schemas.openxmlformats.org/officeDocument/2006/relationships/tags" Target="../tags/tag283.xml"/><Relationship Id="rId60" Type="http://schemas.openxmlformats.org/officeDocument/2006/relationships/tags" Target="../tags/tag291.xml"/><Relationship Id="rId65" Type="http://schemas.openxmlformats.org/officeDocument/2006/relationships/tags" Target="../tags/tag296.xml"/><Relationship Id="rId73" Type="http://schemas.openxmlformats.org/officeDocument/2006/relationships/tags" Target="../tags/tag304.xml"/><Relationship Id="rId78" Type="http://schemas.openxmlformats.org/officeDocument/2006/relationships/tags" Target="../tags/tag309.xml"/><Relationship Id="rId81" Type="http://schemas.openxmlformats.org/officeDocument/2006/relationships/tags" Target="../tags/tag312.xml"/><Relationship Id="rId86" Type="http://schemas.openxmlformats.org/officeDocument/2006/relationships/tags" Target="../tags/tag317.xml"/><Relationship Id="rId94" Type="http://schemas.openxmlformats.org/officeDocument/2006/relationships/tags" Target="../tags/tag325.xml"/><Relationship Id="rId99" Type="http://schemas.openxmlformats.org/officeDocument/2006/relationships/tags" Target="../tags/tag330.xml"/><Relationship Id="rId101" Type="http://schemas.openxmlformats.org/officeDocument/2006/relationships/tags" Target="../tags/tag332.xml"/><Relationship Id="rId122" Type="http://schemas.openxmlformats.org/officeDocument/2006/relationships/tags" Target="../tags/tag353.xml"/><Relationship Id="rId130" Type="http://schemas.openxmlformats.org/officeDocument/2006/relationships/tags" Target="../tags/tag361.xml"/><Relationship Id="rId135" Type="http://schemas.openxmlformats.org/officeDocument/2006/relationships/tags" Target="../tags/tag366.xml"/><Relationship Id="rId143" Type="http://schemas.openxmlformats.org/officeDocument/2006/relationships/tags" Target="../tags/tag374.xml"/><Relationship Id="rId148" Type="http://schemas.openxmlformats.org/officeDocument/2006/relationships/tags" Target="../tags/tag379.xml"/><Relationship Id="rId151" Type="http://schemas.openxmlformats.org/officeDocument/2006/relationships/tags" Target="../tags/tag382.xml"/><Relationship Id="rId156" Type="http://schemas.openxmlformats.org/officeDocument/2006/relationships/tags" Target="../tags/tag387.xml"/><Relationship Id="rId164" Type="http://schemas.openxmlformats.org/officeDocument/2006/relationships/tags" Target="../tags/tag395.xml"/><Relationship Id="rId169" Type="http://schemas.openxmlformats.org/officeDocument/2006/relationships/tags" Target="../tags/tag400.xml"/><Relationship Id="rId4" Type="http://schemas.openxmlformats.org/officeDocument/2006/relationships/tags" Target="../tags/tag235.xml"/><Relationship Id="rId9" Type="http://schemas.openxmlformats.org/officeDocument/2006/relationships/tags" Target="../tags/tag240.xml"/><Relationship Id="rId172" Type="http://schemas.openxmlformats.org/officeDocument/2006/relationships/notesSlide" Target="../notesSlides/notesSlide24.xml"/><Relationship Id="rId13" Type="http://schemas.openxmlformats.org/officeDocument/2006/relationships/tags" Target="../tags/tag244.xml"/><Relationship Id="rId18" Type="http://schemas.openxmlformats.org/officeDocument/2006/relationships/tags" Target="../tags/tag249.xml"/><Relationship Id="rId39" Type="http://schemas.openxmlformats.org/officeDocument/2006/relationships/tags" Target="../tags/tag270.xml"/><Relationship Id="rId109" Type="http://schemas.openxmlformats.org/officeDocument/2006/relationships/tags" Target="../tags/tag340.xml"/><Relationship Id="rId34" Type="http://schemas.openxmlformats.org/officeDocument/2006/relationships/tags" Target="../tags/tag265.xml"/><Relationship Id="rId50" Type="http://schemas.openxmlformats.org/officeDocument/2006/relationships/tags" Target="../tags/tag281.xml"/><Relationship Id="rId55" Type="http://schemas.openxmlformats.org/officeDocument/2006/relationships/tags" Target="../tags/tag286.xml"/><Relationship Id="rId76" Type="http://schemas.openxmlformats.org/officeDocument/2006/relationships/tags" Target="../tags/tag307.xml"/><Relationship Id="rId97" Type="http://schemas.openxmlformats.org/officeDocument/2006/relationships/tags" Target="../tags/tag328.xml"/><Relationship Id="rId104" Type="http://schemas.openxmlformats.org/officeDocument/2006/relationships/tags" Target="../tags/tag335.xml"/><Relationship Id="rId120" Type="http://schemas.openxmlformats.org/officeDocument/2006/relationships/tags" Target="../tags/tag351.xml"/><Relationship Id="rId125" Type="http://schemas.openxmlformats.org/officeDocument/2006/relationships/tags" Target="../tags/tag356.xml"/><Relationship Id="rId141" Type="http://schemas.openxmlformats.org/officeDocument/2006/relationships/tags" Target="../tags/tag372.xml"/><Relationship Id="rId146" Type="http://schemas.openxmlformats.org/officeDocument/2006/relationships/tags" Target="../tags/tag377.xml"/><Relationship Id="rId167" Type="http://schemas.openxmlformats.org/officeDocument/2006/relationships/tags" Target="../tags/tag398.xml"/><Relationship Id="rId7" Type="http://schemas.openxmlformats.org/officeDocument/2006/relationships/tags" Target="../tags/tag238.xml"/><Relationship Id="rId71" Type="http://schemas.openxmlformats.org/officeDocument/2006/relationships/tags" Target="../tags/tag302.xml"/><Relationship Id="rId92" Type="http://schemas.openxmlformats.org/officeDocument/2006/relationships/tags" Target="../tags/tag323.xml"/><Relationship Id="rId162" Type="http://schemas.openxmlformats.org/officeDocument/2006/relationships/tags" Target="../tags/tag393.xml"/><Relationship Id="rId2" Type="http://schemas.openxmlformats.org/officeDocument/2006/relationships/tags" Target="../tags/tag233.xml"/><Relationship Id="rId29" Type="http://schemas.openxmlformats.org/officeDocument/2006/relationships/tags" Target="../tags/tag260.xml"/><Relationship Id="rId24" Type="http://schemas.openxmlformats.org/officeDocument/2006/relationships/tags" Target="../tags/tag255.xml"/><Relationship Id="rId40" Type="http://schemas.openxmlformats.org/officeDocument/2006/relationships/tags" Target="../tags/tag271.xml"/><Relationship Id="rId45" Type="http://schemas.openxmlformats.org/officeDocument/2006/relationships/tags" Target="../tags/tag276.xml"/><Relationship Id="rId66" Type="http://schemas.openxmlformats.org/officeDocument/2006/relationships/tags" Target="../tags/tag297.xml"/><Relationship Id="rId87" Type="http://schemas.openxmlformats.org/officeDocument/2006/relationships/tags" Target="../tags/tag318.xml"/><Relationship Id="rId110" Type="http://schemas.openxmlformats.org/officeDocument/2006/relationships/tags" Target="../tags/tag341.xml"/><Relationship Id="rId115" Type="http://schemas.openxmlformats.org/officeDocument/2006/relationships/tags" Target="../tags/tag346.xml"/><Relationship Id="rId131" Type="http://schemas.openxmlformats.org/officeDocument/2006/relationships/tags" Target="../tags/tag362.xml"/><Relationship Id="rId136" Type="http://schemas.openxmlformats.org/officeDocument/2006/relationships/tags" Target="../tags/tag367.xml"/><Relationship Id="rId157" Type="http://schemas.openxmlformats.org/officeDocument/2006/relationships/tags" Target="../tags/tag388.xml"/><Relationship Id="rId61" Type="http://schemas.openxmlformats.org/officeDocument/2006/relationships/tags" Target="../tags/tag292.xml"/><Relationship Id="rId82" Type="http://schemas.openxmlformats.org/officeDocument/2006/relationships/tags" Target="../tags/tag313.xml"/><Relationship Id="rId152" Type="http://schemas.openxmlformats.org/officeDocument/2006/relationships/tags" Target="../tags/tag383.xml"/><Relationship Id="rId173" Type="http://schemas.openxmlformats.org/officeDocument/2006/relationships/image" Target="../media/image47.png"/><Relationship Id="rId19" Type="http://schemas.openxmlformats.org/officeDocument/2006/relationships/tags" Target="../tags/tag250.xml"/><Relationship Id="rId14" Type="http://schemas.openxmlformats.org/officeDocument/2006/relationships/tags" Target="../tags/tag245.xml"/><Relationship Id="rId30" Type="http://schemas.openxmlformats.org/officeDocument/2006/relationships/tags" Target="../tags/tag261.xml"/><Relationship Id="rId35" Type="http://schemas.openxmlformats.org/officeDocument/2006/relationships/tags" Target="../tags/tag266.xml"/><Relationship Id="rId56" Type="http://schemas.openxmlformats.org/officeDocument/2006/relationships/tags" Target="../tags/tag287.xml"/><Relationship Id="rId77" Type="http://schemas.openxmlformats.org/officeDocument/2006/relationships/tags" Target="../tags/tag308.xml"/><Relationship Id="rId100" Type="http://schemas.openxmlformats.org/officeDocument/2006/relationships/tags" Target="../tags/tag331.xml"/><Relationship Id="rId105" Type="http://schemas.openxmlformats.org/officeDocument/2006/relationships/tags" Target="../tags/tag336.xml"/><Relationship Id="rId126" Type="http://schemas.openxmlformats.org/officeDocument/2006/relationships/tags" Target="../tags/tag357.xml"/><Relationship Id="rId147" Type="http://schemas.openxmlformats.org/officeDocument/2006/relationships/tags" Target="../tags/tag378.xml"/><Relationship Id="rId168" Type="http://schemas.openxmlformats.org/officeDocument/2006/relationships/tags" Target="../tags/tag399.xml"/><Relationship Id="rId8" Type="http://schemas.openxmlformats.org/officeDocument/2006/relationships/tags" Target="../tags/tag239.xml"/><Relationship Id="rId51" Type="http://schemas.openxmlformats.org/officeDocument/2006/relationships/tags" Target="../tags/tag282.xml"/><Relationship Id="rId72" Type="http://schemas.openxmlformats.org/officeDocument/2006/relationships/tags" Target="../tags/tag303.xml"/><Relationship Id="rId93" Type="http://schemas.openxmlformats.org/officeDocument/2006/relationships/tags" Target="../tags/tag324.xml"/><Relationship Id="rId98" Type="http://schemas.openxmlformats.org/officeDocument/2006/relationships/tags" Target="../tags/tag329.xml"/><Relationship Id="rId121" Type="http://schemas.openxmlformats.org/officeDocument/2006/relationships/tags" Target="../tags/tag352.xml"/><Relationship Id="rId142" Type="http://schemas.openxmlformats.org/officeDocument/2006/relationships/tags" Target="../tags/tag373.xml"/><Relationship Id="rId163" Type="http://schemas.openxmlformats.org/officeDocument/2006/relationships/tags" Target="../tags/tag394.xml"/><Relationship Id="rId3" Type="http://schemas.openxmlformats.org/officeDocument/2006/relationships/tags" Target="../tags/tag234.xml"/><Relationship Id="rId25" Type="http://schemas.openxmlformats.org/officeDocument/2006/relationships/tags" Target="../tags/tag256.xml"/><Relationship Id="rId46" Type="http://schemas.openxmlformats.org/officeDocument/2006/relationships/tags" Target="../tags/tag277.xml"/><Relationship Id="rId67" Type="http://schemas.openxmlformats.org/officeDocument/2006/relationships/tags" Target="../tags/tag298.xml"/><Relationship Id="rId116" Type="http://schemas.openxmlformats.org/officeDocument/2006/relationships/tags" Target="../tags/tag347.xml"/><Relationship Id="rId137" Type="http://schemas.openxmlformats.org/officeDocument/2006/relationships/tags" Target="../tags/tag368.xml"/><Relationship Id="rId158" Type="http://schemas.openxmlformats.org/officeDocument/2006/relationships/tags" Target="../tags/tag389.xml"/><Relationship Id="rId20" Type="http://schemas.openxmlformats.org/officeDocument/2006/relationships/tags" Target="../tags/tag251.xml"/><Relationship Id="rId41" Type="http://schemas.openxmlformats.org/officeDocument/2006/relationships/tags" Target="../tags/tag272.xml"/><Relationship Id="rId62" Type="http://schemas.openxmlformats.org/officeDocument/2006/relationships/tags" Target="../tags/tag293.xml"/><Relationship Id="rId83" Type="http://schemas.openxmlformats.org/officeDocument/2006/relationships/tags" Target="../tags/tag314.xml"/><Relationship Id="rId88" Type="http://schemas.openxmlformats.org/officeDocument/2006/relationships/tags" Target="../tags/tag319.xml"/><Relationship Id="rId111" Type="http://schemas.openxmlformats.org/officeDocument/2006/relationships/tags" Target="../tags/tag342.xml"/><Relationship Id="rId132" Type="http://schemas.openxmlformats.org/officeDocument/2006/relationships/tags" Target="../tags/tag363.xml"/><Relationship Id="rId153" Type="http://schemas.openxmlformats.org/officeDocument/2006/relationships/tags" Target="../tags/tag384.xml"/></Relationships>
</file>

<file path=ppt/slides/_rels/slide43.xml.rels><?xml version="1.0" encoding="UTF-8" standalone="yes"?>
<Relationships xmlns="http://schemas.openxmlformats.org/package/2006/relationships"><Relationship Id="rId8" Type="http://schemas.openxmlformats.org/officeDocument/2006/relationships/tags" Target="../tags/tag409.xml"/><Relationship Id="rId13" Type="http://schemas.openxmlformats.org/officeDocument/2006/relationships/tags" Target="../tags/tag414.xml"/><Relationship Id="rId18" Type="http://schemas.openxmlformats.org/officeDocument/2006/relationships/tags" Target="../tags/tag419.xml"/><Relationship Id="rId26" Type="http://schemas.openxmlformats.org/officeDocument/2006/relationships/tags" Target="../tags/tag427.xml"/><Relationship Id="rId39" Type="http://schemas.openxmlformats.org/officeDocument/2006/relationships/tags" Target="../tags/tag440.xml"/><Relationship Id="rId3" Type="http://schemas.openxmlformats.org/officeDocument/2006/relationships/tags" Target="../tags/tag404.xml"/><Relationship Id="rId21" Type="http://schemas.openxmlformats.org/officeDocument/2006/relationships/tags" Target="../tags/tag422.xml"/><Relationship Id="rId34" Type="http://schemas.openxmlformats.org/officeDocument/2006/relationships/tags" Target="../tags/tag435.xml"/><Relationship Id="rId7" Type="http://schemas.openxmlformats.org/officeDocument/2006/relationships/tags" Target="../tags/tag408.xml"/><Relationship Id="rId12" Type="http://schemas.openxmlformats.org/officeDocument/2006/relationships/tags" Target="../tags/tag413.xml"/><Relationship Id="rId17" Type="http://schemas.openxmlformats.org/officeDocument/2006/relationships/tags" Target="../tags/tag418.xml"/><Relationship Id="rId25" Type="http://schemas.openxmlformats.org/officeDocument/2006/relationships/tags" Target="../tags/tag426.xml"/><Relationship Id="rId33" Type="http://schemas.openxmlformats.org/officeDocument/2006/relationships/tags" Target="../tags/tag434.xml"/><Relationship Id="rId38" Type="http://schemas.openxmlformats.org/officeDocument/2006/relationships/tags" Target="../tags/tag439.xml"/><Relationship Id="rId2" Type="http://schemas.openxmlformats.org/officeDocument/2006/relationships/tags" Target="../tags/tag403.xml"/><Relationship Id="rId16" Type="http://schemas.openxmlformats.org/officeDocument/2006/relationships/tags" Target="../tags/tag417.xml"/><Relationship Id="rId20" Type="http://schemas.openxmlformats.org/officeDocument/2006/relationships/tags" Target="../tags/tag421.xml"/><Relationship Id="rId29" Type="http://schemas.openxmlformats.org/officeDocument/2006/relationships/tags" Target="../tags/tag430.xml"/><Relationship Id="rId1" Type="http://schemas.openxmlformats.org/officeDocument/2006/relationships/tags" Target="../tags/tag402.xml"/><Relationship Id="rId6" Type="http://schemas.openxmlformats.org/officeDocument/2006/relationships/tags" Target="../tags/tag407.xml"/><Relationship Id="rId11" Type="http://schemas.openxmlformats.org/officeDocument/2006/relationships/tags" Target="../tags/tag412.xml"/><Relationship Id="rId24" Type="http://schemas.openxmlformats.org/officeDocument/2006/relationships/tags" Target="../tags/tag425.xml"/><Relationship Id="rId32" Type="http://schemas.openxmlformats.org/officeDocument/2006/relationships/tags" Target="../tags/tag433.xml"/><Relationship Id="rId37" Type="http://schemas.openxmlformats.org/officeDocument/2006/relationships/tags" Target="../tags/tag438.xml"/><Relationship Id="rId40" Type="http://schemas.openxmlformats.org/officeDocument/2006/relationships/slideLayout" Target="../slideLayouts/slideLayout243.xml"/><Relationship Id="rId5" Type="http://schemas.openxmlformats.org/officeDocument/2006/relationships/tags" Target="../tags/tag406.xml"/><Relationship Id="rId15" Type="http://schemas.openxmlformats.org/officeDocument/2006/relationships/tags" Target="../tags/tag416.xml"/><Relationship Id="rId23" Type="http://schemas.openxmlformats.org/officeDocument/2006/relationships/tags" Target="../tags/tag424.xml"/><Relationship Id="rId28" Type="http://schemas.openxmlformats.org/officeDocument/2006/relationships/tags" Target="../tags/tag429.xml"/><Relationship Id="rId36" Type="http://schemas.openxmlformats.org/officeDocument/2006/relationships/tags" Target="../tags/tag437.xml"/><Relationship Id="rId10" Type="http://schemas.openxmlformats.org/officeDocument/2006/relationships/tags" Target="../tags/tag411.xml"/><Relationship Id="rId19" Type="http://schemas.openxmlformats.org/officeDocument/2006/relationships/tags" Target="../tags/tag420.xml"/><Relationship Id="rId31" Type="http://schemas.openxmlformats.org/officeDocument/2006/relationships/tags" Target="../tags/tag432.xml"/><Relationship Id="rId4" Type="http://schemas.openxmlformats.org/officeDocument/2006/relationships/tags" Target="../tags/tag405.xml"/><Relationship Id="rId9" Type="http://schemas.openxmlformats.org/officeDocument/2006/relationships/tags" Target="../tags/tag410.xml"/><Relationship Id="rId14" Type="http://schemas.openxmlformats.org/officeDocument/2006/relationships/tags" Target="../tags/tag415.xml"/><Relationship Id="rId22" Type="http://schemas.openxmlformats.org/officeDocument/2006/relationships/tags" Target="../tags/tag423.xml"/><Relationship Id="rId27" Type="http://schemas.openxmlformats.org/officeDocument/2006/relationships/tags" Target="../tags/tag428.xml"/><Relationship Id="rId30" Type="http://schemas.openxmlformats.org/officeDocument/2006/relationships/tags" Target="../tags/tag431.xml"/><Relationship Id="rId35" Type="http://schemas.openxmlformats.org/officeDocument/2006/relationships/tags" Target="../tags/tag43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4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51.xml"/></Relationships>
</file>

<file path=ppt/slides/_rels/slide4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89.xml"/></Relationships>
</file>

<file path=ppt/slides/_rels/slide4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89.xml"/></Relationships>
</file>

<file path=ppt/slides/_rels/slide48.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89.xml"/></Relationships>
</file>

<file path=ppt/slides/_rels/slide49.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89.xml"/></Relationships>
</file>

<file path=ppt/slides/_rels/slide50.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94.xml"/></Relationships>
</file>

<file path=ppt/slides/_rels/slide51.xml.rels><?xml version="1.0" encoding="UTF-8" standalone="yes"?>
<Relationships xmlns="http://schemas.openxmlformats.org/package/2006/relationships"><Relationship Id="rId3" Type="http://schemas.openxmlformats.org/officeDocument/2006/relationships/image" Target="../media/image53.emf"/><Relationship Id="rId2" Type="http://schemas.openxmlformats.org/officeDocument/2006/relationships/package" Target="../embeddings/Microsoft_Excel_Worksheet3.xlsx"/><Relationship Id="rId1" Type="http://schemas.openxmlformats.org/officeDocument/2006/relationships/slideLayout" Target="../slideLayouts/slideLayout94.xml"/></Relationships>
</file>

<file path=ppt/slides/_rels/slide52.xml.rels><?xml version="1.0" encoding="UTF-8" standalone="yes"?>
<Relationships xmlns="http://schemas.openxmlformats.org/package/2006/relationships"><Relationship Id="rId2" Type="http://schemas.openxmlformats.org/officeDocument/2006/relationships/image" Target="../media/image54.svg"/><Relationship Id="rId1" Type="http://schemas.openxmlformats.org/officeDocument/2006/relationships/slideLayout" Target="../slideLayouts/slideLayout9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00.xml"/></Relationships>
</file>

<file path=ppt/slides/_rels/slide54.xml.rels><?xml version="1.0" encoding="UTF-8" standalone="yes"?>
<Relationships xmlns="http://schemas.openxmlformats.org/package/2006/relationships"><Relationship Id="rId8" Type="http://schemas.openxmlformats.org/officeDocument/2006/relationships/image" Target="../media/image56.svg"/><Relationship Id="rId3" Type="http://schemas.openxmlformats.org/officeDocument/2006/relationships/image" Target="../media/image35.png"/><Relationship Id="rId7" Type="http://schemas.openxmlformats.org/officeDocument/2006/relationships/image" Target="../media/image55.png"/><Relationship Id="rId2" Type="http://schemas.openxmlformats.org/officeDocument/2006/relationships/slideLayout" Target="../slideLayouts/slideLayout94.xml"/><Relationship Id="rId1" Type="http://schemas.openxmlformats.org/officeDocument/2006/relationships/tags" Target="../tags/tag441.xml"/><Relationship Id="rId6" Type="http://schemas.openxmlformats.org/officeDocument/2006/relationships/image" Target="../media/image33.png"/><Relationship Id="rId5" Type="http://schemas.openxmlformats.org/officeDocument/2006/relationships/image" Target="../media/image37.svg"/><Relationship Id="rId4" Type="http://schemas.openxmlformats.org/officeDocument/2006/relationships/image" Target="../media/image36.png"/></Relationships>
</file>

<file path=ppt/slides/_rels/slide55.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notesSlide" Target="../notesSlides/notesSlide25.xml"/><Relationship Id="rId7" Type="http://schemas.openxmlformats.org/officeDocument/2006/relationships/image" Target="../media/image55.png"/><Relationship Id="rId2" Type="http://schemas.openxmlformats.org/officeDocument/2006/relationships/slideLayout" Target="../slideLayouts/slideLayout94.xml"/><Relationship Id="rId1" Type="http://schemas.openxmlformats.org/officeDocument/2006/relationships/tags" Target="../tags/tag442.xml"/><Relationship Id="rId6" Type="http://schemas.openxmlformats.org/officeDocument/2006/relationships/image" Target="../media/image33.png"/><Relationship Id="rId5" Type="http://schemas.openxmlformats.org/officeDocument/2006/relationships/image" Target="../media/image37.svg"/><Relationship Id="rId4" Type="http://schemas.openxmlformats.org/officeDocument/2006/relationships/image" Target="../media/image35.png"/></Relationships>
</file>

<file path=ppt/slides/_rels/slide56.xml.rels><?xml version="1.0" encoding="UTF-8" standalone="yes"?>
<Relationships xmlns="http://schemas.openxmlformats.org/package/2006/relationships"><Relationship Id="rId8" Type="http://schemas.openxmlformats.org/officeDocument/2006/relationships/image" Target="../media/image63.svg"/><Relationship Id="rId13" Type="http://schemas.openxmlformats.org/officeDocument/2006/relationships/image" Target="../media/image68.png"/><Relationship Id="rId3" Type="http://schemas.openxmlformats.org/officeDocument/2006/relationships/image" Target="../media/image58.png"/><Relationship Id="rId7" Type="http://schemas.openxmlformats.org/officeDocument/2006/relationships/image" Target="../media/image62.svg"/><Relationship Id="rId12" Type="http://schemas.openxmlformats.org/officeDocument/2006/relationships/image" Target="../media/image67.svg"/><Relationship Id="rId2" Type="http://schemas.openxmlformats.org/officeDocument/2006/relationships/image" Target="../media/image57.png"/><Relationship Id="rId1" Type="http://schemas.openxmlformats.org/officeDocument/2006/relationships/slideLayout" Target="../slideLayouts/slideLayout94.xml"/><Relationship Id="rId6" Type="http://schemas.openxmlformats.org/officeDocument/2006/relationships/image" Target="../media/image61.svg"/><Relationship Id="rId11" Type="http://schemas.openxmlformats.org/officeDocument/2006/relationships/image" Target="../media/image66.svg"/><Relationship Id="rId5" Type="http://schemas.openxmlformats.org/officeDocument/2006/relationships/image" Target="../media/image60.png"/><Relationship Id="rId10" Type="http://schemas.openxmlformats.org/officeDocument/2006/relationships/image" Target="../media/image65.svg"/><Relationship Id="rId4" Type="http://schemas.openxmlformats.org/officeDocument/2006/relationships/image" Target="../media/image59.png"/><Relationship Id="rId9" Type="http://schemas.openxmlformats.org/officeDocument/2006/relationships/image" Target="../media/image64.svg"/></Relationships>
</file>

<file path=ppt/slides/_rels/slide57.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149.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60.xml.rels><?xml version="1.0" encoding="UTF-8" standalone="yes"?>
<Relationships xmlns="http://schemas.openxmlformats.org/package/2006/relationships"><Relationship Id="rId8" Type="http://schemas.openxmlformats.org/officeDocument/2006/relationships/image" Target="../media/image72.png"/><Relationship Id="rId13" Type="http://schemas.openxmlformats.org/officeDocument/2006/relationships/image" Target="../media/image75.png"/><Relationship Id="rId3" Type="http://schemas.openxmlformats.org/officeDocument/2006/relationships/notesSlide" Target="../notesSlides/notesSlide26.xml"/><Relationship Id="rId7" Type="http://schemas.openxmlformats.org/officeDocument/2006/relationships/image" Target="../media/image71.png"/><Relationship Id="rId12" Type="http://schemas.openxmlformats.org/officeDocument/2006/relationships/hyperlink" Target="https://www.chiesi.com/en/agreement-haisco-pharmaceutical-reversible-dipeptidyl-peptidase-1-inhibitor-bronchiectasis/" TargetMode="External"/><Relationship Id="rId2" Type="http://schemas.openxmlformats.org/officeDocument/2006/relationships/slideLayout" Target="../slideLayouts/slideLayout150.xml"/><Relationship Id="rId1" Type="http://schemas.openxmlformats.org/officeDocument/2006/relationships/tags" Target="../tags/tag443.xml"/><Relationship Id="rId6" Type="http://schemas.openxmlformats.org/officeDocument/2006/relationships/image" Target="../media/image70.jpeg"/><Relationship Id="rId11" Type="http://schemas.openxmlformats.org/officeDocument/2006/relationships/hyperlink" Target="https://www.fosunpharma.com/content/details37_14968.html" TargetMode="External"/><Relationship Id="rId5" Type="http://schemas.openxmlformats.org/officeDocument/2006/relationships/image" Target="../media/image14.emf"/><Relationship Id="rId10" Type="http://schemas.openxmlformats.org/officeDocument/2006/relationships/image" Target="../media/image74.png"/><Relationship Id="rId4" Type="http://schemas.openxmlformats.org/officeDocument/2006/relationships/oleObject" Target="../embeddings/oleObject10.bin"/><Relationship Id="rId9" Type="http://schemas.openxmlformats.org/officeDocument/2006/relationships/image" Target="../media/image73.png"/><Relationship Id="rId14" Type="http://schemas.openxmlformats.org/officeDocument/2006/relationships/image" Target="../media/image76.png"/></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27.xml"/><Relationship Id="rId7" Type="http://schemas.openxmlformats.org/officeDocument/2006/relationships/image" Target="../media/image78.png"/><Relationship Id="rId2" Type="http://schemas.openxmlformats.org/officeDocument/2006/relationships/slideLayout" Target="../slideLayouts/slideLayout150.xml"/><Relationship Id="rId1" Type="http://schemas.openxmlformats.org/officeDocument/2006/relationships/tags" Target="../tags/tag444.xml"/><Relationship Id="rId6" Type="http://schemas.openxmlformats.org/officeDocument/2006/relationships/image" Target="../media/image77.jpeg"/><Relationship Id="rId5" Type="http://schemas.openxmlformats.org/officeDocument/2006/relationships/image" Target="../media/image14.emf"/><Relationship Id="rId4" Type="http://schemas.openxmlformats.org/officeDocument/2006/relationships/oleObject" Target="../embeddings/oleObject10.bin"/></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5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50.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67.xml.rels><?xml version="1.0" encoding="UTF-8" standalone="yes"?>
<Relationships xmlns="http://schemas.openxmlformats.org/package/2006/relationships"><Relationship Id="rId8" Type="http://schemas.openxmlformats.org/officeDocument/2006/relationships/image" Target="../media/image38.svg"/><Relationship Id="rId3" Type="http://schemas.openxmlformats.org/officeDocument/2006/relationships/slideLayout" Target="../slideLayouts/slideLayout51.xml"/><Relationship Id="rId7" Type="http://schemas.openxmlformats.org/officeDocument/2006/relationships/image" Target="../media/image37.svg"/><Relationship Id="rId2" Type="http://schemas.openxmlformats.org/officeDocument/2006/relationships/tags" Target="../tags/tag446.xml"/><Relationship Id="rId1" Type="http://schemas.openxmlformats.org/officeDocument/2006/relationships/tags" Target="../tags/tag445.xml"/><Relationship Id="rId6" Type="http://schemas.openxmlformats.org/officeDocument/2006/relationships/image" Target="../media/image33.png"/><Relationship Id="rId5" Type="http://schemas.openxmlformats.org/officeDocument/2006/relationships/image" Target="../media/image36.png"/><Relationship Id="rId4" Type="http://schemas.openxmlformats.org/officeDocument/2006/relationships/image" Target="../media/image3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el 19">
            <a:extLst>
              <a:ext uri="{FF2B5EF4-FFF2-40B4-BE49-F238E27FC236}">
                <a16:creationId xmlns:a16="http://schemas.microsoft.com/office/drawing/2014/main" id="{8D17EF76-2217-4565-20CD-D65D723EE31F}"/>
              </a:ext>
            </a:extLst>
          </p:cNvPr>
          <p:cNvSpPr>
            <a:spLocks noGrp="1"/>
          </p:cNvSpPr>
          <p:nvPr>
            <p:ph type="ctrTitle"/>
          </p:nvPr>
        </p:nvSpPr>
        <p:spPr bwMode="gray">
          <a:xfrm>
            <a:off x="479425" y="2637000"/>
            <a:ext cx="11587237" cy="1584000"/>
          </a:xfrm>
        </p:spPr>
        <p:txBody>
          <a:bodyPr anchor="t"/>
          <a:lstStyle/>
          <a:p>
            <a:r>
              <a:rPr lang="en-US" sz="3200"/>
              <a:t>Portfolio Executive Committee (PEC) Review Meeting</a:t>
            </a:r>
            <a:br>
              <a:rPr lang="en-US" sz="3200"/>
            </a:br>
            <a:br>
              <a:rPr lang="en-US" sz="3200"/>
            </a:br>
            <a:r>
              <a:rPr lang="en-US" sz="3200"/>
              <a:t>TA INFL</a:t>
            </a:r>
          </a:p>
        </p:txBody>
      </p:sp>
      <p:sp>
        <p:nvSpPr>
          <p:cNvPr id="3" name="Untertitel 2">
            <a:extLst>
              <a:ext uri="{FF2B5EF4-FFF2-40B4-BE49-F238E27FC236}">
                <a16:creationId xmlns:a16="http://schemas.microsoft.com/office/drawing/2014/main" id="{692796CB-E2C8-8508-DF5A-FC10693F0AFB}"/>
              </a:ext>
            </a:extLst>
          </p:cNvPr>
          <p:cNvSpPr>
            <a:spLocks noGrp="1"/>
          </p:cNvSpPr>
          <p:nvPr>
            <p:ph type="subTitle" idx="1"/>
          </p:nvPr>
        </p:nvSpPr>
        <p:spPr bwMode="gray">
          <a:xfrm>
            <a:off x="479425" y="4437120"/>
            <a:ext cx="8281375" cy="936000"/>
          </a:xfrm>
        </p:spPr>
        <p:txBody>
          <a:bodyPr/>
          <a:lstStyle/>
          <a:p>
            <a:pPr lvl="1"/>
            <a:r>
              <a:rPr lang="en-US"/>
              <a:t> Ying Chen, Bo Wang, </a:t>
            </a:r>
            <a:r>
              <a:rPr lang="en-US" err="1"/>
              <a:t>Yayun</a:t>
            </a:r>
            <a:r>
              <a:rPr lang="en-US"/>
              <a:t> Zhu, Lindsay Xu, </a:t>
            </a:r>
            <a:r>
              <a:rPr lang="en-US" altLang="zh-CN"/>
              <a:t>Yuting Li</a:t>
            </a:r>
            <a:r>
              <a:rPr lang="en-US"/>
              <a:t>  | Apr. 23rd, 2026 </a:t>
            </a:r>
            <a:r>
              <a:rPr lang="en-US" altLang="zh-CN"/>
              <a:t>| 20 min</a:t>
            </a:r>
            <a:endParaRPr lang="en-US"/>
          </a:p>
        </p:txBody>
      </p:sp>
      <p:sp>
        <p:nvSpPr>
          <p:cNvPr id="17" name="Fußzeilenplatzhalter 16">
            <a:extLst>
              <a:ext uri="{FF2B5EF4-FFF2-40B4-BE49-F238E27FC236}">
                <a16:creationId xmlns:a16="http://schemas.microsoft.com/office/drawing/2014/main" id="{F654D22F-3A89-4EFD-C1CD-0566D4DCFD4D}"/>
              </a:ext>
            </a:extLst>
          </p:cNvPr>
          <p:cNvSpPr>
            <a:spLocks noGrp="1"/>
          </p:cNvSpPr>
          <p:nvPr>
            <p:ph type="ftr" sz="quarter" idx="19"/>
          </p:nvPr>
        </p:nvSpPr>
        <p:spPr bwMode="gray">
          <a:xfrm>
            <a:off x="479936" y="6165328"/>
            <a:ext cx="5040000" cy="216000"/>
          </a:xfrm>
        </p:spPr>
        <p:txBody>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prstClr val="white"/>
                </a:solidFill>
                <a:effectLst/>
                <a:uLnTx/>
                <a:uFillTx/>
                <a:latin typeface="Boehringer Forward Text"/>
                <a:ea typeface="+mn-ea"/>
                <a:cs typeface="+mn-cs"/>
              </a:rPr>
              <a:t>ONLY FOR INTERNAL USE</a:t>
            </a:r>
          </a:p>
        </p:txBody>
      </p:sp>
      <p:sp>
        <p:nvSpPr>
          <p:cNvPr id="5" name="Textfeld 4">
            <a:extLst>
              <a:ext uri="{FF2B5EF4-FFF2-40B4-BE49-F238E27FC236}">
                <a16:creationId xmlns:a16="http://schemas.microsoft.com/office/drawing/2014/main" id="{839FA9F0-3369-8108-E195-C7D33FD09D0A}"/>
              </a:ext>
            </a:extLst>
          </p:cNvPr>
          <p:cNvSpPr txBox="1"/>
          <p:nvPr/>
        </p:nvSpPr>
        <p:spPr bwMode="gray">
          <a:xfrm>
            <a:off x="1964267" y="1027289"/>
            <a:ext cx="0" cy="0"/>
          </a:xfrm>
          <a:prstGeom prst="rect">
            <a:avLst/>
          </a:prstGeom>
          <a:noFill/>
        </p:spPr>
        <p:txBody>
          <a:bodyPr wrap="none" lIns="0" tIns="0" rIns="0" bIns="0" rtlCol="0">
            <a:noAutofit/>
          </a:bodyPr>
          <a:lstStyle/>
          <a:p>
            <a:pPr marL="180000" marR="0" lvl="0" indent="-180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9" name="TextBox 7">
            <a:extLst>
              <a:ext uri="{FF2B5EF4-FFF2-40B4-BE49-F238E27FC236}">
                <a16:creationId xmlns:a16="http://schemas.microsoft.com/office/drawing/2014/main" id="{28576732-9C88-DCDA-879A-44699A5FB4E6}"/>
              </a:ext>
            </a:extLst>
          </p:cNvPr>
          <p:cNvSpPr txBox="1">
            <a:spLocks noGrp="1" noRot="1" noMove="1" noResize="1" noEditPoints="1" noAdjustHandles="1" noChangeArrowheads="1" noChangeShapeType="1"/>
          </p:cNvSpPr>
          <p:nvPr/>
        </p:nvSpPr>
        <p:spPr bwMode="gray">
          <a:xfrm>
            <a:off x="12399976" y="-1"/>
            <a:ext cx="1715078" cy="3017521"/>
          </a:xfrm>
          <a:prstGeom prst="rect">
            <a:avLst/>
          </a:prstGeom>
          <a:solidFill>
            <a:schemeClr val="bg1"/>
          </a:solidFill>
        </p:spPr>
        <p:txBody>
          <a:bodyPr wrap="square" lIns="108000" tIns="108000" rIns="108000" bIns="108000">
            <a:noAutofit/>
          </a:bodyPr>
          <a:lstStyle/>
          <a:p>
            <a:pPr marL="0" marR="0" lvl="0" indent="0" algn="l" defTabSz="914400" rtl="0" eaLnBrk="1" fontAlgn="auto" latinLnBrk="0" hangingPunct="1">
              <a:lnSpc>
                <a:spcPct val="120000"/>
              </a:lnSpc>
              <a:spcBef>
                <a:spcPts val="0"/>
              </a:spcBef>
              <a:spcAft>
                <a:spcPts val="600"/>
              </a:spcAft>
              <a:buClrTx/>
              <a:buSzTx/>
              <a:buFontTx/>
              <a:buNone/>
              <a:tabLst/>
              <a:defRPr/>
            </a:pPr>
            <a:r>
              <a:rPr kumimoji="0" lang="en-US" sz="1100" b="1" i="0" u="none" strike="noStrike" kern="1200" cap="none" spc="0" normalizeH="0" baseline="0" noProof="0">
                <a:ln>
                  <a:noFill/>
                </a:ln>
                <a:solidFill>
                  <a:prstClr val="black"/>
                </a:solidFill>
                <a:effectLst/>
                <a:uLnTx/>
                <a:uFillTx/>
                <a:latin typeface="Boehringer Forward Head"/>
                <a:ea typeface="+mn-ea"/>
                <a:cs typeface="+mn-cs"/>
              </a:rPr>
              <a:t>To insert a wordmark:</a:t>
            </a:r>
          </a:p>
          <a:p>
            <a:pPr marL="144000" marR="0" lvl="0" indent="-144000" algn="l" defTabSz="914400" rtl="0" eaLnBrk="1" fontAlgn="auto" latinLnBrk="0" hangingPunct="1">
              <a:lnSpc>
                <a:spcPct val="120000"/>
              </a:lnSpc>
              <a:spcBef>
                <a:spcPts val="0"/>
              </a:spcBef>
              <a:spcAft>
                <a:spcPts val="600"/>
              </a:spcAft>
              <a:buClrTx/>
              <a:buSzTx/>
              <a:buFont typeface="+mj-lt"/>
              <a:buAutoNum type="arabicPeriod"/>
              <a:tabLst/>
              <a:defRPr/>
            </a:pPr>
            <a:r>
              <a:rPr kumimoji="0" lang="en-US" sz="900" b="0" i="0" u="none" strike="noStrike" kern="1200" cap="none" spc="0" normalizeH="0" baseline="0" noProof="0">
                <a:ln>
                  <a:noFill/>
                </a:ln>
                <a:solidFill>
                  <a:prstClr val="black"/>
                </a:solidFill>
                <a:effectLst/>
                <a:uLnTx/>
                <a:uFillTx/>
                <a:latin typeface="Boehringer Forward Text"/>
                <a:ea typeface="+mn-ea"/>
                <a:cs typeface="+mn-cs"/>
              </a:rPr>
              <a:t>Add (e.g. via drag and drop) your wordmark file (in RGB) to this slide (in alignment with our brand governance and architecture guidelines)</a:t>
            </a:r>
          </a:p>
          <a:p>
            <a:pPr marL="144000" marR="0" lvl="0" indent="-144000" algn="l" defTabSz="914400" rtl="0" eaLnBrk="1" fontAlgn="auto" latinLnBrk="0" hangingPunct="1">
              <a:lnSpc>
                <a:spcPct val="120000"/>
              </a:lnSpc>
              <a:spcBef>
                <a:spcPts val="0"/>
              </a:spcBef>
              <a:spcAft>
                <a:spcPts val="600"/>
              </a:spcAft>
              <a:buClrTx/>
              <a:buSzTx/>
              <a:buFont typeface="+mj-lt"/>
              <a:buAutoNum type="arabicPeriod"/>
              <a:tabLst/>
              <a:defRPr/>
            </a:pPr>
            <a:r>
              <a:rPr kumimoji="0" lang="en-US" sz="900" b="0" i="0" u="none" strike="noStrike" kern="1200" cap="none" spc="0" normalizeH="0" baseline="0" noProof="0">
                <a:ln>
                  <a:noFill/>
                </a:ln>
                <a:solidFill>
                  <a:prstClr val="black"/>
                </a:solidFill>
                <a:effectLst/>
                <a:uLnTx/>
                <a:uFillTx/>
                <a:latin typeface="Boehringer Forward Text"/>
                <a:ea typeface="+mn-ea"/>
                <a:cs typeface="+mn-cs"/>
              </a:rPr>
              <a:t>Change the size of the wordmark according to the height reference (magenta placeholder)</a:t>
            </a:r>
          </a:p>
          <a:p>
            <a:pPr marL="144000" marR="0" lvl="0" indent="-144000" algn="l" defTabSz="914400" rtl="0" eaLnBrk="1" fontAlgn="auto" latinLnBrk="0" hangingPunct="1">
              <a:lnSpc>
                <a:spcPct val="120000"/>
              </a:lnSpc>
              <a:spcBef>
                <a:spcPts val="0"/>
              </a:spcBef>
              <a:spcAft>
                <a:spcPts val="600"/>
              </a:spcAft>
              <a:buClrTx/>
              <a:buSzTx/>
              <a:buFont typeface="+mj-lt"/>
              <a:buAutoNum type="arabicPeriod"/>
              <a:tabLst/>
              <a:defRPr/>
            </a:pPr>
            <a:r>
              <a:rPr kumimoji="0" lang="en-US" sz="900" b="0" i="0" u="none" strike="noStrike" kern="1200" cap="none" spc="0" normalizeH="0" baseline="0" noProof="0">
                <a:ln>
                  <a:noFill/>
                </a:ln>
                <a:solidFill>
                  <a:prstClr val="black"/>
                </a:solidFill>
                <a:effectLst/>
                <a:uLnTx/>
                <a:uFillTx/>
                <a:latin typeface="Boehringer Forward Text"/>
                <a:ea typeface="+mn-ea"/>
                <a:cs typeface="+mn-cs"/>
              </a:rPr>
              <a:t>Select the “guides” in the navigation bar and move the wordmark to the right and top line (orange)</a:t>
            </a:r>
          </a:p>
        </p:txBody>
      </p:sp>
      <p:pic>
        <p:nvPicPr>
          <p:cNvPr id="10" name="Grafik 9">
            <a:extLst>
              <a:ext uri="{FF2B5EF4-FFF2-40B4-BE49-F238E27FC236}">
                <a16:creationId xmlns:a16="http://schemas.microsoft.com/office/drawing/2014/main" id="{3ABF3C48-BECA-13B1-0740-A1DC728D6B9E}"/>
              </a:ext>
            </a:extLst>
          </p:cNvPr>
          <p:cNvPicPr>
            <a:picLocks noGrp="1" noRot="1" noChangeAspect="1" noMove="1" noResize="1" noEditPoints="1" noAdjustHandles="1" noChangeArrowheads="1" noChangeShapeType="1" noCrop="1"/>
          </p:cNvPicPr>
          <p:nvPr/>
        </p:nvPicPr>
        <p:blipFill>
          <a:blip r:embed="rId3"/>
          <a:stretch>
            <a:fillRect/>
          </a:stretch>
        </p:blipFill>
        <p:spPr>
          <a:xfrm>
            <a:off x="12399976" y="3212976"/>
            <a:ext cx="2448273" cy="815185"/>
          </a:xfrm>
          <a:prstGeom prst="rect">
            <a:avLst/>
          </a:prstGeom>
        </p:spPr>
      </p:pic>
    </p:spTree>
    <p:extLst>
      <p:ext uri="{BB962C8B-B14F-4D97-AF65-F5344CB8AC3E}">
        <p14:creationId xmlns:p14="http://schemas.microsoft.com/office/powerpoint/2010/main" val="33801804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543307-A2AC-FD79-A6B1-B6FF397E302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A0ACD9-449E-959D-52D6-C8EC196674B8}"/>
              </a:ext>
            </a:extLst>
          </p:cNvPr>
          <p:cNvSpPr>
            <a:spLocks noGrp="1"/>
          </p:cNvSpPr>
          <p:nvPr>
            <p:ph type="ctrTitle"/>
          </p:nvPr>
        </p:nvSpPr>
        <p:spPr>
          <a:xfrm>
            <a:off x="479425" y="2637000"/>
            <a:ext cx="8280755" cy="1584000"/>
          </a:xfrm>
        </p:spPr>
        <p:txBody>
          <a:bodyPr anchor="b">
            <a:normAutofit/>
          </a:bodyPr>
          <a:lstStyle/>
          <a:p>
            <a:pPr marL="0" indent="0">
              <a:buNone/>
            </a:pPr>
            <a:r>
              <a:rPr lang="en-US" altLang="zh-CN" b="1"/>
              <a:t>Part II: Pipeline Update</a:t>
            </a:r>
            <a:endParaRPr lang="zh-CN" altLang="en-US" b="1"/>
          </a:p>
        </p:txBody>
      </p:sp>
      <p:sp>
        <p:nvSpPr>
          <p:cNvPr id="6" name="Slide Number Placeholder 5" hidden="1">
            <a:extLst>
              <a:ext uri="{FF2B5EF4-FFF2-40B4-BE49-F238E27FC236}">
                <a16:creationId xmlns:a16="http://schemas.microsoft.com/office/drawing/2014/main" id="{212DC281-C5C9-FB64-DFB6-75FE95A7F99E}"/>
              </a:ext>
            </a:extLst>
          </p:cNvPr>
          <p:cNvSpPr>
            <a:spLocks noGrp="1"/>
          </p:cNvSpPr>
          <p:nvPr>
            <p:ph type="sldNum" sz="quarter" idx="4294967295"/>
          </p:nvPr>
        </p:nvSpPr>
        <p:spPr>
          <a:xfrm>
            <a:off x="11424592" y="6246836"/>
            <a:ext cx="288000" cy="288000"/>
          </a:xfrm>
        </p:spPr>
        <p:txBody>
          <a:bodyPr/>
          <a:lstStyle/>
          <a:p>
            <a:pPr>
              <a:spcAft>
                <a:spcPts val="600"/>
              </a:spcAft>
            </a:pPr>
            <a:fld id="{DF4E8F9F-5B1F-4F5B-BE49-3245D8C18D9F}" type="slidenum">
              <a:rPr lang="en-US" smtClean="0"/>
              <a:pPr>
                <a:spcAft>
                  <a:spcPts val="600"/>
                </a:spcAft>
              </a:pPr>
              <a:t>2</a:t>
            </a:fld>
            <a:endParaRPr lang="en-US"/>
          </a:p>
        </p:txBody>
      </p:sp>
    </p:spTree>
    <p:extLst>
      <p:ext uri="{BB962C8B-B14F-4D97-AF65-F5344CB8AC3E}">
        <p14:creationId xmlns:p14="http://schemas.microsoft.com/office/powerpoint/2010/main" val="22308731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F71BF-62AC-D4D6-F9A3-7B6CE0EA6858}"/>
            </a:ext>
          </a:extLst>
        </p:cNvPr>
        <p:cNvGrpSpPr/>
        <p:nvPr/>
      </p:nvGrpSpPr>
      <p:grpSpPr>
        <a:xfrm>
          <a:off x="0" y="0"/>
          <a:ext cx="0" cy="0"/>
          <a:chOff x="0" y="0"/>
          <a:chExt cx="0" cy="0"/>
        </a:xfrm>
      </p:grpSpPr>
      <p:sp>
        <p:nvSpPr>
          <p:cNvPr id="46" name="Titel 2">
            <a:extLst>
              <a:ext uri="{FF2B5EF4-FFF2-40B4-BE49-F238E27FC236}">
                <a16:creationId xmlns:a16="http://schemas.microsoft.com/office/drawing/2014/main" id="{8394C71C-F9D6-C84B-2EB6-4863DC3F97BE}"/>
              </a:ext>
            </a:extLst>
          </p:cNvPr>
          <p:cNvSpPr txBox="1">
            <a:spLocks/>
          </p:cNvSpPr>
          <p:nvPr/>
        </p:nvSpPr>
        <p:spPr bwMode="gray">
          <a:xfrm>
            <a:off x="790145" y="320694"/>
            <a:ext cx="11044803" cy="720000"/>
          </a:xfrm>
          <a:prstGeom prst="rect">
            <a:avLst/>
          </a:prstGeom>
        </p:spPr>
        <p:txBody>
          <a:bodyPr vert="horz" lIns="0" tIns="0" rIns="0" bIns="0" rtlCol="0" anchor="t">
            <a:noAutofit/>
          </a:bodyPr>
          <a:lstStyle>
            <a:lvl1pPr algn="l" defTabSz="914377" rtl="0" eaLnBrk="1" latinLnBrk="0" hangingPunct="1">
              <a:lnSpc>
                <a:spcPct val="100000"/>
              </a:lnSpc>
              <a:spcBef>
                <a:spcPct val="0"/>
              </a:spcBef>
              <a:buNone/>
              <a:defRPr sz="2500" b="1" kern="1200">
                <a:solidFill>
                  <a:schemeClr val="bg2"/>
                </a:solidFill>
                <a:latin typeface="+mj-lt"/>
                <a:ea typeface="+mj-ea"/>
                <a:cs typeface="+mj-cs"/>
              </a:defRPr>
            </a:lvl1pPr>
          </a:lstStyle>
          <a:p>
            <a:pPr marL="0" marR="0" lvl="0" indent="0" algn="l" defTabSz="914377" rtl="0" eaLnBrk="1" fontAlgn="auto" latinLnBrk="0" hangingPunct="1">
              <a:lnSpc>
                <a:spcPct val="100000"/>
              </a:lnSpc>
              <a:spcBef>
                <a:spcPct val="0"/>
              </a:spcBef>
              <a:spcAft>
                <a:spcPts val="0"/>
              </a:spcAft>
              <a:buClrTx/>
              <a:buSzTx/>
              <a:buFontTx/>
              <a:buNone/>
              <a:tabLst/>
              <a:defRPr/>
            </a:pPr>
            <a:r>
              <a:rPr kumimoji="0" lang="en-US" altLang="zh-CN" sz="2400" b="1" i="0" u="none" strike="noStrike" kern="1200" cap="none" spc="0" normalizeH="0" baseline="0" noProof="0">
                <a:ln w="6350" cap="flat">
                  <a:noFill/>
                  <a:miter lim="800000"/>
                </a:ln>
                <a:solidFill>
                  <a:srgbClr val="08312A"/>
                </a:solidFill>
                <a:effectLst/>
                <a:uLnTx/>
                <a:uFillTx/>
                <a:latin typeface="Boehringer Forward Head"/>
                <a:ea typeface="+mj-ea"/>
                <a:cs typeface="Arial" panose="020B0604020202020204" pitchFamily="34" charset="0"/>
                <a:sym typeface="BISans" panose="02000503040000020004" pitchFamily="2" charset="0"/>
              </a:rPr>
              <a:t>TA INFL Portfolio Summary - Pipeline Project</a:t>
            </a:r>
            <a:endParaRPr kumimoji="0" lang="de-DE" sz="1600" b="1" i="0" u="none" strike="noStrike" kern="1200" cap="none" spc="0" normalizeH="0" baseline="0" noProof="0">
              <a:ln>
                <a:noFill/>
              </a:ln>
              <a:solidFill>
                <a:srgbClr val="08312A"/>
              </a:solidFill>
              <a:effectLst/>
              <a:uLnTx/>
              <a:uFillTx/>
              <a:latin typeface="Boehringer Forward Head"/>
              <a:ea typeface="+mj-ea"/>
              <a:cs typeface="+mj-cs"/>
            </a:endParaRPr>
          </a:p>
        </p:txBody>
      </p:sp>
      <p:sp>
        <p:nvSpPr>
          <p:cNvPr id="45" name="Oval 10">
            <a:extLst>
              <a:ext uri="{FF2B5EF4-FFF2-40B4-BE49-F238E27FC236}">
                <a16:creationId xmlns:a16="http://schemas.microsoft.com/office/drawing/2014/main" id="{83D029B0-80B3-10A0-D5B8-871CAFA2238D}"/>
              </a:ext>
            </a:extLst>
          </p:cNvPr>
          <p:cNvSpPr>
            <a:spLocks noChangeAspect="1"/>
          </p:cNvSpPr>
          <p:nvPr/>
        </p:nvSpPr>
        <p:spPr>
          <a:xfrm>
            <a:off x="7253767" y="4740661"/>
            <a:ext cx="637171" cy="637171"/>
          </a:xfrm>
          <a:prstGeom prst="ellipse">
            <a:avLst/>
          </a:prstGeom>
          <a:solidFill>
            <a:srgbClr val="076D7E"/>
          </a:solidFill>
          <a:ln w="38100" cap="flat" cmpd="sng" algn="ctr">
            <a:solidFill>
              <a:sysClr val="window" lastClr="FFFFFF"/>
            </a:solidFill>
            <a:prstDash val="solid"/>
            <a:miter lim="800000"/>
          </a:ln>
          <a:effectLst>
            <a:outerShdw blurRad="63500" sx="102000" sy="102000" algn="ctr" rotWithShape="0">
              <a:prstClr val="black">
                <a:alpha val="10000"/>
              </a:prstClr>
            </a:outerShdw>
          </a:effectLst>
        </p:spPr>
        <p:txBody>
          <a:bodyPr lIns="72000" tIns="72000" rIns="72000" bIns="72000" rtlCol="0" anchor="ctr"/>
          <a:lstStyle/>
          <a:p>
            <a:pPr marL="0" marR="0" lvl="0" indent="0" algn="ctr" defTabSz="914332" rtl="0" eaLnBrk="1" fontAlgn="auto" latinLnBrk="0" hangingPunct="1">
              <a:lnSpc>
                <a:spcPct val="100000"/>
              </a:lnSpc>
              <a:spcBef>
                <a:spcPts val="0"/>
              </a:spcBef>
              <a:spcAft>
                <a:spcPts val="0"/>
              </a:spcAft>
              <a:buClrTx/>
              <a:buSzTx/>
              <a:buFontTx/>
              <a:buNone/>
              <a:tabLst/>
              <a:defRPr/>
            </a:pPr>
            <a:endParaRPr kumimoji="0" lang="en-US" sz="1333" b="0" i="0" u="none" strike="noStrike" kern="0" cap="none" spc="0" normalizeH="0" baseline="0" noProof="0">
              <a:ln>
                <a:noFill/>
              </a:ln>
              <a:solidFill>
                <a:sysClr val="windowText" lastClr="000000"/>
              </a:solidFill>
              <a:effectLst/>
              <a:uLnTx/>
              <a:uFillTx/>
              <a:latin typeface="Arial" panose="020B0604020202020204" pitchFamily="34" charset="0"/>
              <a:ea typeface="+mn-ea"/>
              <a:cs typeface="+mn-cs"/>
              <a:sym typeface="Helvetica Neue Medium"/>
            </a:endParaRPr>
          </a:p>
        </p:txBody>
      </p:sp>
      <p:sp>
        <p:nvSpPr>
          <p:cNvPr id="56" name="TextBox 112">
            <a:extLst>
              <a:ext uri="{FF2B5EF4-FFF2-40B4-BE49-F238E27FC236}">
                <a16:creationId xmlns:a16="http://schemas.microsoft.com/office/drawing/2014/main" id="{364BF966-73EB-CFF0-03EF-6BC1C6156533}"/>
              </a:ext>
            </a:extLst>
          </p:cNvPr>
          <p:cNvSpPr txBox="1"/>
          <p:nvPr/>
        </p:nvSpPr>
        <p:spPr>
          <a:xfrm>
            <a:off x="7208255" y="5145814"/>
            <a:ext cx="728195" cy="123111"/>
          </a:xfrm>
          <a:prstGeom prst="rect">
            <a:avLst/>
          </a:prstGeom>
          <a:noFill/>
          <a:ln>
            <a:noFill/>
          </a:ln>
        </p:spPr>
        <p:txBody>
          <a:bodyPr wrap="square" lIns="0" tIns="0" rIns="0" bIns="0" rtlCol="0">
            <a:spAutoFit/>
          </a:bodyPr>
          <a:lstStyle/>
          <a:p>
            <a:pPr marL="0" marR="0" lvl="0" indent="0" algn="ctr" defTabSz="1219050" rtl="0" eaLnBrk="1" fontAlgn="auto" latinLnBrk="0" hangingPunct="1">
              <a:lnSpc>
                <a:spcPct val="100000"/>
              </a:lnSpc>
              <a:spcBef>
                <a:spcPts val="600"/>
              </a:spcBef>
              <a:spcAft>
                <a:spcPts val="0"/>
              </a:spcAft>
              <a:buClrTx/>
              <a:buSzTx/>
              <a:buFontTx/>
              <a:buNone/>
              <a:tabLst/>
              <a:defRPr/>
            </a:pPr>
            <a:r>
              <a:rPr lang="en-US" sz="800" b="1" err="1">
                <a:solidFill>
                  <a:srgbClr val="FFFFFF"/>
                </a:solidFill>
                <a:latin typeface="BISansOpti"/>
              </a:rPr>
              <a:t>FiH</a:t>
            </a:r>
            <a:r>
              <a:rPr lang="en-US" sz="800" b="1">
                <a:solidFill>
                  <a:srgbClr val="FFFFFF"/>
                </a:solidFill>
                <a:latin typeface="BISansOpti"/>
              </a:rPr>
              <a:t> </a:t>
            </a:r>
            <a:r>
              <a:rPr kumimoji="0" lang="en-US" sz="800" b="1" i="0" u="none" strike="noStrike" kern="1200" cap="none" spc="0" normalizeH="0" baseline="0" noProof="0">
                <a:ln>
                  <a:noFill/>
                </a:ln>
                <a:solidFill>
                  <a:srgbClr val="FFFFFF"/>
                </a:solidFill>
                <a:effectLst/>
                <a:uLnTx/>
                <a:uFillTx/>
                <a:latin typeface="BISansOpti"/>
                <a:ea typeface="+mn-ea"/>
                <a:cs typeface="+mn-cs"/>
              </a:rPr>
              <a:t>- PoC</a:t>
            </a:r>
          </a:p>
        </p:txBody>
      </p:sp>
      <p:grpSp>
        <p:nvGrpSpPr>
          <p:cNvPr id="37" name="Group 36">
            <a:extLst>
              <a:ext uri="{FF2B5EF4-FFF2-40B4-BE49-F238E27FC236}">
                <a16:creationId xmlns:a16="http://schemas.microsoft.com/office/drawing/2014/main" id="{EFF88870-F8CD-90AC-66BC-61B37AE9AE60}"/>
              </a:ext>
            </a:extLst>
          </p:cNvPr>
          <p:cNvGrpSpPr/>
          <p:nvPr/>
        </p:nvGrpSpPr>
        <p:grpSpPr>
          <a:xfrm>
            <a:off x="7438000" y="4824446"/>
            <a:ext cx="268704" cy="254868"/>
            <a:chOff x="7123471" y="4805609"/>
            <a:chExt cx="385616" cy="440489"/>
          </a:xfrm>
        </p:grpSpPr>
        <p:sp>
          <p:nvSpPr>
            <p:cNvPr id="14" name="Freeform: Shape 13">
              <a:extLst>
                <a:ext uri="{FF2B5EF4-FFF2-40B4-BE49-F238E27FC236}">
                  <a16:creationId xmlns:a16="http://schemas.microsoft.com/office/drawing/2014/main" id="{336F93B1-310B-12D8-BF22-C3846AD027D4}"/>
                </a:ext>
              </a:extLst>
            </p:cNvPr>
            <p:cNvSpPr/>
            <p:nvPr/>
          </p:nvSpPr>
          <p:spPr>
            <a:xfrm>
              <a:off x="7357865" y="4805609"/>
              <a:ext cx="81816" cy="81816"/>
            </a:xfrm>
            <a:custGeom>
              <a:avLst/>
              <a:gdLst>
                <a:gd name="csX0" fmla="*/ 40908 w 81816"/>
                <a:gd name="csY0" fmla="*/ 81817 h 81816"/>
                <a:gd name="csX1" fmla="*/ 81817 w 81816"/>
                <a:gd name="csY1" fmla="*/ 40908 h 81816"/>
                <a:gd name="csX2" fmla="*/ 40908 w 81816"/>
                <a:gd name="csY2" fmla="*/ 0 h 81816"/>
                <a:gd name="csX3" fmla="*/ 0 w 81816"/>
                <a:gd name="csY3" fmla="*/ 40908 h 81816"/>
                <a:gd name="csX4" fmla="*/ 40908 w 81816"/>
                <a:gd name="csY4" fmla="*/ 81817 h 81816"/>
                <a:gd name="csX5" fmla="*/ 40908 w 81816"/>
                <a:gd name="csY5" fmla="*/ 10227 h 81816"/>
                <a:gd name="csX6" fmla="*/ 71589 w 81816"/>
                <a:gd name="csY6" fmla="*/ 40908 h 81816"/>
                <a:gd name="csX7" fmla="*/ 40908 w 81816"/>
                <a:gd name="csY7" fmla="*/ 71589 h 81816"/>
                <a:gd name="csX8" fmla="*/ 10227 w 81816"/>
                <a:gd name="csY8" fmla="*/ 40908 h 81816"/>
                <a:gd name="csX9" fmla="*/ 40908 w 81816"/>
                <a:gd name="csY9" fmla="*/ 10207 h 818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81816" h="81816">
                  <a:moveTo>
                    <a:pt x="40908" y="81817"/>
                  </a:moveTo>
                  <a:cubicBezTo>
                    <a:pt x="63501" y="81817"/>
                    <a:pt x="81817" y="63501"/>
                    <a:pt x="81817" y="40908"/>
                  </a:cubicBezTo>
                  <a:cubicBezTo>
                    <a:pt x="81817" y="18315"/>
                    <a:pt x="63501" y="0"/>
                    <a:pt x="40908" y="0"/>
                  </a:cubicBezTo>
                  <a:cubicBezTo>
                    <a:pt x="18315" y="0"/>
                    <a:pt x="0" y="18315"/>
                    <a:pt x="0" y="40908"/>
                  </a:cubicBezTo>
                  <a:cubicBezTo>
                    <a:pt x="0" y="63501"/>
                    <a:pt x="18315" y="81817"/>
                    <a:pt x="40908" y="81817"/>
                  </a:cubicBezTo>
                  <a:close/>
                  <a:moveTo>
                    <a:pt x="40908" y="10227"/>
                  </a:moveTo>
                  <a:cubicBezTo>
                    <a:pt x="57853" y="10227"/>
                    <a:pt x="71589" y="23963"/>
                    <a:pt x="71589" y="40908"/>
                  </a:cubicBezTo>
                  <a:cubicBezTo>
                    <a:pt x="71589" y="57853"/>
                    <a:pt x="57853" y="71589"/>
                    <a:pt x="40908" y="71589"/>
                  </a:cubicBezTo>
                  <a:cubicBezTo>
                    <a:pt x="23964" y="71589"/>
                    <a:pt x="10227" y="57853"/>
                    <a:pt x="10227" y="40908"/>
                  </a:cubicBezTo>
                  <a:cubicBezTo>
                    <a:pt x="10238" y="23965"/>
                    <a:pt x="23965" y="10229"/>
                    <a:pt x="40908" y="10207"/>
                  </a:cubicBezTo>
                  <a:close/>
                </a:path>
              </a:pathLst>
            </a:custGeom>
            <a:solidFill>
              <a:srgbClr val="FFFFFF"/>
            </a:solidFill>
            <a:ln w="5060" cap="flat">
              <a:solidFill>
                <a:srgbClr val="FFFFFF"/>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3" name="Freeform: Shape 22">
              <a:extLst>
                <a:ext uri="{FF2B5EF4-FFF2-40B4-BE49-F238E27FC236}">
                  <a16:creationId xmlns:a16="http://schemas.microsoft.com/office/drawing/2014/main" id="{9DFE7616-69E7-D6C6-3E79-351EB4BCE0E0}"/>
                </a:ext>
              </a:extLst>
            </p:cNvPr>
            <p:cNvSpPr/>
            <p:nvPr/>
          </p:nvSpPr>
          <p:spPr>
            <a:xfrm>
              <a:off x="7123471" y="5046027"/>
              <a:ext cx="168276" cy="99100"/>
            </a:xfrm>
            <a:custGeom>
              <a:avLst/>
              <a:gdLst>
                <a:gd name="csX0" fmla="*/ 134379 w 168276"/>
                <a:gd name="csY0" fmla="*/ 80957 h 99100"/>
                <a:gd name="csX1" fmla="*/ 121216 w 168276"/>
                <a:gd name="csY1" fmla="*/ 88868 h 99100"/>
                <a:gd name="csX2" fmla="*/ 25312 w 168276"/>
                <a:gd name="csY2" fmla="*/ 88868 h 99100"/>
                <a:gd name="csX3" fmla="*/ 10227 w 168276"/>
                <a:gd name="csY3" fmla="*/ 73783 h 99100"/>
                <a:gd name="csX4" fmla="*/ 25312 w 168276"/>
                <a:gd name="csY4" fmla="*/ 58698 h 99100"/>
                <a:gd name="csX5" fmla="*/ 109113 w 168276"/>
                <a:gd name="csY5" fmla="*/ 58698 h 99100"/>
                <a:gd name="csX6" fmla="*/ 113618 w 168276"/>
                <a:gd name="csY6" fmla="*/ 56003 h 99100"/>
                <a:gd name="csX7" fmla="*/ 137651 w 168276"/>
                <a:gd name="csY7" fmla="*/ 11214 h 99100"/>
                <a:gd name="csX8" fmla="*/ 132057 w 168276"/>
                <a:gd name="csY8" fmla="*/ 0 h 99100"/>
                <a:gd name="csX9" fmla="*/ 106044 w 168276"/>
                <a:gd name="csY9" fmla="*/ 48476 h 99100"/>
                <a:gd name="csX10" fmla="*/ 25312 w 168276"/>
                <a:gd name="csY10" fmla="*/ 48476 h 99100"/>
                <a:gd name="csX11" fmla="*/ 0 w 168276"/>
                <a:gd name="csY11" fmla="*/ 73788 h 99100"/>
                <a:gd name="csX12" fmla="*/ 25312 w 168276"/>
                <a:gd name="csY12" fmla="*/ 99100 h 99100"/>
                <a:gd name="csX13" fmla="*/ 121216 w 168276"/>
                <a:gd name="csY13" fmla="*/ 99100 h 99100"/>
                <a:gd name="csX14" fmla="*/ 143378 w 168276"/>
                <a:gd name="csY14" fmla="*/ 85805 h 99100"/>
                <a:gd name="csX15" fmla="*/ 168276 w 168276"/>
                <a:gd name="csY15" fmla="*/ 39911 h 99100"/>
                <a:gd name="csX16" fmla="*/ 160478 w 168276"/>
                <a:gd name="csY16" fmla="*/ 32860 h 991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68276" h="99100">
                  <a:moveTo>
                    <a:pt x="134379" y="80957"/>
                  </a:moveTo>
                  <a:cubicBezTo>
                    <a:pt x="131818" y="85851"/>
                    <a:pt x="126739" y="88904"/>
                    <a:pt x="121216" y="88868"/>
                  </a:cubicBezTo>
                  <a:lnTo>
                    <a:pt x="25312" y="88868"/>
                  </a:lnTo>
                  <a:cubicBezTo>
                    <a:pt x="16981" y="88868"/>
                    <a:pt x="10227" y="82114"/>
                    <a:pt x="10227" y="73783"/>
                  </a:cubicBezTo>
                  <a:cubicBezTo>
                    <a:pt x="10227" y="65452"/>
                    <a:pt x="16981" y="58698"/>
                    <a:pt x="25312" y="58698"/>
                  </a:cubicBezTo>
                  <a:lnTo>
                    <a:pt x="109113" y="58698"/>
                  </a:lnTo>
                  <a:cubicBezTo>
                    <a:pt x="110996" y="58698"/>
                    <a:pt x="112727" y="57663"/>
                    <a:pt x="113618" y="56003"/>
                  </a:cubicBezTo>
                  <a:lnTo>
                    <a:pt x="137651" y="11214"/>
                  </a:lnTo>
                  <a:cubicBezTo>
                    <a:pt x="135129" y="7842"/>
                    <a:pt x="133234" y="4043"/>
                    <a:pt x="132057" y="0"/>
                  </a:cubicBezTo>
                  <a:lnTo>
                    <a:pt x="106044" y="48476"/>
                  </a:lnTo>
                  <a:lnTo>
                    <a:pt x="25312" y="48476"/>
                  </a:lnTo>
                  <a:cubicBezTo>
                    <a:pt x="11333" y="48476"/>
                    <a:pt x="0" y="59809"/>
                    <a:pt x="0" y="73788"/>
                  </a:cubicBezTo>
                  <a:cubicBezTo>
                    <a:pt x="0" y="87768"/>
                    <a:pt x="11333" y="99100"/>
                    <a:pt x="25312" y="99100"/>
                  </a:cubicBezTo>
                  <a:lnTo>
                    <a:pt x="121216" y="99100"/>
                  </a:lnTo>
                  <a:cubicBezTo>
                    <a:pt x="130509" y="99164"/>
                    <a:pt x="139060" y="94034"/>
                    <a:pt x="143378" y="85805"/>
                  </a:cubicBezTo>
                  <a:lnTo>
                    <a:pt x="168276" y="39911"/>
                  </a:lnTo>
                  <a:lnTo>
                    <a:pt x="160478" y="32860"/>
                  </a:lnTo>
                  <a:close/>
                </a:path>
              </a:pathLst>
            </a:custGeom>
            <a:solidFill>
              <a:srgbClr val="FFFFFF"/>
            </a:solidFill>
            <a:ln w="5060" cap="flat">
              <a:solidFill>
                <a:srgbClr val="FFFFFF"/>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5" name="Freeform: Shape 24">
              <a:extLst>
                <a:ext uri="{FF2B5EF4-FFF2-40B4-BE49-F238E27FC236}">
                  <a16:creationId xmlns:a16="http://schemas.microsoft.com/office/drawing/2014/main" id="{204079BF-713C-AB7E-6742-CB7E6510293E}"/>
                </a:ext>
              </a:extLst>
            </p:cNvPr>
            <p:cNvSpPr/>
            <p:nvPr/>
          </p:nvSpPr>
          <p:spPr>
            <a:xfrm>
              <a:off x="7220761" y="4893261"/>
              <a:ext cx="288326" cy="352837"/>
            </a:xfrm>
            <a:custGeom>
              <a:avLst/>
              <a:gdLst>
                <a:gd name="csX0" fmla="*/ 287442 w 288326"/>
                <a:gd name="csY0" fmla="*/ 25868 h 352837"/>
                <a:gd name="csX1" fmla="*/ 274981 w 288326"/>
                <a:gd name="csY1" fmla="*/ 10471 h 352837"/>
                <a:gd name="csX2" fmla="*/ 255923 w 288326"/>
                <a:gd name="csY2" fmla="*/ 8794 h 352837"/>
                <a:gd name="csX3" fmla="*/ 241369 w 288326"/>
                <a:gd name="csY3" fmla="*/ 21097 h 352837"/>
                <a:gd name="csX4" fmla="*/ 226591 w 288326"/>
                <a:gd name="csY4" fmla="*/ 48996 h 352837"/>
                <a:gd name="csX5" fmla="*/ 211333 w 288326"/>
                <a:gd name="csY5" fmla="*/ 39378 h 352837"/>
                <a:gd name="csX6" fmla="*/ 211333 w 288326"/>
                <a:gd name="csY6" fmla="*/ 39378 h 352837"/>
                <a:gd name="csX7" fmla="*/ 189283 w 288326"/>
                <a:gd name="csY7" fmla="*/ 25490 h 352837"/>
                <a:gd name="csX8" fmla="*/ 189232 w 288326"/>
                <a:gd name="csY8" fmla="*/ 25459 h 352837"/>
                <a:gd name="csX9" fmla="*/ 189232 w 288326"/>
                <a:gd name="csY9" fmla="*/ 25459 h 352837"/>
                <a:gd name="csX10" fmla="*/ 164891 w 288326"/>
                <a:gd name="csY10" fmla="*/ 10118 h 352837"/>
                <a:gd name="csX11" fmla="*/ 164891 w 288326"/>
                <a:gd name="csY11" fmla="*/ 10118 h 352837"/>
                <a:gd name="csX12" fmla="*/ 154900 w 288326"/>
                <a:gd name="csY12" fmla="*/ 3829 h 352837"/>
                <a:gd name="csX13" fmla="*/ 141645 w 288326"/>
                <a:gd name="csY13" fmla="*/ 4 h 352837"/>
                <a:gd name="csX14" fmla="*/ 57272 w 288326"/>
                <a:gd name="csY14" fmla="*/ 4 h 352837"/>
                <a:gd name="csX15" fmla="*/ 35402 w 288326"/>
                <a:gd name="csY15" fmla="*/ 13110 h 352837"/>
                <a:gd name="csX16" fmla="*/ 3186 w 288326"/>
                <a:gd name="csY16" fmla="*/ 72565 h 352837"/>
                <a:gd name="csX17" fmla="*/ 1003 w 288326"/>
                <a:gd name="csY17" fmla="*/ 91357 h 352837"/>
                <a:gd name="csX18" fmla="*/ 13275 w 288326"/>
                <a:gd name="csY18" fmla="*/ 106513 h 352837"/>
                <a:gd name="csX19" fmla="*/ 24995 w 288326"/>
                <a:gd name="csY19" fmla="*/ 109536 h 352837"/>
                <a:gd name="csX20" fmla="*/ 46866 w 288326"/>
                <a:gd name="csY20" fmla="*/ 96445 h 352837"/>
                <a:gd name="csX21" fmla="*/ 72219 w 288326"/>
                <a:gd name="csY21" fmla="*/ 49953 h 352837"/>
                <a:gd name="csX22" fmla="*/ 89922 w 288326"/>
                <a:gd name="csY22" fmla="*/ 49953 h 352837"/>
                <a:gd name="csX23" fmla="*/ 46457 w 288326"/>
                <a:gd name="csY23" fmla="*/ 131048 h 352837"/>
                <a:gd name="csX24" fmla="*/ 51678 w 288326"/>
                <a:gd name="csY24" fmla="*/ 161346 h 352837"/>
                <a:gd name="csX25" fmla="*/ 126504 w 288326"/>
                <a:gd name="csY25" fmla="*/ 229238 h 352837"/>
                <a:gd name="csX26" fmla="*/ 122158 w 288326"/>
                <a:gd name="csY26" fmla="*/ 326395 h 352837"/>
                <a:gd name="csX27" fmla="*/ 128023 w 288326"/>
                <a:gd name="csY27" fmla="*/ 344451 h 352837"/>
                <a:gd name="csX28" fmla="*/ 145619 w 288326"/>
                <a:gd name="csY28" fmla="*/ 352837 h 352837"/>
                <a:gd name="csX29" fmla="*/ 146611 w 288326"/>
                <a:gd name="csY29" fmla="*/ 352837 h 352837"/>
                <a:gd name="csX30" fmla="*/ 171575 w 288326"/>
                <a:gd name="csY30" fmla="*/ 329085 h 352837"/>
                <a:gd name="csX31" fmla="*/ 176525 w 288326"/>
                <a:gd name="csY31" fmla="*/ 220039 h 352837"/>
                <a:gd name="csX32" fmla="*/ 168461 w 288326"/>
                <a:gd name="csY32" fmla="*/ 200480 h 352837"/>
                <a:gd name="csX33" fmla="*/ 123196 w 288326"/>
                <a:gd name="csY33" fmla="*/ 158477 h 352837"/>
                <a:gd name="csX34" fmla="*/ 178130 w 288326"/>
                <a:gd name="csY34" fmla="*/ 56125 h 352837"/>
                <a:gd name="csX35" fmla="*/ 176264 w 288326"/>
                <a:gd name="csY35" fmla="*/ 49138 h 352837"/>
                <a:gd name="csX36" fmla="*/ 169278 w 288326"/>
                <a:gd name="csY36" fmla="*/ 51004 h 352837"/>
                <a:gd name="csX37" fmla="*/ 169125 w 288326"/>
                <a:gd name="csY37" fmla="*/ 51287 h 352837"/>
                <a:gd name="csX38" fmla="*/ 112319 w 288326"/>
                <a:gd name="csY38" fmla="*/ 157137 h 352837"/>
                <a:gd name="csX39" fmla="*/ 113342 w 288326"/>
                <a:gd name="csY39" fmla="*/ 163304 h 352837"/>
                <a:gd name="csX40" fmla="*/ 161573 w 288326"/>
                <a:gd name="csY40" fmla="*/ 208063 h 352837"/>
                <a:gd name="csX41" fmla="*/ 166318 w 288326"/>
                <a:gd name="csY41" fmla="*/ 219400 h 352837"/>
                <a:gd name="csX42" fmla="*/ 161353 w 288326"/>
                <a:gd name="csY42" fmla="*/ 328625 h 352837"/>
                <a:gd name="csX43" fmla="*/ 146611 w 288326"/>
                <a:gd name="csY43" fmla="*/ 342610 h 352837"/>
                <a:gd name="csX44" fmla="*/ 145854 w 288326"/>
                <a:gd name="csY44" fmla="*/ 342610 h 352837"/>
                <a:gd name="csX45" fmla="*/ 135724 w 288326"/>
                <a:gd name="csY45" fmla="*/ 337737 h 352837"/>
                <a:gd name="csX46" fmla="*/ 132359 w 288326"/>
                <a:gd name="csY46" fmla="*/ 327096 h 352837"/>
                <a:gd name="csX47" fmla="*/ 136823 w 288326"/>
                <a:gd name="csY47" fmla="*/ 227290 h 352837"/>
                <a:gd name="csX48" fmla="*/ 135151 w 288326"/>
                <a:gd name="csY48" fmla="*/ 223276 h 352837"/>
                <a:gd name="csX49" fmla="*/ 58525 w 288326"/>
                <a:gd name="csY49" fmla="*/ 153773 h 352837"/>
                <a:gd name="csX50" fmla="*/ 55457 w 288326"/>
                <a:gd name="csY50" fmla="*/ 135875 h 352837"/>
                <a:gd name="csX51" fmla="*/ 102982 w 288326"/>
                <a:gd name="csY51" fmla="*/ 47248 h 352837"/>
                <a:gd name="csX52" fmla="*/ 100895 w 288326"/>
                <a:gd name="csY52" fmla="*/ 40323 h 352837"/>
                <a:gd name="csX53" fmla="*/ 98477 w 288326"/>
                <a:gd name="csY53" fmla="*/ 39715 h 352837"/>
                <a:gd name="csX54" fmla="*/ 69171 w 288326"/>
                <a:gd name="csY54" fmla="*/ 39715 h 352837"/>
                <a:gd name="csX55" fmla="*/ 64682 w 288326"/>
                <a:gd name="csY55" fmla="*/ 42385 h 352837"/>
                <a:gd name="csX56" fmla="*/ 37861 w 288326"/>
                <a:gd name="csY56" fmla="*/ 91562 h 352837"/>
                <a:gd name="csX57" fmla="*/ 24985 w 288326"/>
                <a:gd name="csY57" fmla="*/ 99298 h 352837"/>
                <a:gd name="csX58" fmla="*/ 17939 w 288326"/>
                <a:gd name="csY58" fmla="*/ 97406 h 352837"/>
                <a:gd name="csX59" fmla="*/ 10836 w 288326"/>
                <a:gd name="csY59" fmla="*/ 88514 h 352837"/>
                <a:gd name="csX60" fmla="*/ 12109 w 288326"/>
                <a:gd name="csY60" fmla="*/ 77550 h 352837"/>
                <a:gd name="csX61" fmla="*/ 44386 w 288326"/>
                <a:gd name="csY61" fmla="*/ 17957 h 352837"/>
                <a:gd name="csX62" fmla="*/ 57257 w 288326"/>
                <a:gd name="csY62" fmla="*/ 10231 h 352837"/>
                <a:gd name="csX63" fmla="*/ 141630 w 288326"/>
                <a:gd name="csY63" fmla="*/ 10231 h 352837"/>
                <a:gd name="csX64" fmla="*/ 149331 w 288326"/>
                <a:gd name="csY64" fmla="*/ 12424 h 352837"/>
                <a:gd name="csX65" fmla="*/ 157037 w 288326"/>
                <a:gd name="csY65" fmla="*/ 17282 h 352837"/>
                <a:gd name="csX66" fmla="*/ 157037 w 288326"/>
                <a:gd name="csY66" fmla="*/ 17282 h 352837"/>
                <a:gd name="csX67" fmla="*/ 191707 w 288326"/>
                <a:gd name="csY67" fmla="*/ 39122 h 352837"/>
                <a:gd name="csX68" fmla="*/ 191707 w 288326"/>
                <a:gd name="csY68" fmla="*/ 39122 h 352837"/>
                <a:gd name="csX69" fmla="*/ 225778 w 288326"/>
                <a:gd name="csY69" fmla="*/ 60599 h 352837"/>
                <a:gd name="csX70" fmla="*/ 232831 w 288326"/>
                <a:gd name="csY70" fmla="*/ 59000 h 352837"/>
                <a:gd name="csX71" fmla="*/ 233024 w 288326"/>
                <a:gd name="csY71" fmla="*/ 58666 h 352837"/>
                <a:gd name="csX72" fmla="*/ 250451 w 288326"/>
                <a:gd name="csY72" fmla="*/ 25786 h 352837"/>
                <a:gd name="csX73" fmla="*/ 258919 w 288326"/>
                <a:gd name="csY73" fmla="*/ 18581 h 352837"/>
                <a:gd name="csX74" fmla="*/ 270215 w 288326"/>
                <a:gd name="csY74" fmla="*/ 19537 h 352837"/>
                <a:gd name="csX75" fmla="*/ 277599 w 288326"/>
                <a:gd name="csY75" fmla="*/ 28640 h 352837"/>
                <a:gd name="csX76" fmla="*/ 276116 w 288326"/>
                <a:gd name="csY76" fmla="*/ 39516 h 352837"/>
                <a:gd name="csX77" fmla="*/ 248764 w 288326"/>
                <a:gd name="csY77" fmla="*/ 91710 h 352837"/>
                <a:gd name="csX78" fmla="*/ 239559 w 288326"/>
                <a:gd name="csY78" fmla="*/ 98991 h 352837"/>
                <a:gd name="csX79" fmla="*/ 227737 w 288326"/>
                <a:gd name="csY79" fmla="*/ 97120 h 352837"/>
                <a:gd name="csX80" fmla="*/ 182840 w 288326"/>
                <a:gd name="csY80" fmla="*/ 68857 h 352837"/>
                <a:gd name="csX81" fmla="*/ 181025 w 288326"/>
                <a:gd name="csY81" fmla="*/ 72324 h 352837"/>
                <a:gd name="csX82" fmla="*/ 178028 w 288326"/>
                <a:gd name="csY82" fmla="*/ 77908 h 352837"/>
                <a:gd name="csX83" fmla="*/ 222183 w 288326"/>
                <a:gd name="csY83" fmla="*/ 105700 h 352837"/>
                <a:gd name="csX84" fmla="*/ 242249 w 288326"/>
                <a:gd name="csY84" fmla="*/ 108861 h 352837"/>
                <a:gd name="csX85" fmla="*/ 257840 w 288326"/>
                <a:gd name="csY85" fmla="*/ 96368 h 352837"/>
                <a:gd name="csX86" fmla="*/ 285044 w 288326"/>
                <a:gd name="csY86" fmla="*/ 44425 h 352837"/>
                <a:gd name="csX87" fmla="*/ 287442 w 288326"/>
                <a:gd name="csY87" fmla="*/ 25868 h 3528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Lst>
              <a:rect l="l" t="t" r="r" b="b"/>
              <a:pathLst>
                <a:path w="288326" h="352837">
                  <a:moveTo>
                    <a:pt x="287442" y="25868"/>
                  </a:moveTo>
                  <a:cubicBezTo>
                    <a:pt x="285558" y="19253"/>
                    <a:pt x="281058" y="13693"/>
                    <a:pt x="274981" y="10471"/>
                  </a:cubicBezTo>
                  <a:cubicBezTo>
                    <a:pt x="269082" y="7477"/>
                    <a:pt x="262254" y="6876"/>
                    <a:pt x="255923" y="8794"/>
                  </a:cubicBezTo>
                  <a:cubicBezTo>
                    <a:pt x="249585" y="10718"/>
                    <a:pt x="244321" y="15168"/>
                    <a:pt x="241369" y="21097"/>
                  </a:cubicBezTo>
                  <a:lnTo>
                    <a:pt x="226591" y="48996"/>
                  </a:lnTo>
                  <a:lnTo>
                    <a:pt x="211333" y="39378"/>
                  </a:lnTo>
                  <a:lnTo>
                    <a:pt x="211333" y="39378"/>
                  </a:lnTo>
                  <a:lnTo>
                    <a:pt x="189283" y="25490"/>
                  </a:lnTo>
                  <a:lnTo>
                    <a:pt x="189232" y="25459"/>
                  </a:lnTo>
                  <a:lnTo>
                    <a:pt x="189232" y="25459"/>
                  </a:lnTo>
                  <a:lnTo>
                    <a:pt x="164891" y="10118"/>
                  </a:lnTo>
                  <a:lnTo>
                    <a:pt x="164891" y="10118"/>
                  </a:lnTo>
                  <a:lnTo>
                    <a:pt x="154900" y="3829"/>
                  </a:lnTo>
                  <a:cubicBezTo>
                    <a:pt x="150965" y="1253"/>
                    <a:pt x="146347" y="-80"/>
                    <a:pt x="141645" y="4"/>
                  </a:cubicBezTo>
                  <a:lnTo>
                    <a:pt x="57272" y="4"/>
                  </a:lnTo>
                  <a:cubicBezTo>
                    <a:pt x="48104" y="-63"/>
                    <a:pt x="39666" y="4994"/>
                    <a:pt x="35402" y="13110"/>
                  </a:cubicBezTo>
                  <a:lnTo>
                    <a:pt x="3186" y="72565"/>
                  </a:lnTo>
                  <a:cubicBezTo>
                    <a:pt x="-90" y="78264"/>
                    <a:pt x="-879" y="85059"/>
                    <a:pt x="1003" y="91357"/>
                  </a:cubicBezTo>
                  <a:cubicBezTo>
                    <a:pt x="2865" y="97866"/>
                    <a:pt x="7296" y="103338"/>
                    <a:pt x="13275" y="106513"/>
                  </a:cubicBezTo>
                  <a:cubicBezTo>
                    <a:pt x="16907" y="108383"/>
                    <a:pt x="20912" y="109415"/>
                    <a:pt x="24995" y="109536"/>
                  </a:cubicBezTo>
                  <a:cubicBezTo>
                    <a:pt x="34120" y="109461"/>
                    <a:pt x="42489" y="104452"/>
                    <a:pt x="46866" y="96445"/>
                  </a:cubicBezTo>
                  <a:lnTo>
                    <a:pt x="72219" y="49953"/>
                  </a:lnTo>
                  <a:lnTo>
                    <a:pt x="89922" y="49953"/>
                  </a:lnTo>
                  <a:lnTo>
                    <a:pt x="46457" y="131048"/>
                  </a:lnTo>
                  <a:cubicBezTo>
                    <a:pt x="41023" y="141146"/>
                    <a:pt x="43177" y="153649"/>
                    <a:pt x="51678" y="161346"/>
                  </a:cubicBezTo>
                  <a:lnTo>
                    <a:pt x="126504" y="229238"/>
                  </a:lnTo>
                  <a:lnTo>
                    <a:pt x="122158" y="326395"/>
                  </a:lnTo>
                  <a:cubicBezTo>
                    <a:pt x="121542" y="332965"/>
                    <a:pt x="123664" y="339498"/>
                    <a:pt x="128023" y="344451"/>
                  </a:cubicBezTo>
                  <a:cubicBezTo>
                    <a:pt x="132492" y="349538"/>
                    <a:pt x="138852" y="352569"/>
                    <a:pt x="145619" y="352837"/>
                  </a:cubicBezTo>
                  <a:lnTo>
                    <a:pt x="146611" y="352837"/>
                  </a:lnTo>
                  <a:cubicBezTo>
                    <a:pt x="159882" y="352713"/>
                    <a:pt x="170790" y="342334"/>
                    <a:pt x="171575" y="329085"/>
                  </a:cubicBezTo>
                  <a:lnTo>
                    <a:pt x="176525" y="220039"/>
                  </a:lnTo>
                  <a:cubicBezTo>
                    <a:pt x="177086" y="212610"/>
                    <a:pt x="174094" y="205354"/>
                    <a:pt x="168461" y="200480"/>
                  </a:cubicBezTo>
                  <a:lnTo>
                    <a:pt x="123196" y="158477"/>
                  </a:lnTo>
                  <a:lnTo>
                    <a:pt x="178130" y="56125"/>
                  </a:lnTo>
                  <a:cubicBezTo>
                    <a:pt x="179544" y="53680"/>
                    <a:pt x="178709" y="50552"/>
                    <a:pt x="176264" y="49138"/>
                  </a:cubicBezTo>
                  <a:cubicBezTo>
                    <a:pt x="173820" y="47724"/>
                    <a:pt x="170692" y="48559"/>
                    <a:pt x="169278" y="51004"/>
                  </a:cubicBezTo>
                  <a:cubicBezTo>
                    <a:pt x="169224" y="51097"/>
                    <a:pt x="169173" y="51191"/>
                    <a:pt x="169125" y="51287"/>
                  </a:cubicBezTo>
                  <a:lnTo>
                    <a:pt x="112319" y="157137"/>
                  </a:lnTo>
                  <a:cubicBezTo>
                    <a:pt x="111218" y="159186"/>
                    <a:pt x="111638" y="161721"/>
                    <a:pt x="113342" y="163304"/>
                  </a:cubicBezTo>
                  <a:lnTo>
                    <a:pt x="161573" y="208063"/>
                  </a:lnTo>
                  <a:cubicBezTo>
                    <a:pt x="164898" y="210850"/>
                    <a:pt x="166667" y="215075"/>
                    <a:pt x="166318" y="219400"/>
                  </a:cubicBezTo>
                  <a:lnTo>
                    <a:pt x="161353" y="328625"/>
                  </a:lnTo>
                  <a:cubicBezTo>
                    <a:pt x="160875" y="336435"/>
                    <a:pt x="154435" y="342544"/>
                    <a:pt x="146611" y="342610"/>
                  </a:cubicBezTo>
                  <a:lnTo>
                    <a:pt x="145854" y="342610"/>
                  </a:lnTo>
                  <a:cubicBezTo>
                    <a:pt x="141950" y="342450"/>
                    <a:pt x="138285" y="340687"/>
                    <a:pt x="135724" y="337737"/>
                  </a:cubicBezTo>
                  <a:cubicBezTo>
                    <a:pt x="133173" y="334812"/>
                    <a:pt x="131954" y="330957"/>
                    <a:pt x="132359" y="327096"/>
                  </a:cubicBezTo>
                  <a:lnTo>
                    <a:pt x="136823" y="227290"/>
                  </a:lnTo>
                  <a:cubicBezTo>
                    <a:pt x="136895" y="225769"/>
                    <a:pt x="136282" y="224296"/>
                    <a:pt x="135151" y="223276"/>
                  </a:cubicBezTo>
                  <a:lnTo>
                    <a:pt x="58525" y="153773"/>
                  </a:lnTo>
                  <a:cubicBezTo>
                    <a:pt x="53509" y="149222"/>
                    <a:pt x="52242" y="141837"/>
                    <a:pt x="55457" y="135875"/>
                  </a:cubicBezTo>
                  <a:lnTo>
                    <a:pt x="102982" y="47248"/>
                  </a:lnTo>
                  <a:cubicBezTo>
                    <a:pt x="104318" y="44759"/>
                    <a:pt x="103383" y="41660"/>
                    <a:pt x="100895" y="40323"/>
                  </a:cubicBezTo>
                  <a:cubicBezTo>
                    <a:pt x="100152" y="39925"/>
                    <a:pt x="99321" y="39715"/>
                    <a:pt x="98477" y="39715"/>
                  </a:cubicBezTo>
                  <a:lnTo>
                    <a:pt x="69171" y="39715"/>
                  </a:lnTo>
                  <a:cubicBezTo>
                    <a:pt x="67299" y="39716"/>
                    <a:pt x="65576" y="40740"/>
                    <a:pt x="64682" y="42385"/>
                  </a:cubicBezTo>
                  <a:lnTo>
                    <a:pt x="37861" y="91562"/>
                  </a:lnTo>
                  <a:cubicBezTo>
                    <a:pt x="35260" y="96257"/>
                    <a:pt x="30351" y="99206"/>
                    <a:pt x="24985" y="99298"/>
                  </a:cubicBezTo>
                  <a:cubicBezTo>
                    <a:pt x="22527" y="99183"/>
                    <a:pt x="20123" y="98538"/>
                    <a:pt x="17939" y="97406"/>
                  </a:cubicBezTo>
                  <a:cubicBezTo>
                    <a:pt x="14465" y="95527"/>
                    <a:pt x="11902" y="92318"/>
                    <a:pt x="10836" y="88514"/>
                  </a:cubicBezTo>
                  <a:cubicBezTo>
                    <a:pt x="9727" y="84840"/>
                    <a:pt x="10188" y="80872"/>
                    <a:pt x="12109" y="77550"/>
                  </a:cubicBezTo>
                  <a:lnTo>
                    <a:pt x="44386" y="17957"/>
                  </a:lnTo>
                  <a:cubicBezTo>
                    <a:pt x="46892" y="13176"/>
                    <a:pt x="51858" y="10194"/>
                    <a:pt x="57257" y="10231"/>
                  </a:cubicBezTo>
                  <a:lnTo>
                    <a:pt x="141630" y="10231"/>
                  </a:lnTo>
                  <a:cubicBezTo>
                    <a:pt x="144361" y="10157"/>
                    <a:pt x="147049" y="10923"/>
                    <a:pt x="149331" y="12424"/>
                  </a:cubicBezTo>
                  <a:lnTo>
                    <a:pt x="157037" y="17282"/>
                  </a:lnTo>
                  <a:lnTo>
                    <a:pt x="157037" y="17282"/>
                  </a:lnTo>
                  <a:lnTo>
                    <a:pt x="191707" y="39122"/>
                  </a:lnTo>
                  <a:lnTo>
                    <a:pt x="191707" y="39122"/>
                  </a:lnTo>
                  <a:lnTo>
                    <a:pt x="225778" y="60599"/>
                  </a:lnTo>
                  <a:cubicBezTo>
                    <a:pt x="228167" y="62105"/>
                    <a:pt x="231325" y="61389"/>
                    <a:pt x="232831" y="59000"/>
                  </a:cubicBezTo>
                  <a:cubicBezTo>
                    <a:pt x="232899" y="58891"/>
                    <a:pt x="232964" y="58780"/>
                    <a:pt x="233024" y="58666"/>
                  </a:cubicBezTo>
                  <a:lnTo>
                    <a:pt x="250451" y="25786"/>
                  </a:lnTo>
                  <a:cubicBezTo>
                    <a:pt x="252158" y="22319"/>
                    <a:pt x="255223" y="19711"/>
                    <a:pt x="258919" y="18581"/>
                  </a:cubicBezTo>
                  <a:cubicBezTo>
                    <a:pt x="262668" y="17443"/>
                    <a:pt x="266711" y="17785"/>
                    <a:pt x="270215" y="19537"/>
                  </a:cubicBezTo>
                  <a:cubicBezTo>
                    <a:pt x="273810" y="21443"/>
                    <a:pt x="276475" y="24729"/>
                    <a:pt x="277599" y="28640"/>
                  </a:cubicBezTo>
                  <a:cubicBezTo>
                    <a:pt x="278606" y="32316"/>
                    <a:pt x="278071" y="36244"/>
                    <a:pt x="276116" y="39516"/>
                  </a:cubicBezTo>
                  <a:lnTo>
                    <a:pt x="248764" y="91710"/>
                  </a:lnTo>
                  <a:cubicBezTo>
                    <a:pt x="246891" y="95352"/>
                    <a:pt x="243535" y="98008"/>
                    <a:pt x="239559" y="98991"/>
                  </a:cubicBezTo>
                  <a:cubicBezTo>
                    <a:pt x="235531" y="100062"/>
                    <a:pt x="231238" y="99382"/>
                    <a:pt x="227737" y="97120"/>
                  </a:cubicBezTo>
                  <a:lnTo>
                    <a:pt x="182840" y="68857"/>
                  </a:lnTo>
                  <a:lnTo>
                    <a:pt x="181025" y="72324"/>
                  </a:lnTo>
                  <a:lnTo>
                    <a:pt x="178028" y="77908"/>
                  </a:lnTo>
                  <a:lnTo>
                    <a:pt x="222183" y="105700"/>
                  </a:lnTo>
                  <a:cubicBezTo>
                    <a:pt x="228118" y="109561"/>
                    <a:pt x="235415" y="110710"/>
                    <a:pt x="242249" y="108861"/>
                  </a:cubicBezTo>
                  <a:cubicBezTo>
                    <a:pt x="249002" y="107135"/>
                    <a:pt x="254684" y="102583"/>
                    <a:pt x="257840" y="96368"/>
                  </a:cubicBezTo>
                  <a:lnTo>
                    <a:pt x="285044" y="44425"/>
                  </a:lnTo>
                  <a:cubicBezTo>
                    <a:pt x="288324" y="38820"/>
                    <a:pt x="289190" y="32123"/>
                    <a:pt x="287442" y="25868"/>
                  </a:cubicBezTo>
                  <a:close/>
                </a:path>
              </a:pathLst>
            </a:custGeom>
            <a:solidFill>
              <a:srgbClr val="FFFFFF"/>
            </a:solidFill>
            <a:ln w="5060" cap="flat">
              <a:solidFill>
                <a:srgbClr val="FFFFFF"/>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grpSp>
      <p:graphicFrame>
        <p:nvGraphicFramePr>
          <p:cNvPr id="80" name="Tabelle 13">
            <a:extLst>
              <a:ext uri="{FF2B5EF4-FFF2-40B4-BE49-F238E27FC236}">
                <a16:creationId xmlns:a16="http://schemas.microsoft.com/office/drawing/2014/main" id="{7161D415-2507-58E5-A1D1-E69F33C037CD}"/>
              </a:ext>
            </a:extLst>
          </p:cNvPr>
          <p:cNvGraphicFramePr>
            <a:graphicFrameLocks noGrp="1"/>
          </p:cNvGraphicFramePr>
          <p:nvPr>
            <p:extLst>
              <p:ext uri="{D42A27DB-BD31-4B8C-83A1-F6EECF244321}">
                <p14:modId xmlns:p14="http://schemas.microsoft.com/office/powerpoint/2010/main" val="522476442"/>
              </p:ext>
            </p:extLst>
          </p:nvPr>
        </p:nvGraphicFramePr>
        <p:xfrm>
          <a:off x="9261357" y="3130591"/>
          <a:ext cx="1320662" cy="655320"/>
        </p:xfrm>
        <a:graphic>
          <a:graphicData uri="http://schemas.openxmlformats.org/drawingml/2006/table">
            <a:tbl>
              <a:tblPr firstRow="1" bandRow="1"/>
              <a:tblGrid>
                <a:gridCol w="1320662">
                  <a:extLst>
                    <a:ext uri="{9D8B030D-6E8A-4147-A177-3AD203B41FA5}">
                      <a16:colId xmlns:a16="http://schemas.microsoft.com/office/drawing/2014/main" val="4245598997"/>
                    </a:ext>
                  </a:extLst>
                </a:gridCol>
              </a:tblGrid>
              <a:tr h="158174">
                <a:tc>
                  <a:txBody>
                    <a:bodyPr/>
                    <a:lstStyle>
                      <a:lvl1pPr marL="0" algn="l" defTabSz="914400" rtl="0" eaLnBrk="1" latinLnBrk="0" hangingPunct="1">
                        <a:defRPr sz="1800" b="1" kern="1200">
                          <a:solidFill>
                            <a:schemeClr val="lt1"/>
                          </a:solidFill>
                          <a:latin typeface="Boehringer Forward Text"/>
                        </a:defRPr>
                      </a:lvl1pPr>
                      <a:lvl2pPr marL="457200" algn="l" defTabSz="914400" rtl="0" eaLnBrk="1" latinLnBrk="0" hangingPunct="1">
                        <a:defRPr sz="1800" b="1" kern="1200">
                          <a:solidFill>
                            <a:schemeClr val="lt1"/>
                          </a:solidFill>
                          <a:latin typeface="Boehringer Forward Text"/>
                        </a:defRPr>
                      </a:lvl2pPr>
                      <a:lvl3pPr marL="914400" algn="l" defTabSz="914400" rtl="0" eaLnBrk="1" latinLnBrk="0" hangingPunct="1">
                        <a:defRPr sz="1800" b="1" kern="1200">
                          <a:solidFill>
                            <a:schemeClr val="lt1"/>
                          </a:solidFill>
                          <a:latin typeface="Boehringer Forward Text"/>
                        </a:defRPr>
                      </a:lvl3pPr>
                      <a:lvl4pPr marL="1371600" algn="l" defTabSz="914400" rtl="0" eaLnBrk="1" latinLnBrk="0" hangingPunct="1">
                        <a:defRPr sz="1800" b="1" kern="1200">
                          <a:solidFill>
                            <a:schemeClr val="lt1"/>
                          </a:solidFill>
                          <a:latin typeface="Boehringer Forward Text"/>
                        </a:defRPr>
                      </a:lvl4pPr>
                      <a:lvl5pPr marL="1828800" algn="l" defTabSz="914400" rtl="0" eaLnBrk="1" latinLnBrk="0" hangingPunct="1">
                        <a:defRPr sz="1800" b="1" kern="1200">
                          <a:solidFill>
                            <a:schemeClr val="lt1"/>
                          </a:solidFill>
                          <a:latin typeface="Boehringer Forward Text"/>
                        </a:defRPr>
                      </a:lvl5pPr>
                      <a:lvl6pPr marL="2286000" algn="l" defTabSz="914400" rtl="0" eaLnBrk="1" latinLnBrk="0" hangingPunct="1">
                        <a:defRPr sz="1800" b="1" kern="1200">
                          <a:solidFill>
                            <a:schemeClr val="lt1"/>
                          </a:solidFill>
                          <a:latin typeface="Boehringer Forward Text"/>
                        </a:defRPr>
                      </a:lvl6pPr>
                      <a:lvl7pPr marL="2743200" algn="l" defTabSz="914400" rtl="0" eaLnBrk="1" latinLnBrk="0" hangingPunct="1">
                        <a:defRPr sz="1800" b="1" kern="1200">
                          <a:solidFill>
                            <a:schemeClr val="lt1"/>
                          </a:solidFill>
                          <a:latin typeface="Boehringer Forward Text"/>
                        </a:defRPr>
                      </a:lvl7pPr>
                      <a:lvl8pPr marL="3200400" algn="l" defTabSz="914400" rtl="0" eaLnBrk="1" latinLnBrk="0" hangingPunct="1">
                        <a:defRPr sz="1800" b="1" kern="1200">
                          <a:solidFill>
                            <a:schemeClr val="lt1"/>
                          </a:solidFill>
                          <a:latin typeface="Boehringer Forward Text"/>
                        </a:defRPr>
                      </a:lvl8pPr>
                      <a:lvl9pPr marL="3657600" algn="l" defTabSz="914400" rtl="0" eaLnBrk="1" latinLnBrk="0" hangingPunct="1">
                        <a:defRPr sz="1800" b="1" kern="1200">
                          <a:solidFill>
                            <a:schemeClr val="lt1"/>
                          </a:solidFill>
                          <a:latin typeface="Boehringer Forward Text"/>
                        </a:defRPr>
                      </a:lvl9pPr>
                    </a:lstStyle>
                    <a:p>
                      <a:pPr marL="0" marR="0" lvl="0" indent="0" algn="ctr" defTabSz="914241" rtl="0" eaLnBrk="1" fontAlgn="auto" latinLnBrk="0" hangingPunct="1">
                        <a:lnSpc>
                          <a:spcPct val="100000"/>
                        </a:lnSpc>
                        <a:buClrTx/>
                        <a:buSzTx/>
                        <a:buFontTx/>
                        <a:buNone/>
                        <a:tabLst/>
                        <a:defRPr/>
                      </a:pPr>
                      <a:r>
                        <a:rPr lang="de-DE" sz="900" b="1" i="0" u="none" strike="noStrike" kern="0" cap="none" spc="0" normalizeH="0" baseline="0">
                          <a:ln>
                            <a:noFill/>
                          </a:ln>
                          <a:solidFill>
                            <a:schemeClr val="bg1"/>
                          </a:solidFill>
                          <a:effectLst/>
                          <a:uLnTx/>
                          <a:uFillTx/>
                          <a:latin typeface="BISansOpti"/>
                          <a:ea typeface="+mn-ea"/>
                          <a:cs typeface="Calibri"/>
                        </a:rPr>
                        <a:t>Verducatib</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86307024"/>
                  </a:ext>
                </a:extLst>
              </a:tr>
              <a:tr h="158174">
                <a:tc>
                  <a:txBody>
                    <a:bodyPr/>
                    <a:lstStyle>
                      <a:lvl1pPr marL="0" algn="l" defTabSz="914400" rtl="0" eaLnBrk="1" latinLnBrk="0" hangingPunct="1">
                        <a:defRPr sz="1800" kern="1200">
                          <a:solidFill>
                            <a:schemeClr val="dk1"/>
                          </a:solidFill>
                          <a:latin typeface="Boehringer Forward Text"/>
                        </a:defRPr>
                      </a:lvl1pPr>
                      <a:lvl2pPr marL="457200" algn="l" defTabSz="914400" rtl="0" eaLnBrk="1" latinLnBrk="0" hangingPunct="1">
                        <a:defRPr sz="1800" kern="1200">
                          <a:solidFill>
                            <a:schemeClr val="dk1"/>
                          </a:solidFill>
                          <a:latin typeface="Boehringer Forward Text"/>
                        </a:defRPr>
                      </a:lvl2pPr>
                      <a:lvl3pPr marL="914400" algn="l" defTabSz="914400" rtl="0" eaLnBrk="1" latinLnBrk="0" hangingPunct="1">
                        <a:defRPr sz="1800" kern="1200">
                          <a:solidFill>
                            <a:schemeClr val="dk1"/>
                          </a:solidFill>
                          <a:latin typeface="Boehringer Forward Text"/>
                        </a:defRPr>
                      </a:lvl3pPr>
                      <a:lvl4pPr marL="1371600" algn="l" defTabSz="914400" rtl="0" eaLnBrk="1" latinLnBrk="0" hangingPunct="1">
                        <a:defRPr sz="1800" kern="1200">
                          <a:solidFill>
                            <a:schemeClr val="dk1"/>
                          </a:solidFill>
                          <a:latin typeface="Boehringer Forward Text"/>
                        </a:defRPr>
                      </a:lvl4pPr>
                      <a:lvl5pPr marL="1828800" algn="l" defTabSz="914400" rtl="0" eaLnBrk="1" latinLnBrk="0" hangingPunct="1">
                        <a:defRPr sz="1800" kern="1200">
                          <a:solidFill>
                            <a:schemeClr val="dk1"/>
                          </a:solidFill>
                          <a:latin typeface="Boehringer Forward Text"/>
                        </a:defRPr>
                      </a:lvl5pPr>
                      <a:lvl6pPr marL="2286000" algn="l" defTabSz="914400" rtl="0" eaLnBrk="1" latinLnBrk="0" hangingPunct="1">
                        <a:defRPr sz="1800" kern="1200">
                          <a:solidFill>
                            <a:schemeClr val="dk1"/>
                          </a:solidFill>
                          <a:latin typeface="Boehringer Forward Text"/>
                        </a:defRPr>
                      </a:lvl6pPr>
                      <a:lvl7pPr marL="2743200" algn="l" defTabSz="914400" rtl="0" eaLnBrk="1" latinLnBrk="0" hangingPunct="1">
                        <a:defRPr sz="1800" kern="1200">
                          <a:solidFill>
                            <a:schemeClr val="dk1"/>
                          </a:solidFill>
                          <a:latin typeface="Boehringer Forward Text"/>
                        </a:defRPr>
                      </a:lvl7pPr>
                      <a:lvl8pPr marL="3200400" algn="l" defTabSz="914400" rtl="0" eaLnBrk="1" latinLnBrk="0" hangingPunct="1">
                        <a:defRPr sz="1800" kern="1200">
                          <a:solidFill>
                            <a:schemeClr val="dk1"/>
                          </a:solidFill>
                          <a:latin typeface="Boehringer Forward Text"/>
                        </a:defRPr>
                      </a:lvl8pPr>
                      <a:lvl9pPr marL="3657600" algn="l" defTabSz="914400" rtl="0" eaLnBrk="1" latinLnBrk="0" hangingPunct="1">
                        <a:defRPr sz="1800" kern="1200">
                          <a:solidFill>
                            <a:schemeClr val="dk1"/>
                          </a:solidFill>
                          <a:latin typeface="Boehringer Forward Text"/>
                        </a:defRPr>
                      </a:lvl9pPr>
                    </a:lstStyle>
                    <a:p>
                      <a:pPr algn="ctr"/>
                      <a:r>
                        <a:rPr lang="de-DE" sz="800">
                          <a:solidFill>
                            <a:schemeClr val="bg1"/>
                          </a:solidFill>
                        </a:rPr>
                        <a:t>BE</a:t>
                      </a:r>
                    </a:p>
                  </a:txBody>
                  <a:tcPr>
                    <a:lnL w="12700" cmpd="sng">
                      <a:solidFill>
                        <a:sysClr val="window" lastClr="FFFFFF"/>
                      </a:solidFill>
                    </a:lnL>
                    <a:lnR w="12700" cmpd="sng">
                      <a:solidFill>
                        <a:sysClr val="window" lastClr="FFFFFF"/>
                      </a:solidFill>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28BDE"/>
                    </a:solidFill>
                  </a:tcPr>
                </a:tc>
                <a:extLst>
                  <a:ext uri="{0D108BD9-81ED-4DB2-BD59-A6C34878D82A}">
                    <a16:rowId xmlns:a16="http://schemas.microsoft.com/office/drawing/2014/main" val="1194513473"/>
                  </a:ext>
                </a:extLst>
              </a:tr>
              <a:tr h="158174">
                <a:tc>
                  <a:txBody>
                    <a:bodyPr/>
                    <a:lstStyle/>
                    <a:p>
                      <a:pPr algn="ctr"/>
                      <a:r>
                        <a:rPr lang="en-US" altLang="zh-CN" sz="800" dirty="0">
                          <a:solidFill>
                            <a:schemeClr val="bg1"/>
                          </a:solidFill>
                          <a:highlight>
                            <a:srgbClr val="00FF00"/>
                          </a:highlight>
                        </a:rPr>
                        <a:t>COPD</a:t>
                      </a:r>
                      <a:endParaRPr lang="de-DE" sz="800" dirty="0">
                        <a:solidFill>
                          <a:schemeClr val="bg1"/>
                        </a:solidFill>
                        <a:highlight>
                          <a:srgbClr val="00FF00"/>
                        </a:highlight>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28BDE"/>
                    </a:solidFill>
                  </a:tcPr>
                </a:tc>
                <a:extLst>
                  <a:ext uri="{0D108BD9-81ED-4DB2-BD59-A6C34878D82A}">
                    <a16:rowId xmlns:a16="http://schemas.microsoft.com/office/drawing/2014/main" val="3174972533"/>
                  </a:ext>
                </a:extLst>
              </a:tr>
            </a:tbl>
          </a:graphicData>
        </a:graphic>
      </p:graphicFrame>
      <p:graphicFrame>
        <p:nvGraphicFramePr>
          <p:cNvPr id="82" name="Tabelle 39">
            <a:extLst>
              <a:ext uri="{FF2B5EF4-FFF2-40B4-BE49-F238E27FC236}">
                <a16:creationId xmlns:a16="http://schemas.microsoft.com/office/drawing/2014/main" id="{9D74AF34-7523-0E30-EE62-001727399E7C}"/>
              </a:ext>
            </a:extLst>
          </p:cNvPr>
          <p:cNvGraphicFramePr>
            <a:graphicFrameLocks noGrp="1"/>
          </p:cNvGraphicFramePr>
          <p:nvPr>
            <p:extLst>
              <p:ext uri="{D42A27DB-BD31-4B8C-83A1-F6EECF244321}">
                <p14:modId xmlns:p14="http://schemas.microsoft.com/office/powerpoint/2010/main" val="667293024"/>
              </p:ext>
            </p:extLst>
          </p:nvPr>
        </p:nvGraphicFramePr>
        <p:xfrm>
          <a:off x="9249026" y="1811359"/>
          <a:ext cx="1320662" cy="1179569"/>
        </p:xfrm>
        <a:graphic>
          <a:graphicData uri="http://schemas.openxmlformats.org/drawingml/2006/table">
            <a:tbl>
              <a:tblPr firstRow="1" bandRow="1"/>
              <a:tblGrid>
                <a:gridCol w="1320662">
                  <a:extLst>
                    <a:ext uri="{9D8B030D-6E8A-4147-A177-3AD203B41FA5}">
                      <a16:colId xmlns:a16="http://schemas.microsoft.com/office/drawing/2014/main" val="4245598997"/>
                    </a:ext>
                  </a:extLst>
                </a:gridCol>
              </a:tblGrid>
              <a:tr h="326129">
                <a:tc>
                  <a:txBody>
                    <a:bodyPr/>
                    <a:lstStyle>
                      <a:lvl1pPr marL="0" algn="l" defTabSz="914400" rtl="0" eaLnBrk="1" latinLnBrk="0" hangingPunct="1">
                        <a:defRPr sz="1800" b="1" kern="1200">
                          <a:solidFill>
                            <a:schemeClr val="lt1"/>
                          </a:solidFill>
                          <a:latin typeface="Boehringer Forward Text"/>
                        </a:defRPr>
                      </a:lvl1pPr>
                      <a:lvl2pPr marL="457200" algn="l" defTabSz="914400" rtl="0" eaLnBrk="1" latinLnBrk="0" hangingPunct="1">
                        <a:defRPr sz="1800" b="1" kern="1200">
                          <a:solidFill>
                            <a:schemeClr val="lt1"/>
                          </a:solidFill>
                          <a:latin typeface="Boehringer Forward Text"/>
                        </a:defRPr>
                      </a:lvl2pPr>
                      <a:lvl3pPr marL="914400" algn="l" defTabSz="914400" rtl="0" eaLnBrk="1" latinLnBrk="0" hangingPunct="1">
                        <a:defRPr sz="1800" b="1" kern="1200">
                          <a:solidFill>
                            <a:schemeClr val="lt1"/>
                          </a:solidFill>
                          <a:latin typeface="Boehringer Forward Text"/>
                        </a:defRPr>
                      </a:lvl3pPr>
                      <a:lvl4pPr marL="1371600" algn="l" defTabSz="914400" rtl="0" eaLnBrk="1" latinLnBrk="0" hangingPunct="1">
                        <a:defRPr sz="1800" b="1" kern="1200">
                          <a:solidFill>
                            <a:schemeClr val="lt1"/>
                          </a:solidFill>
                          <a:latin typeface="Boehringer Forward Text"/>
                        </a:defRPr>
                      </a:lvl4pPr>
                      <a:lvl5pPr marL="1828800" algn="l" defTabSz="914400" rtl="0" eaLnBrk="1" latinLnBrk="0" hangingPunct="1">
                        <a:defRPr sz="1800" b="1" kern="1200">
                          <a:solidFill>
                            <a:schemeClr val="lt1"/>
                          </a:solidFill>
                          <a:latin typeface="Boehringer Forward Text"/>
                        </a:defRPr>
                      </a:lvl5pPr>
                      <a:lvl6pPr marL="2286000" algn="l" defTabSz="914400" rtl="0" eaLnBrk="1" latinLnBrk="0" hangingPunct="1">
                        <a:defRPr sz="1800" b="1" kern="1200">
                          <a:solidFill>
                            <a:schemeClr val="lt1"/>
                          </a:solidFill>
                          <a:latin typeface="Boehringer Forward Text"/>
                        </a:defRPr>
                      </a:lvl6pPr>
                      <a:lvl7pPr marL="2743200" algn="l" defTabSz="914400" rtl="0" eaLnBrk="1" latinLnBrk="0" hangingPunct="1">
                        <a:defRPr sz="1800" b="1" kern="1200">
                          <a:solidFill>
                            <a:schemeClr val="lt1"/>
                          </a:solidFill>
                          <a:latin typeface="Boehringer Forward Text"/>
                        </a:defRPr>
                      </a:lvl7pPr>
                      <a:lvl8pPr marL="3200400" algn="l" defTabSz="914400" rtl="0" eaLnBrk="1" latinLnBrk="0" hangingPunct="1">
                        <a:defRPr sz="1800" b="1" kern="1200">
                          <a:solidFill>
                            <a:schemeClr val="lt1"/>
                          </a:solidFill>
                          <a:latin typeface="Boehringer Forward Text"/>
                        </a:defRPr>
                      </a:lvl8pPr>
                      <a:lvl9pPr marL="3657600" algn="l" defTabSz="914400" rtl="0" eaLnBrk="1" latinLnBrk="0" hangingPunct="1">
                        <a:defRPr sz="1800" b="1" kern="1200">
                          <a:solidFill>
                            <a:schemeClr val="lt1"/>
                          </a:solidFill>
                          <a:latin typeface="Boehringer Forward Text"/>
                        </a:defRPr>
                      </a:lvl9pPr>
                    </a:lstStyle>
                    <a:p>
                      <a:pPr marL="0" marR="0" lvl="0" indent="0" algn="ctr" defTabSz="914241" rtl="0" eaLnBrk="1" fontAlgn="auto" latinLnBrk="0" hangingPunct="1">
                        <a:lnSpc>
                          <a:spcPct val="100000"/>
                        </a:lnSpc>
                        <a:buClrTx/>
                        <a:buSzTx/>
                        <a:buFontTx/>
                        <a:buNone/>
                        <a:tabLst/>
                        <a:defRPr/>
                      </a:pPr>
                      <a:r>
                        <a:rPr lang="en-US" altLang="zh-CN" sz="900" b="1" i="0" u="none" strike="noStrike" kern="0" cap="none" spc="0" normalizeH="0" baseline="0" noProof="0" err="1">
                          <a:ln>
                            <a:noFill/>
                          </a:ln>
                          <a:solidFill>
                            <a:schemeClr val="bg1"/>
                          </a:solidFill>
                          <a:effectLst/>
                          <a:uLnTx/>
                          <a:uFillTx/>
                          <a:latin typeface="BISansOpti"/>
                          <a:cs typeface="Calibri"/>
                        </a:rPr>
                        <a:t>Nerandomilast</a:t>
                      </a:r>
                      <a:endParaRPr lang="de-DE" sz="900" b="1" i="0" u="none" strike="noStrike" kern="0" cap="none" spc="0" normalizeH="0" baseline="0" noProof="0">
                        <a:ln>
                          <a:noFill/>
                        </a:ln>
                        <a:solidFill>
                          <a:schemeClr val="bg1"/>
                        </a:solidFill>
                        <a:effectLst/>
                        <a:uLnTx/>
                        <a:uFillTx/>
                        <a:latin typeface="BISansOpti"/>
                        <a:cs typeface="Calibri"/>
                      </a:endParaRP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86307024"/>
                  </a:ext>
                </a:extLst>
              </a:tr>
              <a:tr h="185175">
                <a:tc>
                  <a:txBody>
                    <a:bodyPr/>
                    <a:lstStyle>
                      <a:lvl1pPr marL="0" algn="l" defTabSz="914400" rtl="0" eaLnBrk="1" latinLnBrk="0" hangingPunct="1">
                        <a:defRPr sz="1800" kern="1200">
                          <a:solidFill>
                            <a:schemeClr val="dk1"/>
                          </a:solidFill>
                          <a:latin typeface="Boehringer Forward Text"/>
                        </a:defRPr>
                      </a:lvl1pPr>
                      <a:lvl2pPr marL="457200" algn="l" defTabSz="914400" rtl="0" eaLnBrk="1" latinLnBrk="0" hangingPunct="1">
                        <a:defRPr sz="1800" kern="1200">
                          <a:solidFill>
                            <a:schemeClr val="dk1"/>
                          </a:solidFill>
                          <a:latin typeface="Boehringer Forward Text"/>
                        </a:defRPr>
                      </a:lvl2pPr>
                      <a:lvl3pPr marL="914400" algn="l" defTabSz="914400" rtl="0" eaLnBrk="1" latinLnBrk="0" hangingPunct="1">
                        <a:defRPr sz="1800" kern="1200">
                          <a:solidFill>
                            <a:schemeClr val="dk1"/>
                          </a:solidFill>
                          <a:latin typeface="Boehringer Forward Text"/>
                        </a:defRPr>
                      </a:lvl3pPr>
                      <a:lvl4pPr marL="1371600" algn="l" defTabSz="914400" rtl="0" eaLnBrk="1" latinLnBrk="0" hangingPunct="1">
                        <a:defRPr sz="1800" kern="1200">
                          <a:solidFill>
                            <a:schemeClr val="dk1"/>
                          </a:solidFill>
                          <a:latin typeface="Boehringer Forward Text"/>
                        </a:defRPr>
                      </a:lvl4pPr>
                      <a:lvl5pPr marL="1828800" algn="l" defTabSz="914400" rtl="0" eaLnBrk="1" latinLnBrk="0" hangingPunct="1">
                        <a:defRPr sz="1800" kern="1200">
                          <a:solidFill>
                            <a:schemeClr val="dk1"/>
                          </a:solidFill>
                          <a:latin typeface="Boehringer Forward Text"/>
                        </a:defRPr>
                      </a:lvl5pPr>
                      <a:lvl6pPr marL="2286000" algn="l" defTabSz="914400" rtl="0" eaLnBrk="1" latinLnBrk="0" hangingPunct="1">
                        <a:defRPr sz="1800" kern="1200">
                          <a:solidFill>
                            <a:schemeClr val="dk1"/>
                          </a:solidFill>
                          <a:latin typeface="Boehringer Forward Text"/>
                        </a:defRPr>
                      </a:lvl6pPr>
                      <a:lvl7pPr marL="2743200" algn="l" defTabSz="914400" rtl="0" eaLnBrk="1" latinLnBrk="0" hangingPunct="1">
                        <a:defRPr sz="1800" kern="1200">
                          <a:solidFill>
                            <a:schemeClr val="dk1"/>
                          </a:solidFill>
                          <a:latin typeface="Boehringer Forward Text"/>
                        </a:defRPr>
                      </a:lvl7pPr>
                      <a:lvl8pPr marL="3200400" algn="l" defTabSz="914400" rtl="0" eaLnBrk="1" latinLnBrk="0" hangingPunct="1">
                        <a:defRPr sz="1800" kern="1200">
                          <a:solidFill>
                            <a:schemeClr val="dk1"/>
                          </a:solidFill>
                          <a:latin typeface="Boehringer Forward Text"/>
                        </a:defRPr>
                      </a:lvl8pPr>
                      <a:lvl9pPr marL="3657600" algn="l" defTabSz="914400" rtl="0" eaLnBrk="1" latinLnBrk="0" hangingPunct="1">
                        <a:defRPr sz="1800" kern="1200">
                          <a:solidFill>
                            <a:schemeClr val="dk1"/>
                          </a:solidFill>
                          <a:latin typeface="Boehringer Forward Text"/>
                        </a:defRPr>
                      </a:lvl9pPr>
                    </a:lstStyle>
                    <a:p>
                      <a:pPr algn="ctr"/>
                      <a:r>
                        <a:rPr lang="en-US" altLang="zh-CN" sz="800">
                          <a:solidFill>
                            <a:schemeClr val="bg1"/>
                          </a:solidFill>
                        </a:rPr>
                        <a:t>IPF</a:t>
                      </a:r>
                      <a:endParaRPr lang="de-DE" sz="800">
                        <a:solidFill>
                          <a:schemeClr val="bg1"/>
                        </a:solidFill>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3280457632"/>
                  </a:ext>
                </a:extLst>
              </a:tr>
              <a:tr h="185175">
                <a:tc>
                  <a:txBody>
                    <a:bodyPr/>
                    <a:lstStyle>
                      <a:lvl1pPr marL="0" algn="l" defTabSz="914400" rtl="0" eaLnBrk="1" latinLnBrk="0" hangingPunct="1">
                        <a:defRPr sz="1800" kern="1200">
                          <a:solidFill>
                            <a:schemeClr val="dk1"/>
                          </a:solidFill>
                          <a:latin typeface="Boehringer Forward Text"/>
                        </a:defRPr>
                      </a:lvl1pPr>
                      <a:lvl2pPr marL="457200" algn="l" defTabSz="914400" rtl="0" eaLnBrk="1" latinLnBrk="0" hangingPunct="1">
                        <a:defRPr sz="1800" kern="1200">
                          <a:solidFill>
                            <a:schemeClr val="dk1"/>
                          </a:solidFill>
                          <a:latin typeface="Boehringer Forward Text"/>
                        </a:defRPr>
                      </a:lvl2pPr>
                      <a:lvl3pPr marL="914400" algn="l" defTabSz="914400" rtl="0" eaLnBrk="1" latinLnBrk="0" hangingPunct="1">
                        <a:defRPr sz="1800" kern="1200">
                          <a:solidFill>
                            <a:schemeClr val="dk1"/>
                          </a:solidFill>
                          <a:latin typeface="Boehringer Forward Text"/>
                        </a:defRPr>
                      </a:lvl3pPr>
                      <a:lvl4pPr marL="1371600" algn="l" defTabSz="914400" rtl="0" eaLnBrk="1" latinLnBrk="0" hangingPunct="1">
                        <a:defRPr sz="1800" kern="1200">
                          <a:solidFill>
                            <a:schemeClr val="dk1"/>
                          </a:solidFill>
                          <a:latin typeface="Boehringer Forward Text"/>
                        </a:defRPr>
                      </a:lvl4pPr>
                      <a:lvl5pPr marL="1828800" algn="l" defTabSz="914400" rtl="0" eaLnBrk="1" latinLnBrk="0" hangingPunct="1">
                        <a:defRPr sz="1800" kern="1200">
                          <a:solidFill>
                            <a:schemeClr val="dk1"/>
                          </a:solidFill>
                          <a:latin typeface="Boehringer Forward Text"/>
                        </a:defRPr>
                      </a:lvl5pPr>
                      <a:lvl6pPr marL="2286000" algn="l" defTabSz="914400" rtl="0" eaLnBrk="1" latinLnBrk="0" hangingPunct="1">
                        <a:defRPr sz="1800" kern="1200">
                          <a:solidFill>
                            <a:schemeClr val="dk1"/>
                          </a:solidFill>
                          <a:latin typeface="Boehringer Forward Text"/>
                        </a:defRPr>
                      </a:lvl6pPr>
                      <a:lvl7pPr marL="2743200" algn="l" defTabSz="914400" rtl="0" eaLnBrk="1" latinLnBrk="0" hangingPunct="1">
                        <a:defRPr sz="1800" kern="1200">
                          <a:solidFill>
                            <a:schemeClr val="dk1"/>
                          </a:solidFill>
                          <a:latin typeface="Boehringer Forward Text"/>
                        </a:defRPr>
                      </a:lvl7pPr>
                      <a:lvl8pPr marL="3200400" algn="l" defTabSz="914400" rtl="0" eaLnBrk="1" latinLnBrk="0" hangingPunct="1">
                        <a:defRPr sz="1800" kern="1200">
                          <a:solidFill>
                            <a:schemeClr val="dk1"/>
                          </a:solidFill>
                          <a:latin typeface="Boehringer Forward Text"/>
                        </a:defRPr>
                      </a:lvl8pPr>
                      <a:lvl9pPr marL="3657600" algn="l" defTabSz="914400" rtl="0" eaLnBrk="1" latinLnBrk="0" hangingPunct="1">
                        <a:defRPr sz="1800" kern="1200">
                          <a:solidFill>
                            <a:schemeClr val="dk1"/>
                          </a:solidFill>
                          <a:latin typeface="Boehringer Forward Text"/>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chemeClr val="bg1"/>
                          </a:solidFill>
                          <a:effectLst/>
                          <a:uLnTx/>
                          <a:uFillTx/>
                          <a:latin typeface="Boehringer Forward Text"/>
                          <a:ea typeface="+mn-ea"/>
                          <a:cs typeface="+mn-cs"/>
                        </a:rPr>
                        <a:t>PPF</a:t>
                      </a:r>
                      <a:endParaRPr kumimoji="0" lang="de-DE" altLang="zh-CN" sz="800" b="0" i="0" u="none" strike="noStrike" kern="1200" cap="none" spc="0" normalizeH="0" baseline="0" noProof="0">
                        <a:ln>
                          <a:noFill/>
                        </a:ln>
                        <a:solidFill>
                          <a:schemeClr val="bg1"/>
                        </a:solidFill>
                        <a:effectLst/>
                        <a:uLnTx/>
                        <a:uFillTx/>
                        <a:latin typeface="Boehringer Forward Text"/>
                        <a:ea typeface="+mn-ea"/>
                        <a:cs typeface="+mn-cs"/>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130840362"/>
                  </a:ext>
                </a:extLst>
              </a:tr>
              <a:tr h="185175">
                <a:tc>
                  <a:txBody>
                    <a:bodyPr/>
                    <a:lstStyle>
                      <a:lvl1pPr marL="0" algn="l" defTabSz="914400" rtl="0" eaLnBrk="1" latinLnBrk="0" hangingPunct="1">
                        <a:defRPr sz="1800" kern="1200">
                          <a:solidFill>
                            <a:schemeClr val="dk1"/>
                          </a:solidFill>
                          <a:latin typeface="Boehringer Forward Text"/>
                        </a:defRPr>
                      </a:lvl1pPr>
                      <a:lvl2pPr marL="457200" algn="l" defTabSz="914400" rtl="0" eaLnBrk="1" latinLnBrk="0" hangingPunct="1">
                        <a:defRPr sz="1800" kern="1200">
                          <a:solidFill>
                            <a:schemeClr val="dk1"/>
                          </a:solidFill>
                          <a:latin typeface="Boehringer Forward Text"/>
                        </a:defRPr>
                      </a:lvl2pPr>
                      <a:lvl3pPr marL="914400" algn="l" defTabSz="914400" rtl="0" eaLnBrk="1" latinLnBrk="0" hangingPunct="1">
                        <a:defRPr sz="1800" kern="1200">
                          <a:solidFill>
                            <a:schemeClr val="dk1"/>
                          </a:solidFill>
                          <a:latin typeface="Boehringer Forward Text"/>
                        </a:defRPr>
                      </a:lvl3pPr>
                      <a:lvl4pPr marL="1371600" algn="l" defTabSz="914400" rtl="0" eaLnBrk="1" latinLnBrk="0" hangingPunct="1">
                        <a:defRPr sz="1800" kern="1200">
                          <a:solidFill>
                            <a:schemeClr val="dk1"/>
                          </a:solidFill>
                          <a:latin typeface="Boehringer Forward Text"/>
                        </a:defRPr>
                      </a:lvl4pPr>
                      <a:lvl5pPr marL="1828800" algn="l" defTabSz="914400" rtl="0" eaLnBrk="1" latinLnBrk="0" hangingPunct="1">
                        <a:defRPr sz="1800" kern="1200">
                          <a:solidFill>
                            <a:schemeClr val="dk1"/>
                          </a:solidFill>
                          <a:latin typeface="Boehringer Forward Text"/>
                        </a:defRPr>
                      </a:lvl5pPr>
                      <a:lvl6pPr marL="2286000" algn="l" defTabSz="914400" rtl="0" eaLnBrk="1" latinLnBrk="0" hangingPunct="1">
                        <a:defRPr sz="1800" kern="1200">
                          <a:solidFill>
                            <a:schemeClr val="dk1"/>
                          </a:solidFill>
                          <a:latin typeface="Boehringer Forward Text"/>
                        </a:defRPr>
                      </a:lvl6pPr>
                      <a:lvl7pPr marL="2743200" algn="l" defTabSz="914400" rtl="0" eaLnBrk="1" latinLnBrk="0" hangingPunct="1">
                        <a:defRPr sz="1800" kern="1200">
                          <a:solidFill>
                            <a:schemeClr val="dk1"/>
                          </a:solidFill>
                          <a:latin typeface="Boehringer Forward Text"/>
                        </a:defRPr>
                      </a:lvl7pPr>
                      <a:lvl8pPr marL="3200400" algn="l" defTabSz="914400" rtl="0" eaLnBrk="1" latinLnBrk="0" hangingPunct="1">
                        <a:defRPr sz="1800" kern="1200">
                          <a:solidFill>
                            <a:schemeClr val="dk1"/>
                          </a:solidFill>
                          <a:latin typeface="Boehringer Forward Text"/>
                        </a:defRPr>
                      </a:lvl8pPr>
                      <a:lvl9pPr marL="3657600" algn="l" defTabSz="914400" rtl="0" eaLnBrk="1" latinLnBrk="0" hangingPunct="1">
                        <a:defRPr sz="1800" kern="1200">
                          <a:solidFill>
                            <a:schemeClr val="dk1"/>
                          </a:solidFill>
                          <a:latin typeface="Boehringer Forward Text"/>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err="1">
                          <a:ln>
                            <a:noFill/>
                          </a:ln>
                          <a:solidFill>
                            <a:schemeClr val="bg1"/>
                          </a:solidFill>
                          <a:effectLst/>
                          <a:uLnTx/>
                          <a:uFillTx/>
                          <a:latin typeface="Boehringer Forward Text"/>
                          <a:ea typeface="+mn-ea"/>
                          <a:cs typeface="+mn-cs"/>
                        </a:rPr>
                        <a:t>SSc</a:t>
                      </a:r>
                      <a:endParaRPr kumimoji="0" lang="de-DE" altLang="zh-CN" sz="800" b="0" i="0" u="none" strike="noStrike" kern="1200" cap="none" spc="0" normalizeH="0" baseline="0" noProof="0">
                        <a:ln>
                          <a:noFill/>
                        </a:ln>
                        <a:solidFill>
                          <a:schemeClr val="bg1"/>
                        </a:solidFill>
                        <a:effectLst/>
                        <a:uLnTx/>
                        <a:uFillTx/>
                        <a:latin typeface="Boehringer Forward Text"/>
                        <a:ea typeface="+mn-ea"/>
                        <a:cs typeface="+mn-cs"/>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28BDE"/>
                    </a:solidFill>
                  </a:tcPr>
                </a:tc>
                <a:extLst>
                  <a:ext uri="{0D108BD9-81ED-4DB2-BD59-A6C34878D82A}">
                    <a16:rowId xmlns:a16="http://schemas.microsoft.com/office/drawing/2014/main" val="1194513473"/>
                  </a:ext>
                </a:extLst>
              </a:tr>
              <a:tr h="185175">
                <a:tc>
                  <a:txBody>
                    <a:bodyPr/>
                    <a:lstStyle>
                      <a:lvl1pPr marL="0" algn="l" defTabSz="914400" rtl="0" eaLnBrk="1" latinLnBrk="0" hangingPunct="1">
                        <a:defRPr sz="1800" kern="1200">
                          <a:solidFill>
                            <a:schemeClr val="dk1"/>
                          </a:solidFill>
                          <a:latin typeface="Boehringer Forward Text"/>
                        </a:defRPr>
                      </a:lvl1pPr>
                      <a:lvl2pPr marL="457200" algn="l" defTabSz="914400" rtl="0" eaLnBrk="1" latinLnBrk="0" hangingPunct="1">
                        <a:defRPr sz="1800" kern="1200">
                          <a:solidFill>
                            <a:schemeClr val="dk1"/>
                          </a:solidFill>
                          <a:latin typeface="Boehringer Forward Text"/>
                        </a:defRPr>
                      </a:lvl2pPr>
                      <a:lvl3pPr marL="914400" algn="l" defTabSz="914400" rtl="0" eaLnBrk="1" latinLnBrk="0" hangingPunct="1">
                        <a:defRPr sz="1800" kern="1200">
                          <a:solidFill>
                            <a:schemeClr val="dk1"/>
                          </a:solidFill>
                          <a:latin typeface="Boehringer Forward Text"/>
                        </a:defRPr>
                      </a:lvl3pPr>
                      <a:lvl4pPr marL="1371600" algn="l" defTabSz="914400" rtl="0" eaLnBrk="1" latinLnBrk="0" hangingPunct="1">
                        <a:defRPr sz="1800" kern="1200">
                          <a:solidFill>
                            <a:schemeClr val="dk1"/>
                          </a:solidFill>
                          <a:latin typeface="Boehringer Forward Text"/>
                        </a:defRPr>
                      </a:lvl4pPr>
                      <a:lvl5pPr marL="1828800" algn="l" defTabSz="914400" rtl="0" eaLnBrk="1" latinLnBrk="0" hangingPunct="1">
                        <a:defRPr sz="1800" kern="1200">
                          <a:solidFill>
                            <a:schemeClr val="dk1"/>
                          </a:solidFill>
                          <a:latin typeface="Boehringer Forward Text"/>
                        </a:defRPr>
                      </a:lvl5pPr>
                      <a:lvl6pPr marL="2286000" algn="l" defTabSz="914400" rtl="0" eaLnBrk="1" latinLnBrk="0" hangingPunct="1">
                        <a:defRPr sz="1800" kern="1200">
                          <a:solidFill>
                            <a:schemeClr val="dk1"/>
                          </a:solidFill>
                          <a:latin typeface="Boehringer Forward Text"/>
                        </a:defRPr>
                      </a:lvl6pPr>
                      <a:lvl7pPr marL="2743200" algn="l" defTabSz="914400" rtl="0" eaLnBrk="1" latinLnBrk="0" hangingPunct="1">
                        <a:defRPr sz="1800" kern="1200">
                          <a:solidFill>
                            <a:schemeClr val="dk1"/>
                          </a:solidFill>
                          <a:latin typeface="Boehringer Forward Text"/>
                        </a:defRPr>
                      </a:lvl7pPr>
                      <a:lvl8pPr marL="3200400" algn="l" defTabSz="914400" rtl="0" eaLnBrk="1" latinLnBrk="0" hangingPunct="1">
                        <a:defRPr sz="1800" kern="1200">
                          <a:solidFill>
                            <a:schemeClr val="dk1"/>
                          </a:solidFill>
                          <a:latin typeface="Boehringer Forward Text"/>
                        </a:defRPr>
                      </a:lvl8pPr>
                      <a:lvl9pPr marL="3657600" algn="l" defTabSz="914400" rtl="0" eaLnBrk="1" latinLnBrk="0" hangingPunct="1">
                        <a:defRPr sz="1800" kern="1200">
                          <a:solidFill>
                            <a:schemeClr val="dk1"/>
                          </a:solidFill>
                          <a:latin typeface="Boehringer Forward Text"/>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de-DE" altLang="zh-CN" sz="800" b="0" i="0" u="none" strike="noStrike" kern="1200" cap="none" spc="0" normalizeH="0" baseline="0" noProof="0">
                          <a:ln>
                            <a:noFill/>
                          </a:ln>
                          <a:solidFill>
                            <a:schemeClr val="bg1"/>
                          </a:solidFill>
                          <a:effectLst/>
                          <a:uLnTx/>
                          <a:uFillTx/>
                          <a:latin typeface="Boehringer Forward Text"/>
                          <a:ea typeface="+mn-ea"/>
                          <a:cs typeface="+mn-cs"/>
                        </a:rPr>
                        <a:t>Myositis</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28BDE"/>
                    </a:solidFill>
                  </a:tcPr>
                </a:tc>
                <a:extLst>
                  <a:ext uri="{0D108BD9-81ED-4DB2-BD59-A6C34878D82A}">
                    <a16:rowId xmlns:a16="http://schemas.microsoft.com/office/drawing/2014/main" val="33890377"/>
                  </a:ext>
                </a:extLst>
              </a:tr>
            </a:tbl>
          </a:graphicData>
        </a:graphic>
      </p:graphicFrame>
      <p:graphicFrame>
        <p:nvGraphicFramePr>
          <p:cNvPr id="84" name="Tabelle 41">
            <a:extLst>
              <a:ext uri="{FF2B5EF4-FFF2-40B4-BE49-F238E27FC236}">
                <a16:creationId xmlns:a16="http://schemas.microsoft.com/office/drawing/2014/main" id="{BA87FD8A-4062-327B-C397-EF8CE328E451}"/>
              </a:ext>
            </a:extLst>
          </p:cNvPr>
          <p:cNvGraphicFramePr>
            <a:graphicFrameLocks noGrp="1"/>
          </p:cNvGraphicFramePr>
          <p:nvPr/>
        </p:nvGraphicFramePr>
        <p:xfrm>
          <a:off x="7651229" y="3363094"/>
          <a:ext cx="1294151" cy="455490"/>
        </p:xfrm>
        <a:graphic>
          <a:graphicData uri="http://schemas.openxmlformats.org/drawingml/2006/table">
            <a:tbl>
              <a:tblPr firstRow="1" bandRow="1"/>
              <a:tblGrid>
                <a:gridCol w="1294151">
                  <a:extLst>
                    <a:ext uri="{9D8B030D-6E8A-4147-A177-3AD203B41FA5}">
                      <a16:colId xmlns:a16="http://schemas.microsoft.com/office/drawing/2014/main" val="4245598997"/>
                    </a:ext>
                  </a:extLst>
                </a:gridCol>
              </a:tblGrid>
              <a:tr h="242130">
                <a:tc>
                  <a:txBody>
                    <a:bodyPr/>
                    <a:lstStyle>
                      <a:lvl1pPr marL="0" algn="l" defTabSz="914400" rtl="0" eaLnBrk="1" latinLnBrk="0" hangingPunct="1">
                        <a:defRPr sz="1800" b="1" kern="1200">
                          <a:solidFill>
                            <a:schemeClr val="lt1"/>
                          </a:solidFill>
                          <a:latin typeface="Boehringer Forward Text"/>
                        </a:defRPr>
                      </a:lvl1pPr>
                      <a:lvl2pPr marL="457200" algn="l" defTabSz="914400" rtl="0" eaLnBrk="1" latinLnBrk="0" hangingPunct="1">
                        <a:defRPr sz="1800" b="1" kern="1200">
                          <a:solidFill>
                            <a:schemeClr val="lt1"/>
                          </a:solidFill>
                          <a:latin typeface="Boehringer Forward Text"/>
                        </a:defRPr>
                      </a:lvl2pPr>
                      <a:lvl3pPr marL="914400" algn="l" defTabSz="914400" rtl="0" eaLnBrk="1" latinLnBrk="0" hangingPunct="1">
                        <a:defRPr sz="1800" b="1" kern="1200">
                          <a:solidFill>
                            <a:schemeClr val="lt1"/>
                          </a:solidFill>
                          <a:latin typeface="Boehringer Forward Text"/>
                        </a:defRPr>
                      </a:lvl3pPr>
                      <a:lvl4pPr marL="1371600" algn="l" defTabSz="914400" rtl="0" eaLnBrk="1" latinLnBrk="0" hangingPunct="1">
                        <a:defRPr sz="1800" b="1" kern="1200">
                          <a:solidFill>
                            <a:schemeClr val="lt1"/>
                          </a:solidFill>
                          <a:latin typeface="Boehringer Forward Text"/>
                        </a:defRPr>
                      </a:lvl4pPr>
                      <a:lvl5pPr marL="1828800" algn="l" defTabSz="914400" rtl="0" eaLnBrk="1" latinLnBrk="0" hangingPunct="1">
                        <a:defRPr sz="1800" b="1" kern="1200">
                          <a:solidFill>
                            <a:schemeClr val="lt1"/>
                          </a:solidFill>
                          <a:latin typeface="Boehringer Forward Text"/>
                        </a:defRPr>
                      </a:lvl5pPr>
                      <a:lvl6pPr marL="2286000" algn="l" defTabSz="914400" rtl="0" eaLnBrk="1" latinLnBrk="0" hangingPunct="1">
                        <a:defRPr sz="1800" b="1" kern="1200">
                          <a:solidFill>
                            <a:schemeClr val="lt1"/>
                          </a:solidFill>
                          <a:latin typeface="Boehringer Forward Text"/>
                        </a:defRPr>
                      </a:lvl6pPr>
                      <a:lvl7pPr marL="2743200" algn="l" defTabSz="914400" rtl="0" eaLnBrk="1" latinLnBrk="0" hangingPunct="1">
                        <a:defRPr sz="1800" b="1" kern="1200">
                          <a:solidFill>
                            <a:schemeClr val="lt1"/>
                          </a:solidFill>
                          <a:latin typeface="Boehringer Forward Text"/>
                        </a:defRPr>
                      </a:lvl7pPr>
                      <a:lvl8pPr marL="3200400" algn="l" defTabSz="914400" rtl="0" eaLnBrk="1" latinLnBrk="0" hangingPunct="1">
                        <a:defRPr sz="1800" b="1" kern="1200">
                          <a:solidFill>
                            <a:schemeClr val="lt1"/>
                          </a:solidFill>
                          <a:latin typeface="Boehringer Forward Text"/>
                        </a:defRPr>
                      </a:lvl8pPr>
                      <a:lvl9pPr marL="3657600" algn="l" defTabSz="914400" rtl="0" eaLnBrk="1" latinLnBrk="0" hangingPunct="1">
                        <a:defRPr sz="1800" b="1" kern="1200">
                          <a:solidFill>
                            <a:schemeClr val="lt1"/>
                          </a:solidFill>
                          <a:latin typeface="Boehringer Forward Text"/>
                        </a:defRPr>
                      </a:lvl9pPr>
                    </a:lstStyle>
                    <a:p>
                      <a:pPr marL="0" marR="0" lvl="0" indent="0" algn="ctr" defTabSz="914241" rtl="0" eaLnBrk="1" fontAlgn="auto" latinLnBrk="0" hangingPunct="1">
                        <a:lnSpc>
                          <a:spcPct val="100000"/>
                        </a:lnSpc>
                        <a:buClrTx/>
                        <a:buSzTx/>
                        <a:buFontTx/>
                        <a:buNone/>
                        <a:tabLst/>
                        <a:defRPr/>
                      </a:pPr>
                      <a:r>
                        <a:rPr lang="de-DE" sz="900" b="1" i="0" u="none" strike="noStrike" kern="0" cap="none" spc="0" normalizeH="0" baseline="0" noProof="0">
                          <a:ln>
                            <a:noFill/>
                          </a:ln>
                          <a:solidFill>
                            <a:schemeClr val="bg1"/>
                          </a:solidFill>
                          <a:effectLst/>
                          <a:uLnTx/>
                          <a:uFillTx/>
                          <a:latin typeface="BISansOpti"/>
                          <a:cs typeface="Calibri"/>
                        </a:rPr>
                        <a:t>Autotaxin inh.</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86307024"/>
                  </a:ext>
                </a:extLst>
              </a:tr>
              <a:tr h="0">
                <a:tc>
                  <a:txBody>
                    <a:bodyPr/>
                    <a:lstStyle>
                      <a:lvl1pPr marL="0" algn="l" defTabSz="914400" rtl="0" eaLnBrk="1" latinLnBrk="0" hangingPunct="1">
                        <a:defRPr sz="1800" kern="1200">
                          <a:solidFill>
                            <a:schemeClr val="dk1"/>
                          </a:solidFill>
                          <a:latin typeface="Boehringer Forward Text"/>
                        </a:defRPr>
                      </a:lvl1pPr>
                      <a:lvl2pPr marL="457200" algn="l" defTabSz="914400" rtl="0" eaLnBrk="1" latinLnBrk="0" hangingPunct="1">
                        <a:defRPr sz="1800" kern="1200">
                          <a:solidFill>
                            <a:schemeClr val="dk1"/>
                          </a:solidFill>
                          <a:latin typeface="Boehringer Forward Text"/>
                        </a:defRPr>
                      </a:lvl2pPr>
                      <a:lvl3pPr marL="914400" algn="l" defTabSz="914400" rtl="0" eaLnBrk="1" latinLnBrk="0" hangingPunct="1">
                        <a:defRPr sz="1800" kern="1200">
                          <a:solidFill>
                            <a:schemeClr val="dk1"/>
                          </a:solidFill>
                          <a:latin typeface="Boehringer Forward Text"/>
                        </a:defRPr>
                      </a:lvl3pPr>
                      <a:lvl4pPr marL="1371600" algn="l" defTabSz="914400" rtl="0" eaLnBrk="1" latinLnBrk="0" hangingPunct="1">
                        <a:defRPr sz="1800" kern="1200">
                          <a:solidFill>
                            <a:schemeClr val="dk1"/>
                          </a:solidFill>
                          <a:latin typeface="Boehringer Forward Text"/>
                        </a:defRPr>
                      </a:lvl4pPr>
                      <a:lvl5pPr marL="1828800" algn="l" defTabSz="914400" rtl="0" eaLnBrk="1" latinLnBrk="0" hangingPunct="1">
                        <a:defRPr sz="1800" kern="1200">
                          <a:solidFill>
                            <a:schemeClr val="dk1"/>
                          </a:solidFill>
                          <a:latin typeface="Boehringer Forward Text"/>
                        </a:defRPr>
                      </a:lvl5pPr>
                      <a:lvl6pPr marL="2286000" algn="l" defTabSz="914400" rtl="0" eaLnBrk="1" latinLnBrk="0" hangingPunct="1">
                        <a:defRPr sz="1800" kern="1200">
                          <a:solidFill>
                            <a:schemeClr val="dk1"/>
                          </a:solidFill>
                          <a:latin typeface="Boehringer Forward Text"/>
                        </a:defRPr>
                      </a:lvl6pPr>
                      <a:lvl7pPr marL="2743200" algn="l" defTabSz="914400" rtl="0" eaLnBrk="1" latinLnBrk="0" hangingPunct="1">
                        <a:defRPr sz="1800" kern="1200">
                          <a:solidFill>
                            <a:schemeClr val="dk1"/>
                          </a:solidFill>
                          <a:latin typeface="Boehringer Forward Text"/>
                        </a:defRPr>
                      </a:lvl7pPr>
                      <a:lvl8pPr marL="3200400" algn="l" defTabSz="914400" rtl="0" eaLnBrk="1" latinLnBrk="0" hangingPunct="1">
                        <a:defRPr sz="1800" kern="1200">
                          <a:solidFill>
                            <a:schemeClr val="dk1"/>
                          </a:solidFill>
                          <a:latin typeface="Boehringer Forward Text"/>
                        </a:defRPr>
                      </a:lvl8pPr>
                      <a:lvl9pPr marL="3657600" algn="l" defTabSz="914400" rtl="0" eaLnBrk="1" latinLnBrk="0" hangingPunct="1">
                        <a:defRPr sz="1800" kern="1200">
                          <a:solidFill>
                            <a:schemeClr val="dk1"/>
                          </a:solidFill>
                          <a:latin typeface="Boehringer Forward Text"/>
                        </a:defRPr>
                      </a:lvl9pPr>
                    </a:lstStyle>
                    <a:p>
                      <a:pPr algn="ctr"/>
                      <a:r>
                        <a:rPr lang="de-DE" sz="800">
                          <a:solidFill>
                            <a:schemeClr val="bg1"/>
                          </a:solidFill>
                        </a:rPr>
                        <a:t>IPF/PPF</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28BDE"/>
                    </a:solidFill>
                  </a:tcPr>
                </a:tc>
                <a:extLst>
                  <a:ext uri="{0D108BD9-81ED-4DB2-BD59-A6C34878D82A}">
                    <a16:rowId xmlns:a16="http://schemas.microsoft.com/office/drawing/2014/main" val="1194513473"/>
                  </a:ext>
                </a:extLst>
              </a:tr>
            </a:tbl>
          </a:graphicData>
        </a:graphic>
      </p:graphicFrame>
      <p:graphicFrame>
        <p:nvGraphicFramePr>
          <p:cNvPr id="7" name="Tabelle 13">
            <a:extLst>
              <a:ext uri="{FF2B5EF4-FFF2-40B4-BE49-F238E27FC236}">
                <a16:creationId xmlns:a16="http://schemas.microsoft.com/office/drawing/2014/main" id="{D7456E80-A0DF-22AF-04AD-C05483333AEE}"/>
              </a:ext>
            </a:extLst>
          </p:cNvPr>
          <p:cNvGraphicFramePr>
            <a:graphicFrameLocks noGrp="1"/>
          </p:cNvGraphicFramePr>
          <p:nvPr/>
        </p:nvGraphicFramePr>
        <p:xfrm>
          <a:off x="9277299" y="3890629"/>
          <a:ext cx="1320662" cy="655320"/>
        </p:xfrm>
        <a:graphic>
          <a:graphicData uri="http://schemas.openxmlformats.org/drawingml/2006/table">
            <a:tbl>
              <a:tblPr firstRow="1" bandRow="1"/>
              <a:tblGrid>
                <a:gridCol w="1320662">
                  <a:extLst>
                    <a:ext uri="{9D8B030D-6E8A-4147-A177-3AD203B41FA5}">
                      <a16:colId xmlns:a16="http://schemas.microsoft.com/office/drawing/2014/main" val="4245598997"/>
                    </a:ext>
                  </a:extLst>
                </a:gridCol>
              </a:tblGrid>
              <a:tr h="158174">
                <a:tc>
                  <a:txBody>
                    <a:bodyPr/>
                    <a:lstStyle>
                      <a:lvl1pPr marL="0" algn="l" defTabSz="914400" rtl="0" eaLnBrk="1" latinLnBrk="0" hangingPunct="1">
                        <a:defRPr sz="1800" b="1" kern="1200">
                          <a:solidFill>
                            <a:schemeClr val="lt1"/>
                          </a:solidFill>
                          <a:latin typeface="Boehringer Forward Text"/>
                        </a:defRPr>
                      </a:lvl1pPr>
                      <a:lvl2pPr marL="457200" algn="l" defTabSz="914400" rtl="0" eaLnBrk="1" latinLnBrk="0" hangingPunct="1">
                        <a:defRPr sz="1800" b="1" kern="1200">
                          <a:solidFill>
                            <a:schemeClr val="lt1"/>
                          </a:solidFill>
                          <a:latin typeface="Boehringer Forward Text"/>
                        </a:defRPr>
                      </a:lvl2pPr>
                      <a:lvl3pPr marL="914400" algn="l" defTabSz="914400" rtl="0" eaLnBrk="1" latinLnBrk="0" hangingPunct="1">
                        <a:defRPr sz="1800" b="1" kern="1200">
                          <a:solidFill>
                            <a:schemeClr val="lt1"/>
                          </a:solidFill>
                          <a:latin typeface="Boehringer Forward Text"/>
                        </a:defRPr>
                      </a:lvl3pPr>
                      <a:lvl4pPr marL="1371600" algn="l" defTabSz="914400" rtl="0" eaLnBrk="1" latinLnBrk="0" hangingPunct="1">
                        <a:defRPr sz="1800" b="1" kern="1200">
                          <a:solidFill>
                            <a:schemeClr val="lt1"/>
                          </a:solidFill>
                          <a:latin typeface="Boehringer Forward Text"/>
                        </a:defRPr>
                      </a:lvl4pPr>
                      <a:lvl5pPr marL="1828800" algn="l" defTabSz="914400" rtl="0" eaLnBrk="1" latinLnBrk="0" hangingPunct="1">
                        <a:defRPr sz="1800" b="1" kern="1200">
                          <a:solidFill>
                            <a:schemeClr val="lt1"/>
                          </a:solidFill>
                          <a:latin typeface="Boehringer Forward Text"/>
                        </a:defRPr>
                      </a:lvl5pPr>
                      <a:lvl6pPr marL="2286000" algn="l" defTabSz="914400" rtl="0" eaLnBrk="1" latinLnBrk="0" hangingPunct="1">
                        <a:defRPr sz="1800" b="1" kern="1200">
                          <a:solidFill>
                            <a:schemeClr val="lt1"/>
                          </a:solidFill>
                          <a:latin typeface="Boehringer Forward Text"/>
                        </a:defRPr>
                      </a:lvl6pPr>
                      <a:lvl7pPr marL="2743200" algn="l" defTabSz="914400" rtl="0" eaLnBrk="1" latinLnBrk="0" hangingPunct="1">
                        <a:defRPr sz="1800" b="1" kern="1200">
                          <a:solidFill>
                            <a:schemeClr val="lt1"/>
                          </a:solidFill>
                          <a:latin typeface="Boehringer Forward Text"/>
                        </a:defRPr>
                      </a:lvl7pPr>
                      <a:lvl8pPr marL="3200400" algn="l" defTabSz="914400" rtl="0" eaLnBrk="1" latinLnBrk="0" hangingPunct="1">
                        <a:defRPr sz="1800" b="1" kern="1200">
                          <a:solidFill>
                            <a:schemeClr val="lt1"/>
                          </a:solidFill>
                          <a:latin typeface="Boehringer Forward Text"/>
                        </a:defRPr>
                      </a:lvl8pPr>
                      <a:lvl9pPr marL="3657600" algn="l" defTabSz="914400" rtl="0" eaLnBrk="1" latinLnBrk="0" hangingPunct="1">
                        <a:defRPr sz="1800" b="1" kern="1200">
                          <a:solidFill>
                            <a:schemeClr val="lt1"/>
                          </a:solidFill>
                          <a:latin typeface="Boehringer Forward Text"/>
                        </a:defRPr>
                      </a:lvl9pPr>
                    </a:lstStyle>
                    <a:p>
                      <a:pPr marL="0" marR="0" lvl="0" indent="0" algn="ctr" defTabSz="914241" rtl="0" eaLnBrk="1" fontAlgn="auto" latinLnBrk="0" hangingPunct="1">
                        <a:lnSpc>
                          <a:spcPct val="100000"/>
                        </a:lnSpc>
                        <a:spcBef>
                          <a:spcPts val="0"/>
                        </a:spcBef>
                        <a:spcAft>
                          <a:spcPts val="0"/>
                        </a:spcAft>
                        <a:buClrTx/>
                        <a:buSzTx/>
                        <a:buFontTx/>
                        <a:buNone/>
                        <a:tabLst/>
                        <a:defRPr/>
                      </a:pPr>
                      <a:r>
                        <a:rPr lang="de-DE" altLang="zh-CN" sz="900" b="1" i="0" u="none" strike="noStrike" kern="0" cap="none" spc="0" normalizeH="0" baseline="0">
                          <a:ln>
                            <a:noFill/>
                          </a:ln>
                          <a:solidFill>
                            <a:schemeClr val="bg1"/>
                          </a:solidFill>
                          <a:effectLst/>
                          <a:uLnTx/>
                          <a:uFillTx/>
                          <a:latin typeface="BISansOpti"/>
                          <a:ea typeface="+mn-ea"/>
                          <a:cs typeface="Calibri"/>
                        </a:rPr>
                        <a:t>Spesolimab</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86307024"/>
                  </a:ext>
                </a:extLst>
              </a:tr>
              <a:tr h="158174">
                <a:tc>
                  <a:txBody>
                    <a:bodyPr/>
                    <a:lstStyle>
                      <a:lvl1pPr marL="0" algn="l" defTabSz="914400" rtl="0" eaLnBrk="1" latinLnBrk="0" hangingPunct="1">
                        <a:defRPr sz="1800" kern="1200">
                          <a:solidFill>
                            <a:schemeClr val="dk1"/>
                          </a:solidFill>
                          <a:latin typeface="Boehringer Forward Text"/>
                        </a:defRPr>
                      </a:lvl1pPr>
                      <a:lvl2pPr marL="457200" algn="l" defTabSz="914400" rtl="0" eaLnBrk="1" latinLnBrk="0" hangingPunct="1">
                        <a:defRPr sz="1800" kern="1200">
                          <a:solidFill>
                            <a:schemeClr val="dk1"/>
                          </a:solidFill>
                          <a:latin typeface="Boehringer Forward Text"/>
                        </a:defRPr>
                      </a:lvl2pPr>
                      <a:lvl3pPr marL="914400" algn="l" defTabSz="914400" rtl="0" eaLnBrk="1" latinLnBrk="0" hangingPunct="1">
                        <a:defRPr sz="1800" kern="1200">
                          <a:solidFill>
                            <a:schemeClr val="dk1"/>
                          </a:solidFill>
                          <a:latin typeface="Boehringer Forward Text"/>
                        </a:defRPr>
                      </a:lvl3pPr>
                      <a:lvl4pPr marL="1371600" algn="l" defTabSz="914400" rtl="0" eaLnBrk="1" latinLnBrk="0" hangingPunct="1">
                        <a:defRPr sz="1800" kern="1200">
                          <a:solidFill>
                            <a:schemeClr val="dk1"/>
                          </a:solidFill>
                          <a:latin typeface="Boehringer Forward Text"/>
                        </a:defRPr>
                      </a:lvl4pPr>
                      <a:lvl5pPr marL="1828800" algn="l" defTabSz="914400" rtl="0" eaLnBrk="1" latinLnBrk="0" hangingPunct="1">
                        <a:defRPr sz="1800" kern="1200">
                          <a:solidFill>
                            <a:schemeClr val="dk1"/>
                          </a:solidFill>
                          <a:latin typeface="Boehringer Forward Text"/>
                        </a:defRPr>
                      </a:lvl5pPr>
                      <a:lvl6pPr marL="2286000" algn="l" defTabSz="914400" rtl="0" eaLnBrk="1" latinLnBrk="0" hangingPunct="1">
                        <a:defRPr sz="1800" kern="1200">
                          <a:solidFill>
                            <a:schemeClr val="dk1"/>
                          </a:solidFill>
                          <a:latin typeface="Boehringer Forward Text"/>
                        </a:defRPr>
                      </a:lvl6pPr>
                      <a:lvl7pPr marL="2743200" algn="l" defTabSz="914400" rtl="0" eaLnBrk="1" latinLnBrk="0" hangingPunct="1">
                        <a:defRPr sz="1800" kern="1200">
                          <a:solidFill>
                            <a:schemeClr val="dk1"/>
                          </a:solidFill>
                          <a:latin typeface="Boehringer Forward Text"/>
                        </a:defRPr>
                      </a:lvl7pPr>
                      <a:lvl8pPr marL="3200400" algn="l" defTabSz="914400" rtl="0" eaLnBrk="1" latinLnBrk="0" hangingPunct="1">
                        <a:defRPr sz="1800" kern="1200">
                          <a:solidFill>
                            <a:schemeClr val="dk1"/>
                          </a:solidFill>
                          <a:latin typeface="Boehringer Forward Text"/>
                        </a:defRPr>
                      </a:lvl8pPr>
                      <a:lvl9pPr marL="3657600" algn="l" defTabSz="914400" rtl="0" eaLnBrk="1" latinLnBrk="0" hangingPunct="1">
                        <a:defRPr sz="1800" kern="1200">
                          <a:solidFill>
                            <a:schemeClr val="dk1"/>
                          </a:solidFill>
                          <a:latin typeface="Boehringer Forward Text"/>
                        </a:defRPr>
                      </a:lvl9pPr>
                    </a:lstStyle>
                    <a:p>
                      <a:pPr algn="ctr"/>
                      <a:r>
                        <a:rPr lang="de-DE" sz="800">
                          <a:solidFill>
                            <a:schemeClr val="bg1"/>
                          </a:solidFill>
                        </a:rPr>
                        <a:t>GPP </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28BDE"/>
                    </a:solidFill>
                  </a:tcPr>
                </a:tc>
                <a:extLst>
                  <a:ext uri="{0D108BD9-81ED-4DB2-BD59-A6C34878D82A}">
                    <a16:rowId xmlns:a16="http://schemas.microsoft.com/office/drawing/2014/main" val="1194513473"/>
                  </a:ext>
                </a:extLst>
              </a:tr>
              <a:tr h="158174">
                <a:tc>
                  <a:txBody>
                    <a:bodyPr/>
                    <a:lstStyle>
                      <a:lvl1pPr marL="0" algn="l" defTabSz="914400" rtl="0" eaLnBrk="1" latinLnBrk="0" hangingPunct="1">
                        <a:defRPr sz="1800" kern="1200">
                          <a:solidFill>
                            <a:schemeClr val="dk1"/>
                          </a:solidFill>
                          <a:latin typeface="Boehringer Forward Text"/>
                        </a:defRPr>
                      </a:lvl1pPr>
                      <a:lvl2pPr marL="457200" algn="l" defTabSz="914400" rtl="0" eaLnBrk="1" latinLnBrk="0" hangingPunct="1">
                        <a:defRPr sz="1800" kern="1200">
                          <a:solidFill>
                            <a:schemeClr val="dk1"/>
                          </a:solidFill>
                          <a:latin typeface="Boehringer Forward Text"/>
                        </a:defRPr>
                      </a:lvl2pPr>
                      <a:lvl3pPr marL="914400" algn="l" defTabSz="914400" rtl="0" eaLnBrk="1" latinLnBrk="0" hangingPunct="1">
                        <a:defRPr sz="1800" kern="1200">
                          <a:solidFill>
                            <a:schemeClr val="dk1"/>
                          </a:solidFill>
                          <a:latin typeface="Boehringer Forward Text"/>
                        </a:defRPr>
                      </a:lvl3pPr>
                      <a:lvl4pPr marL="1371600" algn="l" defTabSz="914400" rtl="0" eaLnBrk="1" latinLnBrk="0" hangingPunct="1">
                        <a:defRPr sz="1800" kern="1200">
                          <a:solidFill>
                            <a:schemeClr val="dk1"/>
                          </a:solidFill>
                          <a:latin typeface="Boehringer Forward Text"/>
                        </a:defRPr>
                      </a:lvl4pPr>
                      <a:lvl5pPr marL="1828800" algn="l" defTabSz="914400" rtl="0" eaLnBrk="1" latinLnBrk="0" hangingPunct="1">
                        <a:defRPr sz="1800" kern="1200">
                          <a:solidFill>
                            <a:schemeClr val="dk1"/>
                          </a:solidFill>
                          <a:latin typeface="Boehringer Forward Text"/>
                        </a:defRPr>
                      </a:lvl5pPr>
                      <a:lvl6pPr marL="2286000" algn="l" defTabSz="914400" rtl="0" eaLnBrk="1" latinLnBrk="0" hangingPunct="1">
                        <a:defRPr sz="1800" kern="1200">
                          <a:solidFill>
                            <a:schemeClr val="dk1"/>
                          </a:solidFill>
                          <a:latin typeface="Boehringer Forward Text"/>
                        </a:defRPr>
                      </a:lvl6pPr>
                      <a:lvl7pPr marL="2743200" algn="l" defTabSz="914400" rtl="0" eaLnBrk="1" latinLnBrk="0" hangingPunct="1">
                        <a:defRPr sz="1800" kern="1200">
                          <a:solidFill>
                            <a:schemeClr val="dk1"/>
                          </a:solidFill>
                          <a:latin typeface="Boehringer Forward Text"/>
                        </a:defRPr>
                      </a:lvl7pPr>
                      <a:lvl8pPr marL="3200400" algn="l" defTabSz="914400" rtl="0" eaLnBrk="1" latinLnBrk="0" hangingPunct="1">
                        <a:defRPr sz="1800" kern="1200">
                          <a:solidFill>
                            <a:schemeClr val="dk1"/>
                          </a:solidFill>
                          <a:latin typeface="Boehringer Forward Text"/>
                        </a:defRPr>
                      </a:lvl8pPr>
                      <a:lvl9pPr marL="3657600" algn="l" defTabSz="914400" rtl="0" eaLnBrk="1" latinLnBrk="0" hangingPunct="1">
                        <a:defRPr sz="1800" kern="1200">
                          <a:solidFill>
                            <a:schemeClr val="dk1"/>
                          </a:solidFill>
                          <a:latin typeface="Boehringer Forward Text"/>
                        </a:defRPr>
                      </a:lvl9pPr>
                    </a:lstStyle>
                    <a:p>
                      <a:pPr algn="ctr"/>
                      <a:r>
                        <a:rPr lang="de-DE" sz="800">
                          <a:solidFill>
                            <a:schemeClr val="bg1"/>
                          </a:solidFill>
                        </a:rPr>
                        <a:t>PG</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28BDE"/>
                    </a:solidFill>
                  </a:tcPr>
                </a:tc>
                <a:extLst>
                  <a:ext uri="{0D108BD9-81ED-4DB2-BD59-A6C34878D82A}">
                    <a16:rowId xmlns:a16="http://schemas.microsoft.com/office/drawing/2014/main" val="33890377"/>
                  </a:ext>
                </a:extLst>
              </a:tr>
            </a:tbl>
          </a:graphicData>
        </a:graphic>
      </p:graphicFrame>
      <p:graphicFrame>
        <p:nvGraphicFramePr>
          <p:cNvPr id="9" name="Tabelle 41">
            <a:extLst>
              <a:ext uri="{FF2B5EF4-FFF2-40B4-BE49-F238E27FC236}">
                <a16:creationId xmlns:a16="http://schemas.microsoft.com/office/drawing/2014/main" id="{B4F8A225-E030-B31F-82A4-58F05017953A}"/>
              </a:ext>
            </a:extLst>
          </p:cNvPr>
          <p:cNvGraphicFramePr>
            <a:graphicFrameLocks noGrp="1"/>
          </p:cNvGraphicFramePr>
          <p:nvPr/>
        </p:nvGraphicFramePr>
        <p:xfrm>
          <a:off x="7651564" y="3903051"/>
          <a:ext cx="1294151" cy="655320"/>
        </p:xfrm>
        <a:graphic>
          <a:graphicData uri="http://schemas.openxmlformats.org/drawingml/2006/table">
            <a:tbl>
              <a:tblPr firstRow="1" bandRow="1"/>
              <a:tblGrid>
                <a:gridCol w="1294151">
                  <a:extLst>
                    <a:ext uri="{9D8B030D-6E8A-4147-A177-3AD203B41FA5}">
                      <a16:colId xmlns:a16="http://schemas.microsoft.com/office/drawing/2014/main" val="4245598997"/>
                    </a:ext>
                  </a:extLst>
                </a:gridCol>
              </a:tblGrid>
              <a:tr h="227887">
                <a:tc>
                  <a:txBody>
                    <a:bodyPr/>
                    <a:lstStyle>
                      <a:lvl1pPr marL="0" algn="l" defTabSz="914400" rtl="0" eaLnBrk="1" latinLnBrk="0" hangingPunct="1">
                        <a:defRPr sz="1800" b="1" kern="1200">
                          <a:solidFill>
                            <a:schemeClr val="lt1"/>
                          </a:solidFill>
                          <a:latin typeface="Boehringer Forward Text"/>
                        </a:defRPr>
                      </a:lvl1pPr>
                      <a:lvl2pPr marL="457200" algn="l" defTabSz="914400" rtl="0" eaLnBrk="1" latinLnBrk="0" hangingPunct="1">
                        <a:defRPr sz="1800" b="1" kern="1200">
                          <a:solidFill>
                            <a:schemeClr val="lt1"/>
                          </a:solidFill>
                          <a:latin typeface="Boehringer Forward Text"/>
                        </a:defRPr>
                      </a:lvl2pPr>
                      <a:lvl3pPr marL="914400" algn="l" defTabSz="914400" rtl="0" eaLnBrk="1" latinLnBrk="0" hangingPunct="1">
                        <a:defRPr sz="1800" b="1" kern="1200">
                          <a:solidFill>
                            <a:schemeClr val="lt1"/>
                          </a:solidFill>
                          <a:latin typeface="Boehringer Forward Text"/>
                        </a:defRPr>
                      </a:lvl3pPr>
                      <a:lvl4pPr marL="1371600" algn="l" defTabSz="914400" rtl="0" eaLnBrk="1" latinLnBrk="0" hangingPunct="1">
                        <a:defRPr sz="1800" b="1" kern="1200">
                          <a:solidFill>
                            <a:schemeClr val="lt1"/>
                          </a:solidFill>
                          <a:latin typeface="Boehringer Forward Text"/>
                        </a:defRPr>
                      </a:lvl4pPr>
                      <a:lvl5pPr marL="1828800" algn="l" defTabSz="914400" rtl="0" eaLnBrk="1" latinLnBrk="0" hangingPunct="1">
                        <a:defRPr sz="1800" b="1" kern="1200">
                          <a:solidFill>
                            <a:schemeClr val="lt1"/>
                          </a:solidFill>
                          <a:latin typeface="Boehringer Forward Text"/>
                        </a:defRPr>
                      </a:lvl5pPr>
                      <a:lvl6pPr marL="2286000" algn="l" defTabSz="914400" rtl="0" eaLnBrk="1" latinLnBrk="0" hangingPunct="1">
                        <a:defRPr sz="1800" b="1" kern="1200">
                          <a:solidFill>
                            <a:schemeClr val="lt1"/>
                          </a:solidFill>
                          <a:latin typeface="Boehringer Forward Text"/>
                        </a:defRPr>
                      </a:lvl6pPr>
                      <a:lvl7pPr marL="2743200" algn="l" defTabSz="914400" rtl="0" eaLnBrk="1" latinLnBrk="0" hangingPunct="1">
                        <a:defRPr sz="1800" b="1" kern="1200">
                          <a:solidFill>
                            <a:schemeClr val="lt1"/>
                          </a:solidFill>
                          <a:latin typeface="Boehringer Forward Text"/>
                        </a:defRPr>
                      </a:lvl7pPr>
                      <a:lvl8pPr marL="3200400" algn="l" defTabSz="914400" rtl="0" eaLnBrk="1" latinLnBrk="0" hangingPunct="1">
                        <a:defRPr sz="1800" b="1" kern="1200">
                          <a:solidFill>
                            <a:schemeClr val="lt1"/>
                          </a:solidFill>
                          <a:latin typeface="Boehringer Forward Text"/>
                        </a:defRPr>
                      </a:lvl8pPr>
                      <a:lvl9pPr marL="3657600" algn="l" defTabSz="914400" rtl="0" eaLnBrk="1" latinLnBrk="0" hangingPunct="1">
                        <a:defRPr sz="1800" b="1" kern="1200">
                          <a:solidFill>
                            <a:schemeClr val="lt1"/>
                          </a:solidFill>
                          <a:latin typeface="Boehringer Forward Text"/>
                        </a:defRPr>
                      </a:lvl9pPr>
                    </a:lstStyle>
                    <a:p>
                      <a:pPr marL="0" marR="0" lvl="0" indent="0" algn="ctr" defTabSz="914241" rtl="0" eaLnBrk="1" fontAlgn="auto" latinLnBrk="0" hangingPunct="1">
                        <a:lnSpc>
                          <a:spcPct val="100000"/>
                        </a:lnSpc>
                        <a:buClrTx/>
                        <a:buSzTx/>
                        <a:buFontTx/>
                        <a:buNone/>
                        <a:tabLst/>
                        <a:defRPr/>
                      </a:pPr>
                      <a:r>
                        <a:rPr lang="de-DE" sz="900" b="1" i="0" u="none" strike="noStrike" kern="0" cap="none" spc="0" normalizeH="0" baseline="0" noProof="0">
                          <a:ln>
                            <a:noFill/>
                          </a:ln>
                          <a:solidFill>
                            <a:schemeClr val="bg1"/>
                          </a:solidFill>
                          <a:effectLst/>
                          <a:uLnTx/>
                          <a:uFillTx/>
                          <a:latin typeface="BISansOpti"/>
                          <a:cs typeface="Calibri"/>
                        </a:rPr>
                        <a:t>cGAS inh.</a:t>
                      </a:r>
                    </a:p>
                  </a:txBody>
                  <a:tcPr>
                    <a:lnL w="12700" cmpd="sng">
                      <a:solidFill>
                        <a:sysClr val="window" lastClr="FFFFFF"/>
                      </a:solidFill>
                    </a:lnL>
                    <a:lnR w="12700" cmpd="sng">
                      <a:solidFill>
                        <a:sysClr val="window" lastClr="FFFFFF"/>
                      </a:solidFill>
                    </a:lnR>
                    <a:lnT w="38100" cap="flat" cmpd="sng" algn="ctr">
                      <a:solidFill>
                        <a:sysClr val="window" lastClr="FFFFFF"/>
                      </a:solidFill>
                      <a:prstDash val="solid"/>
                      <a:round/>
                      <a:headEnd type="none" w="med" len="med"/>
                      <a:tailEnd type="none" w="med" len="med"/>
                    </a:lnT>
                    <a:lnB w="38100" cmpd="sng">
                      <a:solidFill>
                        <a:sysClr val="window" lastClr="FFFFFF"/>
                      </a:solid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86307024"/>
                  </a:ext>
                </a:extLst>
              </a:tr>
              <a:tr h="166149">
                <a:tc>
                  <a:txBody>
                    <a:bodyPr/>
                    <a:lstStyle>
                      <a:lvl1pPr marL="0" algn="l" defTabSz="914400" rtl="0" eaLnBrk="1" latinLnBrk="0" hangingPunct="1">
                        <a:defRPr sz="1800" kern="1200">
                          <a:solidFill>
                            <a:schemeClr val="dk1"/>
                          </a:solidFill>
                          <a:latin typeface="Boehringer Forward Text"/>
                        </a:defRPr>
                      </a:lvl1pPr>
                      <a:lvl2pPr marL="457200" algn="l" defTabSz="914400" rtl="0" eaLnBrk="1" latinLnBrk="0" hangingPunct="1">
                        <a:defRPr sz="1800" kern="1200">
                          <a:solidFill>
                            <a:schemeClr val="dk1"/>
                          </a:solidFill>
                          <a:latin typeface="Boehringer Forward Text"/>
                        </a:defRPr>
                      </a:lvl2pPr>
                      <a:lvl3pPr marL="914400" algn="l" defTabSz="914400" rtl="0" eaLnBrk="1" latinLnBrk="0" hangingPunct="1">
                        <a:defRPr sz="1800" kern="1200">
                          <a:solidFill>
                            <a:schemeClr val="dk1"/>
                          </a:solidFill>
                          <a:latin typeface="Boehringer Forward Text"/>
                        </a:defRPr>
                      </a:lvl3pPr>
                      <a:lvl4pPr marL="1371600" algn="l" defTabSz="914400" rtl="0" eaLnBrk="1" latinLnBrk="0" hangingPunct="1">
                        <a:defRPr sz="1800" kern="1200">
                          <a:solidFill>
                            <a:schemeClr val="dk1"/>
                          </a:solidFill>
                          <a:latin typeface="Boehringer Forward Text"/>
                        </a:defRPr>
                      </a:lvl4pPr>
                      <a:lvl5pPr marL="1828800" algn="l" defTabSz="914400" rtl="0" eaLnBrk="1" latinLnBrk="0" hangingPunct="1">
                        <a:defRPr sz="1800" kern="1200">
                          <a:solidFill>
                            <a:schemeClr val="dk1"/>
                          </a:solidFill>
                          <a:latin typeface="Boehringer Forward Text"/>
                        </a:defRPr>
                      </a:lvl5pPr>
                      <a:lvl6pPr marL="2286000" algn="l" defTabSz="914400" rtl="0" eaLnBrk="1" latinLnBrk="0" hangingPunct="1">
                        <a:defRPr sz="1800" kern="1200">
                          <a:solidFill>
                            <a:schemeClr val="dk1"/>
                          </a:solidFill>
                          <a:latin typeface="Boehringer Forward Text"/>
                        </a:defRPr>
                      </a:lvl6pPr>
                      <a:lvl7pPr marL="2743200" algn="l" defTabSz="914400" rtl="0" eaLnBrk="1" latinLnBrk="0" hangingPunct="1">
                        <a:defRPr sz="1800" kern="1200">
                          <a:solidFill>
                            <a:schemeClr val="dk1"/>
                          </a:solidFill>
                          <a:latin typeface="Boehringer Forward Text"/>
                        </a:defRPr>
                      </a:lvl7pPr>
                      <a:lvl8pPr marL="3200400" algn="l" defTabSz="914400" rtl="0" eaLnBrk="1" latinLnBrk="0" hangingPunct="1">
                        <a:defRPr sz="1800" kern="1200">
                          <a:solidFill>
                            <a:schemeClr val="dk1"/>
                          </a:solidFill>
                          <a:latin typeface="Boehringer Forward Text"/>
                        </a:defRPr>
                      </a:lvl8pPr>
                      <a:lvl9pPr marL="3657600" algn="l" defTabSz="914400" rtl="0" eaLnBrk="1" latinLnBrk="0" hangingPunct="1">
                        <a:defRPr sz="1800" kern="1200">
                          <a:solidFill>
                            <a:schemeClr val="dk1"/>
                          </a:solidFill>
                          <a:latin typeface="Boehringer Forward Text"/>
                        </a:defRPr>
                      </a:lvl9pPr>
                    </a:lstStyle>
                    <a:p>
                      <a:pPr algn="ctr"/>
                      <a:r>
                        <a:rPr lang="de-DE" sz="800">
                          <a:solidFill>
                            <a:schemeClr val="bg1"/>
                          </a:solidFill>
                        </a:rPr>
                        <a:t>SLE</a:t>
                      </a:r>
                      <a:r>
                        <a:rPr lang="zh-CN" altLang="en-US" sz="800">
                          <a:solidFill>
                            <a:schemeClr val="bg1"/>
                          </a:solidFill>
                        </a:rPr>
                        <a:t>；</a:t>
                      </a:r>
                      <a:r>
                        <a:rPr lang="en-US" altLang="zh-CN" sz="800">
                          <a:solidFill>
                            <a:schemeClr val="bg1"/>
                          </a:solidFill>
                        </a:rPr>
                        <a:t>SSc</a:t>
                      </a:r>
                      <a:endParaRPr lang="de-DE" sz="800">
                        <a:solidFill>
                          <a:schemeClr val="bg1"/>
                        </a:solidFill>
                      </a:endParaRPr>
                    </a:p>
                  </a:txBody>
                  <a:tcPr>
                    <a:lnL w="12700" cmpd="sng">
                      <a:solidFill>
                        <a:sysClr val="window" lastClr="FFFFFF"/>
                      </a:solidFill>
                    </a:lnL>
                    <a:lnR w="12700" cmpd="sng">
                      <a:solidFill>
                        <a:sysClr val="window" lastClr="FFFFFF"/>
                      </a:solidFill>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28BDE"/>
                    </a:solidFill>
                  </a:tcPr>
                </a:tc>
                <a:extLst>
                  <a:ext uri="{0D108BD9-81ED-4DB2-BD59-A6C34878D82A}">
                    <a16:rowId xmlns:a16="http://schemas.microsoft.com/office/drawing/2014/main" val="1194513473"/>
                  </a:ext>
                </a:extLst>
              </a:tr>
              <a:tr h="166149">
                <a:tc>
                  <a:txBody>
                    <a:bodyPr/>
                    <a:lstStyle/>
                    <a:p>
                      <a:pPr algn="ctr"/>
                      <a:r>
                        <a:rPr lang="de-DE" sz="800">
                          <a:solidFill>
                            <a:schemeClr val="accent3">
                              <a:lumMod val="50000"/>
                            </a:schemeClr>
                          </a:solidFill>
                        </a:rPr>
                        <a:t>IFN</a:t>
                      </a:r>
                    </a:p>
                  </a:txBody>
                  <a:tcPr>
                    <a:lnL w="12700" cmpd="sng">
                      <a:solidFill>
                        <a:sysClr val="window" lastClr="FFFFFF"/>
                      </a:solidFill>
                    </a:lnL>
                    <a:lnR w="12700" cmpd="sng">
                      <a:solidFill>
                        <a:sysClr val="window" lastClr="FFFFFF"/>
                      </a:solidFill>
                    </a:lnR>
                    <a:lnT w="381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F5F5FC"/>
                    </a:solidFill>
                  </a:tcPr>
                </a:tc>
                <a:extLst>
                  <a:ext uri="{0D108BD9-81ED-4DB2-BD59-A6C34878D82A}">
                    <a16:rowId xmlns:a16="http://schemas.microsoft.com/office/drawing/2014/main" val="2962003984"/>
                  </a:ext>
                </a:extLst>
              </a:tr>
            </a:tbl>
          </a:graphicData>
        </a:graphic>
      </p:graphicFrame>
      <p:graphicFrame>
        <p:nvGraphicFramePr>
          <p:cNvPr id="10" name="Tabelle 41">
            <a:extLst>
              <a:ext uri="{FF2B5EF4-FFF2-40B4-BE49-F238E27FC236}">
                <a16:creationId xmlns:a16="http://schemas.microsoft.com/office/drawing/2014/main" id="{EFCB35C3-9E7E-63B6-C0BF-4FDCC8144E7B}"/>
              </a:ext>
            </a:extLst>
          </p:cNvPr>
          <p:cNvGraphicFramePr>
            <a:graphicFrameLocks noGrp="1"/>
          </p:cNvGraphicFramePr>
          <p:nvPr/>
        </p:nvGraphicFramePr>
        <p:xfrm>
          <a:off x="6283712" y="3614867"/>
          <a:ext cx="1294151" cy="441960"/>
        </p:xfrm>
        <a:graphic>
          <a:graphicData uri="http://schemas.openxmlformats.org/drawingml/2006/table">
            <a:tbl>
              <a:tblPr firstRow="1" bandRow="1"/>
              <a:tblGrid>
                <a:gridCol w="1294151">
                  <a:extLst>
                    <a:ext uri="{9D8B030D-6E8A-4147-A177-3AD203B41FA5}">
                      <a16:colId xmlns:a16="http://schemas.microsoft.com/office/drawing/2014/main" val="4245598997"/>
                    </a:ext>
                  </a:extLst>
                </a:gridCol>
              </a:tblGrid>
              <a:tr h="133734">
                <a:tc>
                  <a:txBody>
                    <a:bodyPr/>
                    <a:lstStyle>
                      <a:lvl1pPr marL="0" algn="l" defTabSz="914400" rtl="0" eaLnBrk="1" latinLnBrk="0" hangingPunct="1">
                        <a:defRPr sz="1800" b="1" kern="1200">
                          <a:solidFill>
                            <a:schemeClr val="lt1"/>
                          </a:solidFill>
                          <a:latin typeface="Boehringer Forward Text"/>
                        </a:defRPr>
                      </a:lvl1pPr>
                      <a:lvl2pPr marL="457200" algn="l" defTabSz="914400" rtl="0" eaLnBrk="1" latinLnBrk="0" hangingPunct="1">
                        <a:defRPr sz="1800" b="1" kern="1200">
                          <a:solidFill>
                            <a:schemeClr val="lt1"/>
                          </a:solidFill>
                          <a:latin typeface="Boehringer Forward Text"/>
                        </a:defRPr>
                      </a:lvl2pPr>
                      <a:lvl3pPr marL="914400" algn="l" defTabSz="914400" rtl="0" eaLnBrk="1" latinLnBrk="0" hangingPunct="1">
                        <a:defRPr sz="1800" b="1" kern="1200">
                          <a:solidFill>
                            <a:schemeClr val="lt1"/>
                          </a:solidFill>
                          <a:latin typeface="Boehringer Forward Text"/>
                        </a:defRPr>
                      </a:lvl3pPr>
                      <a:lvl4pPr marL="1371600" algn="l" defTabSz="914400" rtl="0" eaLnBrk="1" latinLnBrk="0" hangingPunct="1">
                        <a:defRPr sz="1800" b="1" kern="1200">
                          <a:solidFill>
                            <a:schemeClr val="lt1"/>
                          </a:solidFill>
                          <a:latin typeface="Boehringer Forward Text"/>
                        </a:defRPr>
                      </a:lvl4pPr>
                      <a:lvl5pPr marL="1828800" algn="l" defTabSz="914400" rtl="0" eaLnBrk="1" latinLnBrk="0" hangingPunct="1">
                        <a:defRPr sz="1800" b="1" kern="1200">
                          <a:solidFill>
                            <a:schemeClr val="lt1"/>
                          </a:solidFill>
                          <a:latin typeface="Boehringer Forward Text"/>
                        </a:defRPr>
                      </a:lvl5pPr>
                      <a:lvl6pPr marL="2286000" algn="l" defTabSz="914400" rtl="0" eaLnBrk="1" latinLnBrk="0" hangingPunct="1">
                        <a:defRPr sz="1800" b="1" kern="1200">
                          <a:solidFill>
                            <a:schemeClr val="lt1"/>
                          </a:solidFill>
                          <a:latin typeface="Boehringer Forward Text"/>
                        </a:defRPr>
                      </a:lvl6pPr>
                      <a:lvl7pPr marL="2743200" algn="l" defTabSz="914400" rtl="0" eaLnBrk="1" latinLnBrk="0" hangingPunct="1">
                        <a:defRPr sz="1800" b="1" kern="1200">
                          <a:solidFill>
                            <a:schemeClr val="lt1"/>
                          </a:solidFill>
                          <a:latin typeface="Boehringer Forward Text"/>
                        </a:defRPr>
                      </a:lvl7pPr>
                      <a:lvl8pPr marL="3200400" algn="l" defTabSz="914400" rtl="0" eaLnBrk="1" latinLnBrk="0" hangingPunct="1">
                        <a:defRPr sz="1800" b="1" kern="1200">
                          <a:solidFill>
                            <a:schemeClr val="lt1"/>
                          </a:solidFill>
                          <a:latin typeface="Boehringer Forward Text"/>
                        </a:defRPr>
                      </a:lvl8pPr>
                      <a:lvl9pPr marL="3657600" algn="l" defTabSz="914400" rtl="0" eaLnBrk="1" latinLnBrk="0" hangingPunct="1">
                        <a:defRPr sz="1800" b="1" kern="1200">
                          <a:solidFill>
                            <a:schemeClr val="lt1"/>
                          </a:solidFill>
                          <a:latin typeface="Boehringer Forward Text"/>
                        </a:defRPr>
                      </a:lvl9pPr>
                    </a:lstStyle>
                    <a:p>
                      <a:pPr marL="0" marR="0" lvl="0" indent="0" algn="ctr" defTabSz="914241" rtl="0" eaLnBrk="1" fontAlgn="auto" latinLnBrk="0" hangingPunct="1">
                        <a:lnSpc>
                          <a:spcPct val="100000"/>
                        </a:lnSpc>
                        <a:buClrTx/>
                        <a:buSzTx/>
                        <a:buFontTx/>
                        <a:buNone/>
                        <a:tabLst/>
                        <a:defRPr/>
                      </a:pPr>
                      <a:r>
                        <a:rPr lang="de-DE" sz="900" b="1" i="0" u="none" strike="noStrike" kern="0" cap="none" spc="0" normalizeH="0" baseline="0" noProof="0">
                          <a:ln>
                            <a:noFill/>
                          </a:ln>
                          <a:solidFill>
                            <a:schemeClr val="bg1"/>
                          </a:solidFill>
                          <a:effectLst/>
                          <a:uLnTx/>
                          <a:uFillTx/>
                          <a:latin typeface="BISansOpti"/>
                          <a:cs typeface="Calibri"/>
                        </a:rPr>
                        <a:t>Anti-TREM1</a:t>
                      </a:r>
                    </a:p>
                  </a:txBody>
                  <a:tcPr>
                    <a:lnL w="12700" cmpd="sng">
                      <a:solidFill>
                        <a:sysClr val="window" lastClr="FFFFFF"/>
                      </a:solidFill>
                    </a:lnL>
                    <a:lnR w="12700" cmpd="sng">
                      <a:solidFill>
                        <a:sysClr val="window" lastClr="FFFFFF"/>
                      </a:solidFill>
                    </a:lnR>
                    <a:lnT w="38100" cap="flat" cmpd="sng" algn="ctr">
                      <a:solidFill>
                        <a:sysClr val="window" lastClr="FFFFFF"/>
                      </a:solidFill>
                      <a:prstDash val="solid"/>
                      <a:round/>
                      <a:headEnd type="none" w="med" len="med"/>
                      <a:tailEnd type="none" w="med" len="med"/>
                    </a:lnT>
                    <a:lnB w="38100" cmpd="sng">
                      <a:solidFill>
                        <a:sysClr val="window" lastClr="FFFFFF"/>
                      </a:solid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86307024"/>
                  </a:ext>
                </a:extLst>
              </a:tr>
              <a:tr h="196143">
                <a:tc>
                  <a:txBody>
                    <a:bodyPr/>
                    <a:lstStyle>
                      <a:lvl1pPr marL="0" algn="l" defTabSz="914400" rtl="0" eaLnBrk="1" latinLnBrk="0" hangingPunct="1">
                        <a:defRPr sz="1800" kern="1200">
                          <a:solidFill>
                            <a:schemeClr val="dk1"/>
                          </a:solidFill>
                          <a:latin typeface="Boehringer Forward Text"/>
                        </a:defRPr>
                      </a:lvl1pPr>
                      <a:lvl2pPr marL="457200" algn="l" defTabSz="914400" rtl="0" eaLnBrk="1" latinLnBrk="0" hangingPunct="1">
                        <a:defRPr sz="1800" kern="1200">
                          <a:solidFill>
                            <a:schemeClr val="dk1"/>
                          </a:solidFill>
                          <a:latin typeface="Boehringer Forward Text"/>
                        </a:defRPr>
                      </a:lvl2pPr>
                      <a:lvl3pPr marL="914400" algn="l" defTabSz="914400" rtl="0" eaLnBrk="1" latinLnBrk="0" hangingPunct="1">
                        <a:defRPr sz="1800" kern="1200">
                          <a:solidFill>
                            <a:schemeClr val="dk1"/>
                          </a:solidFill>
                          <a:latin typeface="Boehringer Forward Text"/>
                        </a:defRPr>
                      </a:lvl3pPr>
                      <a:lvl4pPr marL="1371600" algn="l" defTabSz="914400" rtl="0" eaLnBrk="1" latinLnBrk="0" hangingPunct="1">
                        <a:defRPr sz="1800" kern="1200">
                          <a:solidFill>
                            <a:schemeClr val="dk1"/>
                          </a:solidFill>
                          <a:latin typeface="Boehringer Forward Text"/>
                        </a:defRPr>
                      </a:lvl4pPr>
                      <a:lvl5pPr marL="1828800" algn="l" defTabSz="914400" rtl="0" eaLnBrk="1" latinLnBrk="0" hangingPunct="1">
                        <a:defRPr sz="1800" kern="1200">
                          <a:solidFill>
                            <a:schemeClr val="dk1"/>
                          </a:solidFill>
                          <a:latin typeface="Boehringer Forward Text"/>
                        </a:defRPr>
                      </a:lvl5pPr>
                      <a:lvl6pPr marL="2286000" algn="l" defTabSz="914400" rtl="0" eaLnBrk="1" latinLnBrk="0" hangingPunct="1">
                        <a:defRPr sz="1800" kern="1200">
                          <a:solidFill>
                            <a:schemeClr val="dk1"/>
                          </a:solidFill>
                          <a:latin typeface="Boehringer Forward Text"/>
                        </a:defRPr>
                      </a:lvl6pPr>
                      <a:lvl7pPr marL="2743200" algn="l" defTabSz="914400" rtl="0" eaLnBrk="1" latinLnBrk="0" hangingPunct="1">
                        <a:defRPr sz="1800" kern="1200">
                          <a:solidFill>
                            <a:schemeClr val="dk1"/>
                          </a:solidFill>
                          <a:latin typeface="Boehringer Forward Text"/>
                        </a:defRPr>
                      </a:lvl7pPr>
                      <a:lvl8pPr marL="3200400" algn="l" defTabSz="914400" rtl="0" eaLnBrk="1" latinLnBrk="0" hangingPunct="1">
                        <a:defRPr sz="1800" kern="1200">
                          <a:solidFill>
                            <a:schemeClr val="dk1"/>
                          </a:solidFill>
                          <a:latin typeface="Boehringer Forward Text"/>
                        </a:defRPr>
                      </a:lvl8pPr>
                      <a:lvl9pPr marL="3657600" algn="l" defTabSz="914400" rtl="0" eaLnBrk="1" latinLnBrk="0" hangingPunct="1">
                        <a:defRPr sz="1800" kern="1200">
                          <a:solidFill>
                            <a:schemeClr val="dk1"/>
                          </a:solidFill>
                          <a:latin typeface="Boehringer Forward Text"/>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de-DE" sz="800">
                          <a:solidFill>
                            <a:schemeClr val="bg1"/>
                          </a:solidFill>
                        </a:rPr>
                        <a:t>IBD (CD and UC)</a:t>
                      </a:r>
                    </a:p>
                  </a:txBody>
                  <a:tcPr>
                    <a:lnL w="12700" cmpd="sng">
                      <a:solidFill>
                        <a:sysClr val="window" lastClr="FFFFFF"/>
                      </a:solidFill>
                    </a:lnL>
                    <a:lnR w="12700" cmpd="sng">
                      <a:solidFill>
                        <a:sysClr val="window" lastClr="FFFFFF"/>
                      </a:solidFill>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928BDE"/>
                    </a:solidFill>
                  </a:tcPr>
                </a:tc>
                <a:extLst>
                  <a:ext uri="{0D108BD9-81ED-4DB2-BD59-A6C34878D82A}">
                    <a16:rowId xmlns:a16="http://schemas.microsoft.com/office/drawing/2014/main" val="1194513473"/>
                  </a:ext>
                </a:extLst>
              </a:tr>
            </a:tbl>
          </a:graphicData>
        </a:graphic>
      </p:graphicFrame>
      <p:graphicFrame>
        <p:nvGraphicFramePr>
          <p:cNvPr id="11" name="Tabelle 41">
            <a:extLst>
              <a:ext uri="{FF2B5EF4-FFF2-40B4-BE49-F238E27FC236}">
                <a16:creationId xmlns:a16="http://schemas.microsoft.com/office/drawing/2014/main" id="{ECB48AE9-F999-59D2-ECF1-E72EFD662660}"/>
              </a:ext>
            </a:extLst>
          </p:cNvPr>
          <p:cNvGraphicFramePr>
            <a:graphicFrameLocks noGrp="1"/>
          </p:cNvGraphicFramePr>
          <p:nvPr>
            <p:extLst>
              <p:ext uri="{D42A27DB-BD31-4B8C-83A1-F6EECF244321}">
                <p14:modId xmlns:p14="http://schemas.microsoft.com/office/powerpoint/2010/main" val="2388326959"/>
              </p:ext>
            </p:extLst>
          </p:nvPr>
        </p:nvGraphicFramePr>
        <p:xfrm>
          <a:off x="1498489" y="3505371"/>
          <a:ext cx="1294151" cy="579120"/>
        </p:xfrm>
        <a:graphic>
          <a:graphicData uri="http://schemas.openxmlformats.org/drawingml/2006/table">
            <a:tbl>
              <a:tblPr firstRow="1" bandRow="1"/>
              <a:tblGrid>
                <a:gridCol w="1294151">
                  <a:extLst>
                    <a:ext uri="{9D8B030D-6E8A-4147-A177-3AD203B41FA5}">
                      <a16:colId xmlns:a16="http://schemas.microsoft.com/office/drawing/2014/main" val="4245598997"/>
                    </a:ext>
                  </a:extLst>
                </a:gridCol>
              </a:tblGrid>
              <a:tr h="0">
                <a:tc>
                  <a:txBody>
                    <a:bodyPr/>
                    <a:lstStyle>
                      <a:lvl1pPr marL="0" algn="l" defTabSz="914400" rtl="0" eaLnBrk="1" latinLnBrk="0" hangingPunct="1">
                        <a:defRPr sz="1800" b="1" kern="1200">
                          <a:solidFill>
                            <a:schemeClr val="lt1"/>
                          </a:solidFill>
                          <a:latin typeface="Boehringer Forward Text"/>
                        </a:defRPr>
                      </a:lvl1pPr>
                      <a:lvl2pPr marL="457200" algn="l" defTabSz="914400" rtl="0" eaLnBrk="1" latinLnBrk="0" hangingPunct="1">
                        <a:defRPr sz="1800" b="1" kern="1200">
                          <a:solidFill>
                            <a:schemeClr val="lt1"/>
                          </a:solidFill>
                          <a:latin typeface="Boehringer Forward Text"/>
                        </a:defRPr>
                      </a:lvl2pPr>
                      <a:lvl3pPr marL="914400" algn="l" defTabSz="914400" rtl="0" eaLnBrk="1" latinLnBrk="0" hangingPunct="1">
                        <a:defRPr sz="1800" b="1" kern="1200">
                          <a:solidFill>
                            <a:schemeClr val="lt1"/>
                          </a:solidFill>
                          <a:latin typeface="Boehringer Forward Text"/>
                        </a:defRPr>
                      </a:lvl3pPr>
                      <a:lvl4pPr marL="1371600" algn="l" defTabSz="914400" rtl="0" eaLnBrk="1" latinLnBrk="0" hangingPunct="1">
                        <a:defRPr sz="1800" b="1" kern="1200">
                          <a:solidFill>
                            <a:schemeClr val="lt1"/>
                          </a:solidFill>
                          <a:latin typeface="Boehringer Forward Text"/>
                        </a:defRPr>
                      </a:lvl4pPr>
                      <a:lvl5pPr marL="1828800" algn="l" defTabSz="914400" rtl="0" eaLnBrk="1" latinLnBrk="0" hangingPunct="1">
                        <a:defRPr sz="1800" b="1" kern="1200">
                          <a:solidFill>
                            <a:schemeClr val="lt1"/>
                          </a:solidFill>
                          <a:latin typeface="Boehringer Forward Text"/>
                        </a:defRPr>
                      </a:lvl5pPr>
                      <a:lvl6pPr marL="2286000" algn="l" defTabSz="914400" rtl="0" eaLnBrk="1" latinLnBrk="0" hangingPunct="1">
                        <a:defRPr sz="1800" b="1" kern="1200">
                          <a:solidFill>
                            <a:schemeClr val="lt1"/>
                          </a:solidFill>
                          <a:latin typeface="Boehringer Forward Text"/>
                        </a:defRPr>
                      </a:lvl6pPr>
                      <a:lvl7pPr marL="2743200" algn="l" defTabSz="914400" rtl="0" eaLnBrk="1" latinLnBrk="0" hangingPunct="1">
                        <a:defRPr sz="1800" b="1" kern="1200">
                          <a:solidFill>
                            <a:schemeClr val="lt1"/>
                          </a:solidFill>
                          <a:latin typeface="Boehringer Forward Text"/>
                        </a:defRPr>
                      </a:lvl7pPr>
                      <a:lvl8pPr marL="3200400" algn="l" defTabSz="914400" rtl="0" eaLnBrk="1" latinLnBrk="0" hangingPunct="1">
                        <a:defRPr sz="1800" b="1" kern="1200">
                          <a:solidFill>
                            <a:schemeClr val="lt1"/>
                          </a:solidFill>
                          <a:latin typeface="Boehringer Forward Text"/>
                        </a:defRPr>
                      </a:lvl8pPr>
                      <a:lvl9pPr marL="3657600" algn="l" defTabSz="914400" rtl="0" eaLnBrk="1" latinLnBrk="0" hangingPunct="1">
                        <a:defRPr sz="1800" b="1" kern="1200">
                          <a:solidFill>
                            <a:schemeClr val="lt1"/>
                          </a:solidFill>
                          <a:latin typeface="Boehringer Forward Text"/>
                        </a:defRPr>
                      </a:lvl9pPr>
                    </a:lstStyle>
                    <a:p>
                      <a:pPr marL="0" marR="0" lvl="0" indent="0" algn="ctr" defTabSz="914241" rtl="0" eaLnBrk="1" fontAlgn="auto" latinLnBrk="0" hangingPunct="1">
                        <a:lnSpc>
                          <a:spcPct val="100000"/>
                        </a:lnSpc>
                        <a:buClrTx/>
                        <a:buSzTx/>
                        <a:buFontTx/>
                        <a:buNone/>
                        <a:tabLst/>
                        <a:defRPr/>
                      </a:pPr>
                      <a:r>
                        <a:rPr lang="de-DE" sz="900" b="1" i="0" u="none" strike="noStrike" kern="0" cap="none" spc="0" normalizeH="0" baseline="0" noProof="0">
                          <a:ln>
                            <a:noFill/>
                          </a:ln>
                          <a:solidFill>
                            <a:schemeClr val="bg1"/>
                          </a:solidFill>
                          <a:effectLst/>
                          <a:uLnTx/>
                          <a:uFillTx/>
                          <a:latin typeface="BISansOpti"/>
                          <a:cs typeface="Calibri"/>
                        </a:rPr>
                        <a:t>STING inh. </a:t>
                      </a:r>
                    </a:p>
                    <a:p>
                      <a:pPr marL="0" marR="0" lvl="0" indent="0" algn="ctr" defTabSz="914241" rtl="0" eaLnBrk="1" fontAlgn="auto" latinLnBrk="0" hangingPunct="1">
                        <a:lnSpc>
                          <a:spcPct val="100000"/>
                        </a:lnSpc>
                        <a:buClrTx/>
                        <a:buSzTx/>
                        <a:buFontTx/>
                        <a:buNone/>
                        <a:tabLst/>
                        <a:defRPr/>
                      </a:pPr>
                      <a:r>
                        <a:rPr lang="de-DE" sz="900" b="1" i="0" u="none" strike="noStrike" kern="0" cap="none" spc="0" normalizeH="0" baseline="0" noProof="0">
                          <a:ln>
                            <a:noFill/>
                          </a:ln>
                          <a:solidFill>
                            <a:schemeClr val="bg1"/>
                          </a:solidFill>
                          <a:effectLst/>
                          <a:uLnTx/>
                          <a:uFillTx/>
                          <a:latin typeface="BISansOpti"/>
                          <a:cs typeface="Calibri"/>
                        </a:rPr>
                        <a:t>BI 3009947</a:t>
                      </a:r>
                    </a:p>
                  </a:txBody>
                  <a:tcPr>
                    <a:lnL w="12700" cmpd="sng">
                      <a:solidFill>
                        <a:sysClr val="window" lastClr="FFFFFF"/>
                      </a:solidFill>
                    </a:lnL>
                    <a:lnR w="12700" cmpd="sng">
                      <a:solidFill>
                        <a:sysClr val="window" lastClr="FFFFFF"/>
                      </a:solidFill>
                    </a:lnR>
                    <a:lnT w="38100" cap="flat" cmpd="sng" algn="ctr">
                      <a:solidFill>
                        <a:sysClr val="window" lastClr="FFFFFF"/>
                      </a:solidFill>
                      <a:prstDash val="solid"/>
                      <a:round/>
                      <a:headEnd type="none" w="med" len="med"/>
                      <a:tailEnd type="none" w="med" len="med"/>
                    </a:lnT>
                    <a:lnB w="38100" cmpd="sng">
                      <a:solidFill>
                        <a:sysClr val="window" lastClr="FFFFFF"/>
                      </a:solid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86307024"/>
                  </a:ext>
                </a:extLst>
              </a:tr>
              <a:tr h="166149">
                <a:tc>
                  <a:txBody>
                    <a:bodyPr/>
                    <a:lstStyle>
                      <a:lvl1pPr marL="0" algn="l" defTabSz="914400" rtl="0" eaLnBrk="1" latinLnBrk="0" hangingPunct="1">
                        <a:defRPr sz="1800" kern="1200">
                          <a:solidFill>
                            <a:schemeClr val="dk1"/>
                          </a:solidFill>
                          <a:latin typeface="Boehringer Forward Text"/>
                        </a:defRPr>
                      </a:lvl1pPr>
                      <a:lvl2pPr marL="457200" algn="l" defTabSz="914400" rtl="0" eaLnBrk="1" latinLnBrk="0" hangingPunct="1">
                        <a:defRPr sz="1800" kern="1200">
                          <a:solidFill>
                            <a:schemeClr val="dk1"/>
                          </a:solidFill>
                          <a:latin typeface="Boehringer Forward Text"/>
                        </a:defRPr>
                      </a:lvl2pPr>
                      <a:lvl3pPr marL="914400" algn="l" defTabSz="914400" rtl="0" eaLnBrk="1" latinLnBrk="0" hangingPunct="1">
                        <a:defRPr sz="1800" kern="1200">
                          <a:solidFill>
                            <a:schemeClr val="dk1"/>
                          </a:solidFill>
                          <a:latin typeface="Boehringer Forward Text"/>
                        </a:defRPr>
                      </a:lvl3pPr>
                      <a:lvl4pPr marL="1371600" algn="l" defTabSz="914400" rtl="0" eaLnBrk="1" latinLnBrk="0" hangingPunct="1">
                        <a:defRPr sz="1800" kern="1200">
                          <a:solidFill>
                            <a:schemeClr val="dk1"/>
                          </a:solidFill>
                          <a:latin typeface="Boehringer Forward Text"/>
                        </a:defRPr>
                      </a:lvl4pPr>
                      <a:lvl5pPr marL="1828800" algn="l" defTabSz="914400" rtl="0" eaLnBrk="1" latinLnBrk="0" hangingPunct="1">
                        <a:defRPr sz="1800" kern="1200">
                          <a:solidFill>
                            <a:schemeClr val="dk1"/>
                          </a:solidFill>
                          <a:latin typeface="Boehringer Forward Text"/>
                        </a:defRPr>
                      </a:lvl5pPr>
                      <a:lvl6pPr marL="2286000" algn="l" defTabSz="914400" rtl="0" eaLnBrk="1" latinLnBrk="0" hangingPunct="1">
                        <a:defRPr sz="1800" kern="1200">
                          <a:solidFill>
                            <a:schemeClr val="dk1"/>
                          </a:solidFill>
                          <a:latin typeface="Boehringer Forward Text"/>
                        </a:defRPr>
                      </a:lvl6pPr>
                      <a:lvl7pPr marL="2743200" algn="l" defTabSz="914400" rtl="0" eaLnBrk="1" latinLnBrk="0" hangingPunct="1">
                        <a:defRPr sz="1800" kern="1200">
                          <a:solidFill>
                            <a:schemeClr val="dk1"/>
                          </a:solidFill>
                          <a:latin typeface="Boehringer Forward Text"/>
                        </a:defRPr>
                      </a:lvl7pPr>
                      <a:lvl8pPr marL="3200400" algn="l" defTabSz="914400" rtl="0" eaLnBrk="1" latinLnBrk="0" hangingPunct="1">
                        <a:defRPr sz="1800" kern="1200">
                          <a:solidFill>
                            <a:schemeClr val="dk1"/>
                          </a:solidFill>
                          <a:latin typeface="Boehringer Forward Text"/>
                        </a:defRPr>
                      </a:lvl8pPr>
                      <a:lvl9pPr marL="3657600" algn="l" defTabSz="914400" rtl="0" eaLnBrk="1" latinLnBrk="0" hangingPunct="1">
                        <a:defRPr sz="1800" kern="1200">
                          <a:solidFill>
                            <a:schemeClr val="dk1"/>
                          </a:solidFill>
                          <a:latin typeface="Boehringer Forward Text"/>
                        </a:defRPr>
                      </a:lvl9pPr>
                    </a:lstStyle>
                    <a:p>
                      <a:pPr algn="ctr"/>
                      <a:r>
                        <a:rPr lang="de-DE" sz="800">
                          <a:solidFill>
                            <a:schemeClr val="tx1"/>
                          </a:solidFill>
                        </a:rPr>
                        <a:t>SSC</a:t>
                      </a:r>
                      <a:r>
                        <a:rPr lang="en-US" sz="800">
                          <a:solidFill>
                            <a:schemeClr val="tx1"/>
                          </a:solidFill>
                        </a:rPr>
                        <a:t>;</a:t>
                      </a:r>
                      <a:r>
                        <a:rPr lang="zh-CN" altLang="en-US" sz="800">
                          <a:solidFill>
                            <a:schemeClr val="tx1"/>
                          </a:solidFill>
                        </a:rPr>
                        <a:t> </a:t>
                      </a:r>
                      <a:r>
                        <a:rPr lang="en-US" altLang="zh-CN" sz="800">
                          <a:solidFill>
                            <a:schemeClr val="tx1"/>
                          </a:solidFill>
                        </a:rPr>
                        <a:t>IFN</a:t>
                      </a:r>
                      <a:endParaRPr lang="de-DE" sz="800">
                        <a:solidFill>
                          <a:schemeClr val="tx1"/>
                        </a:solidFill>
                      </a:endParaRPr>
                    </a:p>
                  </a:txBody>
                  <a:tcPr>
                    <a:lnL w="12700" cmpd="sng">
                      <a:solidFill>
                        <a:sysClr val="window" lastClr="FFFFFF"/>
                      </a:solidFill>
                    </a:lnL>
                    <a:lnR w="12700" cmpd="sng">
                      <a:solidFill>
                        <a:sysClr val="window" lastClr="FFFFFF"/>
                      </a:solidFill>
                    </a:lnR>
                    <a:lnT w="381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C5C3EE">
                        <a:tint val="40000"/>
                      </a:srgbClr>
                    </a:solidFill>
                  </a:tcPr>
                </a:tc>
                <a:extLst>
                  <a:ext uri="{0D108BD9-81ED-4DB2-BD59-A6C34878D82A}">
                    <a16:rowId xmlns:a16="http://schemas.microsoft.com/office/drawing/2014/main" val="1194513473"/>
                  </a:ext>
                </a:extLst>
              </a:tr>
            </a:tbl>
          </a:graphicData>
        </a:graphic>
      </p:graphicFrame>
      <p:graphicFrame>
        <p:nvGraphicFramePr>
          <p:cNvPr id="13" name="Tabelle 41">
            <a:extLst>
              <a:ext uri="{FF2B5EF4-FFF2-40B4-BE49-F238E27FC236}">
                <a16:creationId xmlns:a16="http://schemas.microsoft.com/office/drawing/2014/main" id="{A737A9CA-8005-899E-2A9B-7C9B999B8DC1}"/>
              </a:ext>
            </a:extLst>
          </p:cNvPr>
          <p:cNvGraphicFramePr>
            <a:graphicFrameLocks noGrp="1"/>
          </p:cNvGraphicFramePr>
          <p:nvPr/>
        </p:nvGraphicFramePr>
        <p:xfrm>
          <a:off x="6283712" y="4121148"/>
          <a:ext cx="1294151" cy="441960"/>
        </p:xfrm>
        <a:graphic>
          <a:graphicData uri="http://schemas.openxmlformats.org/drawingml/2006/table">
            <a:tbl>
              <a:tblPr firstRow="1" bandRow="1"/>
              <a:tblGrid>
                <a:gridCol w="1294151">
                  <a:extLst>
                    <a:ext uri="{9D8B030D-6E8A-4147-A177-3AD203B41FA5}">
                      <a16:colId xmlns:a16="http://schemas.microsoft.com/office/drawing/2014/main" val="4245598997"/>
                    </a:ext>
                  </a:extLst>
                </a:gridCol>
              </a:tblGrid>
              <a:tr h="0">
                <a:tc>
                  <a:txBody>
                    <a:bodyPr/>
                    <a:lstStyle>
                      <a:lvl1pPr marL="0" algn="l" defTabSz="914400" rtl="0" eaLnBrk="1" latinLnBrk="0" hangingPunct="1">
                        <a:defRPr sz="1800" b="1" kern="1200">
                          <a:solidFill>
                            <a:schemeClr val="lt1"/>
                          </a:solidFill>
                          <a:latin typeface="Boehringer Forward Text"/>
                        </a:defRPr>
                      </a:lvl1pPr>
                      <a:lvl2pPr marL="457200" algn="l" defTabSz="914400" rtl="0" eaLnBrk="1" latinLnBrk="0" hangingPunct="1">
                        <a:defRPr sz="1800" b="1" kern="1200">
                          <a:solidFill>
                            <a:schemeClr val="lt1"/>
                          </a:solidFill>
                          <a:latin typeface="Boehringer Forward Text"/>
                        </a:defRPr>
                      </a:lvl2pPr>
                      <a:lvl3pPr marL="914400" algn="l" defTabSz="914400" rtl="0" eaLnBrk="1" latinLnBrk="0" hangingPunct="1">
                        <a:defRPr sz="1800" b="1" kern="1200">
                          <a:solidFill>
                            <a:schemeClr val="lt1"/>
                          </a:solidFill>
                          <a:latin typeface="Boehringer Forward Text"/>
                        </a:defRPr>
                      </a:lvl3pPr>
                      <a:lvl4pPr marL="1371600" algn="l" defTabSz="914400" rtl="0" eaLnBrk="1" latinLnBrk="0" hangingPunct="1">
                        <a:defRPr sz="1800" b="1" kern="1200">
                          <a:solidFill>
                            <a:schemeClr val="lt1"/>
                          </a:solidFill>
                          <a:latin typeface="Boehringer Forward Text"/>
                        </a:defRPr>
                      </a:lvl4pPr>
                      <a:lvl5pPr marL="1828800" algn="l" defTabSz="914400" rtl="0" eaLnBrk="1" latinLnBrk="0" hangingPunct="1">
                        <a:defRPr sz="1800" b="1" kern="1200">
                          <a:solidFill>
                            <a:schemeClr val="lt1"/>
                          </a:solidFill>
                          <a:latin typeface="Boehringer Forward Text"/>
                        </a:defRPr>
                      </a:lvl5pPr>
                      <a:lvl6pPr marL="2286000" algn="l" defTabSz="914400" rtl="0" eaLnBrk="1" latinLnBrk="0" hangingPunct="1">
                        <a:defRPr sz="1800" b="1" kern="1200">
                          <a:solidFill>
                            <a:schemeClr val="lt1"/>
                          </a:solidFill>
                          <a:latin typeface="Boehringer Forward Text"/>
                        </a:defRPr>
                      </a:lvl6pPr>
                      <a:lvl7pPr marL="2743200" algn="l" defTabSz="914400" rtl="0" eaLnBrk="1" latinLnBrk="0" hangingPunct="1">
                        <a:defRPr sz="1800" b="1" kern="1200">
                          <a:solidFill>
                            <a:schemeClr val="lt1"/>
                          </a:solidFill>
                          <a:latin typeface="Boehringer Forward Text"/>
                        </a:defRPr>
                      </a:lvl7pPr>
                      <a:lvl8pPr marL="3200400" algn="l" defTabSz="914400" rtl="0" eaLnBrk="1" latinLnBrk="0" hangingPunct="1">
                        <a:defRPr sz="1800" b="1" kern="1200">
                          <a:solidFill>
                            <a:schemeClr val="lt1"/>
                          </a:solidFill>
                          <a:latin typeface="Boehringer Forward Text"/>
                        </a:defRPr>
                      </a:lvl8pPr>
                      <a:lvl9pPr marL="3657600" algn="l" defTabSz="914400" rtl="0" eaLnBrk="1" latinLnBrk="0" hangingPunct="1">
                        <a:defRPr sz="1800" b="1" kern="1200">
                          <a:solidFill>
                            <a:schemeClr val="lt1"/>
                          </a:solidFill>
                          <a:latin typeface="Boehringer Forward Text"/>
                        </a:defRPr>
                      </a:lvl9pPr>
                    </a:lstStyle>
                    <a:p>
                      <a:pPr marL="0" marR="0" lvl="0" indent="0" algn="ctr" defTabSz="914241" rtl="0" eaLnBrk="1" fontAlgn="auto" latinLnBrk="0" hangingPunct="1">
                        <a:lnSpc>
                          <a:spcPct val="100000"/>
                        </a:lnSpc>
                        <a:buClrTx/>
                        <a:buSzTx/>
                        <a:buFontTx/>
                        <a:buNone/>
                        <a:tabLst/>
                        <a:defRPr/>
                      </a:pPr>
                      <a:r>
                        <a:rPr lang="de-DE" sz="900" b="1" i="0" u="none" strike="noStrike" kern="0" cap="none" spc="0" normalizeH="0" baseline="0" noProof="0">
                          <a:ln>
                            <a:noFill/>
                          </a:ln>
                          <a:solidFill>
                            <a:schemeClr val="bg1"/>
                          </a:solidFill>
                          <a:effectLst/>
                          <a:uLnTx/>
                          <a:uFillTx/>
                          <a:latin typeface="BISansOpti"/>
                          <a:cs typeface="Calibri"/>
                        </a:rPr>
                        <a:t>Anti-IL11</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86307024"/>
                  </a:ext>
                </a:extLst>
              </a:tr>
              <a:tr h="0">
                <a:tc>
                  <a:txBody>
                    <a:bodyPr/>
                    <a:lstStyle>
                      <a:lvl1pPr marL="0" algn="l" defTabSz="914400" rtl="0" eaLnBrk="1" latinLnBrk="0" hangingPunct="1">
                        <a:defRPr sz="1800" kern="1200">
                          <a:solidFill>
                            <a:schemeClr val="dk1"/>
                          </a:solidFill>
                          <a:latin typeface="Boehringer Forward Text"/>
                        </a:defRPr>
                      </a:lvl1pPr>
                      <a:lvl2pPr marL="457200" algn="l" defTabSz="914400" rtl="0" eaLnBrk="1" latinLnBrk="0" hangingPunct="1">
                        <a:defRPr sz="1800" kern="1200">
                          <a:solidFill>
                            <a:schemeClr val="dk1"/>
                          </a:solidFill>
                          <a:latin typeface="Boehringer Forward Text"/>
                        </a:defRPr>
                      </a:lvl2pPr>
                      <a:lvl3pPr marL="914400" algn="l" defTabSz="914400" rtl="0" eaLnBrk="1" latinLnBrk="0" hangingPunct="1">
                        <a:defRPr sz="1800" kern="1200">
                          <a:solidFill>
                            <a:schemeClr val="dk1"/>
                          </a:solidFill>
                          <a:latin typeface="Boehringer Forward Text"/>
                        </a:defRPr>
                      </a:lvl3pPr>
                      <a:lvl4pPr marL="1371600" algn="l" defTabSz="914400" rtl="0" eaLnBrk="1" latinLnBrk="0" hangingPunct="1">
                        <a:defRPr sz="1800" kern="1200">
                          <a:solidFill>
                            <a:schemeClr val="dk1"/>
                          </a:solidFill>
                          <a:latin typeface="Boehringer Forward Text"/>
                        </a:defRPr>
                      </a:lvl4pPr>
                      <a:lvl5pPr marL="1828800" algn="l" defTabSz="914400" rtl="0" eaLnBrk="1" latinLnBrk="0" hangingPunct="1">
                        <a:defRPr sz="1800" kern="1200">
                          <a:solidFill>
                            <a:schemeClr val="dk1"/>
                          </a:solidFill>
                          <a:latin typeface="Boehringer Forward Text"/>
                        </a:defRPr>
                      </a:lvl5pPr>
                      <a:lvl6pPr marL="2286000" algn="l" defTabSz="914400" rtl="0" eaLnBrk="1" latinLnBrk="0" hangingPunct="1">
                        <a:defRPr sz="1800" kern="1200">
                          <a:solidFill>
                            <a:schemeClr val="dk1"/>
                          </a:solidFill>
                          <a:latin typeface="Boehringer Forward Text"/>
                        </a:defRPr>
                      </a:lvl6pPr>
                      <a:lvl7pPr marL="2743200" algn="l" defTabSz="914400" rtl="0" eaLnBrk="1" latinLnBrk="0" hangingPunct="1">
                        <a:defRPr sz="1800" kern="1200">
                          <a:solidFill>
                            <a:schemeClr val="dk1"/>
                          </a:solidFill>
                          <a:latin typeface="Boehringer Forward Text"/>
                        </a:defRPr>
                      </a:lvl7pPr>
                      <a:lvl8pPr marL="3200400" algn="l" defTabSz="914400" rtl="0" eaLnBrk="1" latinLnBrk="0" hangingPunct="1">
                        <a:defRPr sz="1800" kern="1200">
                          <a:solidFill>
                            <a:schemeClr val="dk1"/>
                          </a:solidFill>
                          <a:latin typeface="Boehringer Forward Text"/>
                        </a:defRPr>
                      </a:lvl8pPr>
                      <a:lvl9pPr marL="3657600" algn="l" defTabSz="914400" rtl="0" eaLnBrk="1" latinLnBrk="0" hangingPunct="1">
                        <a:defRPr sz="1800" kern="1200">
                          <a:solidFill>
                            <a:schemeClr val="dk1"/>
                          </a:solidFill>
                          <a:latin typeface="Boehringer Forward Text"/>
                        </a:defRPr>
                      </a:lvl9pPr>
                    </a:lstStyle>
                    <a:p>
                      <a:pPr algn="ctr"/>
                      <a:r>
                        <a:rPr lang="de-DE" sz="800">
                          <a:solidFill>
                            <a:schemeClr val="bg1"/>
                          </a:solidFill>
                        </a:rPr>
                        <a:t>IPF/PPF</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928BDE"/>
                    </a:solidFill>
                  </a:tcPr>
                </a:tc>
                <a:extLst>
                  <a:ext uri="{0D108BD9-81ED-4DB2-BD59-A6C34878D82A}">
                    <a16:rowId xmlns:a16="http://schemas.microsoft.com/office/drawing/2014/main" val="1194513473"/>
                  </a:ext>
                </a:extLst>
              </a:tr>
            </a:tbl>
          </a:graphicData>
        </a:graphic>
      </p:graphicFrame>
      <p:graphicFrame>
        <p:nvGraphicFramePr>
          <p:cNvPr id="15" name="Tabelle 41">
            <a:extLst>
              <a:ext uri="{FF2B5EF4-FFF2-40B4-BE49-F238E27FC236}">
                <a16:creationId xmlns:a16="http://schemas.microsoft.com/office/drawing/2014/main" id="{1B597E26-94F2-AF7E-B2EF-F553502115DD}"/>
              </a:ext>
            </a:extLst>
          </p:cNvPr>
          <p:cNvGraphicFramePr>
            <a:graphicFrameLocks noGrp="1"/>
          </p:cNvGraphicFramePr>
          <p:nvPr/>
        </p:nvGraphicFramePr>
        <p:xfrm>
          <a:off x="7650330" y="2826730"/>
          <a:ext cx="1294151" cy="441960"/>
        </p:xfrm>
        <a:graphic>
          <a:graphicData uri="http://schemas.openxmlformats.org/drawingml/2006/table">
            <a:tbl>
              <a:tblPr firstRow="1" bandRow="1"/>
              <a:tblGrid>
                <a:gridCol w="1294151">
                  <a:extLst>
                    <a:ext uri="{9D8B030D-6E8A-4147-A177-3AD203B41FA5}">
                      <a16:colId xmlns:a16="http://schemas.microsoft.com/office/drawing/2014/main" val="4245598997"/>
                    </a:ext>
                  </a:extLst>
                </a:gridCol>
              </a:tblGrid>
              <a:tr h="0">
                <a:tc>
                  <a:txBody>
                    <a:bodyPr/>
                    <a:lstStyle>
                      <a:lvl1pPr marL="0" algn="l" defTabSz="914400" rtl="0" eaLnBrk="1" latinLnBrk="0" hangingPunct="1">
                        <a:defRPr sz="1800" b="1" kern="1200">
                          <a:solidFill>
                            <a:schemeClr val="lt1"/>
                          </a:solidFill>
                          <a:latin typeface="Boehringer Forward Text"/>
                        </a:defRPr>
                      </a:lvl1pPr>
                      <a:lvl2pPr marL="457200" algn="l" defTabSz="914400" rtl="0" eaLnBrk="1" latinLnBrk="0" hangingPunct="1">
                        <a:defRPr sz="1800" b="1" kern="1200">
                          <a:solidFill>
                            <a:schemeClr val="lt1"/>
                          </a:solidFill>
                          <a:latin typeface="Boehringer Forward Text"/>
                        </a:defRPr>
                      </a:lvl2pPr>
                      <a:lvl3pPr marL="914400" algn="l" defTabSz="914400" rtl="0" eaLnBrk="1" latinLnBrk="0" hangingPunct="1">
                        <a:defRPr sz="1800" b="1" kern="1200">
                          <a:solidFill>
                            <a:schemeClr val="lt1"/>
                          </a:solidFill>
                          <a:latin typeface="Boehringer Forward Text"/>
                        </a:defRPr>
                      </a:lvl3pPr>
                      <a:lvl4pPr marL="1371600" algn="l" defTabSz="914400" rtl="0" eaLnBrk="1" latinLnBrk="0" hangingPunct="1">
                        <a:defRPr sz="1800" b="1" kern="1200">
                          <a:solidFill>
                            <a:schemeClr val="lt1"/>
                          </a:solidFill>
                          <a:latin typeface="Boehringer Forward Text"/>
                        </a:defRPr>
                      </a:lvl4pPr>
                      <a:lvl5pPr marL="1828800" algn="l" defTabSz="914400" rtl="0" eaLnBrk="1" latinLnBrk="0" hangingPunct="1">
                        <a:defRPr sz="1800" b="1" kern="1200">
                          <a:solidFill>
                            <a:schemeClr val="lt1"/>
                          </a:solidFill>
                          <a:latin typeface="Boehringer Forward Text"/>
                        </a:defRPr>
                      </a:lvl5pPr>
                      <a:lvl6pPr marL="2286000" algn="l" defTabSz="914400" rtl="0" eaLnBrk="1" latinLnBrk="0" hangingPunct="1">
                        <a:defRPr sz="1800" b="1" kern="1200">
                          <a:solidFill>
                            <a:schemeClr val="lt1"/>
                          </a:solidFill>
                          <a:latin typeface="Boehringer Forward Text"/>
                        </a:defRPr>
                      </a:lvl6pPr>
                      <a:lvl7pPr marL="2743200" algn="l" defTabSz="914400" rtl="0" eaLnBrk="1" latinLnBrk="0" hangingPunct="1">
                        <a:defRPr sz="1800" b="1" kern="1200">
                          <a:solidFill>
                            <a:schemeClr val="lt1"/>
                          </a:solidFill>
                          <a:latin typeface="Boehringer Forward Text"/>
                        </a:defRPr>
                      </a:lvl7pPr>
                      <a:lvl8pPr marL="3200400" algn="l" defTabSz="914400" rtl="0" eaLnBrk="1" latinLnBrk="0" hangingPunct="1">
                        <a:defRPr sz="1800" b="1" kern="1200">
                          <a:solidFill>
                            <a:schemeClr val="lt1"/>
                          </a:solidFill>
                          <a:latin typeface="Boehringer Forward Text"/>
                        </a:defRPr>
                      </a:lvl8pPr>
                      <a:lvl9pPr marL="3657600" algn="l" defTabSz="914400" rtl="0" eaLnBrk="1" latinLnBrk="0" hangingPunct="1">
                        <a:defRPr sz="1800" b="1" kern="1200">
                          <a:solidFill>
                            <a:schemeClr val="lt1"/>
                          </a:solidFill>
                          <a:latin typeface="Boehringer Forward Text"/>
                        </a:defRPr>
                      </a:lvl9pPr>
                    </a:lstStyle>
                    <a:p>
                      <a:pPr marL="0" marR="0" lvl="0" indent="0" algn="ctr" defTabSz="914241" rtl="0" eaLnBrk="1" fontAlgn="auto" latinLnBrk="0" hangingPunct="1">
                        <a:lnSpc>
                          <a:spcPct val="100000"/>
                        </a:lnSpc>
                        <a:buClrTx/>
                        <a:buSzTx/>
                        <a:buFontTx/>
                        <a:buNone/>
                        <a:tabLst/>
                        <a:defRPr/>
                      </a:pPr>
                      <a:r>
                        <a:rPr lang="de-DE" sz="900" b="1" i="0" u="none" strike="noStrike" kern="0" cap="none" spc="0" normalizeH="0" baseline="0" noProof="0">
                          <a:ln>
                            <a:noFill/>
                          </a:ln>
                          <a:solidFill>
                            <a:schemeClr val="bg1"/>
                          </a:solidFill>
                          <a:effectLst/>
                          <a:uLnTx/>
                          <a:uFillTx/>
                          <a:latin typeface="BISansOpti"/>
                          <a:cs typeface="Calibri"/>
                        </a:rPr>
                        <a:t>Anti-CTGF</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86307024"/>
                  </a:ext>
                </a:extLst>
              </a:tr>
              <a:tr h="0">
                <a:tc>
                  <a:txBody>
                    <a:bodyPr/>
                    <a:lstStyle>
                      <a:lvl1pPr marL="0" algn="l" defTabSz="914400" rtl="0" eaLnBrk="1" latinLnBrk="0" hangingPunct="1">
                        <a:defRPr sz="1800" kern="1200">
                          <a:solidFill>
                            <a:schemeClr val="dk1"/>
                          </a:solidFill>
                          <a:latin typeface="Boehringer Forward Text"/>
                        </a:defRPr>
                      </a:lvl1pPr>
                      <a:lvl2pPr marL="457200" algn="l" defTabSz="914400" rtl="0" eaLnBrk="1" latinLnBrk="0" hangingPunct="1">
                        <a:defRPr sz="1800" kern="1200">
                          <a:solidFill>
                            <a:schemeClr val="dk1"/>
                          </a:solidFill>
                          <a:latin typeface="Boehringer Forward Text"/>
                        </a:defRPr>
                      </a:lvl2pPr>
                      <a:lvl3pPr marL="914400" algn="l" defTabSz="914400" rtl="0" eaLnBrk="1" latinLnBrk="0" hangingPunct="1">
                        <a:defRPr sz="1800" kern="1200">
                          <a:solidFill>
                            <a:schemeClr val="dk1"/>
                          </a:solidFill>
                          <a:latin typeface="Boehringer Forward Text"/>
                        </a:defRPr>
                      </a:lvl3pPr>
                      <a:lvl4pPr marL="1371600" algn="l" defTabSz="914400" rtl="0" eaLnBrk="1" latinLnBrk="0" hangingPunct="1">
                        <a:defRPr sz="1800" kern="1200">
                          <a:solidFill>
                            <a:schemeClr val="dk1"/>
                          </a:solidFill>
                          <a:latin typeface="Boehringer Forward Text"/>
                        </a:defRPr>
                      </a:lvl4pPr>
                      <a:lvl5pPr marL="1828800" algn="l" defTabSz="914400" rtl="0" eaLnBrk="1" latinLnBrk="0" hangingPunct="1">
                        <a:defRPr sz="1800" kern="1200">
                          <a:solidFill>
                            <a:schemeClr val="dk1"/>
                          </a:solidFill>
                          <a:latin typeface="Boehringer Forward Text"/>
                        </a:defRPr>
                      </a:lvl5pPr>
                      <a:lvl6pPr marL="2286000" algn="l" defTabSz="914400" rtl="0" eaLnBrk="1" latinLnBrk="0" hangingPunct="1">
                        <a:defRPr sz="1800" kern="1200">
                          <a:solidFill>
                            <a:schemeClr val="dk1"/>
                          </a:solidFill>
                          <a:latin typeface="Boehringer Forward Text"/>
                        </a:defRPr>
                      </a:lvl6pPr>
                      <a:lvl7pPr marL="2743200" algn="l" defTabSz="914400" rtl="0" eaLnBrk="1" latinLnBrk="0" hangingPunct="1">
                        <a:defRPr sz="1800" kern="1200">
                          <a:solidFill>
                            <a:schemeClr val="dk1"/>
                          </a:solidFill>
                          <a:latin typeface="Boehringer Forward Text"/>
                        </a:defRPr>
                      </a:lvl7pPr>
                      <a:lvl8pPr marL="3200400" algn="l" defTabSz="914400" rtl="0" eaLnBrk="1" latinLnBrk="0" hangingPunct="1">
                        <a:defRPr sz="1800" kern="1200">
                          <a:solidFill>
                            <a:schemeClr val="dk1"/>
                          </a:solidFill>
                          <a:latin typeface="Boehringer Forward Text"/>
                        </a:defRPr>
                      </a:lvl8pPr>
                      <a:lvl9pPr marL="3657600" algn="l" defTabSz="914400" rtl="0" eaLnBrk="1" latinLnBrk="0" hangingPunct="1">
                        <a:defRPr sz="1800" kern="1200">
                          <a:solidFill>
                            <a:schemeClr val="dk1"/>
                          </a:solidFill>
                          <a:latin typeface="Boehringer Forward Text"/>
                        </a:defRPr>
                      </a:lvl9pPr>
                    </a:lstStyle>
                    <a:p>
                      <a:pPr algn="ctr"/>
                      <a:r>
                        <a:rPr lang="de-DE" sz="800">
                          <a:solidFill>
                            <a:schemeClr val="accent3">
                              <a:lumMod val="50000"/>
                            </a:schemeClr>
                          </a:solidFill>
                        </a:rPr>
                        <a:t>IPF/PPF</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5F5FC"/>
                    </a:solidFill>
                  </a:tcPr>
                </a:tc>
                <a:extLst>
                  <a:ext uri="{0D108BD9-81ED-4DB2-BD59-A6C34878D82A}">
                    <a16:rowId xmlns:a16="http://schemas.microsoft.com/office/drawing/2014/main" val="1194513473"/>
                  </a:ext>
                </a:extLst>
              </a:tr>
            </a:tbl>
          </a:graphicData>
        </a:graphic>
      </p:graphicFrame>
      <p:graphicFrame>
        <p:nvGraphicFramePr>
          <p:cNvPr id="17" name="Tabelle 41">
            <a:extLst>
              <a:ext uri="{FF2B5EF4-FFF2-40B4-BE49-F238E27FC236}">
                <a16:creationId xmlns:a16="http://schemas.microsoft.com/office/drawing/2014/main" id="{FBC6395C-B3F8-878B-5EB7-AD97DB30C4D6}"/>
              </a:ext>
            </a:extLst>
          </p:cNvPr>
          <p:cNvGraphicFramePr>
            <a:graphicFrameLocks noGrp="1"/>
          </p:cNvGraphicFramePr>
          <p:nvPr>
            <p:extLst>
              <p:ext uri="{D42A27DB-BD31-4B8C-83A1-F6EECF244321}">
                <p14:modId xmlns:p14="http://schemas.microsoft.com/office/powerpoint/2010/main" val="1871672558"/>
              </p:ext>
            </p:extLst>
          </p:nvPr>
        </p:nvGraphicFramePr>
        <p:xfrm>
          <a:off x="1498489" y="4121148"/>
          <a:ext cx="1294151" cy="441960"/>
        </p:xfrm>
        <a:graphic>
          <a:graphicData uri="http://schemas.openxmlformats.org/drawingml/2006/table">
            <a:tbl>
              <a:tblPr firstRow="1" bandRow="1"/>
              <a:tblGrid>
                <a:gridCol w="1294151">
                  <a:extLst>
                    <a:ext uri="{9D8B030D-6E8A-4147-A177-3AD203B41FA5}">
                      <a16:colId xmlns:a16="http://schemas.microsoft.com/office/drawing/2014/main" val="4245598997"/>
                    </a:ext>
                  </a:extLst>
                </a:gridCol>
              </a:tblGrid>
              <a:tr h="227887">
                <a:tc>
                  <a:txBody>
                    <a:bodyPr/>
                    <a:lstStyle>
                      <a:lvl1pPr marL="0" algn="l" defTabSz="914400" rtl="0" eaLnBrk="1" latinLnBrk="0" hangingPunct="1">
                        <a:defRPr sz="1800" b="1" kern="1200">
                          <a:solidFill>
                            <a:schemeClr val="lt1"/>
                          </a:solidFill>
                          <a:latin typeface="Boehringer Forward Text"/>
                        </a:defRPr>
                      </a:lvl1pPr>
                      <a:lvl2pPr marL="457200" algn="l" defTabSz="914400" rtl="0" eaLnBrk="1" latinLnBrk="0" hangingPunct="1">
                        <a:defRPr sz="1800" b="1" kern="1200">
                          <a:solidFill>
                            <a:schemeClr val="lt1"/>
                          </a:solidFill>
                          <a:latin typeface="Boehringer Forward Text"/>
                        </a:defRPr>
                      </a:lvl2pPr>
                      <a:lvl3pPr marL="914400" algn="l" defTabSz="914400" rtl="0" eaLnBrk="1" latinLnBrk="0" hangingPunct="1">
                        <a:defRPr sz="1800" b="1" kern="1200">
                          <a:solidFill>
                            <a:schemeClr val="lt1"/>
                          </a:solidFill>
                          <a:latin typeface="Boehringer Forward Text"/>
                        </a:defRPr>
                      </a:lvl3pPr>
                      <a:lvl4pPr marL="1371600" algn="l" defTabSz="914400" rtl="0" eaLnBrk="1" latinLnBrk="0" hangingPunct="1">
                        <a:defRPr sz="1800" b="1" kern="1200">
                          <a:solidFill>
                            <a:schemeClr val="lt1"/>
                          </a:solidFill>
                          <a:latin typeface="Boehringer Forward Text"/>
                        </a:defRPr>
                      </a:lvl4pPr>
                      <a:lvl5pPr marL="1828800" algn="l" defTabSz="914400" rtl="0" eaLnBrk="1" latinLnBrk="0" hangingPunct="1">
                        <a:defRPr sz="1800" b="1" kern="1200">
                          <a:solidFill>
                            <a:schemeClr val="lt1"/>
                          </a:solidFill>
                          <a:latin typeface="Boehringer Forward Text"/>
                        </a:defRPr>
                      </a:lvl5pPr>
                      <a:lvl6pPr marL="2286000" algn="l" defTabSz="914400" rtl="0" eaLnBrk="1" latinLnBrk="0" hangingPunct="1">
                        <a:defRPr sz="1800" b="1" kern="1200">
                          <a:solidFill>
                            <a:schemeClr val="lt1"/>
                          </a:solidFill>
                          <a:latin typeface="Boehringer Forward Text"/>
                        </a:defRPr>
                      </a:lvl6pPr>
                      <a:lvl7pPr marL="2743200" algn="l" defTabSz="914400" rtl="0" eaLnBrk="1" latinLnBrk="0" hangingPunct="1">
                        <a:defRPr sz="1800" b="1" kern="1200">
                          <a:solidFill>
                            <a:schemeClr val="lt1"/>
                          </a:solidFill>
                          <a:latin typeface="Boehringer Forward Text"/>
                        </a:defRPr>
                      </a:lvl7pPr>
                      <a:lvl8pPr marL="3200400" algn="l" defTabSz="914400" rtl="0" eaLnBrk="1" latinLnBrk="0" hangingPunct="1">
                        <a:defRPr sz="1800" b="1" kern="1200">
                          <a:solidFill>
                            <a:schemeClr val="lt1"/>
                          </a:solidFill>
                          <a:latin typeface="Boehringer Forward Text"/>
                        </a:defRPr>
                      </a:lvl8pPr>
                      <a:lvl9pPr marL="3657600" algn="l" defTabSz="914400" rtl="0" eaLnBrk="1" latinLnBrk="0" hangingPunct="1">
                        <a:defRPr sz="1800" b="1" kern="1200">
                          <a:solidFill>
                            <a:schemeClr val="lt1"/>
                          </a:solidFill>
                          <a:latin typeface="Boehringer Forward Text"/>
                        </a:defRPr>
                      </a:lvl9pPr>
                    </a:lstStyle>
                    <a:p>
                      <a:pPr marL="0" marR="0" lvl="0" indent="0" algn="ctr" defTabSz="914241" rtl="0" eaLnBrk="1" fontAlgn="auto" latinLnBrk="0" hangingPunct="1">
                        <a:lnSpc>
                          <a:spcPct val="100000"/>
                        </a:lnSpc>
                        <a:buClrTx/>
                        <a:buSzTx/>
                        <a:buFontTx/>
                        <a:buNone/>
                        <a:tabLst/>
                        <a:defRPr/>
                      </a:pPr>
                      <a:r>
                        <a:rPr lang="de-DE" sz="900" b="1" i="0" u="none" strike="noStrike" kern="0" cap="none" spc="0" normalizeH="0" baseline="0" noProof="0">
                          <a:ln>
                            <a:noFill/>
                          </a:ln>
                          <a:solidFill>
                            <a:schemeClr val="bg1"/>
                          </a:solidFill>
                          <a:effectLst/>
                          <a:uLnTx/>
                          <a:uFillTx/>
                          <a:latin typeface="BISansOpti"/>
                          <a:cs typeface="Calibri"/>
                        </a:rPr>
                        <a:t>QPCTL inh.</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86307024"/>
                  </a:ext>
                </a:extLst>
              </a:tr>
              <a:tr h="0">
                <a:tc>
                  <a:txBody>
                    <a:bodyPr/>
                    <a:lstStyle>
                      <a:lvl1pPr marL="0" algn="l" defTabSz="914400" rtl="0" eaLnBrk="1" latinLnBrk="0" hangingPunct="1">
                        <a:defRPr sz="1800" kern="1200">
                          <a:solidFill>
                            <a:schemeClr val="dk1"/>
                          </a:solidFill>
                          <a:latin typeface="Boehringer Forward Text"/>
                        </a:defRPr>
                      </a:lvl1pPr>
                      <a:lvl2pPr marL="457200" algn="l" defTabSz="914400" rtl="0" eaLnBrk="1" latinLnBrk="0" hangingPunct="1">
                        <a:defRPr sz="1800" kern="1200">
                          <a:solidFill>
                            <a:schemeClr val="dk1"/>
                          </a:solidFill>
                          <a:latin typeface="Boehringer Forward Text"/>
                        </a:defRPr>
                      </a:lvl2pPr>
                      <a:lvl3pPr marL="914400" algn="l" defTabSz="914400" rtl="0" eaLnBrk="1" latinLnBrk="0" hangingPunct="1">
                        <a:defRPr sz="1800" kern="1200">
                          <a:solidFill>
                            <a:schemeClr val="dk1"/>
                          </a:solidFill>
                          <a:latin typeface="Boehringer Forward Text"/>
                        </a:defRPr>
                      </a:lvl3pPr>
                      <a:lvl4pPr marL="1371600" algn="l" defTabSz="914400" rtl="0" eaLnBrk="1" latinLnBrk="0" hangingPunct="1">
                        <a:defRPr sz="1800" kern="1200">
                          <a:solidFill>
                            <a:schemeClr val="dk1"/>
                          </a:solidFill>
                          <a:latin typeface="Boehringer Forward Text"/>
                        </a:defRPr>
                      </a:lvl4pPr>
                      <a:lvl5pPr marL="1828800" algn="l" defTabSz="914400" rtl="0" eaLnBrk="1" latinLnBrk="0" hangingPunct="1">
                        <a:defRPr sz="1800" kern="1200">
                          <a:solidFill>
                            <a:schemeClr val="dk1"/>
                          </a:solidFill>
                          <a:latin typeface="Boehringer Forward Text"/>
                        </a:defRPr>
                      </a:lvl5pPr>
                      <a:lvl6pPr marL="2286000" algn="l" defTabSz="914400" rtl="0" eaLnBrk="1" latinLnBrk="0" hangingPunct="1">
                        <a:defRPr sz="1800" kern="1200">
                          <a:solidFill>
                            <a:schemeClr val="dk1"/>
                          </a:solidFill>
                          <a:latin typeface="Boehringer Forward Text"/>
                        </a:defRPr>
                      </a:lvl6pPr>
                      <a:lvl7pPr marL="2743200" algn="l" defTabSz="914400" rtl="0" eaLnBrk="1" latinLnBrk="0" hangingPunct="1">
                        <a:defRPr sz="1800" kern="1200">
                          <a:solidFill>
                            <a:schemeClr val="dk1"/>
                          </a:solidFill>
                          <a:latin typeface="Boehringer Forward Text"/>
                        </a:defRPr>
                      </a:lvl7pPr>
                      <a:lvl8pPr marL="3200400" algn="l" defTabSz="914400" rtl="0" eaLnBrk="1" latinLnBrk="0" hangingPunct="1">
                        <a:defRPr sz="1800" kern="1200">
                          <a:solidFill>
                            <a:schemeClr val="dk1"/>
                          </a:solidFill>
                          <a:latin typeface="Boehringer Forward Text"/>
                        </a:defRPr>
                      </a:lvl8pPr>
                      <a:lvl9pPr marL="3657600" algn="l" defTabSz="914400" rtl="0" eaLnBrk="1" latinLnBrk="0" hangingPunct="1">
                        <a:defRPr sz="1800" kern="1200">
                          <a:solidFill>
                            <a:schemeClr val="dk1"/>
                          </a:solidFill>
                          <a:latin typeface="Boehringer Forward Text"/>
                        </a:defRPr>
                      </a:lvl9pPr>
                    </a:lstStyle>
                    <a:p>
                      <a:pPr algn="ctr"/>
                      <a:r>
                        <a:rPr lang="de-DE" sz="800">
                          <a:solidFill>
                            <a:schemeClr val="accent3">
                              <a:lumMod val="50000"/>
                            </a:schemeClr>
                          </a:solidFill>
                        </a:rPr>
                        <a:t>IPF/PPF</a:t>
                      </a:r>
                      <a:r>
                        <a:rPr lang="en-US" altLang="zh-CN" sz="800">
                          <a:solidFill>
                            <a:schemeClr val="accent3">
                              <a:lumMod val="50000"/>
                            </a:schemeClr>
                          </a:solidFill>
                        </a:rPr>
                        <a:t>r</a:t>
                      </a:r>
                      <a:endParaRPr lang="de-DE" sz="800">
                        <a:solidFill>
                          <a:schemeClr val="accent3">
                            <a:lumMod val="50000"/>
                          </a:schemeClr>
                        </a:solidFill>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5F5FC"/>
                    </a:solidFill>
                  </a:tcPr>
                </a:tc>
                <a:extLst>
                  <a:ext uri="{0D108BD9-81ED-4DB2-BD59-A6C34878D82A}">
                    <a16:rowId xmlns:a16="http://schemas.microsoft.com/office/drawing/2014/main" val="1194513473"/>
                  </a:ext>
                </a:extLst>
              </a:tr>
            </a:tbl>
          </a:graphicData>
        </a:graphic>
      </p:graphicFrame>
      <p:graphicFrame>
        <p:nvGraphicFramePr>
          <p:cNvPr id="18" name="Tabelle 41">
            <a:extLst>
              <a:ext uri="{FF2B5EF4-FFF2-40B4-BE49-F238E27FC236}">
                <a16:creationId xmlns:a16="http://schemas.microsoft.com/office/drawing/2014/main" id="{108DA0EF-ECF3-595A-40E4-7C61A0DC125B}"/>
              </a:ext>
            </a:extLst>
          </p:cNvPr>
          <p:cNvGraphicFramePr>
            <a:graphicFrameLocks noGrp="1"/>
          </p:cNvGraphicFramePr>
          <p:nvPr/>
        </p:nvGraphicFramePr>
        <p:xfrm>
          <a:off x="4008969" y="3050989"/>
          <a:ext cx="1294151" cy="441960"/>
        </p:xfrm>
        <a:graphic>
          <a:graphicData uri="http://schemas.openxmlformats.org/drawingml/2006/table">
            <a:tbl>
              <a:tblPr firstRow="1" bandRow="1"/>
              <a:tblGrid>
                <a:gridCol w="1294151">
                  <a:extLst>
                    <a:ext uri="{9D8B030D-6E8A-4147-A177-3AD203B41FA5}">
                      <a16:colId xmlns:a16="http://schemas.microsoft.com/office/drawing/2014/main" val="4245598997"/>
                    </a:ext>
                  </a:extLst>
                </a:gridCol>
              </a:tblGrid>
              <a:tr h="0">
                <a:tc>
                  <a:txBody>
                    <a:bodyPr/>
                    <a:lstStyle>
                      <a:lvl1pPr marL="0" algn="l" defTabSz="914400" rtl="0" eaLnBrk="1" latinLnBrk="0" hangingPunct="1">
                        <a:defRPr sz="1800" b="1" kern="1200">
                          <a:solidFill>
                            <a:schemeClr val="lt1"/>
                          </a:solidFill>
                          <a:latin typeface="Boehringer Forward Text"/>
                        </a:defRPr>
                      </a:lvl1pPr>
                      <a:lvl2pPr marL="457200" algn="l" defTabSz="914400" rtl="0" eaLnBrk="1" latinLnBrk="0" hangingPunct="1">
                        <a:defRPr sz="1800" b="1" kern="1200">
                          <a:solidFill>
                            <a:schemeClr val="lt1"/>
                          </a:solidFill>
                          <a:latin typeface="Boehringer Forward Text"/>
                        </a:defRPr>
                      </a:lvl2pPr>
                      <a:lvl3pPr marL="914400" algn="l" defTabSz="914400" rtl="0" eaLnBrk="1" latinLnBrk="0" hangingPunct="1">
                        <a:defRPr sz="1800" b="1" kern="1200">
                          <a:solidFill>
                            <a:schemeClr val="lt1"/>
                          </a:solidFill>
                          <a:latin typeface="Boehringer Forward Text"/>
                        </a:defRPr>
                      </a:lvl3pPr>
                      <a:lvl4pPr marL="1371600" algn="l" defTabSz="914400" rtl="0" eaLnBrk="1" latinLnBrk="0" hangingPunct="1">
                        <a:defRPr sz="1800" b="1" kern="1200">
                          <a:solidFill>
                            <a:schemeClr val="lt1"/>
                          </a:solidFill>
                          <a:latin typeface="Boehringer Forward Text"/>
                        </a:defRPr>
                      </a:lvl4pPr>
                      <a:lvl5pPr marL="1828800" algn="l" defTabSz="914400" rtl="0" eaLnBrk="1" latinLnBrk="0" hangingPunct="1">
                        <a:defRPr sz="1800" b="1" kern="1200">
                          <a:solidFill>
                            <a:schemeClr val="lt1"/>
                          </a:solidFill>
                          <a:latin typeface="Boehringer Forward Text"/>
                        </a:defRPr>
                      </a:lvl5pPr>
                      <a:lvl6pPr marL="2286000" algn="l" defTabSz="914400" rtl="0" eaLnBrk="1" latinLnBrk="0" hangingPunct="1">
                        <a:defRPr sz="1800" b="1" kern="1200">
                          <a:solidFill>
                            <a:schemeClr val="lt1"/>
                          </a:solidFill>
                          <a:latin typeface="Boehringer Forward Text"/>
                        </a:defRPr>
                      </a:lvl6pPr>
                      <a:lvl7pPr marL="2743200" algn="l" defTabSz="914400" rtl="0" eaLnBrk="1" latinLnBrk="0" hangingPunct="1">
                        <a:defRPr sz="1800" b="1" kern="1200">
                          <a:solidFill>
                            <a:schemeClr val="lt1"/>
                          </a:solidFill>
                          <a:latin typeface="Boehringer Forward Text"/>
                        </a:defRPr>
                      </a:lvl7pPr>
                      <a:lvl8pPr marL="3200400" algn="l" defTabSz="914400" rtl="0" eaLnBrk="1" latinLnBrk="0" hangingPunct="1">
                        <a:defRPr sz="1800" b="1" kern="1200">
                          <a:solidFill>
                            <a:schemeClr val="lt1"/>
                          </a:solidFill>
                          <a:latin typeface="Boehringer Forward Text"/>
                        </a:defRPr>
                      </a:lvl8pPr>
                      <a:lvl9pPr marL="3657600" algn="l" defTabSz="914400" rtl="0" eaLnBrk="1" latinLnBrk="0" hangingPunct="1">
                        <a:defRPr sz="1800" b="1" kern="1200">
                          <a:solidFill>
                            <a:schemeClr val="lt1"/>
                          </a:solidFill>
                          <a:latin typeface="Boehringer Forward Text"/>
                        </a:defRPr>
                      </a:lvl9pPr>
                    </a:lstStyle>
                    <a:p>
                      <a:pPr marL="0" marR="0" lvl="0" indent="0" algn="ctr" defTabSz="914241" rtl="0" eaLnBrk="1" fontAlgn="auto" latinLnBrk="0" hangingPunct="1">
                        <a:lnSpc>
                          <a:spcPct val="100000"/>
                        </a:lnSpc>
                        <a:buClrTx/>
                        <a:buSzTx/>
                        <a:buFontTx/>
                        <a:buNone/>
                        <a:tabLst/>
                        <a:defRPr/>
                      </a:pPr>
                      <a:r>
                        <a:rPr lang="de-DE" sz="900" b="1" i="0" u="none" strike="noStrike" kern="0" cap="none" spc="0" normalizeH="0" baseline="0" noProof="0">
                          <a:ln>
                            <a:noFill/>
                          </a:ln>
                          <a:solidFill>
                            <a:schemeClr val="bg1"/>
                          </a:solidFill>
                          <a:effectLst/>
                          <a:uLnTx/>
                          <a:uFillTx/>
                          <a:latin typeface="BISansOpti"/>
                          <a:cs typeface="Calibri"/>
                        </a:rPr>
                        <a:t>DcR3-Fc</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86307024"/>
                  </a:ext>
                </a:extLst>
              </a:tr>
              <a:tr h="0">
                <a:tc>
                  <a:txBody>
                    <a:bodyPr/>
                    <a:lstStyle>
                      <a:lvl1pPr marL="0" algn="l" defTabSz="914400" rtl="0" eaLnBrk="1" latinLnBrk="0" hangingPunct="1">
                        <a:defRPr sz="1800" kern="1200">
                          <a:solidFill>
                            <a:schemeClr val="dk1"/>
                          </a:solidFill>
                          <a:latin typeface="Boehringer Forward Text"/>
                        </a:defRPr>
                      </a:lvl1pPr>
                      <a:lvl2pPr marL="457200" algn="l" defTabSz="914400" rtl="0" eaLnBrk="1" latinLnBrk="0" hangingPunct="1">
                        <a:defRPr sz="1800" kern="1200">
                          <a:solidFill>
                            <a:schemeClr val="dk1"/>
                          </a:solidFill>
                          <a:latin typeface="Boehringer Forward Text"/>
                        </a:defRPr>
                      </a:lvl2pPr>
                      <a:lvl3pPr marL="914400" algn="l" defTabSz="914400" rtl="0" eaLnBrk="1" latinLnBrk="0" hangingPunct="1">
                        <a:defRPr sz="1800" kern="1200">
                          <a:solidFill>
                            <a:schemeClr val="dk1"/>
                          </a:solidFill>
                          <a:latin typeface="Boehringer Forward Text"/>
                        </a:defRPr>
                      </a:lvl3pPr>
                      <a:lvl4pPr marL="1371600" algn="l" defTabSz="914400" rtl="0" eaLnBrk="1" latinLnBrk="0" hangingPunct="1">
                        <a:defRPr sz="1800" kern="1200">
                          <a:solidFill>
                            <a:schemeClr val="dk1"/>
                          </a:solidFill>
                          <a:latin typeface="Boehringer Forward Text"/>
                        </a:defRPr>
                      </a:lvl4pPr>
                      <a:lvl5pPr marL="1828800" algn="l" defTabSz="914400" rtl="0" eaLnBrk="1" latinLnBrk="0" hangingPunct="1">
                        <a:defRPr sz="1800" kern="1200">
                          <a:solidFill>
                            <a:schemeClr val="dk1"/>
                          </a:solidFill>
                          <a:latin typeface="Boehringer Forward Text"/>
                        </a:defRPr>
                      </a:lvl5pPr>
                      <a:lvl6pPr marL="2286000" algn="l" defTabSz="914400" rtl="0" eaLnBrk="1" latinLnBrk="0" hangingPunct="1">
                        <a:defRPr sz="1800" kern="1200">
                          <a:solidFill>
                            <a:schemeClr val="dk1"/>
                          </a:solidFill>
                          <a:latin typeface="Boehringer Forward Text"/>
                        </a:defRPr>
                      </a:lvl6pPr>
                      <a:lvl7pPr marL="2743200" algn="l" defTabSz="914400" rtl="0" eaLnBrk="1" latinLnBrk="0" hangingPunct="1">
                        <a:defRPr sz="1800" kern="1200">
                          <a:solidFill>
                            <a:schemeClr val="dk1"/>
                          </a:solidFill>
                          <a:latin typeface="Boehringer Forward Text"/>
                        </a:defRPr>
                      </a:lvl7pPr>
                      <a:lvl8pPr marL="3200400" algn="l" defTabSz="914400" rtl="0" eaLnBrk="1" latinLnBrk="0" hangingPunct="1">
                        <a:defRPr sz="1800" kern="1200">
                          <a:solidFill>
                            <a:schemeClr val="dk1"/>
                          </a:solidFill>
                          <a:latin typeface="Boehringer Forward Text"/>
                        </a:defRPr>
                      </a:lvl8pPr>
                      <a:lvl9pPr marL="3657600" algn="l" defTabSz="914400" rtl="0" eaLnBrk="1" latinLnBrk="0" hangingPunct="1">
                        <a:defRPr sz="1800" kern="1200">
                          <a:solidFill>
                            <a:schemeClr val="dk1"/>
                          </a:solidFill>
                          <a:latin typeface="Boehringer Forward Text"/>
                        </a:defRPr>
                      </a:lvl9pPr>
                    </a:lstStyle>
                    <a:p>
                      <a:pPr algn="ctr"/>
                      <a:r>
                        <a:rPr lang="de-DE" sz="800">
                          <a:solidFill>
                            <a:schemeClr val="accent3">
                              <a:lumMod val="50000"/>
                            </a:schemeClr>
                          </a:solidFill>
                        </a:rPr>
                        <a:t>IBD</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5F5FC"/>
                    </a:solidFill>
                  </a:tcPr>
                </a:tc>
                <a:extLst>
                  <a:ext uri="{0D108BD9-81ED-4DB2-BD59-A6C34878D82A}">
                    <a16:rowId xmlns:a16="http://schemas.microsoft.com/office/drawing/2014/main" val="1194513473"/>
                  </a:ext>
                </a:extLst>
              </a:tr>
            </a:tbl>
          </a:graphicData>
        </a:graphic>
      </p:graphicFrame>
      <p:graphicFrame>
        <p:nvGraphicFramePr>
          <p:cNvPr id="19" name="Tabelle 41">
            <a:extLst>
              <a:ext uri="{FF2B5EF4-FFF2-40B4-BE49-F238E27FC236}">
                <a16:creationId xmlns:a16="http://schemas.microsoft.com/office/drawing/2014/main" id="{F53BEB8E-8452-08F0-062A-5728B5EDAF45}"/>
              </a:ext>
            </a:extLst>
          </p:cNvPr>
          <p:cNvGraphicFramePr>
            <a:graphicFrameLocks noGrp="1"/>
          </p:cNvGraphicFramePr>
          <p:nvPr/>
        </p:nvGraphicFramePr>
        <p:xfrm>
          <a:off x="4008969" y="3602303"/>
          <a:ext cx="1294151" cy="441960"/>
        </p:xfrm>
        <a:graphic>
          <a:graphicData uri="http://schemas.openxmlformats.org/drawingml/2006/table">
            <a:tbl>
              <a:tblPr firstRow="1" bandRow="1"/>
              <a:tblGrid>
                <a:gridCol w="1294151">
                  <a:extLst>
                    <a:ext uri="{9D8B030D-6E8A-4147-A177-3AD203B41FA5}">
                      <a16:colId xmlns:a16="http://schemas.microsoft.com/office/drawing/2014/main" val="4245598997"/>
                    </a:ext>
                  </a:extLst>
                </a:gridCol>
              </a:tblGrid>
              <a:tr h="0">
                <a:tc>
                  <a:txBody>
                    <a:bodyPr/>
                    <a:lstStyle>
                      <a:lvl1pPr marL="0" algn="l" defTabSz="914400" rtl="0" eaLnBrk="1" latinLnBrk="0" hangingPunct="1">
                        <a:defRPr sz="1800" b="1" kern="1200">
                          <a:solidFill>
                            <a:schemeClr val="lt1"/>
                          </a:solidFill>
                          <a:latin typeface="Boehringer Forward Text"/>
                        </a:defRPr>
                      </a:lvl1pPr>
                      <a:lvl2pPr marL="457200" algn="l" defTabSz="914400" rtl="0" eaLnBrk="1" latinLnBrk="0" hangingPunct="1">
                        <a:defRPr sz="1800" b="1" kern="1200">
                          <a:solidFill>
                            <a:schemeClr val="lt1"/>
                          </a:solidFill>
                          <a:latin typeface="Boehringer Forward Text"/>
                        </a:defRPr>
                      </a:lvl2pPr>
                      <a:lvl3pPr marL="914400" algn="l" defTabSz="914400" rtl="0" eaLnBrk="1" latinLnBrk="0" hangingPunct="1">
                        <a:defRPr sz="1800" b="1" kern="1200">
                          <a:solidFill>
                            <a:schemeClr val="lt1"/>
                          </a:solidFill>
                          <a:latin typeface="Boehringer Forward Text"/>
                        </a:defRPr>
                      </a:lvl3pPr>
                      <a:lvl4pPr marL="1371600" algn="l" defTabSz="914400" rtl="0" eaLnBrk="1" latinLnBrk="0" hangingPunct="1">
                        <a:defRPr sz="1800" b="1" kern="1200">
                          <a:solidFill>
                            <a:schemeClr val="lt1"/>
                          </a:solidFill>
                          <a:latin typeface="Boehringer Forward Text"/>
                        </a:defRPr>
                      </a:lvl4pPr>
                      <a:lvl5pPr marL="1828800" algn="l" defTabSz="914400" rtl="0" eaLnBrk="1" latinLnBrk="0" hangingPunct="1">
                        <a:defRPr sz="1800" b="1" kern="1200">
                          <a:solidFill>
                            <a:schemeClr val="lt1"/>
                          </a:solidFill>
                          <a:latin typeface="Boehringer Forward Text"/>
                        </a:defRPr>
                      </a:lvl5pPr>
                      <a:lvl6pPr marL="2286000" algn="l" defTabSz="914400" rtl="0" eaLnBrk="1" latinLnBrk="0" hangingPunct="1">
                        <a:defRPr sz="1800" b="1" kern="1200">
                          <a:solidFill>
                            <a:schemeClr val="lt1"/>
                          </a:solidFill>
                          <a:latin typeface="Boehringer Forward Text"/>
                        </a:defRPr>
                      </a:lvl6pPr>
                      <a:lvl7pPr marL="2743200" algn="l" defTabSz="914400" rtl="0" eaLnBrk="1" latinLnBrk="0" hangingPunct="1">
                        <a:defRPr sz="1800" b="1" kern="1200">
                          <a:solidFill>
                            <a:schemeClr val="lt1"/>
                          </a:solidFill>
                          <a:latin typeface="Boehringer Forward Text"/>
                        </a:defRPr>
                      </a:lvl7pPr>
                      <a:lvl8pPr marL="3200400" algn="l" defTabSz="914400" rtl="0" eaLnBrk="1" latinLnBrk="0" hangingPunct="1">
                        <a:defRPr sz="1800" b="1" kern="1200">
                          <a:solidFill>
                            <a:schemeClr val="lt1"/>
                          </a:solidFill>
                          <a:latin typeface="Boehringer Forward Text"/>
                        </a:defRPr>
                      </a:lvl8pPr>
                      <a:lvl9pPr marL="3657600" algn="l" defTabSz="914400" rtl="0" eaLnBrk="1" latinLnBrk="0" hangingPunct="1">
                        <a:defRPr sz="1800" b="1" kern="1200">
                          <a:solidFill>
                            <a:schemeClr val="lt1"/>
                          </a:solidFill>
                          <a:latin typeface="Boehringer Forward Text"/>
                        </a:defRPr>
                      </a:lvl9pPr>
                    </a:lstStyle>
                    <a:p>
                      <a:pPr marL="0" marR="0" lvl="0" indent="0" algn="ctr" defTabSz="914241" rtl="0" eaLnBrk="1" fontAlgn="auto" latinLnBrk="0" hangingPunct="1">
                        <a:lnSpc>
                          <a:spcPct val="100000"/>
                        </a:lnSpc>
                        <a:buClrTx/>
                        <a:buSzTx/>
                        <a:buFontTx/>
                        <a:buNone/>
                        <a:tabLst/>
                        <a:defRPr/>
                      </a:pPr>
                      <a:r>
                        <a:rPr lang="de-DE" sz="900" b="1" i="0" u="none" strike="noStrike" kern="0" cap="none" spc="0" normalizeH="0" baseline="0" noProof="0">
                          <a:ln>
                            <a:noFill/>
                          </a:ln>
                          <a:solidFill>
                            <a:schemeClr val="bg1"/>
                          </a:solidFill>
                          <a:effectLst/>
                          <a:uLnTx/>
                          <a:uFillTx/>
                          <a:latin typeface="BISansOpti"/>
                          <a:cs typeface="Calibri"/>
                        </a:rPr>
                        <a:t>PAPP-A inh.</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86307024"/>
                  </a:ext>
                </a:extLst>
              </a:tr>
              <a:tr h="0">
                <a:tc>
                  <a:txBody>
                    <a:bodyPr/>
                    <a:lstStyle>
                      <a:lvl1pPr marL="0" algn="l" defTabSz="914400" rtl="0" eaLnBrk="1" latinLnBrk="0" hangingPunct="1">
                        <a:defRPr sz="1800" kern="1200">
                          <a:solidFill>
                            <a:schemeClr val="dk1"/>
                          </a:solidFill>
                          <a:latin typeface="Boehringer Forward Text"/>
                        </a:defRPr>
                      </a:lvl1pPr>
                      <a:lvl2pPr marL="457200" algn="l" defTabSz="914400" rtl="0" eaLnBrk="1" latinLnBrk="0" hangingPunct="1">
                        <a:defRPr sz="1800" kern="1200">
                          <a:solidFill>
                            <a:schemeClr val="dk1"/>
                          </a:solidFill>
                          <a:latin typeface="Boehringer Forward Text"/>
                        </a:defRPr>
                      </a:lvl2pPr>
                      <a:lvl3pPr marL="914400" algn="l" defTabSz="914400" rtl="0" eaLnBrk="1" latinLnBrk="0" hangingPunct="1">
                        <a:defRPr sz="1800" kern="1200">
                          <a:solidFill>
                            <a:schemeClr val="dk1"/>
                          </a:solidFill>
                          <a:latin typeface="Boehringer Forward Text"/>
                        </a:defRPr>
                      </a:lvl3pPr>
                      <a:lvl4pPr marL="1371600" algn="l" defTabSz="914400" rtl="0" eaLnBrk="1" latinLnBrk="0" hangingPunct="1">
                        <a:defRPr sz="1800" kern="1200">
                          <a:solidFill>
                            <a:schemeClr val="dk1"/>
                          </a:solidFill>
                          <a:latin typeface="Boehringer Forward Text"/>
                        </a:defRPr>
                      </a:lvl4pPr>
                      <a:lvl5pPr marL="1828800" algn="l" defTabSz="914400" rtl="0" eaLnBrk="1" latinLnBrk="0" hangingPunct="1">
                        <a:defRPr sz="1800" kern="1200">
                          <a:solidFill>
                            <a:schemeClr val="dk1"/>
                          </a:solidFill>
                          <a:latin typeface="Boehringer Forward Text"/>
                        </a:defRPr>
                      </a:lvl5pPr>
                      <a:lvl6pPr marL="2286000" algn="l" defTabSz="914400" rtl="0" eaLnBrk="1" latinLnBrk="0" hangingPunct="1">
                        <a:defRPr sz="1800" kern="1200">
                          <a:solidFill>
                            <a:schemeClr val="dk1"/>
                          </a:solidFill>
                          <a:latin typeface="Boehringer Forward Text"/>
                        </a:defRPr>
                      </a:lvl6pPr>
                      <a:lvl7pPr marL="2743200" algn="l" defTabSz="914400" rtl="0" eaLnBrk="1" latinLnBrk="0" hangingPunct="1">
                        <a:defRPr sz="1800" kern="1200">
                          <a:solidFill>
                            <a:schemeClr val="dk1"/>
                          </a:solidFill>
                          <a:latin typeface="Boehringer Forward Text"/>
                        </a:defRPr>
                      </a:lvl7pPr>
                      <a:lvl8pPr marL="3200400" algn="l" defTabSz="914400" rtl="0" eaLnBrk="1" latinLnBrk="0" hangingPunct="1">
                        <a:defRPr sz="1800" kern="1200">
                          <a:solidFill>
                            <a:schemeClr val="dk1"/>
                          </a:solidFill>
                          <a:latin typeface="Boehringer Forward Text"/>
                        </a:defRPr>
                      </a:lvl8pPr>
                      <a:lvl9pPr marL="3657600" algn="l" defTabSz="914400" rtl="0" eaLnBrk="1" latinLnBrk="0" hangingPunct="1">
                        <a:defRPr sz="1800" kern="1200">
                          <a:solidFill>
                            <a:schemeClr val="dk1"/>
                          </a:solidFill>
                          <a:latin typeface="Boehringer Forward Text"/>
                        </a:defRPr>
                      </a:lvl9pPr>
                    </a:lstStyle>
                    <a:p>
                      <a:pPr algn="ctr"/>
                      <a:r>
                        <a:rPr lang="de-DE" sz="800">
                          <a:solidFill>
                            <a:schemeClr val="accent3">
                              <a:lumMod val="50000"/>
                            </a:schemeClr>
                          </a:solidFill>
                        </a:rPr>
                        <a:t>fCD</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5F5FC"/>
                    </a:solidFill>
                  </a:tcPr>
                </a:tc>
                <a:extLst>
                  <a:ext uri="{0D108BD9-81ED-4DB2-BD59-A6C34878D82A}">
                    <a16:rowId xmlns:a16="http://schemas.microsoft.com/office/drawing/2014/main" val="1194513473"/>
                  </a:ext>
                </a:extLst>
              </a:tr>
            </a:tbl>
          </a:graphicData>
        </a:graphic>
      </p:graphicFrame>
      <p:graphicFrame>
        <p:nvGraphicFramePr>
          <p:cNvPr id="20" name="Tabelle 41">
            <a:extLst>
              <a:ext uri="{FF2B5EF4-FFF2-40B4-BE49-F238E27FC236}">
                <a16:creationId xmlns:a16="http://schemas.microsoft.com/office/drawing/2014/main" id="{BB64B9AD-20E3-5371-9890-5D83F659A353}"/>
              </a:ext>
            </a:extLst>
          </p:cNvPr>
          <p:cNvGraphicFramePr>
            <a:graphicFrameLocks noGrp="1"/>
          </p:cNvGraphicFramePr>
          <p:nvPr/>
        </p:nvGraphicFramePr>
        <p:xfrm>
          <a:off x="4008969" y="4125040"/>
          <a:ext cx="1294151" cy="441960"/>
        </p:xfrm>
        <a:graphic>
          <a:graphicData uri="http://schemas.openxmlformats.org/drawingml/2006/table">
            <a:tbl>
              <a:tblPr firstRow="1" bandRow="1"/>
              <a:tblGrid>
                <a:gridCol w="1294151">
                  <a:extLst>
                    <a:ext uri="{9D8B030D-6E8A-4147-A177-3AD203B41FA5}">
                      <a16:colId xmlns:a16="http://schemas.microsoft.com/office/drawing/2014/main" val="4245598997"/>
                    </a:ext>
                  </a:extLst>
                </a:gridCol>
              </a:tblGrid>
              <a:tr h="0">
                <a:tc>
                  <a:txBody>
                    <a:bodyPr/>
                    <a:lstStyle>
                      <a:lvl1pPr marL="0" algn="l" defTabSz="914400" rtl="0" eaLnBrk="1" latinLnBrk="0" hangingPunct="1">
                        <a:defRPr sz="1800" b="1" kern="1200">
                          <a:solidFill>
                            <a:schemeClr val="lt1"/>
                          </a:solidFill>
                          <a:latin typeface="Boehringer Forward Text"/>
                        </a:defRPr>
                      </a:lvl1pPr>
                      <a:lvl2pPr marL="457200" algn="l" defTabSz="914400" rtl="0" eaLnBrk="1" latinLnBrk="0" hangingPunct="1">
                        <a:defRPr sz="1800" b="1" kern="1200">
                          <a:solidFill>
                            <a:schemeClr val="lt1"/>
                          </a:solidFill>
                          <a:latin typeface="Boehringer Forward Text"/>
                        </a:defRPr>
                      </a:lvl2pPr>
                      <a:lvl3pPr marL="914400" algn="l" defTabSz="914400" rtl="0" eaLnBrk="1" latinLnBrk="0" hangingPunct="1">
                        <a:defRPr sz="1800" b="1" kern="1200">
                          <a:solidFill>
                            <a:schemeClr val="lt1"/>
                          </a:solidFill>
                          <a:latin typeface="Boehringer Forward Text"/>
                        </a:defRPr>
                      </a:lvl3pPr>
                      <a:lvl4pPr marL="1371600" algn="l" defTabSz="914400" rtl="0" eaLnBrk="1" latinLnBrk="0" hangingPunct="1">
                        <a:defRPr sz="1800" b="1" kern="1200">
                          <a:solidFill>
                            <a:schemeClr val="lt1"/>
                          </a:solidFill>
                          <a:latin typeface="Boehringer Forward Text"/>
                        </a:defRPr>
                      </a:lvl4pPr>
                      <a:lvl5pPr marL="1828800" algn="l" defTabSz="914400" rtl="0" eaLnBrk="1" latinLnBrk="0" hangingPunct="1">
                        <a:defRPr sz="1800" b="1" kern="1200">
                          <a:solidFill>
                            <a:schemeClr val="lt1"/>
                          </a:solidFill>
                          <a:latin typeface="Boehringer Forward Text"/>
                        </a:defRPr>
                      </a:lvl5pPr>
                      <a:lvl6pPr marL="2286000" algn="l" defTabSz="914400" rtl="0" eaLnBrk="1" latinLnBrk="0" hangingPunct="1">
                        <a:defRPr sz="1800" b="1" kern="1200">
                          <a:solidFill>
                            <a:schemeClr val="lt1"/>
                          </a:solidFill>
                          <a:latin typeface="Boehringer Forward Text"/>
                        </a:defRPr>
                      </a:lvl6pPr>
                      <a:lvl7pPr marL="2743200" algn="l" defTabSz="914400" rtl="0" eaLnBrk="1" latinLnBrk="0" hangingPunct="1">
                        <a:defRPr sz="1800" b="1" kern="1200">
                          <a:solidFill>
                            <a:schemeClr val="lt1"/>
                          </a:solidFill>
                          <a:latin typeface="Boehringer Forward Text"/>
                        </a:defRPr>
                      </a:lvl7pPr>
                      <a:lvl8pPr marL="3200400" algn="l" defTabSz="914400" rtl="0" eaLnBrk="1" latinLnBrk="0" hangingPunct="1">
                        <a:defRPr sz="1800" b="1" kern="1200">
                          <a:solidFill>
                            <a:schemeClr val="lt1"/>
                          </a:solidFill>
                          <a:latin typeface="Boehringer Forward Text"/>
                        </a:defRPr>
                      </a:lvl8pPr>
                      <a:lvl9pPr marL="3657600" algn="l" defTabSz="914400" rtl="0" eaLnBrk="1" latinLnBrk="0" hangingPunct="1">
                        <a:defRPr sz="1800" b="1" kern="1200">
                          <a:solidFill>
                            <a:schemeClr val="lt1"/>
                          </a:solidFill>
                          <a:latin typeface="Boehringer Forward Text"/>
                        </a:defRPr>
                      </a:lvl9pPr>
                    </a:lstStyle>
                    <a:p>
                      <a:pPr marL="0" marR="0" lvl="0" indent="0" algn="ctr" defTabSz="914241" rtl="0" eaLnBrk="1" fontAlgn="auto" latinLnBrk="0" hangingPunct="1">
                        <a:lnSpc>
                          <a:spcPct val="100000"/>
                        </a:lnSpc>
                        <a:buClrTx/>
                        <a:buSzTx/>
                        <a:buFontTx/>
                        <a:buNone/>
                        <a:tabLst/>
                        <a:defRPr/>
                      </a:pPr>
                      <a:r>
                        <a:rPr lang="de-DE" sz="900" b="1" i="0" u="none" strike="noStrike" kern="0" cap="none" spc="0" normalizeH="0" baseline="0" noProof="0">
                          <a:ln>
                            <a:noFill/>
                          </a:ln>
                          <a:solidFill>
                            <a:schemeClr val="bg1"/>
                          </a:solidFill>
                          <a:effectLst/>
                          <a:uLnTx/>
                          <a:uFillTx/>
                          <a:latin typeface="BISansOpti"/>
                          <a:cs typeface="Calibri"/>
                        </a:rPr>
                        <a:t>15-PGDH inh.</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86307024"/>
                  </a:ext>
                </a:extLst>
              </a:tr>
              <a:tr h="0">
                <a:tc>
                  <a:txBody>
                    <a:bodyPr/>
                    <a:lstStyle>
                      <a:lvl1pPr marL="0" algn="l" defTabSz="914400" rtl="0" eaLnBrk="1" latinLnBrk="0" hangingPunct="1">
                        <a:defRPr sz="1800" kern="1200">
                          <a:solidFill>
                            <a:schemeClr val="dk1"/>
                          </a:solidFill>
                          <a:latin typeface="Boehringer Forward Text"/>
                        </a:defRPr>
                      </a:lvl1pPr>
                      <a:lvl2pPr marL="457200" algn="l" defTabSz="914400" rtl="0" eaLnBrk="1" latinLnBrk="0" hangingPunct="1">
                        <a:defRPr sz="1800" kern="1200">
                          <a:solidFill>
                            <a:schemeClr val="dk1"/>
                          </a:solidFill>
                          <a:latin typeface="Boehringer Forward Text"/>
                        </a:defRPr>
                      </a:lvl2pPr>
                      <a:lvl3pPr marL="914400" algn="l" defTabSz="914400" rtl="0" eaLnBrk="1" latinLnBrk="0" hangingPunct="1">
                        <a:defRPr sz="1800" kern="1200">
                          <a:solidFill>
                            <a:schemeClr val="dk1"/>
                          </a:solidFill>
                          <a:latin typeface="Boehringer Forward Text"/>
                        </a:defRPr>
                      </a:lvl3pPr>
                      <a:lvl4pPr marL="1371600" algn="l" defTabSz="914400" rtl="0" eaLnBrk="1" latinLnBrk="0" hangingPunct="1">
                        <a:defRPr sz="1800" kern="1200">
                          <a:solidFill>
                            <a:schemeClr val="dk1"/>
                          </a:solidFill>
                          <a:latin typeface="Boehringer Forward Text"/>
                        </a:defRPr>
                      </a:lvl4pPr>
                      <a:lvl5pPr marL="1828800" algn="l" defTabSz="914400" rtl="0" eaLnBrk="1" latinLnBrk="0" hangingPunct="1">
                        <a:defRPr sz="1800" kern="1200">
                          <a:solidFill>
                            <a:schemeClr val="dk1"/>
                          </a:solidFill>
                          <a:latin typeface="Boehringer Forward Text"/>
                        </a:defRPr>
                      </a:lvl5pPr>
                      <a:lvl6pPr marL="2286000" algn="l" defTabSz="914400" rtl="0" eaLnBrk="1" latinLnBrk="0" hangingPunct="1">
                        <a:defRPr sz="1800" kern="1200">
                          <a:solidFill>
                            <a:schemeClr val="dk1"/>
                          </a:solidFill>
                          <a:latin typeface="Boehringer Forward Text"/>
                        </a:defRPr>
                      </a:lvl6pPr>
                      <a:lvl7pPr marL="2743200" algn="l" defTabSz="914400" rtl="0" eaLnBrk="1" latinLnBrk="0" hangingPunct="1">
                        <a:defRPr sz="1800" kern="1200">
                          <a:solidFill>
                            <a:schemeClr val="dk1"/>
                          </a:solidFill>
                          <a:latin typeface="Boehringer Forward Text"/>
                        </a:defRPr>
                      </a:lvl7pPr>
                      <a:lvl8pPr marL="3200400" algn="l" defTabSz="914400" rtl="0" eaLnBrk="1" latinLnBrk="0" hangingPunct="1">
                        <a:defRPr sz="1800" kern="1200">
                          <a:solidFill>
                            <a:schemeClr val="dk1"/>
                          </a:solidFill>
                          <a:latin typeface="Boehringer Forward Text"/>
                        </a:defRPr>
                      </a:lvl8pPr>
                      <a:lvl9pPr marL="3657600" algn="l" defTabSz="914400" rtl="0" eaLnBrk="1" latinLnBrk="0" hangingPunct="1">
                        <a:defRPr sz="1800" kern="1200">
                          <a:solidFill>
                            <a:schemeClr val="dk1"/>
                          </a:solidFill>
                          <a:latin typeface="Boehringer Forward Text"/>
                        </a:defRPr>
                      </a:lvl9pPr>
                    </a:lstStyle>
                    <a:p>
                      <a:pPr marL="0" algn="ctr" defTabSz="914400" rtl="0" eaLnBrk="1" latinLnBrk="0" hangingPunct="1"/>
                      <a:r>
                        <a:rPr lang="de-DE" sz="800" kern="1200">
                          <a:solidFill>
                            <a:schemeClr val="accent3">
                              <a:lumMod val="50000"/>
                            </a:schemeClr>
                          </a:solidFill>
                          <a:latin typeface="Boehringer Forward Text"/>
                          <a:ea typeface="+mn-ea"/>
                          <a:cs typeface="+mn-cs"/>
                        </a:rPr>
                        <a:t>IBD</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5F5FC"/>
                    </a:solidFill>
                  </a:tcPr>
                </a:tc>
                <a:extLst>
                  <a:ext uri="{0D108BD9-81ED-4DB2-BD59-A6C34878D82A}">
                    <a16:rowId xmlns:a16="http://schemas.microsoft.com/office/drawing/2014/main" val="1194513473"/>
                  </a:ext>
                </a:extLst>
              </a:tr>
            </a:tbl>
          </a:graphicData>
        </a:graphic>
      </p:graphicFrame>
      <p:sp>
        <p:nvSpPr>
          <p:cNvPr id="21" name="Rectangle: Rounded Corners 62">
            <a:extLst>
              <a:ext uri="{FF2B5EF4-FFF2-40B4-BE49-F238E27FC236}">
                <a16:creationId xmlns:a16="http://schemas.microsoft.com/office/drawing/2014/main" id="{CDC2021B-D4CD-4305-891C-5E7312DB5969}"/>
              </a:ext>
            </a:extLst>
          </p:cNvPr>
          <p:cNvSpPr/>
          <p:nvPr/>
        </p:nvSpPr>
        <p:spPr>
          <a:xfrm>
            <a:off x="870576" y="1885615"/>
            <a:ext cx="1143812" cy="227335"/>
          </a:xfrm>
          <a:prstGeom prst="rect">
            <a:avLst/>
          </a:prstGeom>
          <a:solidFill>
            <a:srgbClr val="F5F5FC"/>
          </a:solidFill>
          <a:ln w="38100" cap="sq" cmpd="sng" algn="ctr">
            <a:no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241" rtl="0" eaLnBrk="1" fontAlgn="auto" latinLnBrk="0" hangingPunct="1">
              <a:lnSpc>
                <a:spcPct val="100000"/>
              </a:lnSpc>
              <a:spcBef>
                <a:spcPts val="300"/>
              </a:spcBef>
              <a:spcAft>
                <a:spcPts val="300"/>
              </a:spcAft>
              <a:buClrTx/>
              <a:buSzTx/>
              <a:buFontTx/>
              <a:buNone/>
              <a:tabLst/>
              <a:defRPr/>
            </a:pPr>
            <a:r>
              <a:rPr kumimoji="0" lang="en-US" altLang="zh-CN" sz="900" b="1" i="0" u="none" strike="noStrike" kern="0" cap="none" spc="0" normalizeH="0" baseline="0" noProof="0">
                <a:ln>
                  <a:noFill/>
                </a:ln>
                <a:solidFill>
                  <a:prstClr val="black"/>
                </a:solidFill>
                <a:effectLst/>
                <a:uLnTx/>
                <a:uFillTx/>
                <a:latin typeface="BISansOpti"/>
                <a:ea typeface="+mn-ea"/>
                <a:cs typeface="Calibri" panose="020F0502020204030204" pitchFamily="34" charset="0"/>
              </a:rPr>
              <a:t>Next wave</a:t>
            </a:r>
            <a:endParaRPr kumimoji="0" lang="en-US" sz="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2" name="Rectangle: Rounded Corners 62">
            <a:extLst>
              <a:ext uri="{FF2B5EF4-FFF2-40B4-BE49-F238E27FC236}">
                <a16:creationId xmlns:a16="http://schemas.microsoft.com/office/drawing/2014/main" id="{56FBF1C2-2B61-496D-2535-3E6EBCBF0B3D}"/>
              </a:ext>
            </a:extLst>
          </p:cNvPr>
          <p:cNvSpPr/>
          <p:nvPr/>
        </p:nvSpPr>
        <p:spPr>
          <a:xfrm>
            <a:off x="835595" y="1308587"/>
            <a:ext cx="1162409" cy="241000"/>
          </a:xfrm>
          <a:prstGeom prst="rect">
            <a:avLst/>
          </a:prstGeom>
          <a:solidFill>
            <a:srgbClr val="928BDE"/>
          </a:solidFill>
          <a:ln w="12700" cap="sq" cmpd="sng" algn="ctr">
            <a:no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241" rtl="0" eaLnBrk="1" fontAlgn="auto" latinLnBrk="0" hangingPunct="1">
              <a:lnSpc>
                <a:spcPct val="100000"/>
              </a:lnSpc>
              <a:spcBef>
                <a:spcPts val="300"/>
              </a:spcBef>
              <a:spcAft>
                <a:spcPts val="300"/>
              </a:spcAft>
              <a:buClrTx/>
              <a:buSzTx/>
              <a:buFontTx/>
              <a:buNone/>
              <a:tabLst/>
              <a:defRPr/>
            </a:pPr>
            <a:r>
              <a:rPr kumimoji="0" lang="en-US" altLang="zh-CN" sz="900" b="1" i="0" u="none" strike="noStrike" kern="0" cap="none" spc="0" normalizeH="0" baseline="0" noProof="0">
                <a:ln>
                  <a:noFill/>
                </a:ln>
                <a:solidFill>
                  <a:prstClr val="white"/>
                </a:solidFill>
                <a:effectLst/>
                <a:uLnTx/>
                <a:uFillTx/>
                <a:latin typeface="BISansOpti"/>
                <a:ea typeface="+mn-ea"/>
                <a:cs typeface="Calibri" panose="020F0502020204030204" pitchFamily="34" charset="0"/>
              </a:rPr>
              <a:t>Ongoing/under planning</a:t>
            </a:r>
            <a:endParaRPr kumimoji="0" lang="de-DE" sz="900" b="1" i="0" u="none" strike="noStrike" kern="0" cap="none" spc="0" normalizeH="0" baseline="0" noProof="0">
              <a:ln>
                <a:noFill/>
              </a:ln>
              <a:solidFill>
                <a:prstClr val="white"/>
              </a:solidFill>
              <a:effectLst/>
              <a:uLnTx/>
              <a:uFillTx/>
              <a:latin typeface="BISansOpti"/>
              <a:ea typeface="+mn-ea"/>
              <a:cs typeface="Calibri" panose="020F0502020204030204" pitchFamily="34" charset="0"/>
            </a:endParaRPr>
          </a:p>
        </p:txBody>
      </p:sp>
      <p:sp>
        <p:nvSpPr>
          <p:cNvPr id="24" name="矩形: 圆角 93">
            <a:extLst>
              <a:ext uri="{FF2B5EF4-FFF2-40B4-BE49-F238E27FC236}">
                <a16:creationId xmlns:a16="http://schemas.microsoft.com/office/drawing/2014/main" id="{5B5BA1E7-7DFD-0606-CDCC-B8C68DC69321}"/>
              </a:ext>
            </a:extLst>
          </p:cNvPr>
          <p:cNvSpPr/>
          <p:nvPr/>
        </p:nvSpPr>
        <p:spPr>
          <a:xfrm>
            <a:off x="1498489" y="4635693"/>
            <a:ext cx="9418320" cy="27432"/>
          </a:xfrm>
          <a:prstGeom prst="roundRect">
            <a:avLst>
              <a:gd name="adj" fmla="val 0"/>
            </a:avLst>
          </a:prstGeom>
          <a:solidFill>
            <a:schemeClr val="accent3"/>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Boehringer Forward Text"/>
              <a:ea typeface="+mn-ea"/>
              <a:cs typeface="+mn-cs"/>
            </a:endParaRPr>
          </a:p>
        </p:txBody>
      </p:sp>
      <p:sp>
        <p:nvSpPr>
          <p:cNvPr id="44" name="Oval 10">
            <a:extLst>
              <a:ext uri="{FF2B5EF4-FFF2-40B4-BE49-F238E27FC236}">
                <a16:creationId xmlns:a16="http://schemas.microsoft.com/office/drawing/2014/main" id="{2B62EA1A-6325-16EF-D850-13EB74437668}"/>
              </a:ext>
            </a:extLst>
          </p:cNvPr>
          <p:cNvSpPr>
            <a:spLocks noChangeAspect="1"/>
          </p:cNvSpPr>
          <p:nvPr/>
        </p:nvSpPr>
        <p:spPr>
          <a:xfrm>
            <a:off x="9494153" y="4743304"/>
            <a:ext cx="637172" cy="628691"/>
          </a:xfrm>
          <a:prstGeom prst="ellipse">
            <a:avLst/>
          </a:prstGeom>
          <a:solidFill>
            <a:srgbClr val="5D4495"/>
          </a:solidFill>
          <a:ln w="38100" cap="flat" cmpd="sng" algn="ctr">
            <a:solidFill>
              <a:sysClr val="window" lastClr="FFFFFF"/>
            </a:solidFill>
            <a:prstDash val="solid"/>
            <a:miter lim="800000"/>
          </a:ln>
          <a:effectLst>
            <a:outerShdw blurRad="63500" sx="102000" sy="102000" algn="ctr" rotWithShape="0">
              <a:prstClr val="black">
                <a:alpha val="10000"/>
              </a:prstClr>
            </a:outerShdw>
          </a:effectLst>
        </p:spPr>
        <p:txBody>
          <a:bodyPr lIns="72000" tIns="72000" rIns="72000" bIns="72000" rtlCol="0" anchor="ctr"/>
          <a:lstStyle/>
          <a:p>
            <a:pPr marL="0" marR="0" lvl="0" indent="0" algn="ctr" defTabSz="914332" rtl="0" eaLnBrk="1" fontAlgn="auto" latinLnBrk="0" hangingPunct="1">
              <a:lnSpc>
                <a:spcPct val="100000"/>
              </a:lnSpc>
              <a:spcBef>
                <a:spcPts val="0"/>
              </a:spcBef>
              <a:spcAft>
                <a:spcPts val="0"/>
              </a:spcAft>
              <a:buClrTx/>
              <a:buSzTx/>
              <a:buFontTx/>
              <a:buNone/>
              <a:tabLst/>
              <a:defRPr/>
            </a:pPr>
            <a:endParaRPr kumimoji="0" lang="en-US" sz="1400" b="1" i="0" u="none" strike="noStrike" kern="0" cap="none" spc="0" normalizeH="0" baseline="0" noProof="0">
              <a:ln>
                <a:noFill/>
              </a:ln>
              <a:solidFill>
                <a:sysClr val="windowText" lastClr="000000"/>
              </a:solidFill>
              <a:effectLst/>
              <a:uLnTx/>
              <a:uFillTx/>
              <a:latin typeface="BISansOpti"/>
              <a:ea typeface="+mn-ea"/>
              <a:cs typeface="+mn-cs"/>
            </a:endParaRPr>
          </a:p>
          <a:p>
            <a:pPr marL="0" marR="0" lvl="0" indent="0" algn="ctr" defTabSz="914332" rtl="0" eaLnBrk="1" fontAlgn="auto" latinLnBrk="0" hangingPunct="1">
              <a:lnSpc>
                <a:spcPct val="100000"/>
              </a:lnSpc>
              <a:spcBef>
                <a:spcPts val="0"/>
              </a:spcBef>
              <a:spcAft>
                <a:spcPts val="0"/>
              </a:spcAft>
              <a:buClrTx/>
              <a:buSzTx/>
              <a:buFontTx/>
              <a:buNone/>
              <a:tabLst/>
              <a:defRPr/>
            </a:pPr>
            <a:endParaRPr kumimoji="0" lang="en-US" sz="1400" b="1" i="0" u="none" strike="noStrike" kern="0" cap="none" spc="0" normalizeH="0" baseline="0" noProof="0">
              <a:ln>
                <a:noFill/>
              </a:ln>
              <a:solidFill>
                <a:sysClr val="windowText" lastClr="000000"/>
              </a:solidFill>
              <a:effectLst/>
              <a:uLnTx/>
              <a:uFillTx/>
              <a:latin typeface="BISansOpti"/>
              <a:ea typeface="+mn-ea"/>
              <a:cs typeface="+mn-cs"/>
            </a:endParaRPr>
          </a:p>
          <a:p>
            <a:pPr marL="0" marR="0" lvl="0" indent="0" algn="ctr" defTabSz="914332" rtl="0" eaLnBrk="1" fontAlgn="auto" latinLnBrk="0" hangingPunct="1">
              <a:lnSpc>
                <a:spcPct val="100000"/>
              </a:lnSpc>
              <a:spcBef>
                <a:spcPts val="0"/>
              </a:spcBef>
              <a:spcAft>
                <a:spcPts val="0"/>
              </a:spcAft>
              <a:buClrTx/>
              <a:buSzTx/>
              <a:buFontTx/>
              <a:buNone/>
              <a:tabLst/>
              <a:defRPr/>
            </a:pPr>
            <a:endParaRPr kumimoji="0" lang="en-US" sz="1400" b="1" i="0" u="none" strike="noStrike" kern="0" cap="none" spc="0" normalizeH="0" baseline="0" noProof="0">
              <a:ln>
                <a:noFill/>
              </a:ln>
              <a:solidFill>
                <a:sysClr val="windowText" lastClr="000000"/>
              </a:solidFill>
              <a:effectLst/>
              <a:uLnTx/>
              <a:uFillTx/>
              <a:latin typeface="BISansOpti"/>
              <a:ea typeface="+mn-ea"/>
              <a:cs typeface="+mn-cs"/>
            </a:endParaRPr>
          </a:p>
          <a:p>
            <a:pPr marL="0" marR="0" lvl="0" indent="0" algn="ctr" defTabSz="914332" rtl="0" eaLnBrk="1" fontAlgn="auto" latinLnBrk="0" hangingPunct="1">
              <a:lnSpc>
                <a:spcPct val="100000"/>
              </a:lnSpc>
              <a:spcBef>
                <a:spcPts val="0"/>
              </a:spcBef>
              <a:spcAft>
                <a:spcPts val="0"/>
              </a:spcAft>
              <a:buClrTx/>
              <a:buSzTx/>
              <a:buFontTx/>
              <a:buNone/>
              <a:tabLst/>
              <a:defRPr/>
            </a:pPr>
            <a:endParaRPr kumimoji="0" lang="en-US" sz="1333" b="0" i="0" u="none" strike="noStrike" kern="0" cap="none" spc="0" normalizeH="0" baseline="0" noProof="0">
              <a:ln>
                <a:noFill/>
              </a:ln>
              <a:solidFill>
                <a:sysClr val="windowText" lastClr="000000"/>
              </a:solidFill>
              <a:effectLst/>
              <a:uLnTx/>
              <a:uFillTx/>
              <a:latin typeface="Arial" panose="020B0604020202020204" pitchFamily="34" charset="0"/>
              <a:ea typeface="+mn-ea"/>
              <a:cs typeface="+mn-cs"/>
              <a:sym typeface="Helvetica Neue Medium"/>
            </a:endParaRPr>
          </a:p>
        </p:txBody>
      </p:sp>
      <p:sp>
        <p:nvSpPr>
          <p:cNvPr id="70" name="TextBox 112">
            <a:extLst>
              <a:ext uri="{FF2B5EF4-FFF2-40B4-BE49-F238E27FC236}">
                <a16:creationId xmlns:a16="http://schemas.microsoft.com/office/drawing/2014/main" id="{3FA92F51-11A0-99D8-F027-2D66CC520EC8}"/>
              </a:ext>
            </a:extLst>
          </p:cNvPr>
          <p:cNvSpPr txBox="1"/>
          <p:nvPr/>
        </p:nvSpPr>
        <p:spPr>
          <a:xfrm>
            <a:off x="9448641" y="5144217"/>
            <a:ext cx="728196" cy="123111"/>
          </a:xfrm>
          <a:prstGeom prst="rect">
            <a:avLst/>
          </a:prstGeom>
          <a:noFill/>
          <a:ln>
            <a:noFill/>
          </a:ln>
        </p:spPr>
        <p:txBody>
          <a:bodyPr wrap="square" lIns="0" tIns="0" rIns="0" bIns="0" rtlCol="0">
            <a:spAutoFit/>
          </a:bodyPr>
          <a:lstStyle/>
          <a:p>
            <a:pPr marL="0" marR="0" lvl="0" indent="0" algn="ctr" defTabSz="1219050" rtl="0" eaLnBrk="1" fontAlgn="auto" latinLnBrk="0" hangingPunct="1">
              <a:lnSpc>
                <a:spcPct val="100000"/>
              </a:lnSpc>
              <a:spcBef>
                <a:spcPts val="60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BISansOpti"/>
                <a:ea typeface="+mn-ea"/>
                <a:cs typeface="+mn-cs"/>
              </a:rPr>
              <a:t>Post PoC</a:t>
            </a:r>
          </a:p>
        </p:txBody>
      </p:sp>
      <p:sp>
        <p:nvSpPr>
          <p:cNvPr id="26" name="Graphic 220" descr="Airplane outline">
            <a:extLst>
              <a:ext uri="{FF2B5EF4-FFF2-40B4-BE49-F238E27FC236}">
                <a16:creationId xmlns:a16="http://schemas.microsoft.com/office/drawing/2014/main" id="{31E7191B-E1DD-AF2C-A041-58AFF042ABF2}"/>
              </a:ext>
            </a:extLst>
          </p:cNvPr>
          <p:cNvSpPr/>
          <p:nvPr/>
        </p:nvSpPr>
        <p:spPr>
          <a:xfrm>
            <a:off x="9694961" y="4787255"/>
            <a:ext cx="235556" cy="254869"/>
          </a:xfrm>
          <a:custGeom>
            <a:avLst/>
            <a:gdLst>
              <a:gd name="csX0" fmla="*/ 338044 w 338044"/>
              <a:gd name="csY0" fmla="*/ 288332 h 397699"/>
              <a:gd name="csX1" fmla="*/ 338044 w 338044"/>
              <a:gd name="csY1" fmla="*/ 243591 h 397699"/>
              <a:gd name="csX2" fmla="*/ 193878 w 338044"/>
              <a:gd name="csY2" fmla="*/ 141680 h 397699"/>
              <a:gd name="csX3" fmla="*/ 193878 w 338044"/>
              <a:gd name="csY3" fmla="*/ 44741 h 397699"/>
              <a:gd name="csX4" fmla="*/ 169022 w 338044"/>
              <a:gd name="csY4" fmla="*/ 0 h 397699"/>
              <a:gd name="csX5" fmla="*/ 144166 w 338044"/>
              <a:gd name="csY5" fmla="*/ 44741 h 397699"/>
              <a:gd name="csX6" fmla="*/ 144166 w 338044"/>
              <a:gd name="csY6" fmla="*/ 141680 h 397699"/>
              <a:gd name="csX7" fmla="*/ 0 w 338044"/>
              <a:gd name="csY7" fmla="*/ 243591 h 397699"/>
              <a:gd name="csX8" fmla="*/ 0 w 338044"/>
              <a:gd name="csY8" fmla="*/ 288332 h 397699"/>
              <a:gd name="csX9" fmla="*/ 144166 w 338044"/>
              <a:gd name="csY9" fmla="*/ 216249 h 397699"/>
              <a:gd name="csX10" fmla="*/ 144166 w 338044"/>
              <a:gd name="csY10" fmla="*/ 324622 h 397699"/>
              <a:gd name="csX11" fmla="*/ 94454 w 338044"/>
              <a:gd name="csY11" fmla="*/ 367872 h 397699"/>
              <a:gd name="csX12" fmla="*/ 94454 w 338044"/>
              <a:gd name="csY12" fmla="*/ 397699 h 397699"/>
              <a:gd name="csX13" fmla="*/ 169022 w 338044"/>
              <a:gd name="csY13" fmla="*/ 367872 h 397699"/>
              <a:gd name="csX14" fmla="*/ 243591 w 338044"/>
              <a:gd name="csY14" fmla="*/ 397699 h 397699"/>
              <a:gd name="csX15" fmla="*/ 243591 w 338044"/>
              <a:gd name="csY15" fmla="*/ 367872 h 397699"/>
              <a:gd name="csX16" fmla="*/ 193878 w 338044"/>
              <a:gd name="csY16" fmla="*/ 324622 h 397699"/>
              <a:gd name="csX17" fmla="*/ 193878 w 338044"/>
              <a:gd name="csY17" fmla="*/ 216249 h 397699"/>
              <a:gd name="csX18" fmla="*/ 187351 w 338044"/>
              <a:gd name="csY18" fmla="*/ 332124 h 397699"/>
              <a:gd name="csX19" fmla="*/ 233648 w 338044"/>
              <a:gd name="csY19" fmla="*/ 372391 h 397699"/>
              <a:gd name="csX20" fmla="*/ 233648 w 338044"/>
              <a:gd name="csY20" fmla="*/ 383004 h 397699"/>
              <a:gd name="csX21" fmla="*/ 172716 w 338044"/>
              <a:gd name="csY21" fmla="*/ 358645 h 397699"/>
              <a:gd name="csX22" fmla="*/ 169022 w 338044"/>
              <a:gd name="csY22" fmla="*/ 357154 h 397699"/>
              <a:gd name="csX23" fmla="*/ 165329 w 338044"/>
              <a:gd name="csY23" fmla="*/ 358645 h 397699"/>
              <a:gd name="csX24" fmla="*/ 104396 w 338044"/>
              <a:gd name="csY24" fmla="*/ 383004 h 397699"/>
              <a:gd name="csX25" fmla="*/ 104396 w 338044"/>
              <a:gd name="csY25" fmla="*/ 372401 h 397699"/>
              <a:gd name="csX26" fmla="*/ 150693 w 338044"/>
              <a:gd name="csY26" fmla="*/ 332133 h 397699"/>
              <a:gd name="csX27" fmla="*/ 154108 w 338044"/>
              <a:gd name="csY27" fmla="*/ 329151 h 397699"/>
              <a:gd name="csX28" fmla="*/ 154108 w 338044"/>
              <a:gd name="csY28" fmla="*/ 200162 h 397699"/>
              <a:gd name="csX29" fmla="*/ 139692 w 338044"/>
              <a:gd name="csY29" fmla="*/ 207355 h 397699"/>
              <a:gd name="csX30" fmla="*/ 9942 w 338044"/>
              <a:gd name="csY30" fmla="*/ 272245 h 397699"/>
              <a:gd name="csX31" fmla="*/ 9942 w 338044"/>
              <a:gd name="csY31" fmla="*/ 248736 h 397699"/>
              <a:gd name="csX32" fmla="*/ 149903 w 338044"/>
              <a:gd name="csY32" fmla="*/ 149808 h 397699"/>
              <a:gd name="csX33" fmla="*/ 154108 w 338044"/>
              <a:gd name="csY33" fmla="*/ 146826 h 397699"/>
              <a:gd name="csX34" fmla="*/ 154108 w 338044"/>
              <a:gd name="csY34" fmla="*/ 44741 h 397699"/>
              <a:gd name="csX35" fmla="*/ 169022 w 338044"/>
              <a:gd name="csY35" fmla="*/ 9942 h 397699"/>
              <a:gd name="csX36" fmla="*/ 183936 w 338044"/>
              <a:gd name="csY36" fmla="*/ 44741 h 397699"/>
              <a:gd name="csX37" fmla="*/ 183936 w 338044"/>
              <a:gd name="csY37" fmla="*/ 146826 h 397699"/>
              <a:gd name="csX38" fmla="*/ 188137 w 338044"/>
              <a:gd name="csY38" fmla="*/ 149808 h 397699"/>
              <a:gd name="csX39" fmla="*/ 328102 w 338044"/>
              <a:gd name="csY39" fmla="*/ 248736 h 397699"/>
              <a:gd name="csX40" fmla="*/ 328102 w 338044"/>
              <a:gd name="csY40" fmla="*/ 272245 h 397699"/>
              <a:gd name="csX41" fmla="*/ 198328 w 338044"/>
              <a:gd name="csY41" fmla="*/ 207355 h 397699"/>
              <a:gd name="csX42" fmla="*/ 183941 w 338044"/>
              <a:gd name="csY42" fmla="*/ 200162 h 397699"/>
              <a:gd name="csX43" fmla="*/ 183941 w 338044"/>
              <a:gd name="csY43" fmla="*/ 329151 h 3976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Lst>
            <a:rect l="l" t="t" r="r" b="b"/>
            <a:pathLst>
              <a:path w="338044" h="397699">
                <a:moveTo>
                  <a:pt x="338044" y="288332"/>
                </a:moveTo>
                <a:lnTo>
                  <a:pt x="338044" y="243591"/>
                </a:lnTo>
                <a:lnTo>
                  <a:pt x="193878" y="141680"/>
                </a:lnTo>
                <a:lnTo>
                  <a:pt x="193878" y="44741"/>
                </a:lnTo>
                <a:cubicBezTo>
                  <a:pt x="193878" y="25353"/>
                  <a:pt x="183936" y="0"/>
                  <a:pt x="169022" y="0"/>
                </a:cubicBezTo>
                <a:cubicBezTo>
                  <a:pt x="154606" y="0"/>
                  <a:pt x="144166" y="25353"/>
                  <a:pt x="144166" y="44741"/>
                </a:cubicBezTo>
                <a:lnTo>
                  <a:pt x="144166" y="141680"/>
                </a:lnTo>
                <a:lnTo>
                  <a:pt x="0" y="243591"/>
                </a:lnTo>
                <a:lnTo>
                  <a:pt x="0" y="288332"/>
                </a:lnTo>
                <a:lnTo>
                  <a:pt x="144166" y="216249"/>
                </a:lnTo>
                <a:lnTo>
                  <a:pt x="144166" y="324622"/>
                </a:lnTo>
                <a:lnTo>
                  <a:pt x="94454" y="367872"/>
                </a:lnTo>
                <a:lnTo>
                  <a:pt x="94454" y="397699"/>
                </a:lnTo>
                <a:lnTo>
                  <a:pt x="169022" y="367872"/>
                </a:lnTo>
                <a:lnTo>
                  <a:pt x="243591" y="397699"/>
                </a:lnTo>
                <a:lnTo>
                  <a:pt x="243591" y="367872"/>
                </a:lnTo>
                <a:lnTo>
                  <a:pt x="193878" y="324622"/>
                </a:lnTo>
                <a:lnTo>
                  <a:pt x="193878" y="216249"/>
                </a:lnTo>
                <a:close/>
                <a:moveTo>
                  <a:pt x="187351" y="332124"/>
                </a:moveTo>
                <a:lnTo>
                  <a:pt x="233648" y="372391"/>
                </a:lnTo>
                <a:lnTo>
                  <a:pt x="233648" y="383004"/>
                </a:lnTo>
                <a:lnTo>
                  <a:pt x="172716" y="358645"/>
                </a:lnTo>
                <a:lnTo>
                  <a:pt x="169022" y="357154"/>
                </a:lnTo>
                <a:lnTo>
                  <a:pt x="165329" y="358645"/>
                </a:lnTo>
                <a:lnTo>
                  <a:pt x="104396" y="383004"/>
                </a:lnTo>
                <a:lnTo>
                  <a:pt x="104396" y="372401"/>
                </a:lnTo>
                <a:lnTo>
                  <a:pt x="150693" y="332133"/>
                </a:lnTo>
                <a:lnTo>
                  <a:pt x="154108" y="329151"/>
                </a:lnTo>
                <a:lnTo>
                  <a:pt x="154108" y="200162"/>
                </a:lnTo>
                <a:lnTo>
                  <a:pt x="139692" y="207355"/>
                </a:lnTo>
                <a:lnTo>
                  <a:pt x="9942" y="272245"/>
                </a:lnTo>
                <a:lnTo>
                  <a:pt x="9942" y="248736"/>
                </a:lnTo>
                <a:lnTo>
                  <a:pt x="149903" y="149808"/>
                </a:lnTo>
                <a:lnTo>
                  <a:pt x="154108" y="146826"/>
                </a:lnTo>
                <a:lnTo>
                  <a:pt x="154108" y="44741"/>
                </a:lnTo>
                <a:cubicBezTo>
                  <a:pt x="154108" y="27138"/>
                  <a:pt x="163554" y="9942"/>
                  <a:pt x="169022" y="9942"/>
                </a:cubicBezTo>
                <a:cubicBezTo>
                  <a:pt x="175256" y="9942"/>
                  <a:pt x="183936" y="27476"/>
                  <a:pt x="183936" y="44741"/>
                </a:cubicBezTo>
                <a:lnTo>
                  <a:pt x="183936" y="146826"/>
                </a:lnTo>
                <a:lnTo>
                  <a:pt x="188137" y="149808"/>
                </a:lnTo>
                <a:lnTo>
                  <a:pt x="328102" y="248736"/>
                </a:lnTo>
                <a:lnTo>
                  <a:pt x="328102" y="272245"/>
                </a:lnTo>
                <a:lnTo>
                  <a:pt x="198328" y="207355"/>
                </a:lnTo>
                <a:lnTo>
                  <a:pt x="183941" y="200162"/>
                </a:lnTo>
                <a:lnTo>
                  <a:pt x="183941" y="329151"/>
                </a:lnTo>
                <a:close/>
              </a:path>
            </a:pathLst>
          </a:custGeom>
          <a:solidFill>
            <a:srgbClr val="FFFFFF"/>
          </a:solidFill>
          <a:ln w="4961" cap="flat">
            <a:solidFill>
              <a:srgbClr val="FFFFFF"/>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6" name="Rectangle: Rounded Corners 62">
            <a:extLst>
              <a:ext uri="{FF2B5EF4-FFF2-40B4-BE49-F238E27FC236}">
                <a16:creationId xmlns:a16="http://schemas.microsoft.com/office/drawing/2014/main" id="{DE9B47C7-E61A-2C0B-1F24-19D9D54233CB}"/>
              </a:ext>
            </a:extLst>
          </p:cNvPr>
          <p:cNvSpPr/>
          <p:nvPr/>
        </p:nvSpPr>
        <p:spPr>
          <a:xfrm>
            <a:off x="880968" y="1603933"/>
            <a:ext cx="1143812" cy="227335"/>
          </a:xfrm>
          <a:prstGeom prst="rect">
            <a:avLst/>
          </a:prstGeom>
          <a:solidFill>
            <a:srgbClr val="F5F5FC"/>
          </a:solidFill>
          <a:ln w="12700" cap="sq" cmpd="sng" algn="ctr">
            <a:solidFill>
              <a:srgbClr val="E18600"/>
            </a:solidFill>
            <a:prstDash val="dashDot"/>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241" rtl="0" eaLnBrk="1" fontAlgn="auto" latinLnBrk="0" hangingPunct="1">
              <a:lnSpc>
                <a:spcPct val="100000"/>
              </a:lnSpc>
              <a:spcBef>
                <a:spcPts val="300"/>
              </a:spcBef>
              <a:spcAft>
                <a:spcPts val="300"/>
              </a:spcAft>
              <a:buClrTx/>
              <a:buSzTx/>
              <a:buFontTx/>
              <a:buNone/>
              <a:tabLst/>
              <a:defRPr/>
            </a:pPr>
            <a:r>
              <a:rPr kumimoji="0" lang="en-US" altLang="zh-CN" sz="900" b="1" i="0" u="none" strike="noStrike" kern="0" cap="none" spc="0" normalizeH="0" baseline="0" noProof="0">
                <a:ln>
                  <a:noFill/>
                </a:ln>
                <a:solidFill>
                  <a:prstClr val="black"/>
                </a:solidFill>
                <a:effectLst/>
                <a:uLnTx/>
                <a:uFillTx/>
                <a:latin typeface="BISansOpti"/>
                <a:ea typeface="+mn-ea"/>
                <a:cs typeface="Calibri" panose="020F0502020204030204" pitchFamily="34" charset="0"/>
              </a:rPr>
              <a:t>Under evaluation</a:t>
            </a:r>
            <a:endParaRPr kumimoji="0" lang="en-US" sz="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2" name="Rectangle 11">
            <a:extLst>
              <a:ext uri="{FF2B5EF4-FFF2-40B4-BE49-F238E27FC236}">
                <a16:creationId xmlns:a16="http://schemas.microsoft.com/office/drawing/2014/main" id="{B52CF863-F5CD-4C45-FCB9-4618A42AB60D}"/>
              </a:ext>
            </a:extLst>
          </p:cNvPr>
          <p:cNvSpPr/>
          <p:nvPr/>
        </p:nvSpPr>
        <p:spPr bwMode="gray">
          <a:xfrm>
            <a:off x="7654828" y="3033895"/>
            <a:ext cx="1289653" cy="231378"/>
          </a:xfrm>
          <a:prstGeom prst="rect">
            <a:avLst/>
          </a:prstGeom>
          <a:noFill/>
          <a:ln w="12700">
            <a:solidFill>
              <a:srgbClr val="E18600"/>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54" name="TextBox 89">
            <a:extLst>
              <a:ext uri="{FF2B5EF4-FFF2-40B4-BE49-F238E27FC236}">
                <a16:creationId xmlns:a16="http://schemas.microsoft.com/office/drawing/2014/main" id="{0ED33F0C-A52C-D12B-B925-0D6D50551D33}"/>
              </a:ext>
            </a:extLst>
          </p:cNvPr>
          <p:cNvSpPr txBox="1"/>
          <p:nvPr/>
        </p:nvSpPr>
        <p:spPr>
          <a:xfrm>
            <a:off x="4048466" y="5154127"/>
            <a:ext cx="728196" cy="128678"/>
          </a:xfrm>
          <a:prstGeom prst="rect">
            <a:avLst/>
          </a:prstGeom>
          <a:noFill/>
          <a:ln>
            <a:noFill/>
          </a:ln>
        </p:spPr>
        <p:txBody>
          <a:bodyPr wrap="square" lIns="0" tIns="0" rIns="0" bIns="0" rtlCol="0">
            <a:spAutoFit/>
          </a:bodyPr>
          <a:lstStyle/>
          <a:p>
            <a:pPr marL="0" marR="0" lvl="0" indent="0" algn="ctr" defTabSz="1219050" rtl="0" eaLnBrk="1" fontAlgn="auto" latinLnBrk="0" hangingPunct="1">
              <a:lnSpc>
                <a:spcPct val="100000"/>
              </a:lnSpc>
              <a:spcBef>
                <a:spcPts val="60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BISansOpti"/>
                <a:ea typeface="+mn-ea"/>
                <a:cs typeface="+mn-cs"/>
              </a:rPr>
              <a:t>Sustain</a:t>
            </a:r>
          </a:p>
        </p:txBody>
      </p:sp>
      <p:sp>
        <p:nvSpPr>
          <p:cNvPr id="6" name="Freeform: Shape 5">
            <a:extLst>
              <a:ext uri="{FF2B5EF4-FFF2-40B4-BE49-F238E27FC236}">
                <a16:creationId xmlns:a16="http://schemas.microsoft.com/office/drawing/2014/main" id="{A8B0DA1D-372A-83DC-D259-B56A44221CCB}"/>
              </a:ext>
            </a:extLst>
          </p:cNvPr>
          <p:cNvSpPr/>
          <p:nvPr/>
        </p:nvSpPr>
        <p:spPr>
          <a:xfrm>
            <a:off x="4299898" y="4981394"/>
            <a:ext cx="94020" cy="131975"/>
          </a:xfrm>
          <a:custGeom>
            <a:avLst/>
            <a:gdLst>
              <a:gd name="csX0" fmla="*/ 115596 w 134927"/>
              <a:gd name="csY0" fmla="*/ 76092 h 189397"/>
              <a:gd name="csX1" fmla="*/ 112536 w 134927"/>
              <a:gd name="csY1" fmla="*/ 82518 h 189397"/>
              <a:gd name="csX2" fmla="*/ 38352 w 134927"/>
              <a:gd name="csY2" fmla="*/ 172580 h 189397"/>
              <a:gd name="csX3" fmla="*/ 26227 w 134927"/>
              <a:gd name="csY3" fmla="*/ 178476 h 189397"/>
              <a:gd name="csX4" fmla="*/ 16463 w 134927"/>
              <a:gd name="csY4" fmla="*/ 174953 h 189397"/>
              <a:gd name="csX5" fmla="*/ 14565 w 134927"/>
              <a:gd name="csY5" fmla="*/ 152981 h 189397"/>
              <a:gd name="csX6" fmla="*/ 85475 w 134927"/>
              <a:gd name="csY6" fmla="*/ 66683 h 189397"/>
              <a:gd name="csX7" fmla="*/ 86610 w 134927"/>
              <a:gd name="csY7" fmla="*/ 64316 h 189397"/>
              <a:gd name="csX8" fmla="*/ 97748 w 134927"/>
              <a:gd name="csY8" fmla="*/ 9889 h 189397"/>
              <a:gd name="csX9" fmla="*/ 88639 w 134927"/>
              <a:gd name="csY9" fmla="*/ 0 h 189397"/>
              <a:gd name="csX10" fmla="*/ 76202 w 134927"/>
              <a:gd name="csY10" fmla="*/ 60803 h 189397"/>
              <a:gd name="csX11" fmla="*/ 6137 w 134927"/>
              <a:gd name="csY11" fmla="*/ 146054 h 189397"/>
              <a:gd name="csX12" fmla="*/ 9448 w 134927"/>
              <a:gd name="csY12" fmla="*/ 183309 h 189397"/>
              <a:gd name="csX13" fmla="*/ 46491 w 134927"/>
              <a:gd name="csY13" fmla="*/ 179921 h 189397"/>
              <a:gd name="csX14" fmla="*/ 46867 w 134927"/>
              <a:gd name="csY14" fmla="*/ 179458 h 189397"/>
              <a:gd name="csX15" fmla="*/ 121050 w 134927"/>
              <a:gd name="csY15" fmla="*/ 89391 h 189397"/>
              <a:gd name="csX16" fmla="*/ 126363 w 134927"/>
              <a:gd name="csY16" fmla="*/ 78094 h 189397"/>
              <a:gd name="csX17" fmla="*/ 134927 w 134927"/>
              <a:gd name="csY17" fmla="*/ 36704 h 189397"/>
              <a:gd name="csX18" fmla="*/ 125229 w 134927"/>
              <a:gd name="csY18" fmla="*/ 29717 h 1893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134927" h="189397">
                <a:moveTo>
                  <a:pt x="115596" y="76092"/>
                </a:moveTo>
                <a:cubicBezTo>
                  <a:pt x="115125" y="78455"/>
                  <a:pt x="114073" y="80663"/>
                  <a:pt x="112536" y="82518"/>
                </a:cubicBezTo>
                <a:lnTo>
                  <a:pt x="38352" y="172580"/>
                </a:lnTo>
                <a:cubicBezTo>
                  <a:pt x="35460" y="176340"/>
                  <a:pt x="30970" y="178523"/>
                  <a:pt x="26227" y="178476"/>
                </a:cubicBezTo>
                <a:cubicBezTo>
                  <a:pt x="22655" y="178511"/>
                  <a:pt x="19190" y="177261"/>
                  <a:pt x="16463" y="174953"/>
                </a:cubicBezTo>
                <a:cubicBezTo>
                  <a:pt x="9884" y="169403"/>
                  <a:pt x="9035" y="159577"/>
                  <a:pt x="14565" y="152981"/>
                </a:cubicBezTo>
                <a:lnTo>
                  <a:pt x="85475" y="66683"/>
                </a:lnTo>
                <a:cubicBezTo>
                  <a:pt x="86040" y="65998"/>
                  <a:pt x="86430" y="65185"/>
                  <a:pt x="86610" y="64316"/>
                </a:cubicBezTo>
                <a:lnTo>
                  <a:pt x="97748" y="9889"/>
                </a:lnTo>
                <a:cubicBezTo>
                  <a:pt x="94149" y="7160"/>
                  <a:pt x="91064" y="3811"/>
                  <a:pt x="88639" y="0"/>
                </a:cubicBezTo>
                <a:lnTo>
                  <a:pt x="76202" y="60803"/>
                </a:lnTo>
                <a:lnTo>
                  <a:pt x="6137" y="146054"/>
                </a:lnTo>
                <a:cubicBezTo>
                  <a:pt x="-3198" y="157268"/>
                  <a:pt x="-1718" y="173917"/>
                  <a:pt x="9448" y="183309"/>
                </a:cubicBezTo>
                <a:cubicBezTo>
                  <a:pt x="20613" y="192603"/>
                  <a:pt x="37197" y="191086"/>
                  <a:pt x="46491" y="179921"/>
                </a:cubicBezTo>
                <a:cubicBezTo>
                  <a:pt x="46618" y="179768"/>
                  <a:pt x="46743" y="179614"/>
                  <a:pt x="46867" y="179458"/>
                </a:cubicBezTo>
                <a:lnTo>
                  <a:pt x="121050" y="89391"/>
                </a:lnTo>
                <a:cubicBezTo>
                  <a:pt x="123730" y="86124"/>
                  <a:pt x="125556" y="82242"/>
                  <a:pt x="126363" y="78094"/>
                </a:cubicBezTo>
                <a:lnTo>
                  <a:pt x="134927" y="36704"/>
                </a:lnTo>
                <a:lnTo>
                  <a:pt x="125229" y="29717"/>
                </a:lnTo>
                <a:close/>
              </a:path>
            </a:pathLst>
          </a:custGeom>
          <a:solidFill>
            <a:srgbClr val="FFFFFF"/>
          </a:solidFill>
          <a:ln w="5358" cap="flat">
            <a:solidFill>
              <a:srgbClr val="FFFFFF"/>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8" name="Freeform: Shape 7">
            <a:extLst>
              <a:ext uri="{FF2B5EF4-FFF2-40B4-BE49-F238E27FC236}">
                <a16:creationId xmlns:a16="http://schemas.microsoft.com/office/drawing/2014/main" id="{D98BE9C2-3E91-589D-796B-47A435F8814B}"/>
              </a:ext>
            </a:extLst>
          </p:cNvPr>
          <p:cNvSpPr/>
          <p:nvPr/>
        </p:nvSpPr>
        <p:spPr>
          <a:xfrm>
            <a:off x="4319211" y="4854900"/>
            <a:ext cx="194995" cy="258458"/>
          </a:xfrm>
          <a:custGeom>
            <a:avLst/>
            <a:gdLst>
              <a:gd name="csX0" fmla="*/ 261696 w 279836"/>
              <a:gd name="csY0" fmla="*/ 112513 h 370912"/>
              <a:gd name="csX1" fmla="*/ 209517 w 279836"/>
              <a:gd name="csY1" fmla="*/ 95282 h 370912"/>
              <a:gd name="csX2" fmla="*/ 178998 w 279836"/>
              <a:gd name="csY2" fmla="*/ 25026 h 370912"/>
              <a:gd name="csX3" fmla="*/ 137189 w 279836"/>
              <a:gd name="csY3" fmla="*/ 0 h 370912"/>
              <a:gd name="csX4" fmla="*/ 117192 w 279836"/>
              <a:gd name="csY4" fmla="*/ 4615 h 370912"/>
              <a:gd name="csX5" fmla="*/ 43058 w 279836"/>
              <a:gd name="csY5" fmla="*/ 33748 h 370912"/>
              <a:gd name="csX6" fmla="*/ 28423 w 279836"/>
              <a:gd name="csY6" fmla="*/ 48356 h 370912"/>
              <a:gd name="csX7" fmla="*/ 1913 w 279836"/>
              <a:gd name="csY7" fmla="*/ 111962 h 370912"/>
              <a:gd name="csX8" fmla="*/ 2268 w 279836"/>
              <a:gd name="csY8" fmla="*/ 132832 h 370912"/>
              <a:gd name="csX9" fmla="*/ 16602 w 279836"/>
              <a:gd name="csY9" fmla="*/ 146583 h 370912"/>
              <a:gd name="csX10" fmla="*/ 26563 w 279836"/>
              <a:gd name="csY10" fmla="*/ 148558 h 370912"/>
              <a:gd name="csX11" fmla="*/ 51223 w 279836"/>
              <a:gd name="csY11" fmla="*/ 131866 h 370912"/>
              <a:gd name="csX12" fmla="*/ 72060 w 279836"/>
              <a:gd name="csY12" fmla="*/ 79049 h 370912"/>
              <a:gd name="csX13" fmla="*/ 82669 w 279836"/>
              <a:gd name="csY13" fmla="*/ 75007 h 370912"/>
              <a:gd name="csX14" fmla="*/ 82736 w 279836"/>
              <a:gd name="csY14" fmla="*/ 75024 h 370912"/>
              <a:gd name="csX15" fmla="*/ 82740 w 279836"/>
              <a:gd name="csY15" fmla="*/ 75067 h 370912"/>
              <a:gd name="csX16" fmla="*/ 67276 w 279836"/>
              <a:gd name="csY16" fmla="*/ 150549 h 370912"/>
              <a:gd name="csX17" fmla="*/ 77062 w 279836"/>
              <a:gd name="csY17" fmla="*/ 183118 h 370912"/>
              <a:gd name="csX18" fmla="*/ 77062 w 279836"/>
              <a:gd name="csY18" fmla="*/ 183118 h 370912"/>
              <a:gd name="csX19" fmla="*/ 157698 w 279836"/>
              <a:gd name="csY19" fmla="*/ 241189 h 370912"/>
              <a:gd name="csX20" fmla="*/ 157698 w 279836"/>
              <a:gd name="csY20" fmla="*/ 343098 h 370912"/>
              <a:gd name="csX21" fmla="*/ 181660 w 279836"/>
              <a:gd name="csY21" fmla="*/ 370780 h 370912"/>
              <a:gd name="csX22" fmla="*/ 210822 w 279836"/>
              <a:gd name="csY22" fmla="*/ 346877 h 370912"/>
              <a:gd name="csX23" fmla="*/ 210952 w 279836"/>
              <a:gd name="csY23" fmla="*/ 344282 h 370912"/>
              <a:gd name="csX24" fmla="*/ 210952 w 279836"/>
              <a:gd name="csY24" fmla="*/ 227814 h 370912"/>
              <a:gd name="csX25" fmla="*/ 200244 w 279836"/>
              <a:gd name="csY25" fmla="*/ 206470 h 370912"/>
              <a:gd name="csX26" fmla="*/ 151698 w 279836"/>
              <a:gd name="csY26" fmla="*/ 170938 h 370912"/>
              <a:gd name="csX27" fmla="*/ 157649 w 279836"/>
              <a:gd name="csY27" fmla="*/ 141199 h 370912"/>
              <a:gd name="csX28" fmla="*/ 159880 w 279836"/>
              <a:gd name="csY28" fmla="*/ 129417 h 370912"/>
              <a:gd name="csX29" fmla="*/ 169153 w 279836"/>
              <a:gd name="csY29" fmla="*/ 81051 h 370912"/>
              <a:gd name="csX30" fmla="*/ 165020 w 279836"/>
              <a:gd name="csY30" fmla="*/ 74537 h 370912"/>
              <a:gd name="csX31" fmla="*/ 158506 w 279836"/>
              <a:gd name="csY31" fmla="*/ 78669 h 370912"/>
              <a:gd name="csX32" fmla="*/ 158440 w 279836"/>
              <a:gd name="csY32" fmla="*/ 79022 h 370912"/>
              <a:gd name="csX33" fmla="*/ 149292 w 279836"/>
              <a:gd name="csY33" fmla="*/ 127323 h 370912"/>
              <a:gd name="csX34" fmla="*/ 140314 w 279836"/>
              <a:gd name="csY34" fmla="*/ 172214 h 370912"/>
              <a:gd name="csX35" fmla="*/ 142441 w 279836"/>
              <a:gd name="csY35" fmla="*/ 177669 h 370912"/>
              <a:gd name="csX36" fmla="*/ 193879 w 279836"/>
              <a:gd name="csY36" fmla="*/ 215306 h 370912"/>
              <a:gd name="csX37" fmla="*/ 200021 w 279836"/>
              <a:gd name="csY37" fmla="*/ 227781 h 370912"/>
              <a:gd name="csX38" fmla="*/ 200021 w 279836"/>
              <a:gd name="csY38" fmla="*/ 343643 h 370912"/>
              <a:gd name="csX39" fmla="*/ 187431 w 279836"/>
              <a:gd name="csY39" fmla="*/ 359680 h 370912"/>
              <a:gd name="csX40" fmla="*/ 168912 w 279836"/>
              <a:gd name="csY40" fmla="*/ 347325 h 370912"/>
              <a:gd name="csX41" fmla="*/ 168607 w 279836"/>
              <a:gd name="csY41" fmla="*/ 344287 h 370912"/>
              <a:gd name="csX42" fmla="*/ 168607 w 279836"/>
              <a:gd name="csY42" fmla="*/ 238401 h 370912"/>
              <a:gd name="csX43" fmla="*/ 166349 w 279836"/>
              <a:gd name="csY43" fmla="*/ 233983 h 370912"/>
              <a:gd name="csX44" fmla="*/ 83438 w 279836"/>
              <a:gd name="csY44" fmla="*/ 174238 h 370912"/>
              <a:gd name="csX45" fmla="*/ 76969 w 279836"/>
              <a:gd name="csY45" fmla="*/ 157683 h 370912"/>
              <a:gd name="csX46" fmla="*/ 95444 w 279836"/>
              <a:gd name="csY46" fmla="*/ 67430 h 370912"/>
              <a:gd name="csX47" fmla="*/ 91195 w 279836"/>
              <a:gd name="csY47" fmla="*/ 60992 h 370912"/>
              <a:gd name="csX48" fmla="*/ 88157 w 279836"/>
              <a:gd name="csY48" fmla="*/ 61239 h 370912"/>
              <a:gd name="csX49" fmla="*/ 65907 w 279836"/>
              <a:gd name="csY49" fmla="*/ 69711 h 370912"/>
              <a:gd name="csX50" fmla="*/ 62776 w 279836"/>
              <a:gd name="csY50" fmla="*/ 72809 h 370912"/>
              <a:gd name="csX51" fmla="*/ 41039 w 279836"/>
              <a:gd name="csY51" fmla="*/ 127955 h 370912"/>
              <a:gd name="csX52" fmla="*/ 26563 w 279836"/>
              <a:gd name="csY52" fmla="*/ 137648 h 370912"/>
              <a:gd name="csX53" fmla="*/ 20563 w 279836"/>
              <a:gd name="csY53" fmla="*/ 136421 h 370912"/>
              <a:gd name="csX54" fmla="*/ 12250 w 279836"/>
              <a:gd name="csY54" fmla="*/ 128452 h 370912"/>
              <a:gd name="csX55" fmla="*/ 12010 w 279836"/>
              <a:gd name="csY55" fmla="*/ 116086 h 370912"/>
              <a:gd name="csX56" fmla="*/ 38503 w 279836"/>
              <a:gd name="csY56" fmla="*/ 52485 h 370912"/>
              <a:gd name="csX57" fmla="*/ 47078 w 279836"/>
              <a:gd name="csY57" fmla="*/ 43883 h 370912"/>
              <a:gd name="csX58" fmla="*/ 121626 w 279836"/>
              <a:gd name="csY58" fmla="*/ 14569 h 370912"/>
              <a:gd name="csX59" fmla="*/ 137189 w 279836"/>
              <a:gd name="csY59" fmla="*/ 10909 h 370912"/>
              <a:gd name="csX60" fmla="*/ 169371 w 279836"/>
              <a:gd name="csY60" fmla="*/ 30104 h 370912"/>
              <a:gd name="csX61" fmla="*/ 200506 w 279836"/>
              <a:gd name="csY61" fmla="*/ 101898 h 370912"/>
              <a:gd name="csX62" fmla="*/ 203779 w 279836"/>
              <a:gd name="csY62" fmla="*/ 104871 h 370912"/>
              <a:gd name="csX63" fmla="*/ 258282 w 279836"/>
              <a:gd name="csY63" fmla="*/ 122872 h 370912"/>
              <a:gd name="csX64" fmla="*/ 268133 w 279836"/>
              <a:gd name="csY64" fmla="*/ 142781 h 370912"/>
              <a:gd name="csX65" fmla="*/ 253127 w 279836"/>
              <a:gd name="csY65" fmla="*/ 153538 h 370912"/>
              <a:gd name="csX66" fmla="*/ 247951 w 279836"/>
              <a:gd name="csY66" fmla="*/ 152730 h 370912"/>
              <a:gd name="csX67" fmla="*/ 184573 w 279836"/>
              <a:gd name="csY67" fmla="*/ 131626 h 370912"/>
              <a:gd name="csX68" fmla="*/ 175011 w 279836"/>
              <a:gd name="csY68" fmla="*/ 122943 h 370912"/>
              <a:gd name="csX69" fmla="*/ 173053 w 279836"/>
              <a:gd name="csY69" fmla="*/ 118415 h 370912"/>
              <a:gd name="csX70" fmla="*/ 170015 w 279836"/>
              <a:gd name="csY70" fmla="*/ 134474 h 370912"/>
              <a:gd name="csX71" fmla="*/ 180979 w 279836"/>
              <a:gd name="csY71" fmla="*/ 141930 h 370912"/>
              <a:gd name="csX72" fmla="*/ 244945 w 279836"/>
              <a:gd name="csY72" fmla="*/ 163203 h 370912"/>
              <a:gd name="csX73" fmla="*/ 253127 w 279836"/>
              <a:gd name="csY73" fmla="*/ 164414 h 370912"/>
              <a:gd name="csX74" fmla="*/ 278420 w 279836"/>
              <a:gd name="csY74" fmla="*/ 146414 h 370912"/>
              <a:gd name="csX75" fmla="*/ 261696 w 279836"/>
              <a:gd name="csY75" fmla="*/ 112513 h 3709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Lst>
            <a:rect l="l" t="t" r="r" b="b"/>
            <a:pathLst>
              <a:path w="279836" h="370912">
                <a:moveTo>
                  <a:pt x="261696" y="112513"/>
                </a:moveTo>
                <a:lnTo>
                  <a:pt x="209517" y="95282"/>
                </a:lnTo>
                <a:cubicBezTo>
                  <a:pt x="202808" y="79774"/>
                  <a:pt x="180122" y="27273"/>
                  <a:pt x="178998" y="25026"/>
                </a:cubicBezTo>
                <a:cubicBezTo>
                  <a:pt x="170609" y="9740"/>
                  <a:pt x="154624" y="172"/>
                  <a:pt x="137189" y="0"/>
                </a:cubicBezTo>
                <a:cubicBezTo>
                  <a:pt x="130259" y="5"/>
                  <a:pt x="123422" y="1583"/>
                  <a:pt x="117192" y="4615"/>
                </a:cubicBezTo>
                <a:lnTo>
                  <a:pt x="43058" y="33748"/>
                </a:lnTo>
                <a:cubicBezTo>
                  <a:pt x="36397" y="36426"/>
                  <a:pt x="31113" y="41700"/>
                  <a:pt x="28423" y="48356"/>
                </a:cubicBezTo>
                <a:lnTo>
                  <a:pt x="1913" y="111962"/>
                </a:lnTo>
                <a:cubicBezTo>
                  <a:pt x="-755" y="118688"/>
                  <a:pt x="-628" y="126201"/>
                  <a:pt x="2268" y="132832"/>
                </a:cubicBezTo>
                <a:cubicBezTo>
                  <a:pt x="4995" y="139161"/>
                  <a:pt x="10165" y="144120"/>
                  <a:pt x="16602" y="146583"/>
                </a:cubicBezTo>
                <a:cubicBezTo>
                  <a:pt x="19767" y="147869"/>
                  <a:pt x="23147" y="148540"/>
                  <a:pt x="26563" y="148558"/>
                </a:cubicBezTo>
                <a:cubicBezTo>
                  <a:pt x="37474" y="148730"/>
                  <a:pt x="47329" y="142061"/>
                  <a:pt x="51223" y="131866"/>
                </a:cubicBezTo>
                <a:lnTo>
                  <a:pt x="72060" y="79049"/>
                </a:lnTo>
                <a:lnTo>
                  <a:pt x="82669" y="75007"/>
                </a:lnTo>
                <a:cubicBezTo>
                  <a:pt x="82693" y="74993"/>
                  <a:pt x="82723" y="75000"/>
                  <a:pt x="82736" y="75024"/>
                </a:cubicBezTo>
                <a:cubicBezTo>
                  <a:pt x="82745" y="75037"/>
                  <a:pt x="82746" y="75053"/>
                  <a:pt x="82740" y="75067"/>
                </a:cubicBezTo>
                <a:lnTo>
                  <a:pt x="67276" y="150549"/>
                </a:lnTo>
                <a:cubicBezTo>
                  <a:pt x="65557" y="162319"/>
                  <a:pt x="69141" y="174245"/>
                  <a:pt x="77062" y="183118"/>
                </a:cubicBezTo>
                <a:lnTo>
                  <a:pt x="77062" y="183118"/>
                </a:lnTo>
                <a:lnTo>
                  <a:pt x="157698" y="241189"/>
                </a:lnTo>
                <a:lnTo>
                  <a:pt x="157698" y="343098"/>
                </a:lnTo>
                <a:cubicBezTo>
                  <a:pt x="157458" y="357086"/>
                  <a:pt x="167783" y="369013"/>
                  <a:pt x="181660" y="370780"/>
                </a:cubicBezTo>
                <a:cubicBezTo>
                  <a:pt x="196314" y="372232"/>
                  <a:pt x="209370" y="361530"/>
                  <a:pt x="210822" y="346877"/>
                </a:cubicBezTo>
                <a:cubicBezTo>
                  <a:pt x="210908" y="346014"/>
                  <a:pt x="210951" y="345148"/>
                  <a:pt x="210952" y="344282"/>
                </a:cubicBezTo>
                <a:lnTo>
                  <a:pt x="210952" y="227814"/>
                </a:lnTo>
                <a:cubicBezTo>
                  <a:pt x="211059" y="219382"/>
                  <a:pt x="207067" y="211424"/>
                  <a:pt x="200244" y="206470"/>
                </a:cubicBezTo>
                <a:lnTo>
                  <a:pt x="151698" y="170938"/>
                </a:lnTo>
                <a:lnTo>
                  <a:pt x="157649" y="141199"/>
                </a:lnTo>
                <a:lnTo>
                  <a:pt x="159880" y="129417"/>
                </a:lnTo>
                <a:lnTo>
                  <a:pt x="169153" y="81051"/>
                </a:lnTo>
                <a:cubicBezTo>
                  <a:pt x="169811" y="78111"/>
                  <a:pt x="167960" y="75195"/>
                  <a:pt x="165020" y="74537"/>
                </a:cubicBezTo>
                <a:cubicBezTo>
                  <a:pt x="162080" y="73880"/>
                  <a:pt x="159164" y="75730"/>
                  <a:pt x="158506" y="78669"/>
                </a:cubicBezTo>
                <a:cubicBezTo>
                  <a:pt x="158481" y="78786"/>
                  <a:pt x="158458" y="78903"/>
                  <a:pt x="158440" y="79022"/>
                </a:cubicBezTo>
                <a:lnTo>
                  <a:pt x="149292" y="127323"/>
                </a:lnTo>
                <a:lnTo>
                  <a:pt x="140314" y="172214"/>
                </a:lnTo>
                <a:cubicBezTo>
                  <a:pt x="139904" y="174292"/>
                  <a:pt x="140734" y="176418"/>
                  <a:pt x="142441" y="177669"/>
                </a:cubicBezTo>
                <a:lnTo>
                  <a:pt x="193879" y="215306"/>
                </a:lnTo>
                <a:cubicBezTo>
                  <a:pt x="197833" y="218218"/>
                  <a:pt x="200124" y="222871"/>
                  <a:pt x="200021" y="227781"/>
                </a:cubicBezTo>
                <a:lnTo>
                  <a:pt x="200021" y="343643"/>
                </a:lnTo>
                <a:cubicBezTo>
                  <a:pt x="200159" y="351298"/>
                  <a:pt x="194900" y="357997"/>
                  <a:pt x="187431" y="359680"/>
                </a:cubicBezTo>
                <a:cubicBezTo>
                  <a:pt x="178906" y="361382"/>
                  <a:pt x="170614" y="355850"/>
                  <a:pt x="168912" y="347325"/>
                </a:cubicBezTo>
                <a:cubicBezTo>
                  <a:pt x="168712" y="346324"/>
                  <a:pt x="168610" y="345307"/>
                  <a:pt x="168607" y="344287"/>
                </a:cubicBezTo>
                <a:lnTo>
                  <a:pt x="168607" y="238401"/>
                </a:lnTo>
                <a:cubicBezTo>
                  <a:pt x="168607" y="236651"/>
                  <a:pt x="167767" y="235008"/>
                  <a:pt x="166349" y="233983"/>
                </a:cubicBezTo>
                <a:lnTo>
                  <a:pt x="83438" y="174238"/>
                </a:lnTo>
                <a:cubicBezTo>
                  <a:pt x="78212" y="170474"/>
                  <a:pt x="75680" y="163994"/>
                  <a:pt x="76969" y="157683"/>
                </a:cubicBezTo>
                <a:lnTo>
                  <a:pt x="95444" y="67430"/>
                </a:lnTo>
                <a:cubicBezTo>
                  <a:pt x="96048" y="64479"/>
                  <a:pt x="94146" y="61597"/>
                  <a:pt x="91195" y="60992"/>
                </a:cubicBezTo>
                <a:cubicBezTo>
                  <a:pt x="90179" y="60785"/>
                  <a:pt x="89125" y="60870"/>
                  <a:pt x="88157" y="61239"/>
                </a:cubicBezTo>
                <a:lnTo>
                  <a:pt x="65907" y="69711"/>
                </a:lnTo>
                <a:cubicBezTo>
                  <a:pt x="64474" y="70257"/>
                  <a:pt x="63338" y="71382"/>
                  <a:pt x="62776" y="72809"/>
                </a:cubicBezTo>
                <a:lnTo>
                  <a:pt x="41039" y="127955"/>
                </a:lnTo>
                <a:cubicBezTo>
                  <a:pt x="38779" y="133947"/>
                  <a:pt x="32963" y="137841"/>
                  <a:pt x="26563" y="137648"/>
                </a:cubicBezTo>
                <a:cubicBezTo>
                  <a:pt x="24502" y="137629"/>
                  <a:pt x="22465" y="137212"/>
                  <a:pt x="20563" y="136421"/>
                </a:cubicBezTo>
                <a:cubicBezTo>
                  <a:pt x="16830" y="134995"/>
                  <a:pt x="13832" y="132121"/>
                  <a:pt x="12250" y="128452"/>
                </a:cubicBezTo>
                <a:cubicBezTo>
                  <a:pt x="10532" y="124525"/>
                  <a:pt x="10446" y="120077"/>
                  <a:pt x="12010" y="116086"/>
                </a:cubicBezTo>
                <a:lnTo>
                  <a:pt x="38503" y="52485"/>
                </a:lnTo>
                <a:cubicBezTo>
                  <a:pt x="40073" y="48571"/>
                  <a:pt x="43169" y="45466"/>
                  <a:pt x="47078" y="43883"/>
                </a:cubicBezTo>
                <a:lnTo>
                  <a:pt x="121626" y="14569"/>
                </a:lnTo>
                <a:cubicBezTo>
                  <a:pt x="126467" y="12179"/>
                  <a:pt x="131790" y="10927"/>
                  <a:pt x="137189" y="10909"/>
                </a:cubicBezTo>
                <a:cubicBezTo>
                  <a:pt x="150590" y="11045"/>
                  <a:pt x="162883" y="18377"/>
                  <a:pt x="169371" y="30104"/>
                </a:cubicBezTo>
                <a:cubicBezTo>
                  <a:pt x="170380" y="32210"/>
                  <a:pt x="188555" y="74211"/>
                  <a:pt x="200506" y="101898"/>
                </a:cubicBezTo>
                <a:cubicBezTo>
                  <a:pt x="201117" y="103315"/>
                  <a:pt x="202310" y="104399"/>
                  <a:pt x="203779" y="104871"/>
                </a:cubicBezTo>
                <a:lnTo>
                  <a:pt x="258282" y="122872"/>
                </a:lnTo>
                <a:cubicBezTo>
                  <a:pt x="266457" y="125699"/>
                  <a:pt x="270845" y="134567"/>
                  <a:pt x="268133" y="142781"/>
                </a:cubicBezTo>
                <a:cubicBezTo>
                  <a:pt x="265842" y="149128"/>
                  <a:pt x="259874" y="153406"/>
                  <a:pt x="253127" y="153538"/>
                </a:cubicBezTo>
                <a:cubicBezTo>
                  <a:pt x="251375" y="153485"/>
                  <a:pt x="249636" y="153214"/>
                  <a:pt x="247951" y="152730"/>
                </a:cubicBezTo>
                <a:lnTo>
                  <a:pt x="184573" y="131626"/>
                </a:lnTo>
                <a:cubicBezTo>
                  <a:pt x="180398" y="130052"/>
                  <a:pt x="176979" y="126947"/>
                  <a:pt x="175011" y="122943"/>
                </a:cubicBezTo>
                <a:lnTo>
                  <a:pt x="173053" y="118415"/>
                </a:lnTo>
                <a:lnTo>
                  <a:pt x="170015" y="134474"/>
                </a:lnTo>
                <a:cubicBezTo>
                  <a:pt x="173010" y="137811"/>
                  <a:pt x="176773" y="140371"/>
                  <a:pt x="180979" y="141930"/>
                </a:cubicBezTo>
                <a:lnTo>
                  <a:pt x="244945" y="163203"/>
                </a:lnTo>
                <a:cubicBezTo>
                  <a:pt x="247608" y="163961"/>
                  <a:pt x="250359" y="164368"/>
                  <a:pt x="253127" y="164414"/>
                </a:cubicBezTo>
                <a:cubicBezTo>
                  <a:pt x="264479" y="164250"/>
                  <a:pt x="274547" y="157085"/>
                  <a:pt x="278420" y="146414"/>
                </a:cubicBezTo>
                <a:cubicBezTo>
                  <a:pt x="283145" y="132435"/>
                  <a:pt x="275664" y="117270"/>
                  <a:pt x="261696" y="112513"/>
                </a:cubicBezTo>
                <a:close/>
              </a:path>
            </a:pathLst>
          </a:custGeom>
          <a:solidFill>
            <a:srgbClr val="FFFFFF"/>
          </a:solidFill>
          <a:ln w="5358" cap="flat">
            <a:solidFill>
              <a:srgbClr val="FFFFFF"/>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67" name="Oval 10">
            <a:extLst>
              <a:ext uri="{FF2B5EF4-FFF2-40B4-BE49-F238E27FC236}">
                <a16:creationId xmlns:a16="http://schemas.microsoft.com/office/drawing/2014/main" id="{4052C938-AEE0-5D35-1989-4976BF62B62F}"/>
              </a:ext>
            </a:extLst>
          </p:cNvPr>
          <p:cNvSpPr>
            <a:spLocks noChangeAspect="1"/>
          </p:cNvSpPr>
          <p:nvPr/>
        </p:nvSpPr>
        <p:spPr>
          <a:xfrm>
            <a:off x="4075332" y="4734824"/>
            <a:ext cx="637172" cy="637171"/>
          </a:xfrm>
          <a:prstGeom prst="ellipse">
            <a:avLst/>
          </a:prstGeom>
          <a:solidFill>
            <a:schemeClr val="accent2"/>
          </a:solidFill>
          <a:ln w="38100" cap="flat" cmpd="sng" algn="ctr">
            <a:solidFill>
              <a:sysClr val="window" lastClr="FFFFFF"/>
            </a:solidFill>
            <a:prstDash val="solid"/>
            <a:miter lim="800000"/>
          </a:ln>
          <a:effectLst>
            <a:outerShdw blurRad="63500" sx="102000" sy="102000" algn="ctr" rotWithShape="0">
              <a:prstClr val="black">
                <a:alpha val="10000"/>
              </a:prstClr>
            </a:outerShdw>
          </a:effectLst>
        </p:spPr>
        <p:txBody>
          <a:bodyPr lIns="72000" tIns="72000" rIns="72000" bIns="72000" rtlCol="0" anchor="ctr"/>
          <a:lstStyle/>
          <a:p>
            <a:pPr marL="0" marR="0" lvl="0" indent="0" algn="ctr" defTabSz="914332" rtl="0" eaLnBrk="1" fontAlgn="auto" latinLnBrk="0" hangingPunct="1">
              <a:lnSpc>
                <a:spcPct val="100000"/>
              </a:lnSpc>
              <a:spcBef>
                <a:spcPts val="0"/>
              </a:spcBef>
              <a:spcAft>
                <a:spcPts val="0"/>
              </a:spcAft>
              <a:buClrTx/>
              <a:buSzTx/>
              <a:buFontTx/>
              <a:buNone/>
              <a:tabLst/>
              <a:defRPr/>
            </a:pPr>
            <a:endParaRPr kumimoji="0" lang="en-US" sz="1333" b="0" i="0" u="none" strike="noStrike" kern="0" cap="none" spc="0" normalizeH="0" baseline="0" noProof="0">
              <a:ln>
                <a:noFill/>
              </a:ln>
              <a:solidFill>
                <a:srgbClr val="FFFFFF"/>
              </a:solidFill>
              <a:effectLst/>
              <a:uLnTx/>
              <a:uFillTx/>
              <a:latin typeface="Arial" panose="020B0604020202020204" pitchFamily="34" charset="0"/>
              <a:ea typeface="+mn-ea"/>
              <a:cs typeface="+mn-cs"/>
              <a:sym typeface="Helvetica Neue Medium"/>
            </a:endParaRPr>
          </a:p>
        </p:txBody>
      </p:sp>
      <p:grpSp>
        <p:nvGrpSpPr>
          <p:cNvPr id="27" name="Group 26">
            <a:extLst>
              <a:ext uri="{FF2B5EF4-FFF2-40B4-BE49-F238E27FC236}">
                <a16:creationId xmlns:a16="http://schemas.microsoft.com/office/drawing/2014/main" id="{FBD79999-5379-0F7A-7FB4-5FB47A64A4D7}"/>
              </a:ext>
            </a:extLst>
          </p:cNvPr>
          <p:cNvGrpSpPr/>
          <p:nvPr/>
        </p:nvGrpSpPr>
        <p:grpSpPr>
          <a:xfrm>
            <a:off x="4276137" y="4791586"/>
            <a:ext cx="214308" cy="254870"/>
            <a:chOff x="4375829" y="4807144"/>
            <a:chExt cx="307553" cy="453635"/>
          </a:xfrm>
        </p:grpSpPr>
        <p:sp>
          <p:nvSpPr>
            <p:cNvPr id="3" name="Freeform: Shape 2">
              <a:extLst>
                <a:ext uri="{FF2B5EF4-FFF2-40B4-BE49-F238E27FC236}">
                  <a16:creationId xmlns:a16="http://schemas.microsoft.com/office/drawing/2014/main" id="{8C1E25F5-2EEA-E304-3289-3EB7A03E3B50}"/>
                </a:ext>
              </a:extLst>
            </p:cNvPr>
            <p:cNvSpPr/>
            <p:nvPr/>
          </p:nvSpPr>
          <p:spPr>
            <a:xfrm>
              <a:off x="4560691" y="4807144"/>
              <a:ext cx="87274" cy="87274"/>
            </a:xfrm>
            <a:custGeom>
              <a:avLst/>
              <a:gdLst>
                <a:gd name="csX0" fmla="*/ 43637 w 87274"/>
                <a:gd name="csY0" fmla="*/ 87275 h 87274"/>
                <a:gd name="csX1" fmla="*/ 87275 w 87274"/>
                <a:gd name="csY1" fmla="*/ 43637 h 87274"/>
                <a:gd name="csX2" fmla="*/ 43637 w 87274"/>
                <a:gd name="csY2" fmla="*/ 0 h 87274"/>
                <a:gd name="csX3" fmla="*/ 0 w 87274"/>
                <a:gd name="csY3" fmla="*/ 43637 h 87274"/>
                <a:gd name="csX4" fmla="*/ 43637 w 87274"/>
                <a:gd name="csY4" fmla="*/ 87275 h 87274"/>
                <a:gd name="csX5" fmla="*/ 43637 w 87274"/>
                <a:gd name="csY5" fmla="*/ 10909 h 87274"/>
                <a:gd name="csX6" fmla="*/ 76365 w 87274"/>
                <a:gd name="csY6" fmla="*/ 43637 h 87274"/>
                <a:gd name="csX7" fmla="*/ 43637 w 87274"/>
                <a:gd name="csY7" fmla="*/ 76365 h 87274"/>
                <a:gd name="csX8" fmla="*/ 10909 w 87274"/>
                <a:gd name="csY8" fmla="*/ 43637 h 87274"/>
                <a:gd name="csX9" fmla="*/ 43637 w 87274"/>
                <a:gd name="csY9" fmla="*/ 10887 h 872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87274" h="87274">
                  <a:moveTo>
                    <a:pt x="43637" y="87275"/>
                  </a:moveTo>
                  <a:cubicBezTo>
                    <a:pt x="67738" y="87275"/>
                    <a:pt x="87275" y="67738"/>
                    <a:pt x="87275" y="43637"/>
                  </a:cubicBezTo>
                  <a:cubicBezTo>
                    <a:pt x="87275" y="19537"/>
                    <a:pt x="67738" y="0"/>
                    <a:pt x="43637" y="0"/>
                  </a:cubicBezTo>
                  <a:cubicBezTo>
                    <a:pt x="19537" y="0"/>
                    <a:pt x="0" y="19537"/>
                    <a:pt x="0" y="43637"/>
                  </a:cubicBezTo>
                  <a:cubicBezTo>
                    <a:pt x="0" y="67738"/>
                    <a:pt x="19537" y="87275"/>
                    <a:pt x="43637" y="87275"/>
                  </a:cubicBezTo>
                  <a:close/>
                  <a:moveTo>
                    <a:pt x="43637" y="10909"/>
                  </a:moveTo>
                  <a:cubicBezTo>
                    <a:pt x="61712" y="10909"/>
                    <a:pt x="76365" y="25562"/>
                    <a:pt x="76365" y="43637"/>
                  </a:cubicBezTo>
                  <a:cubicBezTo>
                    <a:pt x="76365" y="61712"/>
                    <a:pt x="61712" y="76365"/>
                    <a:pt x="43637" y="76365"/>
                  </a:cubicBezTo>
                  <a:cubicBezTo>
                    <a:pt x="25562" y="76365"/>
                    <a:pt x="10909" y="61712"/>
                    <a:pt x="10909" y="43637"/>
                  </a:cubicBezTo>
                  <a:cubicBezTo>
                    <a:pt x="10921" y="25564"/>
                    <a:pt x="25564" y="10912"/>
                    <a:pt x="43637" y="10887"/>
                  </a:cubicBezTo>
                  <a:close/>
                </a:path>
              </a:pathLst>
            </a:custGeom>
            <a:solidFill>
              <a:srgbClr val="FFFFFF"/>
            </a:solidFill>
            <a:ln w="5358" cap="flat">
              <a:solidFill>
                <a:srgbClr val="FFFFFF"/>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4" name="Freeform: Shape 33">
              <a:extLst>
                <a:ext uri="{FF2B5EF4-FFF2-40B4-BE49-F238E27FC236}">
                  <a16:creationId xmlns:a16="http://schemas.microsoft.com/office/drawing/2014/main" id="{FACAE79A-9899-8B37-8F92-6F76924FB041}"/>
                </a:ext>
              </a:extLst>
            </p:cNvPr>
            <p:cNvSpPr/>
            <p:nvPr/>
          </p:nvSpPr>
          <p:spPr>
            <a:xfrm>
              <a:off x="4375829" y="5071382"/>
              <a:ext cx="134927" cy="189397"/>
            </a:xfrm>
            <a:custGeom>
              <a:avLst/>
              <a:gdLst>
                <a:gd name="csX0" fmla="*/ 115596 w 134927"/>
                <a:gd name="csY0" fmla="*/ 76092 h 189397"/>
                <a:gd name="csX1" fmla="*/ 112536 w 134927"/>
                <a:gd name="csY1" fmla="*/ 82518 h 189397"/>
                <a:gd name="csX2" fmla="*/ 38352 w 134927"/>
                <a:gd name="csY2" fmla="*/ 172580 h 189397"/>
                <a:gd name="csX3" fmla="*/ 26227 w 134927"/>
                <a:gd name="csY3" fmla="*/ 178476 h 189397"/>
                <a:gd name="csX4" fmla="*/ 16463 w 134927"/>
                <a:gd name="csY4" fmla="*/ 174953 h 189397"/>
                <a:gd name="csX5" fmla="*/ 14565 w 134927"/>
                <a:gd name="csY5" fmla="*/ 152981 h 189397"/>
                <a:gd name="csX6" fmla="*/ 85475 w 134927"/>
                <a:gd name="csY6" fmla="*/ 66683 h 189397"/>
                <a:gd name="csX7" fmla="*/ 86610 w 134927"/>
                <a:gd name="csY7" fmla="*/ 64316 h 189397"/>
                <a:gd name="csX8" fmla="*/ 97748 w 134927"/>
                <a:gd name="csY8" fmla="*/ 9889 h 189397"/>
                <a:gd name="csX9" fmla="*/ 88639 w 134927"/>
                <a:gd name="csY9" fmla="*/ 0 h 189397"/>
                <a:gd name="csX10" fmla="*/ 76202 w 134927"/>
                <a:gd name="csY10" fmla="*/ 60803 h 189397"/>
                <a:gd name="csX11" fmla="*/ 6137 w 134927"/>
                <a:gd name="csY11" fmla="*/ 146054 h 189397"/>
                <a:gd name="csX12" fmla="*/ 9448 w 134927"/>
                <a:gd name="csY12" fmla="*/ 183309 h 189397"/>
                <a:gd name="csX13" fmla="*/ 46491 w 134927"/>
                <a:gd name="csY13" fmla="*/ 179921 h 189397"/>
                <a:gd name="csX14" fmla="*/ 46867 w 134927"/>
                <a:gd name="csY14" fmla="*/ 179458 h 189397"/>
                <a:gd name="csX15" fmla="*/ 121050 w 134927"/>
                <a:gd name="csY15" fmla="*/ 89391 h 189397"/>
                <a:gd name="csX16" fmla="*/ 126363 w 134927"/>
                <a:gd name="csY16" fmla="*/ 78094 h 189397"/>
                <a:gd name="csX17" fmla="*/ 134927 w 134927"/>
                <a:gd name="csY17" fmla="*/ 36704 h 189397"/>
                <a:gd name="csX18" fmla="*/ 125229 w 134927"/>
                <a:gd name="csY18" fmla="*/ 29717 h 1893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134927" h="189397">
                  <a:moveTo>
                    <a:pt x="115596" y="76092"/>
                  </a:moveTo>
                  <a:cubicBezTo>
                    <a:pt x="115125" y="78455"/>
                    <a:pt x="114073" y="80663"/>
                    <a:pt x="112536" y="82518"/>
                  </a:cubicBezTo>
                  <a:lnTo>
                    <a:pt x="38352" y="172580"/>
                  </a:lnTo>
                  <a:cubicBezTo>
                    <a:pt x="35460" y="176340"/>
                    <a:pt x="30970" y="178523"/>
                    <a:pt x="26227" y="178476"/>
                  </a:cubicBezTo>
                  <a:cubicBezTo>
                    <a:pt x="22655" y="178511"/>
                    <a:pt x="19190" y="177261"/>
                    <a:pt x="16463" y="174953"/>
                  </a:cubicBezTo>
                  <a:cubicBezTo>
                    <a:pt x="9884" y="169403"/>
                    <a:pt x="9035" y="159577"/>
                    <a:pt x="14565" y="152981"/>
                  </a:cubicBezTo>
                  <a:lnTo>
                    <a:pt x="85475" y="66683"/>
                  </a:lnTo>
                  <a:cubicBezTo>
                    <a:pt x="86040" y="65998"/>
                    <a:pt x="86430" y="65185"/>
                    <a:pt x="86610" y="64316"/>
                  </a:cubicBezTo>
                  <a:lnTo>
                    <a:pt x="97748" y="9889"/>
                  </a:lnTo>
                  <a:cubicBezTo>
                    <a:pt x="94149" y="7160"/>
                    <a:pt x="91064" y="3811"/>
                    <a:pt x="88639" y="0"/>
                  </a:cubicBezTo>
                  <a:lnTo>
                    <a:pt x="76202" y="60803"/>
                  </a:lnTo>
                  <a:lnTo>
                    <a:pt x="6137" y="146054"/>
                  </a:lnTo>
                  <a:cubicBezTo>
                    <a:pt x="-3198" y="157268"/>
                    <a:pt x="-1718" y="173917"/>
                    <a:pt x="9448" y="183309"/>
                  </a:cubicBezTo>
                  <a:cubicBezTo>
                    <a:pt x="20613" y="192603"/>
                    <a:pt x="37197" y="191086"/>
                    <a:pt x="46491" y="179921"/>
                  </a:cubicBezTo>
                  <a:cubicBezTo>
                    <a:pt x="46618" y="179768"/>
                    <a:pt x="46743" y="179614"/>
                    <a:pt x="46867" y="179458"/>
                  </a:cubicBezTo>
                  <a:lnTo>
                    <a:pt x="121050" y="89391"/>
                  </a:lnTo>
                  <a:cubicBezTo>
                    <a:pt x="123730" y="86124"/>
                    <a:pt x="125556" y="82242"/>
                    <a:pt x="126363" y="78094"/>
                  </a:cubicBezTo>
                  <a:lnTo>
                    <a:pt x="134927" y="36704"/>
                  </a:lnTo>
                  <a:lnTo>
                    <a:pt x="125229" y="29717"/>
                  </a:lnTo>
                  <a:close/>
                </a:path>
              </a:pathLst>
            </a:custGeom>
            <a:solidFill>
              <a:srgbClr val="FFFFFF"/>
            </a:solidFill>
            <a:ln w="5358" cap="flat">
              <a:solidFill>
                <a:srgbClr val="FFFFFF"/>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5" name="Freeform: Shape 34">
              <a:extLst>
                <a:ext uri="{FF2B5EF4-FFF2-40B4-BE49-F238E27FC236}">
                  <a16:creationId xmlns:a16="http://schemas.microsoft.com/office/drawing/2014/main" id="{39DECE3E-5FBA-6A2D-BEA6-739042CF06E7}"/>
                </a:ext>
              </a:extLst>
            </p:cNvPr>
            <p:cNvSpPr/>
            <p:nvPr/>
          </p:nvSpPr>
          <p:spPr>
            <a:xfrm>
              <a:off x="4403546" y="4889851"/>
              <a:ext cx="279836" cy="370912"/>
            </a:xfrm>
            <a:custGeom>
              <a:avLst/>
              <a:gdLst>
                <a:gd name="csX0" fmla="*/ 261696 w 279836"/>
                <a:gd name="csY0" fmla="*/ 112513 h 370912"/>
                <a:gd name="csX1" fmla="*/ 209517 w 279836"/>
                <a:gd name="csY1" fmla="*/ 95282 h 370912"/>
                <a:gd name="csX2" fmla="*/ 178998 w 279836"/>
                <a:gd name="csY2" fmla="*/ 25026 h 370912"/>
                <a:gd name="csX3" fmla="*/ 137189 w 279836"/>
                <a:gd name="csY3" fmla="*/ 0 h 370912"/>
                <a:gd name="csX4" fmla="*/ 117192 w 279836"/>
                <a:gd name="csY4" fmla="*/ 4615 h 370912"/>
                <a:gd name="csX5" fmla="*/ 43058 w 279836"/>
                <a:gd name="csY5" fmla="*/ 33748 h 370912"/>
                <a:gd name="csX6" fmla="*/ 28423 w 279836"/>
                <a:gd name="csY6" fmla="*/ 48356 h 370912"/>
                <a:gd name="csX7" fmla="*/ 1913 w 279836"/>
                <a:gd name="csY7" fmla="*/ 111962 h 370912"/>
                <a:gd name="csX8" fmla="*/ 2268 w 279836"/>
                <a:gd name="csY8" fmla="*/ 132832 h 370912"/>
                <a:gd name="csX9" fmla="*/ 16602 w 279836"/>
                <a:gd name="csY9" fmla="*/ 146583 h 370912"/>
                <a:gd name="csX10" fmla="*/ 26563 w 279836"/>
                <a:gd name="csY10" fmla="*/ 148558 h 370912"/>
                <a:gd name="csX11" fmla="*/ 51223 w 279836"/>
                <a:gd name="csY11" fmla="*/ 131866 h 370912"/>
                <a:gd name="csX12" fmla="*/ 72060 w 279836"/>
                <a:gd name="csY12" fmla="*/ 79049 h 370912"/>
                <a:gd name="csX13" fmla="*/ 82669 w 279836"/>
                <a:gd name="csY13" fmla="*/ 75007 h 370912"/>
                <a:gd name="csX14" fmla="*/ 82736 w 279836"/>
                <a:gd name="csY14" fmla="*/ 75024 h 370912"/>
                <a:gd name="csX15" fmla="*/ 82740 w 279836"/>
                <a:gd name="csY15" fmla="*/ 75067 h 370912"/>
                <a:gd name="csX16" fmla="*/ 67276 w 279836"/>
                <a:gd name="csY16" fmla="*/ 150549 h 370912"/>
                <a:gd name="csX17" fmla="*/ 77062 w 279836"/>
                <a:gd name="csY17" fmla="*/ 183118 h 370912"/>
                <a:gd name="csX18" fmla="*/ 77062 w 279836"/>
                <a:gd name="csY18" fmla="*/ 183118 h 370912"/>
                <a:gd name="csX19" fmla="*/ 157698 w 279836"/>
                <a:gd name="csY19" fmla="*/ 241189 h 370912"/>
                <a:gd name="csX20" fmla="*/ 157698 w 279836"/>
                <a:gd name="csY20" fmla="*/ 343098 h 370912"/>
                <a:gd name="csX21" fmla="*/ 181660 w 279836"/>
                <a:gd name="csY21" fmla="*/ 370780 h 370912"/>
                <a:gd name="csX22" fmla="*/ 210822 w 279836"/>
                <a:gd name="csY22" fmla="*/ 346877 h 370912"/>
                <a:gd name="csX23" fmla="*/ 210952 w 279836"/>
                <a:gd name="csY23" fmla="*/ 344282 h 370912"/>
                <a:gd name="csX24" fmla="*/ 210952 w 279836"/>
                <a:gd name="csY24" fmla="*/ 227814 h 370912"/>
                <a:gd name="csX25" fmla="*/ 200244 w 279836"/>
                <a:gd name="csY25" fmla="*/ 206470 h 370912"/>
                <a:gd name="csX26" fmla="*/ 151698 w 279836"/>
                <a:gd name="csY26" fmla="*/ 170938 h 370912"/>
                <a:gd name="csX27" fmla="*/ 157649 w 279836"/>
                <a:gd name="csY27" fmla="*/ 141199 h 370912"/>
                <a:gd name="csX28" fmla="*/ 159880 w 279836"/>
                <a:gd name="csY28" fmla="*/ 129417 h 370912"/>
                <a:gd name="csX29" fmla="*/ 169153 w 279836"/>
                <a:gd name="csY29" fmla="*/ 81051 h 370912"/>
                <a:gd name="csX30" fmla="*/ 165020 w 279836"/>
                <a:gd name="csY30" fmla="*/ 74537 h 370912"/>
                <a:gd name="csX31" fmla="*/ 158506 w 279836"/>
                <a:gd name="csY31" fmla="*/ 78669 h 370912"/>
                <a:gd name="csX32" fmla="*/ 158440 w 279836"/>
                <a:gd name="csY32" fmla="*/ 79022 h 370912"/>
                <a:gd name="csX33" fmla="*/ 149292 w 279836"/>
                <a:gd name="csY33" fmla="*/ 127323 h 370912"/>
                <a:gd name="csX34" fmla="*/ 140314 w 279836"/>
                <a:gd name="csY34" fmla="*/ 172214 h 370912"/>
                <a:gd name="csX35" fmla="*/ 142441 w 279836"/>
                <a:gd name="csY35" fmla="*/ 177669 h 370912"/>
                <a:gd name="csX36" fmla="*/ 193879 w 279836"/>
                <a:gd name="csY36" fmla="*/ 215306 h 370912"/>
                <a:gd name="csX37" fmla="*/ 200021 w 279836"/>
                <a:gd name="csY37" fmla="*/ 227781 h 370912"/>
                <a:gd name="csX38" fmla="*/ 200021 w 279836"/>
                <a:gd name="csY38" fmla="*/ 343643 h 370912"/>
                <a:gd name="csX39" fmla="*/ 187431 w 279836"/>
                <a:gd name="csY39" fmla="*/ 359680 h 370912"/>
                <a:gd name="csX40" fmla="*/ 168912 w 279836"/>
                <a:gd name="csY40" fmla="*/ 347325 h 370912"/>
                <a:gd name="csX41" fmla="*/ 168607 w 279836"/>
                <a:gd name="csY41" fmla="*/ 344287 h 370912"/>
                <a:gd name="csX42" fmla="*/ 168607 w 279836"/>
                <a:gd name="csY42" fmla="*/ 238401 h 370912"/>
                <a:gd name="csX43" fmla="*/ 166349 w 279836"/>
                <a:gd name="csY43" fmla="*/ 233983 h 370912"/>
                <a:gd name="csX44" fmla="*/ 83438 w 279836"/>
                <a:gd name="csY44" fmla="*/ 174238 h 370912"/>
                <a:gd name="csX45" fmla="*/ 76969 w 279836"/>
                <a:gd name="csY45" fmla="*/ 157683 h 370912"/>
                <a:gd name="csX46" fmla="*/ 95444 w 279836"/>
                <a:gd name="csY46" fmla="*/ 67430 h 370912"/>
                <a:gd name="csX47" fmla="*/ 91195 w 279836"/>
                <a:gd name="csY47" fmla="*/ 60992 h 370912"/>
                <a:gd name="csX48" fmla="*/ 88157 w 279836"/>
                <a:gd name="csY48" fmla="*/ 61239 h 370912"/>
                <a:gd name="csX49" fmla="*/ 65907 w 279836"/>
                <a:gd name="csY49" fmla="*/ 69711 h 370912"/>
                <a:gd name="csX50" fmla="*/ 62776 w 279836"/>
                <a:gd name="csY50" fmla="*/ 72809 h 370912"/>
                <a:gd name="csX51" fmla="*/ 41039 w 279836"/>
                <a:gd name="csY51" fmla="*/ 127955 h 370912"/>
                <a:gd name="csX52" fmla="*/ 26563 w 279836"/>
                <a:gd name="csY52" fmla="*/ 137648 h 370912"/>
                <a:gd name="csX53" fmla="*/ 20563 w 279836"/>
                <a:gd name="csY53" fmla="*/ 136421 h 370912"/>
                <a:gd name="csX54" fmla="*/ 12250 w 279836"/>
                <a:gd name="csY54" fmla="*/ 128452 h 370912"/>
                <a:gd name="csX55" fmla="*/ 12010 w 279836"/>
                <a:gd name="csY55" fmla="*/ 116086 h 370912"/>
                <a:gd name="csX56" fmla="*/ 38503 w 279836"/>
                <a:gd name="csY56" fmla="*/ 52485 h 370912"/>
                <a:gd name="csX57" fmla="*/ 47078 w 279836"/>
                <a:gd name="csY57" fmla="*/ 43883 h 370912"/>
                <a:gd name="csX58" fmla="*/ 121626 w 279836"/>
                <a:gd name="csY58" fmla="*/ 14569 h 370912"/>
                <a:gd name="csX59" fmla="*/ 137189 w 279836"/>
                <a:gd name="csY59" fmla="*/ 10909 h 370912"/>
                <a:gd name="csX60" fmla="*/ 169371 w 279836"/>
                <a:gd name="csY60" fmla="*/ 30104 h 370912"/>
                <a:gd name="csX61" fmla="*/ 200506 w 279836"/>
                <a:gd name="csY61" fmla="*/ 101898 h 370912"/>
                <a:gd name="csX62" fmla="*/ 203779 w 279836"/>
                <a:gd name="csY62" fmla="*/ 104871 h 370912"/>
                <a:gd name="csX63" fmla="*/ 258282 w 279836"/>
                <a:gd name="csY63" fmla="*/ 122872 h 370912"/>
                <a:gd name="csX64" fmla="*/ 268133 w 279836"/>
                <a:gd name="csY64" fmla="*/ 142781 h 370912"/>
                <a:gd name="csX65" fmla="*/ 253127 w 279836"/>
                <a:gd name="csY65" fmla="*/ 153538 h 370912"/>
                <a:gd name="csX66" fmla="*/ 247951 w 279836"/>
                <a:gd name="csY66" fmla="*/ 152730 h 370912"/>
                <a:gd name="csX67" fmla="*/ 184573 w 279836"/>
                <a:gd name="csY67" fmla="*/ 131626 h 370912"/>
                <a:gd name="csX68" fmla="*/ 175011 w 279836"/>
                <a:gd name="csY68" fmla="*/ 122943 h 370912"/>
                <a:gd name="csX69" fmla="*/ 173053 w 279836"/>
                <a:gd name="csY69" fmla="*/ 118415 h 370912"/>
                <a:gd name="csX70" fmla="*/ 170015 w 279836"/>
                <a:gd name="csY70" fmla="*/ 134474 h 370912"/>
                <a:gd name="csX71" fmla="*/ 180979 w 279836"/>
                <a:gd name="csY71" fmla="*/ 141930 h 370912"/>
                <a:gd name="csX72" fmla="*/ 244945 w 279836"/>
                <a:gd name="csY72" fmla="*/ 163203 h 370912"/>
                <a:gd name="csX73" fmla="*/ 253127 w 279836"/>
                <a:gd name="csY73" fmla="*/ 164414 h 370912"/>
                <a:gd name="csX74" fmla="*/ 278420 w 279836"/>
                <a:gd name="csY74" fmla="*/ 146414 h 370912"/>
                <a:gd name="csX75" fmla="*/ 261696 w 279836"/>
                <a:gd name="csY75" fmla="*/ 112513 h 3709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Lst>
              <a:rect l="l" t="t" r="r" b="b"/>
              <a:pathLst>
                <a:path w="279836" h="370912">
                  <a:moveTo>
                    <a:pt x="261696" y="112513"/>
                  </a:moveTo>
                  <a:lnTo>
                    <a:pt x="209517" y="95282"/>
                  </a:lnTo>
                  <a:cubicBezTo>
                    <a:pt x="202808" y="79774"/>
                    <a:pt x="180122" y="27273"/>
                    <a:pt x="178998" y="25026"/>
                  </a:cubicBezTo>
                  <a:cubicBezTo>
                    <a:pt x="170609" y="9740"/>
                    <a:pt x="154624" y="172"/>
                    <a:pt x="137189" y="0"/>
                  </a:cubicBezTo>
                  <a:cubicBezTo>
                    <a:pt x="130259" y="5"/>
                    <a:pt x="123422" y="1583"/>
                    <a:pt x="117192" y="4615"/>
                  </a:cubicBezTo>
                  <a:lnTo>
                    <a:pt x="43058" y="33748"/>
                  </a:lnTo>
                  <a:cubicBezTo>
                    <a:pt x="36397" y="36426"/>
                    <a:pt x="31113" y="41700"/>
                    <a:pt x="28423" y="48356"/>
                  </a:cubicBezTo>
                  <a:lnTo>
                    <a:pt x="1913" y="111962"/>
                  </a:lnTo>
                  <a:cubicBezTo>
                    <a:pt x="-755" y="118688"/>
                    <a:pt x="-628" y="126201"/>
                    <a:pt x="2268" y="132832"/>
                  </a:cubicBezTo>
                  <a:cubicBezTo>
                    <a:pt x="4995" y="139161"/>
                    <a:pt x="10165" y="144120"/>
                    <a:pt x="16602" y="146583"/>
                  </a:cubicBezTo>
                  <a:cubicBezTo>
                    <a:pt x="19767" y="147869"/>
                    <a:pt x="23147" y="148540"/>
                    <a:pt x="26563" y="148558"/>
                  </a:cubicBezTo>
                  <a:cubicBezTo>
                    <a:pt x="37474" y="148730"/>
                    <a:pt x="47329" y="142061"/>
                    <a:pt x="51223" y="131866"/>
                  </a:cubicBezTo>
                  <a:lnTo>
                    <a:pt x="72060" y="79049"/>
                  </a:lnTo>
                  <a:lnTo>
                    <a:pt x="82669" y="75007"/>
                  </a:lnTo>
                  <a:cubicBezTo>
                    <a:pt x="82693" y="74993"/>
                    <a:pt x="82723" y="75000"/>
                    <a:pt x="82736" y="75024"/>
                  </a:cubicBezTo>
                  <a:cubicBezTo>
                    <a:pt x="82745" y="75037"/>
                    <a:pt x="82746" y="75053"/>
                    <a:pt x="82740" y="75067"/>
                  </a:cubicBezTo>
                  <a:lnTo>
                    <a:pt x="67276" y="150549"/>
                  </a:lnTo>
                  <a:cubicBezTo>
                    <a:pt x="65557" y="162319"/>
                    <a:pt x="69141" y="174245"/>
                    <a:pt x="77062" y="183118"/>
                  </a:cubicBezTo>
                  <a:lnTo>
                    <a:pt x="77062" y="183118"/>
                  </a:lnTo>
                  <a:lnTo>
                    <a:pt x="157698" y="241189"/>
                  </a:lnTo>
                  <a:lnTo>
                    <a:pt x="157698" y="343098"/>
                  </a:lnTo>
                  <a:cubicBezTo>
                    <a:pt x="157458" y="357086"/>
                    <a:pt x="167783" y="369013"/>
                    <a:pt x="181660" y="370780"/>
                  </a:cubicBezTo>
                  <a:cubicBezTo>
                    <a:pt x="196314" y="372232"/>
                    <a:pt x="209370" y="361530"/>
                    <a:pt x="210822" y="346877"/>
                  </a:cubicBezTo>
                  <a:cubicBezTo>
                    <a:pt x="210908" y="346014"/>
                    <a:pt x="210951" y="345148"/>
                    <a:pt x="210952" y="344282"/>
                  </a:cubicBezTo>
                  <a:lnTo>
                    <a:pt x="210952" y="227814"/>
                  </a:lnTo>
                  <a:cubicBezTo>
                    <a:pt x="211059" y="219382"/>
                    <a:pt x="207067" y="211424"/>
                    <a:pt x="200244" y="206470"/>
                  </a:cubicBezTo>
                  <a:lnTo>
                    <a:pt x="151698" y="170938"/>
                  </a:lnTo>
                  <a:lnTo>
                    <a:pt x="157649" y="141199"/>
                  </a:lnTo>
                  <a:lnTo>
                    <a:pt x="159880" y="129417"/>
                  </a:lnTo>
                  <a:lnTo>
                    <a:pt x="169153" y="81051"/>
                  </a:lnTo>
                  <a:cubicBezTo>
                    <a:pt x="169811" y="78111"/>
                    <a:pt x="167960" y="75195"/>
                    <a:pt x="165020" y="74537"/>
                  </a:cubicBezTo>
                  <a:cubicBezTo>
                    <a:pt x="162080" y="73880"/>
                    <a:pt x="159164" y="75730"/>
                    <a:pt x="158506" y="78669"/>
                  </a:cubicBezTo>
                  <a:cubicBezTo>
                    <a:pt x="158481" y="78786"/>
                    <a:pt x="158458" y="78903"/>
                    <a:pt x="158440" y="79022"/>
                  </a:cubicBezTo>
                  <a:lnTo>
                    <a:pt x="149292" y="127323"/>
                  </a:lnTo>
                  <a:lnTo>
                    <a:pt x="140314" y="172214"/>
                  </a:lnTo>
                  <a:cubicBezTo>
                    <a:pt x="139904" y="174292"/>
                    <a:pt x="140734" y="176418"/>
                    <a:pt x="142441" y="177669"/>
                  </a:cubicBezTo>
                  <a:lnTo>
                    <a:pt x="193879" y="215306"/>
                  </a:lnTo>
                  <a:cubicBezTo>
                    <a:pt x="197833" y="218218"/>
                    <a:pt x="200124" y="222871"/>
                    <a:pt x="200021" y="227781"/>
                  </a:cubicBezTo>
                  <a:lnTo>
                    <a:pt x="200021" y="343643"/>
                  </a:lnTo>
                  <a:cubicBezTo>
                    <a:pt x="200159" y="351298"/>
                    <a:pt x="194900" y="357997"/>
                    <a:pt x="187431" y="359680"/>
                  </a:cubicBezTo>
                  <a:cubicBezTo>
                    <a:pt x="178906" y="361382"/>
                    <a:pt x="170614" y="355850"/>
                    <a:pt x="168912" y="347325"/>
                  </a:cubicBezTo>
                  <a:cubicBezTo>
                    <a:pt x="168712" y="346324"/>
                    <a:pt x="168610" y="345307"/>
                    <a:pt x="168607" y="344287"/>
                  </a:cubicBezTo>
                  <a:lnTo>
                    <a:pt x="168607" y="238401"/>
                  </a:lnTo>
                  <a:cubicBezTo>
                    <a:pt x="168607" y="236651"/>
                    <a:pt x="167767" y="235008"/>
                    <a:pt x="166349" y="233983"/>
                  </a:cubicBezTo>
                  <a:lnTo>
                    <a:pt x="83438" y="174238"/>
                  </a:lnTo>
                  <a:cubicBezTo>
                    <a:pt x="78212" y="170474"/>
                    <a:pt x="75680" y="163994"/>
                    <a:pt x="76969" y="157683"/>
                  </a:cubicBezTo>
                  <a:lnTo>
                    <a:pt x="95444" y="67430"/>
                  </a:lnTo>
                  <a:cubicBezTo>
                    <a:pt x="96048" y="64479"/>
                    <a:pt x="94146" y="61597"/>
                    <a:pt x="91195" y="60992"/>
                  </a:cubicBezTo>
                  <a:cubicBezTo>
                    <a:pt x="90179" y="60785"/>
                    <a:pt x="89125" y="60870"/>
                    <a:pt x="88157" y="61239"/>
                  </a:cubicBezTo>
                  <a:lnTo>
                    <a:pt x="65907" y="69711"/>
                  </a:lnTo>
                  <a:cubicBezTo>
                    <a:pt x="64474" y="70257"/>
                    <a:pt x="63338" y="71382"/>
                    <a:pt x="62776" y="72809"/>
                  </a:cubicBezTo>
                  <a:lnTo>
                    <a:pt x="41039" y="127955"/>
                  </a:lnTo>
                  <a:cubicBezTo>
                    <a:pt x="38779" y="133947"/>
                    <a:pt x="32963" y="137841"/>
                    <a:pt x="26563" y="137648"/>
                  </a:cubicBezTo>
                  <a:cubicBezTo>
                    <a:pt x="24502" y="137629"/>
                    <a:pt x="22465" y="137212"/>
                    <a:pt x="20563" y="136421"/>
                  </a:cubicBezTo>
                  <a:cubicBezTo>
                    <a:pt x="16830" y="134995"/>
                    <a:pt x="13832" y="132121"/>
                    <a:pt x="12250" y="128452"/>
                  </a:cubicBezTo>
                  <a:cubicBezTo>
                    <a:pt x="10532" y="124525"/>
                    <a:pt x="10446" y="120077"/>
                    <a:pt x="12010" y="116086"/>
                  </a:cubicBezTo>
                  <a:lnTo>
                    <a:pt x="38503" y="52485"/>
                  </a:lnTo>
                  <a:cubicBezTo>
                    <a:pt x="40073" y="48571"/>
                    <a:pt x="43169" y="45466"/>
                    <a:pt x="47078" y="43883"/>
                  </a:cubicBezTo>
                  <a:lnTo>
                    <a:pt x="121626" y="14569"/>
                  </a:lnTo>
                  <a:cubicBezTo>
                    <a:pt x="126467" y="12179"/>
                    <a:pt x="131790" y="10927"/>
                    <a:pt x="137189" y="10909"/>
                  </a:cubicBezTo>
                  <a:cubicBezTo>
                    <a:pt x="150590" y="11045"/>
                    <a:pt x="162883" y="18377"/>
                    <a:pt x="169371" y="30104"/>
                  </a:cubicBezTo>
                  <a:cubicBezTo>
                    <a:pt x="170380" y="32210"/>
                    <a:pt x="188555" y="74211"/>
                    <a:pt x="200506" y="101898"/>
                  </a:cubicBezTo>
                  <a:cubicBezTo>
                    <a:pt x="201117" y="103315"/>
                    <a:pt x="202310" y="104399"/>
                    <a:pt x="203779" y="104871"/>
                  </a:cubicBezTo>
                  <a:lnTo>
                    <a:pt x="258282" y="122872"/>
                  </a:lnTo>
                  <a:cubicBezTo>
                    <a:pt x="266457" y="125699"/>
                    <a:pt x="270845" y="134567"/>
                    <a:pt x="268133" y="142781"/>
                  </a:cubicBezTo>
                  <a:cubicBezTo>
                    <a:pt x="265842" y="149128"/>
                    <a:pt x="259874" y="153406"/>
                    <a:pt x="253127" y="153538"/>
                  </a:cubicBezTo>
                  <a:cubicBezTo>
                    <a:pt x="251375" y="153485"/>
                    <a:pt x="249636" y="153214"/>
                    <a:pt x="247951" y="152730"/>
                  </a:cubicBezTo>
                  <a:lnTo>
                    <a:pt x="184573" y="131626"/>
                  </a:lnTo>
                  <a:cubicBezTo>
                    <a:pt x="180398" y="130052"/>
                    <a:pt x="176979" y="126947"/>
                    <a:pt x="175011" y="122943"/>
                  </a:cubicBezTo>
                  <a:lnTo>
                    <a:pt x="173053" y="118415"/>
                  </a:lnTo>
                  <a:lnTo>
                    <a:pt x="170015" y="134474"/>
                  </a:lnTo>
                  <a:cubicBezTo>
                    <a:pt x="173010" y="137811"/>
                    <a:pt x="176773" y="140371"/>
                    <a:pt x="180979" y="141930"/>
                  </a:cubicBezTo>
                  <a:lnTo>
                    <a:pt x="244945" y="163203"/>
                  </a:lnTo>
                  <a:cubicBezTo>
                    <a:pt x="247608" y="163961"/>
                    <a:pt x="250359" y="164368"/>
                    <a:pt x="253127" y="164414"/>
                  </a:cubicBezTo>
                  <a:cubicBezTo>
                    <a:pt x="264479" y="164250"/>
                    <a:pt x="274547" y="157085"/>
                    <a:pt x="278420" y="146414"/>
                  </a:cubicBezTo>
                  <a:cubicBezTo>
                    <a:pt x="283145" y="132435"/>
                    <a:pt x="275664" y="117270"/>
                    <a:pt x="261696" y="112513"/>
                  </a:cubicBezTo>
                  <a:close/>
                </a:path>
              </a:pathLst>
            </a:custGeom>
            <a:solidFill>
              <a:srgbClr val="FFFFFF"/>
            </a:solidFill>
            <a:ln w="5358" cap="flat">
              <a:solidFill>
                <a:srgbClr val="FFFFFF"/>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grpSp>
      <p:sp>
        <p:nvSpPr>
          <p:cNvPr id="38" name="TextBox 112">
            <a:extLst>
              <a:ext uri="{FF2B5EF4-FFF2-40B4-BE49-F238E27FC236}">
                <a16:creationId xmlns:a16="http://schemas.microsoft.com/office/drawing/2014/main" id="{753F48AF-4B9F-8B6A-707B-4BC10326C5B4}"/>
              </a:ext>
            </a:extLst>
          </p:cNvPr>
          <p:cNvSpPr txBox="1"/>
          <p:nvPr/>
        </p:nvSpPr>
        <p:spPr>
          <a:xfrm>
            <a:off x="4028862" y="5115869"/>
            <a:ext cx="728196" cy="123111"/>
          </a:xfrm>
          <a:prstGeom prst="rect">
            <a:avLst/>
          </a:prstGeom>
          <a:noFill/>
          <a:ln>
            <a:noFill/>
          </a:ln>
        </p:spPr>
        <p:txBody>
          <a:bodyPr wrap="square" lIns="0" tIns="0" rIns="0" bIns="0" rtlCol="0">
            <a:spAutoFit/>
          </a:bodyPr>
          <a:lstStyle/>
          <a:p>
            <a:pPr marL="0" marR="0" lvl="0" indent="0" algn="ctr" defTabSz="1219050" rtl="0" eaLnBrk="1" fontAlgn="auto" latinLnBrk="0" hangingPunct="1">
              <a:lnSpc>
                <a:spcPct val="100000"/>
              </a:lnSpc>
              <a:spcBef>
                <a:spcPts val="60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BISansOpti"/>
                <a:ea typeface="+mn-ea"/>
                <a:cs typeface="+mn-cs"/>
              </a:rPr>
              <a:t>CS - </a:t>
            </a:r>
            <a:r>
              <a:rPr kumimoji="0" lang="en-US" altLang="zh-CN" sz="800" b="1" i="0" u="none" strike="noStrike" kern="1200" cap="none" spc="0" normalizeH="0" baseline="0" noProof="0" err="1">
                <a:ln>
                  <a:noFill/>
                </a:ln>
                <a:solidFill>
                  <a:srgbClr val="FFFFFF"/>
                </a:solidFill>
                <a:effectLst/>
                <a:uLnTx/>
                <a:uFillTx/>
                <a:latin typeface="BISansOpti"/>
                <a:ea typeface="+mn-ea"/>
                <a:cs typeface="+mn-cs"/>
              </a:rPr>
              <a:t>FiH</a:t>
            </a:r>
            <a:endParaRPr kumimoji="0" lang="en-US" sz="800" b="1" i="0" u="none" strike="noStrike" kern="1200" cap="none" spc="0" normalizeH="0" baseline="0" noProof="0">
              <a:ln>
                <a:noFill/>
              </a:ln>
              <a:solidFill>
                <a:srgbClr val="FFFFFF"/>
              </a:solidFill>
              <a:effectLst/>
              <a:uLnTx/>
              <a:uFillTx/>
              <a:latin typeface="BISansOpti"/>
              <a:ea typeface="+mn-ea"/>
              <a:cs typeface="+mn-cs"/>
            </a:endParaRPr>
          </a:p>
        </p:txBody>
      </p:sp>
      <p:sp>
        <p:nvSpPr>
          <p:cNvPr id="64" name="Oval 10">
            <a:extLst>
              <a:ext uri="{FF2B5EF4-FFF2-40B4-BE49-F238E27FC236}">
                <a16:creationId xmlns:a16="http://schemas.microsoft.com/office/drawing/2014/main" id="{68D77339-D58C-68F0-0232-1BAB19502FC3}"/>
              </a:ext>
            </a:extLst>
          </p:cNvPr>
          <p:cNvSpPr>
            <a:spLocks noChangeAspect="1"/>
          </p:cNvSpPr>
          <p:nvPr/>
        </p:nvSpPr>
        <p:spPr>
          <a:xfrm>
            <a:off x="1733308" y="4737218"/>
            <a:ext cx="637171" cy="637171"/>
          </a:xfrm>
          <a:prstGeom prst="ellipse">
            <a:avLst/>
          </a:prstGeom>
          <a:solidFill>
            <a:srgbClr val="EE6541"/>
          </a:solidFill>
          <a:ln w="38100" cap="flat" cmpd="sng" algn="ctr">
            <a:solidFill>
              <a:sysClr val="window" lastClr="FFFFFF"/>
            </a:solidFill>
            <a:prstDash val="solid"/>
            <a:miter lim="800000"/>
          </a:ln>
          <a:effectLst>
            <a:outerShdw blurRad="63500" sx="102000" sy="102000" algn="ctr" rotWithShape="0">
              <a:prstClr val="black">
                <a:alpha val="10000"/>
              </a:prstClr>
            </a:outerShdw>
          </a:effectLst>
        </p:spPr>
        <p:txBody>
          <a:bodyPr lIns="72000" tIns="72000" rIns="72000" bIns="72000" rtlCol="0" anchor="ctr"/>
          <a:lstStyle/>
          <a:p>
            <a:pPr marL="0" marR="0" lvl="0" indent="0" algn="ctr" defTabSz="914332" rtl="0" eaLnBrk="1" fontAlgn="auto" latinLnBrk="0" hangingPunct="1">
              <a:lnSpc>
                <a:spcPct val="100000"/>
              </a:lnSpc>
              <a:spcBef>
                <a:spcPts val="0"/>
              </a:spcBef>
              <a:spcAft>
                <a:spcPts val="0"/>
              </a:spcAft>
              <a:buClrTx/>
              <a:buSzTx/>
              <a:buFontTx/>
              <a:buNone/>
              <a:tabLst/>
              <a:defRPr/>
            </a:pPr>
            <a:endParaRPr kumimoji="0" lang="en-US" sz="1333" b="0" i="0" u="none" strike="noStrike" kern="0" cap="none" spc="0" normalizeH="0" baseline="0" noProof="0">
              <a:ln>
                <a:noFill/>
              </a:ln>
              <a:solidFill>
                <a:srgbClr val="FFFFFF"/>
              </a:solidFill>
              <a:effectLst/>
              <a:uLnTx/>
              <a:uFillTx/>
              <a:latin typeface="Arial" panose="020B0604020202020204" pitchFamily="34" charset="0"/>
              <a:ea typeface="+mn-ea"/>
              <a:cs typeface="+mn-cs"/>
              <a:sym typeface="Helvetica Neue Medium"/>
            </a:endParaRPr>
          </a:p>
        </p:txBody>
      </p:sp>
      <p:sp>
        <p:nvSpPr>
          <p:cNvPr id="28" name="Freeform: Shape 27">
            <a:extLst>
              <a:ext uri="{FF2B5EF4-FFF2-40B4-BE49-F238E27FC236}">
                <a16:creationId xmlns:a16="http://schemas.microsoft.com/office/drawing/2014/main" id="{80BEF811-2AEA-6E81-35CD-27431271253E}"/>
              </a:ext>
            </a:extLst>
          </p:cNvPr>
          <p:cNvSpPr/>
          <p:nvPr/>
        </p:nvSpPr>
        <p:spPr>
          <a:xfrm>
            <a:off x="1907053" y="4785409"/>
            <a:ext cx="289682" cy="254868"/>
          </a:xfrm>
          <a:custGeom>
            <a:avLst/>
            <a:gdLst>
              <a:gd name="csX0" fmla="*/ 230572 w 415721"/>
              <a:gd name="csY0" fmla="*/ 13113 h 366934"/>
              <a:gd name="csX1" fmla="*/ 412169 w 415721"/>
              <a:gd name="csY1" fmla="*/ 327641 h 366934"/>
              <a:gd name="csX2" fmla="*/ 389458 w 415721"/>
              <a:gd name="csY2" fmla="*/ 366935 h 366934"/>
              <a:gd name="csX3" fmla="*/ 26263 w 415721"/>
              <a:gd name="csY3" fmla="*/ 366935 h 366934"/>
              <a:gd name="csX4" fmla="*/ 3553 w 415721"/>
              <a:gd name="csY4" fmla="*/ 327641 h 366934"/>
              <a:gd name="csX5" fmla="*/ 185240 w 415721"/>
              <a:gd name="csY5" fmla="*/ 13113 h 366934"/>
              <a:gd name="csX6" fmla="*/ 230662 w 415721"/>
              <a:gd name="csY6" fmla="*/ 13113 h 36693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15721" h="366934">
                <a:moveTo>
                  <a:pt x="230572" y="13113"/>
                </a:moveTo>
                <a:lnTo>
                  <a:pt x="412169" y="327641"/>
                </a:lnTo>
                <a:cubicBezTo>
                  <a:pt x="422263" y="345125"/>
                  <a:pt x="409645" y="366935"/>
                  <a:pt x="389458" y="366935"/>
                </a:cubicBezTo>
                <a:lnTo>
                  <a:pt x="26263" y="366935"/>
                </a:lnTo>
                <a:cubicBezTo>
                  <a:pt x="6076" y="366935"/>
                  <a:pt x="-6541" y="345125"/>
                  <a:pt x="3553" y="327641"/>
                </a:cubicBezTo>
                <a:lnTo>
                  <a:pt x="185240" y="13113"/>
                </a:lnTo>
                <a:cubicBezTo>
                  <a:pt x="195334" y="-4371"/>
                  <a:pt x="220568" y="-4371"/>
                  <a:pt x="230662" y="13113"/>
                </a:cubicBezTo>
                <a:close/>
              </a:path>
            </a:pathLst>
          </a:custGeom>
          <a:noFill/>
          <a:ln w="17859" cap="flat">
            <a:solidFill>
              <a:srgbClr val="FFFFFF"/>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66" name="TextBox 81">
            <a:extLst>
              <a:ext uri="{FF2B5EF4-FFF2-40B4-BE49-F238E27FC236}">
                <a16:creationId xmlns:a16="http://schemas.microsoft.com/office/drawing/2014/main" id="{029A1B86-6130-382E-B3EC-E0FD4B8FAA8F}"/>
              </a:ext>
            </a:extLst>
          </p:cNvPr>
          <p:cNvSpPr txBox="1"/>
          <p:nvPr/>
        </p:nvSpPr>
        <p:spPr>
          <a:xfrm>
            <a:off x="1687796" y="5139691"/>
            <a:ext cx="728195" cy="123111"/>
          </a:xfrm>
          <a:prstGeom prst="rect">
            <a:avLst/>
          </a:prstGeom>
          <a:noFill/>
          <a:ln>
            <a:noFill/>
          </a:ln>
        </p:spPr>
        <p:txBody>
          <a:bodyPr wrap="square" lIns="0" tIns="0" rIns="0" bIns="0" rtlCol="0">
            <a:spAutoFit/>
          </a:bodyPr>
          <a:lstStyle/>
          <a:p>
            <a:pPr marL="0" marR="0" lvl="0" indent="0" algn="ctr" defTabSz="1219050" rtl="0" eaLnBrk="1" fontAlgn="auto" latinLnBrk="0" hangingPunct="1">
              <a:lnSpc>
                <a:spcPct val="100000"/>
              </a:lnSpc>
              <a:spcBef>
                <a:spcPts val="60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BISansOpti"/>
                <a:ea typeface="+mn-ea"/>
                <a:cs typeface="+mn-cs"/>
              </a:rPr>
              <a:t>Stop/Park</a:t>
            </a:r>
          </a:p>
        </p:txBody>
      </p:sp>
      <p:sp>
        <p:nvSpPr>
          <p:cNvPr id="40" name="Freeform: Shape 39">
            <a:extLst>
              <a:ext uri="{FF2B5EF4-FFF2-40B4-BE49-F238E27FC236}">
                <a16:creationId xmlns:a16="http://schemas.microsoft.com/office/drawing/2014/main" id="{F0B0A02B-4EF8-BCDE-C711-87E83968985D}"/>
              </a:ext>
            </a:extLst>
          </p:cNvPr>
          <p:cNvSpPr/>
          <p:nvPr/>
        </p:nvSpPr>
        <p:spPr>
          <a:xfrm>
            <a:off x="2019016" y="4937719"/>
            <a:ext cx="82455" cy="82455"/>
          </a:xfrm>
          <a:custGeom>
            <a:avLst/>
            <a:gdLst>
              <a:gd name="csX0" fmla="*/ 0 w 118331"/>
              <a:gd name="csY0" fmla="*/ 0 h 118331"/>
              <a:gd name="csX1" fmla="*/ 118331 w 118331"/>
              <a:gd name="csY1" fmla="*/ 118331 h 118331"/>
            </a:gdLst>
            <a:ahLst/>
            <a:cxnLst>
              <a:cxn ang="0">
                <a:pos x="csX0" y="csY0"/>
              </a:cxn>
              <a:cxn ang="0">
                <a:pos x="csX1" y="csY1"/>
              </a:cxn>
            </a:cxnLst>
            <a:rect l="l" t="t" r="r" b="b"/>
            <a:pathLst>
              <a:path w="118331" h="118331">
                <a:moveTo>
                  <a:pt x="0" y="0"/>
                </a:moveTo>
                <a:lnTo>
                  <a:pt x="118331" y="118331"/>
                </a:lnTo>
              </a:path>
            </a:pathLst>
          </a:custGeom>
          <a:ln w="17859" cap="flat">
            <a:solidFill>
              <a:srgbClr val="FFFFFF"/>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41" name="Freeform: Shape 40">
            <a:extLst>
              <a:ext uri="{FF2B5EF4-FFF2-40B4-BE49-F238E27FC236}">
                <a16:creationId xmlns:a16="http://schemas.microsoft.com/office/drawing/2014/main" id="{CD446C2F-CCDD-8F0D-8B00-08F59DE5A5D2}"/>
              </a:ext>
            </a:extLst>
          </p:cNvPr>
          <p:cNvSpPr/>
          <p:nvPr/>
        </p:nvSpPr>
        <p:spPr>
          <a:xfrm>
            <a:off x="2019016" y="4937719"/>
            <a:ext cx="82455" cy="82455"/>
          </a:xfrm>
          <a:custGeom>
            <a:avLst/>
            <a:gdLst>
              <a:gd name="csX0" fmla="*/ 118331 w 118331"/>
              <a:gd name="csY0" fmla="*/ 0 h 118331"/>
              <a:gd name="csX1" fmla="*/ 0 w 118331"/>
              <a:gd name="csY1" fmla="*/ 118331 h 118331"/>
            </a:gdLst>
            <a:ahLst/>
            <a:cxnLst>
              <a:cxn ang="0">
                <a:pos x="csX0" y="csY0"/>
              </a:cxn>
              <a:cxn ang="0">
                <a:pos x="csX1" y="csY1"/>
              </a:cxn>
            </a:cxnLst>
            <a:rect l="l" t="t" r="r" b="b"/>
            <a:pathLst>
              <a:path w="118331" h="118331">
                <a:moveTo>
                  <a:pt x="118331" y="0"/>
                </a:moveTo>
                <a:lnTo>
                  <a:pt x="0" y="118331"/>
                </a:lnTo>
              </a:path>
            </a:pathLst>
          </a:custGeom>
          <a:ln w="17859" cap="flat">
            <a:solidFill>
              <a:srgbClr val="FFFFFF"/>
            </a:solid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9" name="Rectangle 28">
            <a:extLst>
              <a:ext uri="{FF2B5EF4-FFF2-40B4-BE49-F238E27FC236}">
                <a16:creationId xmlns:a16="http://schemas.microsoft.com/office/drawing/2014/main" id="{248D4E82-E8FA-3D15-CF8E-5ECB3601CCE7}"/>
              </a:ext>
            </a:extLst>
          </p:cNvPr>
          <p:cNvSpPr/>
          <p:nvPr/>
        </p:nvSpPr>
        <p:spPr bwMode="gray">
          <a:xfrm>
            <a:off x="1371810" y="4288543"/>
            <a:ext cx="1289653" cy="231378"/>
          </a:xfrm>
          <a:prstGeom prst="rect">
            <a:avLst/>
          </a:prstGeom>
          <a:noFill/>
          <a:ln w="12700">
            <a:no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5" name="Rectangle: Rounded Corners 62">
            <a:extLst>
              <a:ext uri="{FF2B5EF4-FFF2-40B4-BE49-F238E27FC236}">
                <a16:creationId xmlns:a16="http://schemas.microsoft.com/office/drawing/2014/main" id="{CEBED75F-FDA6-8E17-BD96-F46F7609B496}"/>
              </a:ext>
            </a:extLst>
          </p:cNvPr>
          <p:cNvSpPr/>
          <p:nvPr/>
        </p:nvSpPr>
        <p:spPr>
          <a:xfrm>
            <a:off x="849837" y="1037969"/>
            <a:ext cx="1162409" cy="241000"/>
          </a:xfrm>
          <a:prstGeom prst="rect">
            <a:avLst/>
          </a:prstGeom>
          <a:solidFill>
            <a:schemeClr val="tx2"/>
          </a:solidFill>
          <a:ln w="12700" cap="sq" cmpd="sng" algn="ctr">
            <a:noFill/>
            <a:prstDash val="solid"/>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defTabSz="914241">
              <a:spcBef>
                <a:spcPts val="300"/>
              </a:spcBef>
              <a:spcAft>
                <a:spcPts val="300"/>
              </a:spcAft>
              <a:defRPr/>
            </a:pPr>
            <a:r>
              <a:rPr lang="en-US" altLang="zh-CN" sz="900" b="1" kern="0">
                <a:solidFill>
                  <a:prstClr val="white"/>
                </a:solidFill>
                <a:latin typeface="BISansOpti"/>
                <a:cs typeface="Calibri"/>
              </a:rPr>
              <a:t>Launched </a:t>
            </a:r>
            <a:endParaRPr lang="en-US" altLang="zh-CN" sz="900" b="1" i="0" u="none" strike="noStrike" kern="0" cap="none" spc="0" normalizeH="0" baseline="0" noProof="0">
              <a:ln>
                <a:noFill/>
              </a:ln>
              <a:solidFill>
                <a:prstClr val="white"/>
              </a:solidFill>
              <a:effectLst/>
              <a:uLnTx/>
              <a:uFillTx/>
              <a:latin typeface="BISansOpti"/>
              <a:cs typeface="Calibri"/>
            </a:endParaRPr>
          </a:p>
        </p:txBody>
      </p:sp>
      <p:sp>
        <p:nvSpPr>
          <p:cNvPr id="30" name="Slide Number Placeholder 29">
            <a:extLst>
              <a:ext uri="{FF2B5EF4-FFF2-40B4-BE49-F238E27FC236}">
                <a16:creationId xmlns:a16="http://schemas.microsoft.com/office/drawing/2014/main" id="{ABD2A418-9C13-7A38-E2F8-2D6C9D5F0A8C}"/>
              </a:ext>
            </a:extLst>
          </p:cNvPr>
          <p:cNvSpPr>
            <a:spLocks noGrp="1"/>
          </p:cNvSpPr>
          <p:nvPr>
            <p:ph type="sldNum" sz="quarter" idx="12"/>
          </p:nvPr>
        </p:nvSpPr>
        <p:spPr/>
        <p:txBody>
          <a:bodyPr/>
          <a:lstStyle/>
          <a:p>
            <a:fld id="{8D70766E-ED60-4152-BABF-438224519024}" type="slidenum">
              <a:rPr lang="en-US" smtClean="0"/>
              <a:t>3</a:t>
            </a:fld>
            <a:endParaRPr lang="en-US"/>
          </a:p>
        </p:txBody>
      </p:sp>
      <p:sp>
        <p:nvSpPr>
          <p:cNvPr id="2" name="Rectangle 1">
            <a:extLst>
              <a:ext uri="{FF2B5EF4-FFF2-40B4-BE49-F238E27FC236}">
                <a16:creationId xmlns:a16="http://schemas.microsoft.com/office/drawing/2014/main" id="{92B19A49-DE38-0621-FA88-0A6492D6D2BE}"/>
              </a:ext>
            </a:extLst>
          </p:cNvPr>
          <p:cNvSpPr/>
          <p:nvPr/>
        </p:nvSpPr>
        <p:spPr bwMode="gray">
          <a:xfrm>
            <a:off x="2849217" y="5529136"/>
            <a:ext cx="4554331" cy="1184371"/>
          </a:xfrm>
          <a:prstGeom prst="rect">
            <a:avLst/>
          </a:prstGeom>
          <a:solidFill>
            <a:schemeClr val="bg1"/>
          </a:solidFill>
          <a:ln w="19050">
            <a:solidFill>
              <a:schemeClr val="tx2"/>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100">
                <a:solidFill>
                  <a:schemeClr val="tx1"/>
                </a:solidFill>
              </a:rPr>
              <a:t>Termination of STING </a:t>
            </a:r>
            <a:r>
              <a:rPr lang="en-US" altLang="zh-CN" sz="1100" err="1">
                <a:solidFill>
                  <a:schemeClr val="tx1"/>
                </a:solidFill>
              </a:rPr>
              <a:t>inh</a:t>
            </a:r>
            <a:r>
              <a:rPr lang="en-US" altLang="zh-CN" sz="1100">
                <a:solidFill>
                  <a:schemeClr val="tx1"/>
                </a:solidFill>
              </a:rPr>
              <a:t>. BI 3009947 in IFN and </a:t>
            </a:r>
            <a:r>
              <a:rPr lang="en-US" altLang="zh-CN" sz="1100" err="1">
                <a:solidFill>
                  <a:schemeClr val="tx1"/>
                </a:solidFill>
              </a:rPr>
              <a:t>SSc</a:t>
            </a:r>
            <a:endParaRPr lang="en-US" altLang="zh-CN" sz="1100">
              <a:solidFill>
                <a:schemeClr val="tx1"/>
              </a:solidFill>
            </a:endParaRPr>
          </a:p>
          <a:p>
            <a:pPr marL="285750" indent="-285750">
              <a:buFont typeface="Arial" panose="020B0604020202020204" pitchFamily="34" charset="0"/>
              <a:buChar char="•"/>
            </a:pPr>
            <a:r>
              <a:rPr lang="en-US" altLang="zh-CN" sz="1100">
                <a:solidFill>
                  <a:schemeClr val="tx1"/>
                </a:solidFill>
              </a:rPr>
              <a:t>The current front-runner compound program was terminated as the PK/PD data from SRD failed to meet the required target engagement, and unable to meet efficacy criteria.</a:t>
            </a:r>
          </a:p>
          <a:p>
            <a:pPr marL="285750" indent="-285750">
              <a:buFont typeface="Arial" panose="020B0604020202020204" pitchFamily="34" charset="0"/>
              <a:buChar char="•"/>
            </a:pPr>
            <a:r>
              <a:rPr lang="en-US" altLang="zh-CN" sz="1100">
                <a:solidFill>
                  <a:schemeClr val="tx1"/>
                </a:solidFill>
              </a:rPr>
              <a:t>A backup compound is under planning.</a:t>
            </a:r>
            <a:endParaRPr lang="zh-CN" altLang="en-US" sz="1100">
              <a:solidFill>
                <a:schemeClr val="tx1"/>
              </a:solidFill>
            </a:endParaRPr>
          </a:p>
        </p:txBody>
      </p:sp>
    </p:spTree>
    <p:extLst>
      <p:ext uri="{BB962C8B-B14F-4D97-AF65-F5344CB8AC3E}">
        <p14:creationId xmlns:p14="http://schemas.microsoft.com/office/powerpoint/2010/main" val="37354475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2349CCFD-E185-1C5C-A31D-A0A68BDCDE0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7934" r="2631"/>
          <a:stretch>
            <a:fillRect/>
          </a:stretch>
        </p:blipFill>
        <p:spPr bwMode="auto">
          <a:xfrm>
            <a:off x="606157" y="1106714"/>
            <a:ext cx="4340416" cy="2821852"/>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a:extLst>
              <a:ext uri="{FF2B5EF4-FFF2-40B4-BE49-F238E27FC236}">
                <a16:creationId xmlns:a16="http://schemas.microsoft.com/office/drawing/2014/main" id="{3920C367-C0E2-EFB6-89BB-C1B3752D378B}"/>
              </a:ext>
            </a:extLst>
          </p:cNvPr>
          <p:cNvSpPr>
            <a:spLocks noGrp="1"/>
          </p:cNvSpPr>
          <p:nvPr>
            <p:ph type="title"/>
          </p:nvPr>
        </p:nvSpPr>
        <p:spPr/>
        <p:txBody>
          <a:bodyPr/>
          <a:lstStyle/>
          <a:p>
            <a:r>
              <a:rPr lang="en-US" altLang="zh-CN"/>
              <a:t>TA INFL Portfolio Summary </a:t>
            </a:r>
            <a:r>
              <a:rPr lang="en-US" altLang="zh-CN">
                <a:solidFill>
                  <a:schemeClr val="tx1"/>
                </a:solidFill>
              </a:rPr>
              <a:t>- </a:t>
            </a:r>
            <a:r>
              <a:rPr lang="en-US" altLang="zh-CN"/>
              <a:t>PMS Studies</a:t>
            </a:r>
            <a:endParaRPr lang="zh-CN" altLang="en-US"/>
          </a:p>
        </p:txBody>
      </p:sp>
      <p:sp>
        <p:nvSpPr>
          <p:cNvPr id="5" name="灯片编号占位符 4">
            <a:extLst>
              <a:ext uri="{FF2B5EF4-FFF2-40B4-BE49-F238E27FC236}">
                <a16:creationId xmlns:a16="http://schemas.microsoft.com/office/drawing/2014/main" id="{E58CF51C-D6A0-93D8-92A4-6C68A32F6FF6}"/>
              </a:ext>
            </a:extLst>
          </p:cNvPr>
          <p:cNvSpPr>
            <a:spLocks noGrp="1"/>
          </p:cNvSpPr>
          <p:nvPr>
            <p:ph type="sldNum" sz="quarter" idx="20"/>
          </p:nvPr>
        </p:nvSpPr>
        <p:spPr/>
        <p:txBody>
          <a:bodyPr/>
          <a:lstStyle/>
          <a:p>
            <a:fld id="{DF4E8F9F-5B1F-4F5B-BE49-3245D8C18D9F}" type="slidenum">
              <a:rPr lang="en-US" smtClean="0"/>
              <a:pPr/>
              <a:t>4</a:t>
            </a:fld>
            <a:endParaRPr lang="en-US"/>
          </a:p>
        </p:txBody>
      </p:sp>
      <p:sp>
        <p:nvSpPr>
          <p:cNvPr id="8" name="Oval 19">
            <a:extLst>
              <a:ext uri="{FF2B5EF4-FFF2-40B4-BE49-F238E27FC236}">
                <a16:creationId xmlns:a16="http://schemas.microsoft.com/office/drawing/2014/main" id="{8C5F72C3-7B26-876C-67F8-1091095CE18D}"/>
              </a:ext>
            </a:extLst>
          </p:cNvPr>
          <p:cNvSpPr/>
          <p:nvPr/>
        </p:nvSpPr>
        <p:spPr bwMode="gray">
          <a:xfrm>
            <a:off x="2264275" y="2712199"/>
            <a:ext cx="118872" cy="118872"/>
          </a:xfrm>
          <a:prstGeom prst="ellipse">
            <a:avLst/>
          </a:prstGeom>
          <a:solidFill>
            <a:schemeClr val="tx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9" name="Oval 19">
            <a:extLst>
              <a:ext uri="{FF2B5EF4-FFF2-40B4-BE49-F238E27FC236}">
                <a16:creationId xmlns:a16="http://schemas.microsoft.com/office/drawing/2014/main" id="{6A62F9A3-1306-7A21-4711-ACE29C267295}"/>
              </a:ext>
            </a:extLst>
          </p:cNvPr>
          <p:cNvSpPr/>
          <p:nvPr/>
        </p:nvSpPr>
        <p:spPr bwMode="gray">
          <a:xfrm>
            <a:off x="2263798" y="2937758"/>
            <a:ext cx="118872" cy="118872"/>
          </a:xfrm>
          <a:prstGeom prst="ellipse">
            <a:avLst/>
          </a:prstGeom>
          <a:solidFill>
            <a:schemeClr val="tx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11" name="Oval 19">
            <a:extLst>
              <a:ext uri="{FF2B5EF4-FFF2-40B4-BE49-F238E27FC236}">
                <a16:creationId xmlns:a16="http://schemas.microsoft.com/office/drawing/2014/main" id="{7F5D7E5F-0203-C7C5-E0E4-DE4C5548BD33}"/>
              </a:ext>
            </a:extLst>
          </p:cNvPr>
          <p:cNvSpPr/>
          <p:nvPr/>
        </p:nvSpPr>
        <p:spPr bwMode="gray">
          <a:xfrm>
            <a:off x="4135969" y="3602131"/>
            <a:ext cx="118872" cy="118872"/>
          </a:xfrm>
          <a:prstGeom prst="ellipse">
            <a:avLst/>
          </a:prstGeom>
          <a:solidFill>
            <a:schemeClr val="tx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12" name="Oval 19">
            <a:extLst>
              <a:ext uri="{FF2B5EF4-FFF2-40B4-BE49-F238E27FC236}">
                <a16:creationId xmlns:a16="http://schemas.microsoft.com/office/drawing/2014/main" id="{09AFDC70-6EB1-ABCA-2BBD-CEC20B9ADA78}"/>
              </a:ext>
            </a:extLst>
          </p:cNvPr>
          <p:cNvSpPr/>
          <p:nvPr/>
        </p:nvSpPr>
        <p:spPr bwMode="gray">
          <a:xfrm>
            <a:off x="4130706" y="3165957"/>
            <a:ext cx="118872" cy="118872"/>
          </a:xfrm>
          <a:prstGeom prst="ellipse">
            <a:avLst/>
          </a:prstGeom>
          <a:solidFill>
            <a:schemeClr val="tx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13" name="Oval 19">
            <a:extLst>
              <a:ext uri="{FF2B5EF4-FFF2-40B4-BE49-F238E27FC236}">
                <a16:creationId xmlns:a16="http://schemas.microsoft.com/office/drawing/2014/main" id="{53138267-94A4-946B-1938-B0F744D56F90}"/>
              </a:ext>
            </a:extLst>
          </p:cNvPr>
          <p:cNvSpPr/>
          <p:nvPr/>
        </p:nvSpPr>
        <p:spPr bwMode="gray">
          <a:xfrm>
            <a:off x="4136971" y="3388871"/>
            <a:ext cx="118872" cy="118872"/>
          </a:xfrm>
          <a:prstGeom prst="ellipse">
            <a:avLst/>
          </a:prstGeom>
          <a:solidFill>
            <a:schemeClr val="tx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16" name="Rectangle 10">
            <a:extLst>
              <a:ext uri="{FF2B5EF4-FFF2-40B4-BE49-F238E27FC236}">
                <a16:creationId xmlns:a16="http://schemas.microsoft.com/office/drawing/2014/main" id="{C729F2F8-4536-D08D-D01A-DF3AF626CEED}"/>
              </a:ext>
            </a:extLst>
          </p:cNvPr>
          <p:cNvSpPr/>
          <p:nvPr/>
        </p:nvSpPr>
        <p:spPr bwMode="gray">
          <a:xfrm>
            <a:off x="1282801" y="4500583"/>
            <a:ext cx="7864641" cy="522359"/>
          </a:xfrm>
          <a:prstGeom prst="rect">
            <a:avLst/>
          </a:prstGeom>
          <a:solidFill>
            <a:schemeClr val="bg1"/>
          </a:solidFill>
          <a:ln w="19050">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lvl="0">
              <a:defRPr/>
            </a:pPr>
            <a:r>
              <a:rPr lang="en-US" altLang="zh-CN" dirty="0">
                <a:solidFill>
                  <a:srgbClr val="000000"/>
                </a:solidFill>
              </a:rPr>
              <a:t>All planned and ongoing studies remain on track.</a:t>
            </a:r>
          </a:p>
        </p:txBody>
      </p:sp>
      <p:sp>
        <p:nvSpPr>
          <p:cNvPr id="4" name="Oval 19">
            <a:extLst>
              <a:ext uri="{FF2B5EF4-FFF2-40B4-BE49-F238E27FC236}">
                <a16:creationId xmlns:a16="http://schemas.microsoft.com/office/drawing/2014/main" id="{48D586E4-A17F-2C0A-A3E3-5930790645F9}"/>
              </a:ext>
            </a:extLst>
          </p:cNvPr>
          <p:cNvSpPr/>
          <p:nvPr/>
        </p:nvSpPr>
        <p:spPr bwMode="gray">
          <a:xfrm>
            <a:off x="4126209" y="2937614"/>
            <a:ext cx="118872" cy="118872"/>
          </a:xfrm>
          <a:prstGeom prst="ellipse">
            <a:avLst/>
          </a:prstGeom>
          <a:solidFill>
            <a:schemeClr val="tx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6" name="Oval 19">
            <a:extLst>
              <a:ext uri="{FF2B5EF4-FFF2-40B4-BE49-F238E27FC236}">
                <a16:creationId xmlns:a16="http://schemas.microsoft.com/office/drawing/2014/main" id="{410D73F1-E561-FCC6-0BEB-27574200D72B}"/>
              </a:ext>
            </a:extLst>
          </p:cNvPr>
          <p:cNvSpPr/>
          <p:nvPr/>
        </p:nvSpPr>
        <p:spPr bwMode="gray">
          <a:xfrm>
            <a:off x="2256487" y="3174145"/>
            <a:ext cx="118872" cy="118872"/>
          </a:xfrm>
          <a:prstGeom prst="ellipse">
            <a:avLst/>
          </a:prstGeom>
          <a:solidFill>
            <a:schemeClr val="tx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10" name="Oval 19">
            <a:extLst>
              <a:ext uri="{FF2B5EF4-FFF2-40B4-BE49-F238E27FC236}">
                <a16:creationId xmlns:a16="http://schemas.microsoft.com/office/drawing/2014/main" id="{89D26D99-37FB-6FFC-DC65-B49E82BB0B68}"/>
              </a:ext>
            </a:extLst>
          </p:cNvPr>
          <p:cNvSpPr/>
          <p:nvPr/>
        </p:nvSpPr>
        <p:spPr bwMode="gray">
          <a:xfrm>
            <a:off x="4126209" y="2732228"/>
            <a:ext cx="118872" cy="118872"/>
          </a:xfrm>
          <a:prstGeom prst="ellipse">
            <a:avLst/>
          </a:prstGeom>
          <a:solidFill>
            <a:schemeClr val="tx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14" name="矩形 23">
            <a:extLst>
              <a:ext uri="{FF2B5EF4-FFF2-40B4-BE49-F238E27FC236}">
                <a16:creationId xmlns:a16="http://schemas.microsoft.com/office/drawing/2014/main" id="{210C1560-97BD-7FFC-9829-4C1640190E1D}"/>
              </a:ext>
            </a:extLst>
          </p:cNvPr>
          <p:cNvSpPr/>
          <p:nvPr/>
        </p:nvSpPr>
        <p:spPr>
          <a:xfrm>
            <a:off x="10635098" y="6266300"/>
            <a:ext cx="1510301" cy="537072"/>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2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rPr>
              <a:t>1199- </a:t>
            </a:r>
            <a:r>
              <a:rPr kumimoji="0" lang="en-US" altLang="zh-CN" sz="1200" b="0" i="0" u="none" strike="noStrike" kern="1200" cap="none" spc="0" normalizeH="0" baseline="0" noProof="0" err="1">
                <a:ln>
                  <a:noFill/>
                </a:ln>
                <a:solidFill>
                  <a:prstClr val="black"/>
                </a:solidFill>
                <a:effectLst/>
                <a:uLnTx/>
                <a:uFillTx/>
                <a:latin typeface="Calibri" panose="020F0502020204030204"/>
                <a:ea typeface="等线" panose="02010600030101010101" pitchFamily="2" charset="-122"/>
                <a:cs typeface="+mn-cs"/>
              </a:rPr>
              <a:t>Ofev</a:t>
            </a:r>
            <a:endParaRPr kumimoji="0" lang="en-US" altLang="zh-CN" sz="12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rPr>
              <a:t>1305-</a:t>
            </a:r>
            <a:r>
              <a:rPr kumimoji="0" lang="en-US" altLang="zh-CN" sz="12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Calibri"/>
              </a:rPr>
              <a:t> </a:t>
            </a:r>
            <a:r>
              <a:rPr kumimoji="0" lang="en-US" altLang="zh-CN" sz="1200" b="0" i="0" u="none" strike="noStrike" kern="1200" cap="none" spc="0" normalizeH="0" baseline="0" noProof="0" err="1">
                <a:ln>
                  <a:noFill/>
                </a:ln>
                <a:solidFill>
                  <a:prstClr val="black"/>
                </a:solidFill>
                <a:effectLst/>
                <a:uLnTx/>
                <a:uFillTx/>
                <a:latin typeface="Calibri" panose="020F0502020204030204"/>
                <a:ea typeface="等线" panose="02010600030101010101" pitchFamily="2" charset="-122"/>
                <a:cs typeface="+mn-cs"/>
              </a:rPr>
              <a:t>Nerandomilast</a:t>
            </a:r>
            <a:endParaRPr kumimoji="0" lang="en-US" altLang="zh-CN" sz="12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200" b="0" i="0" u="none" strike="noStrike" kern="1200" cap="none" spc="0" normalizeH="0" baseline="0" noProof="0">
              <a:ln>
                <a:noFill/>
              </a:ln>
              <a:solidFill>
                <a:prstClr val="black"/>
              </a:solidFill>
              <a:effectLst/>
              <a:highlight>
                <a:srgbClr val="FFFF00"/>
              </a:highlight>
              <a:uLnTx/>
              <a:uFillTx/>
              <a:latin typeface="Calibri" panose="020F0502020204030204"/>
              <a:ea typeface="等线" panose="02010600030101010101" pitchFamily="2" charset="-122"/>
              <a:cs typeface="Calibri"/>
            </a:endParaRPr>
          </a:p>
        </p:txBody>
      </p:sp>
    </p:spTree>
    <p:extLst>
      <p:ext uri="{BB962C8B-B14F-4D97-AF65-F5344CB8AC3E}">
        <p14:creationId xmlns:p14="http://schemas.microsoft.com/office/powerpoint/2010/main" val="25934772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06B0299-1475-7F84-D1FA-BB02EF9F8C17}"/>
            </a:ext>
          </a:extLst>
        </p:cNvPr>
        <p:cNvGrpSpPr/>
        <p:nvPr/>
      </p:nvGrpSpPr>
      <p:grpSpPr>
        <a:xfrm>
          <a:off x="0" y="0"/>
          <a:ext cx="0" cy="0"/>
          <a:chOff x="0" y="0"/>
          <a:chExt cx="0" cy="0"/>
        </a:xfrm>
      </p:grpSpPr>
      <p:pic>
        <p:nvPicPr>
          <p:cNvPr id="33" name="Picture" title="This slide contains the following visuals: ECR ,pivotTable ,image ,textbox ,textbox ,card ,IIS ,slicer ,slicer ,slicer ,slicer ,BI-ONISed ,BI-ONISnd ,EAP ,BI-Clinical trial ,image. Please refer to the notes on this slide for details">
            <a:hlinkClick r:id="rId3"/>
            <a:extLst>
              <a:ext uri="{FF2B5EF4-FFF2-40B4-BE49-F238E27FC236}">
                <a16:creationId xmlns:a16="http://schemas.microsoft.com/office/drawing/2014/main" id="{465014E4-E84E-2122-AB2B-9DFEC0DB3149}"/>
              </a:ext>
            </a:extLst>
          </p:cNvPr>
          <p:cNvPicPr>
            <a:picLocks noChangeAspect="1"/>
          </p:cNvPicPr>
          <p:nvPr/>
        </p:nvPicPr>
        <p:blipFill>
          <a:blip r:embed="rId4"/>
          <a:stretch>
            <a:fillRect/>
          </a:stretch>
        </p:blipFill>
        <p:spPr>
          <a:xfrm>
            <a:off x="479425" y="597522"/>
            <a:ext cx="9801696" cy="6014181"/>
          </a:xfrm>
          <a:prstGeom prst="rect">
            <a:avLst/>
          </a:prstGeom>
          <a:noFill/>
        </p:spPr>
      </p:pic>
      <p:sp>
        <p:nvSpPr>
          <p:cNvPr id="4" name="Title" hidden="1">
            <a:extLst>
              <a:ext uri="{FF2B5EF4-FFF2-40B4-BE49-F238E27FC236}">
                <a16:creationId xmlns:a16="http://schemas.microsoft.com/office/drawing/2014/main" id="{692E84F5-D30E-EB48-7C8B-986120D68A5E}"/>
              </a:ext>
            </a:extLst>
          </p:cNvPr>
          <p:cNvSpPr>
            <a:spLocks noGrp="1"/>
          </p:cNvSpPr>
          <p:nvPr>
            <p:ph type="title"/>
          </p:nvPr>
        </p:nvSpPr>
        <p:spPr/>
        <p:txBody>
          <a:bodyPr/>
          <a:lstStyle/>
          <a:p>
            <a:r>
              <a:t>Study Status</a:t>
            </a:r>
          </a:p>
        </p:txBody>
      </p:sp>
      <p:sp>
        <p:nvSpPr>
          <p:cNvPr id="6" name="Title 1">
            <a:extLst>
              <a:ext uri="{FF2B5EF4-FFF2-40B4-BE49-F238E27FC236}">
                <a16:creationId xmlns:a16="http://schemas.microsoft.com/office/drawing/2014/main" id="{A5E9A45B-8729-D4EF-6164-6EE874D85DED}"/>
              </a:ext>
            </a:extLst>
          </p:cNvPr>
          <p:cNvSpPr txBox="1">
            <a:spLocks/>
          </p:cNvSpPr>
          <p:nvPr/>
        </p:nvSpPr>
        <p:spPr bwMode="gray">
          <a:xfrm>
            <a:off x="479425" y="287710"/>
            <a:ext cx="11233150" cy="720725"/>
          </a:xfrm>
          <a:prstGeom prst="rect">
            <a:avLst/>
          </a:prstGeom>
        </p:spPr>
        <p:txBody>
          <a:bodyPr vert="horz" lIns="0" tIns="0" rIns="0" bIns="0" rtlCol="0" anchor="t">
            <a:noAutofit/>
          </a:bodyPr>
          <a:lstStyle>
            <a:lvl1pPr algn="l" defTabSz="914377" rtl="0" eaLnBrk="1" latinLnBrk="0" hangingPunct="1">
              <a:lnSpc>
                <a:spcPct val="100000"/>
              </a:lnSpc>
              <a:spcBef>
                <a:spcPct val="0"/>
              </a:spcBef>
              <a:buNone/>
              <a:defRPr sz="2500" b="1" kern="1200">
                <a:solidFill>
                  <a:schemeClr val="bg2"/>
                </a:solidFill>
                <a:latin typeface="+mj-lt"/>
                <a:ea typeface="+mj-ea"/>
                <a:cs typeface="+mj-cs"/>
              </a:defRPr>
            </a:lvl1pPr>
          </a:lstStyle>
          <a:p>
            <a:pPr marL="0" marR="0" lvl="0" indent="0" algn="l" defTabSz="914377" rtl="0" eaLnBrk="1" fontAlgn="auto" latinLnBrk="0" hangingPunct="1">
              <a:lnSpc>
                <a:spcPct val="100000"/>
              </a:lnSpc>
              <a:spcBef>
                <a:spcPct val="0"/>
              </a:spcBef>
              <a:spcAft>
                <a:spcPts val="0"/>
              </a:spcAft>
              <a:buClrTx/>
              <a:buSzTx/>
              <a:buFontTx/>
              <a:buNone/>
              <a:tabLst/>
              <a:defRPr/>
            </a:pPr>
            <a:r>
              <a:rPr kumimoji="0" lang="en-US" altLang="zh-CN" sz="2500" b="1" i="0" u="none" strike="noStrike" kern="1200" cap="none" spc="0" normalizeH="0" baseline="0" noProof="0">
                <a:ln>
                  <a:noFill/>
                </a:ln>
                <a:solidFill>
                  <a:srgbClr val="08312A"/>
                </a:solidFill>
                <a:effectLst/>
                <a:uLnTx/>
                <a:uFillTx/>
                <a:latin typeface="Boehringer Forward Head"/>
                <a:ea typeface="等线 Light" panose="02010600030101010101" pitchFamily="2" charset="-122"/>
                <a:cs typeface="+mj-cs"/>
              </a:rPr>
              <a:t>TA INFL Portfolio Summary - </a:t>
            </a:r>
            <a:r>
              <a:rPr kumimoji="0" lang="en-US" altLang="zh-CN" sz="2500" b="1" i="0" u="none" strike="noStrike" kern="1200" cap="none" spc="0" normalizeH="0" baseline="0" noProof="0">
                <a:ln>
                  <a:noFill/>
                </a:ln>
                <a:solidFill>
                  <a:srgbClr val="FF0000"/>
                </a:solidFill>
                <a:effectLst/>
                <a:uLnTx/>
                <a:uFillTx/>
                <a:latin typeface="Boehringer Forward Head"/>
                <a:ea typeface="等线 Light" panose="02010600030101010101" pitchFamily="2" charset="-122"/>
                <a:cs typeface="+mj-cs"/>
              </a:rPr>
              <a:t>PMS Studies</a:t>
            </a:r>
            <a:endParaRPr kumimoji="0" lang="zh-CN" altLang="en-US" sz="2500" b="1" i="0" u="none" strike="noStrike" kern="1200" cap="none" spc="0" normalizeH="0" baseline="0" noProof="0">
              <a:ln>
                <a:noFill/>
              </a:ln>
              <a:solidFill>
                <a:srgbClr val="FF0000"/>
              </a:solidFill>
              <a:effectLst/>
              <a:uLnTx/>
              <a:uFillTx/>
              <a:latin typeface="Boehringer Forward Head"/>
              <a:ea typeface="等线 Light" panose="02010600030101010101" pitchFamily="2" charset="-122"/>
              <a:cs typeface="+mj-cs"/>
            </a:endParaRPr>
          </a:p>
        </p:txBody>
      </p:sp>
      <p:sp>
        <p:nvSpPr>
          <p:cNvPr id="24" name="矩形 23">
            <a:extLst>
              <a:ext uri="{FF2B5EF4-FFF2-40B4-BE49-F238E27FC236}">
                <a16:creationId xmlns:a16="http://schemas.microsoft.com/office/drawing/2014/main" id="{A9374ADE-3602-C67B-6075-479EA0D1BD4B}"/>
              </a:ext>
            </a:extLst>
          </p:cNvPr>
          <p:cNvSpPr/>
          <p:nvPr/>
        </p:nvSpPr>
        <p:spPr>
          <a:xfrm>
            <a:off x="10449568" y="5949453"/>
            <a:ext cx="1510301" cy="537072"/>
          </a:xfrm>
          <a:prstGeom prst="rect">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2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rPr>
              <a:t>1199- </a:t>
            </a:r>
            <a:r>
              <a:rPr kumimoji="0" lang="en-US" altLang="zh-CN" sz="1200" b="0" i="0" u="none" strike="noStrike" kern="1200" cap="none" spc="0" normalizeH="0" baseline="0" noProof="0" err="1">
                <a:ln>
                  <a:noFill/>
                </a:ln>
                <a:solidFill>
                  <a:prstClr val="black"/>
                </a:solidFill>
                <a:effectLst/>
                <a:uLnTx/>
                <a:uFillTx/>
                <a:latin typeface="Calibri" panose="020F0502020204030204"/>
                <a:ea typeface="等线" panose="02010600030101010101" pitchFamily="2" charset="-122"/>
                <a:cs typeface="+mn-cs"/>
              </a:rPr>
              <a:t>Ofev</a:t>
            </a:r>
            <a:endParaRPr kumimoji="0" lang="en-US" altLang="zh-CN" sz="12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rPr>
              <a:t>1305-</a:t>
            </a:r>
            <a:r>
              <a:rPr kumimoji="0" lang="en-US" altLang="zh-CN" sz="12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Calibri"/>
              </a:rPr>
              <a:t> </a:t>
            </a:r>
            <a:r>
              <a:rPr kumimoji="0" lang="en-US" altLang="zh-CN" sz="1200" b="0" i="0" u="none" strike="noStrike" kern="1200" cap="none" spc="0" normalizeH="0" baseline="0" noProof="0" err="1">
                <a:ln>
                  <a:noFill/>
                </a:ln>
                <a:solidFill>
                  <a:prstClr val="black"/>
                </a:solidFill>
                <a:effectLst/>
                <a:uLnTx/>
                <a:uFillTx/>
                <a:latin typeface="Calibri" panose="020F0502020204030204"/>
                <a:ea typeface="等线" panose="02010600030101010101" pitchFamily="2" charset="-122"/>
                <a:cs typeface="+mn-cs"/>
              </a:rPr>
              <a:t>Nerandomilast</a:t>
            </a:r>
            <a:endParaRPr kumimoji="0" lang="en-US" altLang="zh-CN" sz="12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200" b="0" i="0" u="none" strike="noStrike" kern="1200" cap="none" spc="0" normalizeH="0" baseline="0" noProof="0">
              <a:ln>
                <a:noFill/>
              </a:ln>
              <a:solidFill>
                <a:prstClr val="black"/>
              </a:solidFill>
              <a:effectLst/>
              <a:highlight>
                <a:srgbClr val="FFFF00"/>
              </a:highlight>
              <a:uLnTx/>
              <a:uFillTx/>
              <a:latin typeface="Calibri" panose="020F0502020204030204"/>
              <a:ea typeface="等线" panose="02010600030101010101" pitchFamily="2" charset="-122"/>
              <a:cs typeface="Calibri"/>
            </a:endParaRPr>
          </a:p>
        </p:txBody>
      </p:sp>
      <p:sp>
        <p:nvSpPr>
          <p:cNvPr id="22" name="Oval 21">
            <a:extLst>
              <a:ext uri="{FF2B5EF4-FFF2-40B4-BE49-F238E27FC236}">
                <a16:creationId xmlns:a16="http://schemas.microsoft.com/office/drawing/2014/main" id="{FA83009E-F93D-75B2-056C-8441B87012AB}"/>
              </a:ext>
            </a:extLst>
          </p:cNvPr>
          <p:cNvSpPr/>
          <p:nvPr/>
        </p:nvSpPr>
        <p:spPr bwMode="gray">
          <a:xfrm>
            <a:off x="1910879" y="2762182"/>
            <a:ext cx="104229" cy="94387"/>
          </a:xfrm>
          <a:prstGeom prst="ellipse">
            <a:avLst/>
          </a:prstGeom>
          <a:solidFill>
            <a:srgbClr val="00E47C"/>
          </a:solidFill>
          <a:ln w="6350" cap="flat" cmpd="sng" algn="ctr">
            <a:solidFill>
              <a:sysClr val="windowText" lastClr="00000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ysClr val="window" lastClr="FFFFFF"/>
                </a:solidFill>
                <a:latin typeface="Boehringer Forward Text"/>
              </a:defRPr>
            </a:lvl1pPr>
            <a:lvl2pPr marL="457200" algn="l" defTabSz="914400" rtl="0" eaLnBrk="1" latinLnBrk="0" hangingPunct="1">
              <a:defRPr sz="1800" kern="1200">
                <a:solidFill>
                  <a:sysClr val="window" lastClr="FFFFFF"/>
                </a:solidFill>
                <a:latin typeface="Boehringer Forward Text"/>
              </a:defRPr>
            </a:lvl2pPr>
            <a:lvl3pPr marL="914400" algn="l" defTabSz="914400" rtl="0" eaLnBrk="1" latinLnBrk="0" hangingPunct="1">
              <a:defRPr sz="1800" kern="1200">
                <a:solidFill>
                  <a:sysClr val="window" lastClr="FFFFFF"/>
                </a:solidFill>
                <a:latin typeface="Boehringer Forward Text"/>
              </a:defRPr>
            </a:lvl3pPr>
            <a:lvl4pPr marL="1371600" algn="l" defTabSz="914400" rtl="0" eaLnBrk="1" latinLnBrk="0" hangingPunct="1">
              <a:defRPr sz="1800" kern="1200">
                <a:solidFill>
                  <a:sysClr val="window" lastClr="FFFFFF"/>
                </a:solidFill>
                <a:latin typeface="Boehringer Forward Text"/>
              </a:defRPr>
            </a:lvl4pPr>
            <a:lvl5pPr marL="1828800" algn="l" defTabSz="914400" rtl="0" eaLnBrk="1" latinLnBrk="0" hangingPunct="1">
              <a:defRPr sz="1800" kern="1200">
                <a:solidFill>
                  <a:sysClr val="window" lastClr="FFFFFF"/>
                </a:solidFill>
                <a:latin typeface="Boehringer Forward Text"/>
              </a:defRPr>
            </a:lvl5pPr>
            <a:lvl6pPr marL="2286000" algn="l" defTabSz="914400" rtl="0" eaLnBrk="1" latinLnBrk="0" hangingPunct="1">
              <a:defRPr sz="1800" kern="1200">
                <a:solidFill>
                  <a:sysClr val="window" lastClr="FFFFFF"/>
                </a:solidFill>
                <a:latin typeface="Boehringer Forward Text"/>
              </a:defRPr>
            </a:lvl6pPr>
            <a:lvl7pPr marL="2743200" algn="l" defTabSz="914400" rtl="0" eaLnBrk="1" latinLnBrk="0" hangingPunct="1">
              <a:defRPr sz="1800" kern="1200">
                <a:solidFill>
                  <a:sysClr val="window" lastClr="FFFFFF"/>
                </a:solidFill>
                <a:latin typeface="Boehringer Forward Text"/>
              </a:defRPr>
            </a:lvl7pPr>
            <a:lvl8pPr marL="3200400" algn="l" defTabSz="914400" rtl="0" eaLnBrk="1" latinLnBrk="0" hangingPunct="1">
              <a:defRPr sz="1800" kern="1200">
                <a:solidFill>
                  <a:sysClr val="window" lastClr="FFFFFF"/>
                </a:solidFill>
                <a:latin typeface="Boehringer Forward Text"/>
              </a:defRPr>
            </a:lvl8pPr>
            <a:lvl9pPr marL="3657600" algn="l" defTabSz="914400" rtl="0" eaLnBrk="1" latinLnBrk="0" hangingPunct="1">
              <a:defRPr sz="1800" kern="1200">
                <a:solidFill>
                  <a:sysClr val="window" lastClr="FFFFFF"/>
                </a:solidFill>
                <a:latin typeface="Boehringer Forward Text"/>
              </a:defRPr>
            </a:lvl9pP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mn-cs"/>
            </a:endParaRPr>
          </a:p>
        </p:txBody>
      </p:sp>
      <p:sp>
        <p:nvSpPr>
          <p:cNvPr id="26" name="Oval 21">
            <a:extLst>
              <a:ext uri="{FF2B5EF4-FFF2-40B4-BE49-F238E27FC236}">
                <a16:creationId xmlns:a16="http://schemas.microsoft.com/office/drawing/2014/main" id="{E528FC8E-4A79-A4D9-C439-AB2B79FA0882}"/>
              </a:ext>
            </a:extLst>
          </p:cNvPr>
          <p:cNvSpPr/>
          <p:nvPr/>
        </p:nvSpPr>
        <p:spPr bwMode="gray">
          <a:xfrm>
            <a:off x="1910878" y="3287890"/>
            <a:ext cx="104229" cy="94387"/>
          </a:xfrm>
          <a:prstGeom prst="ellipse">
            <a:avLst/>
          </a:prstGeom>
          <a:solidFill>
            <a:srgbClr val="00E47C"/>
          </a:solidFill>
          <a:ln w="6350" cap="flat" cmpd="sng" algn="ctr">
            <a:solidFill>
              <a:sysClr val="windowText" lastClr="00000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ysClr val="window" lastClr="FFFFFF"/>
                </a:solidFill>
                <a:latin typeface="Boehringer Forward Text"/>
              </a:defRPr>
            </a:lvl1pPr>
            <a:lvl2pPr marL="457200" algn="l" defTabSz="914400" rtl="0" eaLnBrk="1" latinLnBrk="0" hangingPunct="1">
              <a:defRPr sz="1800" kern="1200">
                <a:solidFill>
                  <a:sysClr val="window" lastClr="FFFFFF"/>
                </a:solidFill>
                <a:latin typeface="Boehringer Forward Text"/>
              </a:defRPr>
            </a:lvl2pPr>
            <a:lvl3pPr marL="914400" algn="l" defTabSz="914400" rtl="0" eaLnBrk="1" latinLnBrk="0" hangingPunct="1">
              <a:defRPr sz="1800" kern="1200">
                <a:solidFill>
                  <a:sysClr val="window" lastClr="FFFFFF"/>
                </a:solidFill>
                <a:latin typeface="Boehringer Forward Text"/>
              </a:defRPr>
            </a:lvl3pPr>
            <a:lvl4pPr marL="1371600" algn="l" defTabSz="914400" rtl="0" eaLnBrk="1" latinLnBrk="0" hangingPunct="1">
              <a:defRPr sz="1800" kern="1200">
                <a:solidFill>
                  <a:sysClr val="window" lastClr="FFFFFF"/>
                </a:solidFill>
                <a:latin typeface="Boehringer Forward Text"/>
              </a:defRPr>
            </a:lvl4pPr>
            <a:lvl5pPr marL="1828800" algn="l" defTabSz="914400" rtl="0" eaLnBrk="1" latinLnBrk="0" hangingPunct="1">
              <a:defRPr sz="1800" kern="1200">
                <a:solidFill>
                  <a:sysClr val="window" lastClr="FFFFFF"/>
                </a:solidFill>
                <a:latin typeface="Boehringer Forward Text"/>
              </a:defRPr>
            </a:lvl5pPr>
            <a:lvl6pPr marL="2286000" algn="l" defTabSz="914400" rtl="0" eaLnBrk="1" latinLnBrk="0" hangingPunct="1">
              <a:defRPr sz="1800" kern="1200">
                <a:solidFill>
                  <a:sysClr val="window" lastClr="FFFFFF"/>
                </a:solidFill>
                <a:latin typeface="Boehringer Forward Text"/>
              </a:defRPr>
            </a:lvl6pPr>
            <a:lvl7pPr marL="2743200" algn="l" defTabSz="914400" rtl="0" eaLnBrk="1" latinLnBrk="0" hangingPunct="1">
              <a:defRPr sz="1800" kern="1200">
                <a:solidFill>
                  <a:sysClr val="window" lastClr="FFFFFF"/>
                </a:solidFill>
                <a:latin typeface="Boehringer Forward Text"/>
              </a:defRPr>
            </a:lvl7pPr>
            <a:lvl8pPr marL="3200400" algn="l" defTabSz="914400" rtl="0" eaLnBrk="1" latinLnBrk="0" hangingPunct="1">
              <a:defRPr sz="1800" kern="1200">
                <a:solidFill>
                  <a:sysClr val="window" lastClr="FFFFFF"/>
                </a:solidFill>
                <a:latin typeface="Boehringer Forward Text"/>
              </a:defRPr>
            </a:lvl8pPr>
            <a:lvl9pPr marL="3657600" algn="l" defTabSz="914400" rtl="0" eaLnBrk="1" latinLnBrk="0" hangingPunct="1">
              <a:defRPr sz="1800" kern="1200">
                <a:solidFill>
                  <a:sysClr val="window" lastClr="FFFFFF"/>
                </a:solidFill>
                <a:latin typeface="Boehringer Forward Text"/>
              </a:defRPr>
            </a:lvl9pP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mn-cs"/>
            </a:endParaRPr>
          </a:p>
        </p:txBody>
      </p:sp>
      <p:sp>
        <p:nvSpPr>
          <p:cNvPr id="27" name="Oval 21">
            <a:extLst>
              <a:ext uri="{FF2B5EF4-FFF2-40B4-BE49-F238E27FC236}">
                <a16:creationId xmlns:a16="http://schemas.microsoft.com/office/drawing/2014/main" id="{C6FF3C3B-EA15-BE53-02CB-0FB5D9C4B5D6}"/>
              </a:ext>
            </a:extLst>
          </p:cNvPr>
          <p:cNvSpPr/>
          <p:nvPr/>
        </p:nvSpPr>
        <p:spPr bwMode="gray">
          <a:xfrm>
            <a:off x="3465612" y="3111033"/>
            <a:ext cx="104229" cy="94387"/>
          </a:xfrm>
          <a:prstGeom prst="ellipse">
            <a:avLst/>
          </a:prstGeom>
          <a:solidFill>
            <a:srgbClr val="00E47C"/>
          </a:solidFill>
          <a:ln w="6350" cap="flat" cmpd="sng" algn="ctr">
            <a:solidFill>
              <a:sysClr val="windowText" lastClr="00000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ysClr val="window" lastClr="FFFFFF"/>
                </a:solidFill>
                <a:latin typeface="Boehringer Forward Text"/>
              </a:defRPr>
            </a:lvl1pPr>
            <a:lvl2pPr marL="457200" algn="l" defTabSz="914400" rtl="0" eaLnBrk="1" latinLnBrk="0" hangingPunct="1">
              <a:defRPr sz="1800" kern="1200">
                <a:solidFill>
                  <a:sysClr val="window" lastClr="FFFFFF"/>
                </a:solidFill>
                <a:latin typeface="Boehringer Forward Text"/>
              </a:defRPr>
            </a:lvl2pPr>
            <a:lvl3pPr marL="914400" algn="l" defTabSz="914400" rtl="0" eaLnBrk="1" latinLnBrk="0" hangingPunct="1">
              <a:defRPr sz="1800" kern="1200">
                <a:solidFill>
                  <a:sysClr val="window" lastClr="FFFFFF"/>
                </a:solidFill>
                <a:latin typeface="Boehringer Forward Text"/>
              </a:defRPr>
            </a:lvl3pPr>
            <a:lvl4pPr marL="1371600" algn="l" defTabSz="914400" rtl="0" eaLnBrk="1" latinLnBrk="0" hangingPunct="1">
              <a:defRPr sz="1800" kern="1200">
                <a:solidFill>
                  <a:sysClr val="window" lastClr="FFFFFF"/>
                </a:solidFill>
                <a:latin typeface="Boehringer Forward Text"/>
              </a:defRPr>
            </a:lvl4pPr>
            <a:lvl5pPr marL="1828800" algn="l" defTabSz="914400" rtl="0" eaLnBrk="1" latinLnBrk="0" hangingPunct="1">
              <a:defRPr sz="1800" kern="1200">
                <a:solidFill>
                  <a:sysClr val="window" lastClr="FFFFFF"/>
                </a:solidFill>
                <a:latin typeface="Boehringer Forward Text"/>
              </a:defRPr>
            </a:lvl5pPr>
            <a:lvl6pPr marL="2286000" algn="l" defTabSz="914400" rtl="0" eaLnBrk="1" latinLnBrk="0" hangingPunct="1">
              <a:defRPr sz="1800" kern="1200">
                <a:solidFill>
                  <a:sysClr val="window" lastClr="FFFFFF"/>
                </a:solidFill>
                <a:latin typeface="Boehringer Forward Text"/>
              </a:defRPr>
            </a:lvl6pPr>
            <a:lvl7pPr marL="2743200" algn="l" defTabSz="914400" rtl="0" eaLnBrk="1" latinLnBrk="0" hangingPunct="1">
              <a:defRPr sz="1800" kern="1200">
                <a:solidFill>
                  <a:sysClr val="window" lastClr="FFFFFF"/>
                </a:solidFill>
                <a:latin typeface="Boehringer Forward Text"/>
              </a:defRPr>
            </a:lvl7pPr>
            <a:lvl8pPr marL="3200400" algn="l" defTabSz="914400" rtl="0" eaLnBrk="1" latinLnBrk="0" hangingPunct="1">
              <a:defRPr sz="1800" kern="1200">
                <a:solidFill>
                  <a:sysClr val="window" lastClr="FFFFFF"/>
                </a:solidFill>
                <a:latin typeface="Boehringer Forward Text"/>
              </a:defRPr>
            </a:lvl8pPr>
            <a:lvl9pPr marL="3657600" algn="l" defTabSz="914400" rtl="0" eaLnBrk="1" latinLnBrk="0" hangingPunct="1">
              <a:defRPr sz="1800" kern="1200">
                <a:solidFill>
                  <a:sysClr val="window" lastClr="FFFFFF"/>
                </a:solidFill>
                <a:latin typeface="Boehringer Forward Text"/>
              </a:defRPr>
            </a:lvl9pP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mn-cs"/>
            </a:endParaRPr>
          </a:p>
        </p:txBody>
      </p:sp>
      <p:sp>
        <p:nvSpPr>
          <p:cNvPr id="28" name="Oval 21">
            <a:extLst>
              <a:ext uri="{FF2B5EF4-FFF2-40B4-BE49-F238E27FC236}">
                <a16:creationId xmlns:a16="http://schemas.microsoft.com/office/drawing/2014/main" id="{B424CE5B-329B-3C33-E9E0-019880670E92}"/>
              </a:ext>
            </a:extLst>
          </p:cNvPr>
          <p:cNvSpPr/>
          <p:nvPr/>
        </p:nvSpPr>
        <p:spPr bwMode="gray">
          <a:xfrm>
            <a:off x="3465612" y="3429000"/>
            <a:ext cx="104229" cy="94387"/>
          </a:xfrm>
          <a:prstGeom prst="ellipse">
            <a:avLst/>
          </a:prstGeom>
          <a:solidFill>
            <a:srgbClr val="00E47C"/>
          </a:solidFill>
          <a:ln w="6350" cap="flat" cmpd="sng" algn="ctr">
            <a:solidFill>
              <a:sysClr val="windowText" lastClr="00000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ysClr val="window" lastClr="FFFFFF"/>
                </a:solidFill>
                <a:latin typeface="Boehringer Forward Text"/>
              </a:defRPr>
            </a:lvl1pPr>
            <a:lvl2pPr marL="457200" algn="l" defTabSz="914400" rtl="0" eaLnBrk="1" latinLnBrk="0" hangingPunct="1">
              <a:defRPr sz="1800" kern="1200">
                <a:solidFill>
                  <a:sysClr val="window" lastClr="FFFFFF"/>
                </a:solidFill>
                <a:latin typeface="Boehringer Forward Text"/>
              </a:defRPr>
            </a:lvl2pPr>
            <a:lvl3pPr marL="914400" algn="l" defTabSz="914400" rtl="0" eaLnBrk="1" latinLnBrk="0" hangingPunct="1">
              <a:defRPr sz="1800" kern="1200">
                <a:solidFill>
                  <a:sysClr val="window" lastClr="FFFFFF"/>
                </a:solidFill>
                <a:latin typeface="Boehringer Forward Text"/>
              </a:defRPr>
            </a:lvl3pPr>
            <a:lvl4pPr marL="1371600" algn="l" defTabSz="914400" rtl="0" eaLnBrk="1" latinLnBrk="0" hangingPunct="1">
              <a:defRPr sz="1800" kern="1200">
                <a:solidFill>
                  <a:sysClr val="window" lastClr="FFFFFF"/>
                </a:solidFill>
                <a:latin typeface="Boehringer Forward Text"/>
              </a:defRPr>
            </a:lvl4pPr>
            <a:lvl5pPr marL="1828800" algn="l" defTabSz="914400" rtl="0" eaLnBrk="1" latinLnBrk="0" hangingPunct="1">
              <a:defRPr sz="1800" kern="1200">
                <a:solidFill>
                  <a:sysClr val="window" lastClr="FFFFFF"/>
                </a:solidFill>
                <a:latin typeface="Boehringer Forward Text"/>
              </a:defRPr>
            </a:lvl5pPr>
            <a:lvl6pPr marL="2286000" algn="l" defTabSz="914400" rtl="0" eaLnBrk="1" latinLnBrk="0" hangingPunct="1">
              <a:defRPr sz="1800" kern="1200">
                <a:solidFill>
                  <a:sysClr val="window" lastClr="FFFFFF"/>
                </a:solidFill>
                <a:latin typeface="Boehringer Forward Text"/>
              </a:defRPr>
            </a:lvl6pPr>
            <a:lvl7pPr marL="2743200" algn="l" defTabSz="914400" rtl="0" eaLnBrk="1" latinLnBrk="0" hangingPunct="1">
              <a:defRPr sz="1800" kern="1200">
                <a:solidFill>
                  <a:sysClr val="window" lastClr="FFFFFF"/>
                </a:solidFill>
                <a:latin typeface="Boehringer Forward Text"/>
              </a:defRPr>
            </a:lvl7pPr>
            <a:lvl8pPr marL="3200400" algn="l" defTabSz="914400" rtl="0" eaLnBrk="1" latinLnBrk="0" hangingPunct="1">
              <a:defRPr sz="1800" kern="1200">
                <a:solidFill>
                  <a:sysClr val="window" lastClr="FFFFFF"/>
                </a:solidFill>
                <a:latin typeface="Boehringer Forward Text"/>
              </a:defRPr>
            </a:lvl8pPr>
            <a:lvl9pPr marL="3657600" algn="l" defTabSz="914400" rtl="0" eaLnBrk="1" latinLnBrk="0" hangingPunct="1">
              <a:defRPr sz="1800" kern="1200">
                <a:solidFill>
                  <a:sysClr val="window" lastClr="FFFFFF"/>
                </a:solidFill>
                <a:latin typeface="Boehringer Forward Text"/>
              </a:defRPr>
            </a:lvl9pP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mn-cs"/>
            </a:endParaRPr>
          </a:p>
        </p:txBody>
      </p:sp>
      <p:sp>
        <p:nvSpPr>
          <p:cNvPr id="29" name="Oval 21">
            <a:extLst>
              <a:ext uri="{FF2B5EF4-FFF2-40B4-BE49-F238E27FC236}">
                <a16:creationId xmlns:a16="http://schemas.microsoft.com/office/drawing/2014/main" id="{9FCC3568-F0E4-5D07-420D-EDCAC09EF94B}"/>
              </a:ext>
            </a:extLst>
          </p:cNvPr>
          <p:cNvSpPr/>
          <p:nvPr/>
        </p:nvSpPr>
        <p:spPr bwMode="gray">
          <a:xfrm>
            <a:off x="3465612" y="3617303"/>
            <a:ext cx="104229" cy="94387"/>
          </a:xfrm>
          <a:prstGeom prst="ellipse">
            <a:avLst/>
          </a:prstGeom>
          <a:solidFill>
            <a:srgbClr val="00E47C"/>
          </a:solidFill>
          <a:ln w="6350" cap="flat" cmpd="sng" algn="ctr">
            <a:solidFill>
              <a:sysClr val="windowText" lastClr="00000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ysClr val="window" lastClr="FFFFFF"/>
                </a:solidFill>
                <a:latin typeface="Boehringer Forward Text"/>
              </a:defRPr>
            </a:lvl1pPr>
            <a:lvl2pPr marL="457200" algn="l" defTabSz="914400" rtl="0" eaLnBrk="1" latinLnBrk="0" hangingPunct="1">
              <a:defRPr sz="1800" kern="1200">
                <a:solidFill>
                  <a:sysClr val="window" lastClr="FFFFFF"/>
                </a:solidFill>
                <a:latin typeface="Boehringer Forward Text"/>
              </a:defRPr>
            </a:lvl2pPr>
            <a:lvl3pPr marL="914400" algn="l" defTabSz="914400" rtl="0" eaLnBrk="1" latinLnBrk="0" hangingPunct="1">
              <a:defRPr sz="1800" kern="1200">
                <a:solidFill>
                  <a:sysClr val="window" lastClr="FFFFFF"/>
                </a:solidFill>
                <a:latin typeface="Boehringer Forward Text"/>
              </a:defRPr>
            </a:lvl3pPr>
            <a:lvl4pPr marL="1371600" algn="l" defTabSz="914400" rtl="0" eaLnBrk="1" latinLnBrk="0" hangingPunct="1">
              <a:defRPr sz="1800" kern="1200">
                <a:solidFill>
                  <a:sysClr val="window" lastClr="FFFFFF"/>
                </a:solidFill>
                <a:latin typeface="Boehringer Forward Text"/>
              </a:defRPr>
            </a:lvl4pPr>
            <a:lvl5pPr marL="1828800" algn="l" defTabSz="914400" rtl="0" eaLnBrk="1" latinLnBrk="0" hangingPunct="1">
              <a:defRPr sz="1800" kern="1200">
                <a:solidFill>
                  <a:sysClr val="window" lastClr="FFFFFF"/>
                </a:solidFill>
                <a:latin typeface="Boehringer Forward Text"/>
              </a:defRPr>
            </a:lvl5pPr>
            <a:lvl6pPr marL="2286000" algn="l" defTabSz="914400" rtl="0" eaLnBrk="1" latinLnBrk="0" hangingPunct="1">
              <a:defRPr sz="1800" kern="1200">
                <a:solidFill>
                  <a:sysClr val="window" lastClr="FFFFFF"/>
                </a:solidFill>
                <a:latin typeface="Boehringer Forward Text"/>
              </a:defRPr>
            </a:lvl6pPr>
            <a:lvl7pPr marL="2743200" algn="l" defTabSz="914400" rtl="0" eaLnBrk="1" latinLnBrk="0" hangingPunct="1">
              <a:defRPr sz="1800" kern="1200">
                <a:solidFill>
                  <a:sysClr val="window" lastClr="FFFFFF"/>
                </a:solidFill>
                <a:latin typeface="Boehringer Forward Text"/>
              </a:defRPr>
            </a:lvl7pPr>
            <a:lvl8pPr marL="3200400" algn="l" defTabSz="914400" rtl="0" eaLnBrk="1" latinLnBrk="0" hangingPunct="1">
              <a:defRPr sz="1800" kern="1200">
                <a:solidFill>
                  <a:sysClr val="window" lastClr="FFFFFF"/>
                </a:solidFill>
                <a:latin typeface="Boehringer Forward Text"/>
              </a:defRPr>
            </a:lvl8pPr>
            <a:lvl9pPr marL="3657600" algn="l" defTabSz="914400" rtl="0" eaLnBrk="1" latinLnBrk="0" hangingPunct="1">
              <a:defRPr sz="1800" kern="1200">
                <a:solidFill>
                  <a:sysClr val="window" lastClr="FFFFFF"/>
                </a:solidFill>
                <a:latin typeface="Boehringer Forward Text"/>
              </a:defRPr>
            </a:lvl9pP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mn-cs"/>
            </a:endParaRPr>
          </a:p>
        </p:txBody>
      </p:sp>
      <p:sp>
        <p:nvSpPr>
          <p:cNvPr id="30" name="Oval 21">
            <a:extLst>
              <a:ext uri="{FF2B5EF4-FFF2-40B4-BE49-F238E27FC236}">
                <a16:creationId xmlns:a16="http://schemas.microsoft.com/office/drawing/2014/main" id="{C05DE06A-78BC-17E2-39B0-10937A2BA0F9}"/>
              </a:ext>
            </a:extLst>
          </p:cNvPr>
          <p:cNvSpPr/>
          <p:nvPr/>
        </p:nvSpPr>
        <p:spPr bwMode="gray">
          <a:xfrm>
            <a:off x="3465612" y="3287655"/>
            <a:ext cx="104229" cy="94387"/>
          </a:xfrm>
          <a:prstGeom prst="ellipse">
            <a:avLst/>
          </a:prstGeom>
          <a:solidFill>
            <a:srgbClr val="00E47C"/>
          </a:solidFill>
          <a:ln w="6350" cap="flat" cmpd="sng" algn="ctr">
            <a:solidFill>
              <a:sysClr val="windowText" lastClr="00000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ysClr val="window" lastClr="FFFFFF"/>
                </a:solidFill>
                <a:latin typeface="Boehringer Forward Text"/>
              </a:defRPr>
            </a:lvl1pPr>
            <a:lvl2pPr marL="457200" algn="l" defTabSz="914400" rtl="0" eaLnBrk="1" latinLnBrk="0" hangingPunct="1">
              <a:defRPr sz="1800" kern="1200">
                <a:solidFill>
                  <a:sysClr val="window" lastClr="FFFFFF"/>
                </a:solidFill>
                <a:latin typeface="Boehringer Forward Text"/>
              </a:defRPr>
            </a:lvl2pPr>
            <a:lvl3pPr marL="914400" algn="l" defTabSz="914400" rtl="0" eaLnBrk="1" latinLnBrk="0" hangingPunct="1">
              <a:defRPr sz="1800" kern="1200">
                <a:solidFill>
                  <a:sysClr val="window" lastClr="FFFFFF"/>
                </a:solidFill>
                <a:latin typeface="Boehringer Forward Text"/>
              </a:defRPr>
            </a:lvl3pPr>
            <a:lvl4pPr marL="1371600" algn="l" defTabSz="914400" rtl="0" eaLnBrk="1" latinLnBrk="0" hangingPunct="1">
              <a:defRPr sz="1800" kern="1200">
                <a:solidFill>
                  <a:sysClr val="window" lastClr="FFFFFF"/>
                </a:solidFill>
                <a:latin typeface="Boehringer Forward Text"/>
              </a:defRPr>
            </a:lvl4pPr>
            <a:lvl5pPr marL="1828800" algn="l" defTabSz="914400" rtl="0" eaLnBrk="1" latinLnBrk="0" hangingPunct="1">
              <a:defRPr sz="1800" kern="1200">
                <a:solidFill>
                  <a:sysClr val="window" lastClr="FFFFFF"/>
                </a:solidFill>
                <a:latin typeface="Boehringer Forward Text"/>
              </a:defRPr>
            </a:lvl5pPr>
            <a:lvl6pPr marL="2286000" algn="l" defTabSz="914400" rtl="0" eaLnBrk="1" latinLnBrk="0" hangingPunct="1">
              <a:defRPr sz="1800" kern="1200">
                <a:solidFill>
                  <a:sysClr val="window" lastClr="FFFFFF"/>
                </a:solidFill>
                <a:latin typeface="Boehringer Forward Text"/>
              </a:defRPr>
            </a:lvl6pPr>
            <a:lvl7pPr marL="2743200" algn="l" defTabSz="914400" rtl="0" eaLnBrk="1" latinLnBrk="0" hangingPunct="1">
              <a:defRPr sz="1800" kern="1200">
                <a:solidFill>
                  <a:sysClr val="window" lastClr="FFFFFF"/>
                </a:solidFill>
                <a:latin typeface="Boehringer Forward Text"/>
              </a:defRPr>
            </a:lvl7pPr>
            <a:lvl8pPr marL="3200400" algn="l" defTabSz="914400" rtl="0" eaLnBrk="1" latinLnBrk="0" hangingPunct="1">
              <a:defRPr sz="1800" kern="1200">
                <a:solidFill>
                  <a:sysClr val="window" lastClr="FFFFFF"/>
                </a:solidFill>
                <a:latin typeface="Boehringer Forward Text"/>
              </a:defRPr>
            </a:lvl8pPr>
            <a:lvl9pPr marL="3657600" algn="l" defTabSz="914400" rtl="0" eaLnBrk="1" latinLnBrk="0" hangingPunct="1">
              <a:defRPr sz="1800" kern="1200">
                <a:solidFill>
                  <a:sysClr val="window" lastClr="FFFFFF"/>
                </a:solidFill>
                <a:latin typeface="Boehringer Forward Text"/>
              </a:defRPr>
            </a:lvl9pP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mn-cs"/>
            </a:endParaRPr>
          </a:p>
        </p:txBody>
      </p:sp>
      <p:sp>
        <p:nvSpPr>
          <p:cNvPr id="32" name="Oval 21">
            <a:extLst>
              <a:ext uri="{FF2B5EF4-FFF2-40B4-BE49-F238E27FC236}">
                <a16:creationId xmlns:a16="http://schemas.microsoft.com/office/drawing/2014/main" id="{27F58936-6C8E-B72F-9DE9-05ED0212BA19}"/>
              </a:ext>
            </a:extLst>
          </p:cNvPr>
          <p:cNvSpPr/>
          <p:nvPr/>
        </p:nvSpPr>
        <p:spPr bwMode="gray">
          <a:xfrm>
            <a:off x="1910879" y="3085950"/>
            <a:ext cx="104229" cy="94387"/>
          </a:xfrm>
          <a:prstGeom prst="ellipse">
            <a:avLst/>
          </a:prstGeom>
          <a:solidFill>
            <a:srgbClr val="00E47C"/>
          </a:solidFill>
          <a:ln w="6350" cap="flat" cmpd="sng" algn="ctr">
            <a:solidFill>
              <a:sysClr val="windowText" lastClr="00000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ysClr val="window" lastClr="FFFFFF"/>
                </a:solidFill>
                <a:latin typeface="Boehringer Forward Text"/>
              </a:defRPr>
            </a:lvl1pPr>
            <a:lvl2pPr marL="457200" algn="l" defTabSz="914400" rtl="0" eaLnBrk="1" latinLnBrk="0" hangingPunct="1">
              <a:defRPr sz="1800" kern="1200">
                <a:solidFill>
                  <a:sysClr val="window" lastClr="FFFFFF"/>
                </a:solidFill>
                <a:latin typeface="Boehringer Forward Text"/>
              </a:defRPr>
            </a:lvl2pPr>
            <a:lvl3pPr marL="914400" algn="l" defTabSz="914400" rtl="0" eaLnBrk="1" latinLnBrk="0" hangingPunct="1">
              <a:defRPr sz="1800" kern="1200">
                <a:solidFill>
                  <a:sysClr val="window" lastClr="FFFFFF"/>
                </a:solidFill>
                <a:latin typeface="Boehringer Forward Text"/>
              </a:defRPr>
            </a:lvl3pPr>
            <a:lvl4pPr marL="1371600" algn="l" defTabSz="914400" rtl="0" eaLnBrk="1" latinLnBrk="0" hangingPunct="1">
              <a:defRPr sz="1800" kern="1200">
                <a:solidFill>
                  <a:sysClr val="window" lastClr="FFFFFF"/>
                </a:solidFill>
                <a:latin typeface="Boehringer Forward Text"/>
              </a:defRPr>
            </a:lvl4pPr>
            <a:lvl5pPr marL="1828800" algn="l" defTabSz="914400" rtl="0" eaLnBrk="1" latinLnBrk="0" hangingPunct="1">
              <a:defRPr sz="1800" kern="1200">
                <a:solidFill>
                  <a:sysClr val="window" lastClr="FFFFFF"/>
                </a:solidFill>
                <a:latin typeface="Boehringer Forward Text"/>
              </a:defRPr>
            </a:lvl5pPr>
            <a:lvl6pPr marL="2286000" algn="l" defTabSz="914400" rtl="0" eaLnBrk="1" latinLnBrk="0" hangingPunct="1">
              <a:defRPr sz="1800" kern="1200">
                <a:solidFill>
                  <a:sysClr val="window" lastClr="FFFFFF"/>
                </a:solidFill>
                <a:latin typeface="Boehringer Forward Text"/>
              </a:defRPr>
            </a:lvl6pPr>
            <a:lvl7pPr marL="2743200" algn="l" defTabSz="914400" rtl="0" eaLnBrk="1" latinLnBrk="0" hangingPunct="1">
              <a:defRPr sz="1800" kern="1200">
                <a:solidFill>
                  <a:sysClr val="window" lastClr="FFFFFF"/>
                </a:solidFill>
                <a:latin typeface="Boehringer Forward Text"/>
              </a:defRPr>
            </a:lvl7pPr>
            <a:lvl8pPr marL="3200400" algn="l" defTabSz="914400" rtl="0" eaLnBrk="1" latinLnBrk="0" hangingPunct="1">
              <a:defRPr sz="1800" kern="1200">
                <a:solidFill>
                  <a:sysClr val="window" lastClr="FFFFFF"/>
                </a:solidFill>
                <a:latin typeface="Boehringer Forward Text"/>
              </a:defRPr>
            </a:lvl8pPr>
            <a:lvl9pPr marL="3657600" algn="l" defTabSz="914400" rtl="0" eaLnBrk="1" latinLnBrk="0" hangingPunct="1">
              <a:defRPr sz="1800" kern="1200">
                <a:solidFill>
                  <a:sysClr val="window" lastClr="FFFFFF"/>
                </a:solidFill>
                <a:latin typeface="Boehringer Forward Text"/>
              </a:defRPr>
            </a:lvl9pP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mn-cs"/>
            </a:endParaRPr>
          </a:p>
        </p:txBody>
      </p:sp>
      <p:sp>
        <p:nvSpPr>
          <p:cNvPr id="2" name="Oval 21">
            <a:extLst>
              <a:ext uri="{FF2B5EF4-FFF2-40B4-BE49-F238E27FC236}">
                <a16:creationId xmlns:a16="http://schemas.microsoft.com/office/drawing/2014/main" id="{49EDBE4F-C46D-D66C-58F6-A9B423A5CA57}"/>
              </a:ext>
            </a:extLst>
          </p:cNvPr>
          <p:cNvSpPr/>
          <p:nvPr/>
        </p:nvSpPr>
        <p:spPr bwMode="gray">
          <a:xfrm>
            <a:off x="3476661" y="3796205"/>
            <a:ext cx="104229" cy="94387"/>
          </a:xfrm>
          <a:prstGeom prst="ellipse">
            <a:avLst/>
          </a:prstGeom>
          <a:solidFill>
            <a:srgbClr val="00E47C"/>
          </a:solidFill>
          <a:ln w="6350" cap="flat" cmpd="sng" algn="ctr">
            <a:solidFill>
              <a:sysClr val="windowText" lastClr="000000"/>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ysClr val="window" lastClr="FFFFFF"/>
                </a:solidFill>
                <a:latin typeface="Boehringer Forward Text"/>
              </a:defRPr>
            </a:lvl1pPr>
            <a:lvl2pPr marL="457200" algn="l" defTabSz="914400" rtl="0" eaLnBrk="1" latinLnBrk="0" hangingPunct="1">
              <a:defRPr sz="1800" kern="1200">
                <a:solidFill>
                  <a:sysClr val="window" lastClr="FFFFFF"/>
                </a:solidFill>
                <a:latin typeface="Boehringer Forward Text"/>
              </a:defRPr>
            </a:lvl2pPr>
            <a:lvl3pPr marL="914400" algn="l" defTabSz="914400" rtl="0" eaLnBrk="1" latinLnBrk="0" hangingPunct="1">
              <a:defRPr sz="1800" kern="1200">
                <a:solidFill>
                  <a:sysClr val="window" lastClr="FFFFFF"/>
                </a:solidFill>
                <a:latin typeface="Boehringer Forward Text"/>
              </a:defRPr>
            </a:lvl3pPr>
            <a:lvl4pPr marL="1371600" algn="l" defTabSz="914400" rtl="0" eaLnBrk="1" latinLnBrk="0" hangingPunct="1">
              <a:defRPr sz="1800" kern="1200">
                <a:solidFill>
                  <a:sysClr val="window" lastClr="FFFFFF"/>
                </a:solidFill>
                <a:latin typeface="Boehringer Forward Text"/>
              </a:defRPr>
            </a:lvl4pPr>
            <a:lvl5pPr marL="1828800" algn="l" defTabSz="914400" rtl="0" eaLnBrk="1" latinLnBrk="0" hangingPunct="1">
              <a:defRPr sz="1800" kern="1200">
                <a:solidFill>
                  <a:sysClr val="window" lastClr="FFFFFF"/>
                </a:solidFill>
                <a:latin typeface="Boehringer Forward Text"/>
              </a:defRPr>
            </a:lvl5pPr>
            <a:lvl6pPr marL="2286000" algn="l" defTabSz="914400" rtl="0" eaLnBrk="1" latinLnBrk="0" hangingPunct="1">
              <a:defRPr sz="1800" kern="1200">
                <a:solidFill>
                  <a:sysClr val="window" lastClr="FFFFFF"/>
                </a:solidFill>
                <a:latin typeface="Boehringer Forward Text"/>
              </a:defRPr>
            </a:lvl6pPr>
            <a:lvl7pPr marL="2743200" algn="l" defTabSz="914400" rtl="0" eaLnBrk="1" latinLnBrk="0" hangingPunct="1">
              <a:defRPr sz="1800" kern="1200">
                <a:solidFill>
                  <a:sysClr val="window" lastClr="FFFFFF"/>
                </a:solidFill>
                <a:latin typeface="Boehringer Forward Text"/>
              </a:defRPr>
            </a:lvl7pPr>
            <a:lvl8pPr marL="3200400" algn="l" defTabSz="914400" rtl="0" eaLnBrk="1" latinLnBrk="0" hangingPunct="1">
              <a:defRPr sz="1800" kern="1200">
                <a:solidFill>
                  <a:sysClr val="window" lastClr="FFFFFF"/>
                </a:solidFill>
                <a:latin typeface="Boehringer Forward Text"/>
              </a:defRPr>
            </a:lvl8pPr>
            <a:lvl9pPr marL="3657600" algn="l" defTabSz="914400" rtl="0" eaLnBrk="1" latinLnBrk="0" hangingPunct="1">
              <a:defRPr sz="1800" kern="1200">
                <a:solidFill>
                  <a:sysClr val="window" lastClr="FFFFFF"/>
                </a:solidFill>
                <a:latin typeface="Boehringer Forward Text"/>
              </a:defRPr>
            </a:lvl9pP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mn-cs"/>
            </a:endParaRPr>
          </a:p>
        </p:txBody>
      </p:sp>
    </p:spTree>
    <p:extLst>
      <p:ext uri="{BB962C8B-B14F-4D97-AF65-F5344CB8AC3E}">
        <p14:creationId xmlns:p14="http://schemas.microsoft.com/office/powerpoint/2010/main" val="39426730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标题 4"/>
          <p:cNvSpPr>
            <a:spLocks noGrp="1"/>
          </p:cNvSpPr>
          <p:nvPr>
            <p:ph type="title"/>
          </p:nvPr>
        </p:nvSpPr>
        <p:spPr>
          <a:xfrm>
            <a:off x="82194" y="139852"/>
            <a:ext cx="11233151" cy="498768"/>
          </a:xfrm>
        </p:spPr>
        <p:txBody>
          <a:bodyPr/>
          <a:lstStyle/>
          <a:p>
            <a:r>
              <a:rPr lang="en-US" altLang="zh-CN"/>
              <a:t>Mature Product/PMS Overview – INFL(</a:t>
            </a:r>
            <a:r>
              <a:rPr lang="en-US" altLang="zh-CN" err="1"/>
              <a:t>Neradomilast</a:t>
            </a:r>
            <a:r>
              <a:rPr lang="en-US" altLang="zh-CN"/>
              <a:t>)</a:t>
            </a:r>
          </a:p>
        </p:txBody>
      </p:sp>
      <p:grpSp>
        <p:nvGrpSpPr>
          <p:cNvPr id="27" name="组合 26">
            <a:extLst>
              <a:ext uri="{FF2B5EF4-FFF2-40B4-BE49-F238E27FC236}">
                <a16:creationId xmlns:a16="http://schemas.microsoft.com/office/drawing/2014/main" id="{4FE1BE6A-CD2E-5259-CEF5-6C5045A3136F}"/>
              </a:ext>
            </a:extLst>
          </p:cNvPr>
          <p:cNvGrpSpPr/>
          <p:nvPr/>
        </p:nvGrpSpPr>
        <p:grpSpPr>
          <a:xfrm>
            <a:off x="82194" y="638620"/>
            <a:ext cx="12101655" cy="5695982"/>
            <a:chOff x="90345" y="528396"/>
            <a:chExt cx="12377779" cy="5327154"/>
          </a:xfrm>
        </p:grpSpPr>
        <p:graphicFrame>
          <p:nvGraphicFramePr>
            <p:cNvPr id="22" name="Content Placeholder 3">
              <a:extLst>
                <a:ext uri="{FF2B5EF4-FFF2-40B4-BE49-F238E27FC236}">
                  <a16:creationId xmlns:a16="http://schemas.microsoft.com/office/drawing/2014/main" id="{243FC048-8912-BA6F-F6C1-D08E255FA5CB}"/>
                </a:ext>
              </a:extLst>
            </p:cNvPr>
            <p:cNvGraphicFramePr>
              <a:graphicFrameLocks/>
            </p:cNvGraphicFramePr>
            <p:nvPr/>
          </p:nvGraphicFramePr>
          <p:xfrm>
            <a:off x="90345" y="528396"/>
            <a:ext cx="12377779" cy="5327154"/>
          </p:xfrm>
          <a:graphic>
            <a:graphicData uri="http://schemas.openxmlformats.org/drawingml/2006/table">
              <a:tbl>
                <a:tblPr firstRow="1" bandRow="1">
                  <a:tableStyleId>{21E4AEA4-8DFA-4A89-87EB-49C32662AFE0}</a:tableStyleId>
                </a:tblPr>
                <a:tblGrid>
                  <a:gridCol w="3187780">
                    <a:extLst>
                      <a:ext uri="{9D8B030D-6E8A-4147-A177-3AD203B41FA5}">
                        <a16:colId xmlns:a16="http://schemas.microsoft.com/office/drawing/2014/main" val="20000"/>
                      </a:ext>
                    </a:extLst>
                  </a:gridCol>
                  <a:gridCol w="768626">
                    <a:extLst>
                      <a:ext uri="{9D8B030D-6E8A-4147-A177-3AD203B41FA5}">
                        <a16:colId xmlns:a16="http://schemas.microsoft.com/office/drawing/2014/main" val="20002"/>
                      </a:ext>
                    </a:extLst>
                  </a:gridCol>
                  <a:gridCol w="1489345">
                    <a:extLst>
                      <a:ext uri="{9D8B030D-6E8A-4147-A177-3AD203B41FA5}">
                        <a16:colId xmlns:a16="http://schemas.microsoft.com/office/drawing/2014/main" val="20003"/>
                      </a:ext>
                    </a:extLst>
                  </a:gridCol>
                  <a:gridCol w="974034">
                    <a:extLst>
                      <a:ext uri="{9D8B030D-6E8A-4147-A177-3AD203B41FA5}">
                        <a16:colId xmlns:a16="http://schemas.microsoft.com/office/drawing/2014/main" val="513430225"/>
                      </a:ext>
                    </a:extLst>
                  </a:gridCol>
                  <a:gridCol w="983974">
                    <a:extLst>
                      <a:ext uri="{9D8B030D-6E8A-4147-A177-3AD203B41FA5}">
                        <a16:colId xmlns:a16="http://schemas.microsoft.com/office/drawing/2014/main" val="20004"/>
                      </a:ext>
                    </a:extLst>
                  </a:gridCol>
                  <a:gridCol w="4423595">
                    <a:extLst>
                      <a:ext uri="{9D8B030D-6E8A-4147-A177-3AD203B41FA5}">
                        <a16:colId xmlns:a16="http://schemas.microsoft.com/office/drawing/2014/main" val="20006"/>
                      </a:ext>
                    </a:extLst>
                  </a:gridCol>
                  <a:gridCol w="274301">
                    <a:extLst>
                      <a:ext uri="{9D8B030D-6E8A-4147-A177-3AD203B41FA5}">
                        <a16:colId xmlns:a16="http://schemas.microsoft.com/office/drawing/2014/main" val="2471513409"/>
                      </a:ext>
                    </a:extLst>
                  </a:gridCol>
                </a:tblGrid>
                <a:tr h="498089">
                  <a:tc>
                    <a:txBody>
                      <a:bodyPr/>
                      <a:lstStyle>
                        <a:lvl1pPr marL="0" algn="l" defTabSz="1219170" rtl="0" eaLnBrk="1" latinLnBrk="0" hangingPunct="1">
                          <a:defRPr sz="2400" b="1" kern="1200">
                            <a:solidFill>
                              <a:schemeClr val="lt1"/>
                            </a:solidFill>
                            <a:latin typeface="Calibri"/>
                          </a:defRPr>
                        </a:lvl1pPr>
                        <a:lvl2pPr marL="609585" algn="l" defTabSz="1219170" rtl="0" eaLnBrk="1" latinLnBrk="0" hangingPunct="1">
                          <a:defRPr sz="2400" b="1" kern="1200">
                            <a:solidFill>
                              <a:schemeClr val="lt1"/>
                            </a:solidFill>
                            <a:latin typeface="Calibri"/>
                          </a:defRPr>
                        </a:lvl2pPr>
                        <a:lvl3pPr marL="1219170" algn="l" defTabSz="1219170" rtl="0" eaLnBrk="1" latinLnBrk="0" hangingPunct="1">
                          <a:defRPr sz="2400" b="1" kern="1200">
                            <a:solidFill>
                              <a:schemeClr val="lt1"/>
                            </a:solidFill>
                            <a:latin typeface="Calibri"/>
                          </a:defRPr>
                        </a:lvl3pPr>
                        <a:lvl4pPr marL="1828754" algn="l" defTabSz="1219170" rtl="0" eaLnBrk="1" latinLnBrk="0" hangingPunct="1">
                          <a:defRPr sz="2400" b="1" kern="1200">
                            <a:solidFill>
                              <a:schemeClr val="lt1"/>
                            </a:solidFill>
                            <a:latin typeface="Calibri"/>
                          </a:defRPr>
                        </a:lvl4pPr>
                        <a:lvl5pPr marL="2438339" algn="l" defTabSz="1219170" rtl="0" eaLnBrk="1" latinLnBrk="0" hangingPunct="1">
                          <a:defRPr sz="2400" b="1" kern="1200">
                            <a:solidFill>
                              <a:schemeClr val="lt1"/>
                            </a:solidFill>
                            <a:latin typeface="Calibri"/>
                          </a:defRPr>
                        </a:lvl5pPr>
                        <a:lvl6pPr marL="3047924" algn="l" defTabSz="1219170" rtl="0" eaLnBrk="1" latinLnBrk="0" hangingPunct="1">
                          <a:defRPr sz="2400" b="1" kern="1200">
                            <a:solidFill>
                              <a:schemeClr val="lt1"/>
                            </a:solidFill>
                            <a:latin typeface="Calibri"/>
                          </a:defRPr>
                        </a:lvl6pPr>
                        <a:lvl7pPr marL="3657509" algn="l" defTabSz="1219170" rtl="0" eaLnBrk="1" latinLnBrk="0" hangingPunct="1">
                          <a:defRPr sz="2400" b="1" kern="1200">
                            <a:solidFill>
                              <a:schemeClr val="lt1"/>
                            </a:solidFill>
                            <a:latin typeface="Calibri"/>
                          </a:defRPr>
                        </a:lvl7pPr>
                        <a:lvl8pPr marL="4267093" algn="l" defTabSz="1219170" rtl="0" eaLnBrk="1" latinLnBrk="0" hangingPunct="1">
                          <a:defRPr sz="2400" b="1" kern="1200">
                            <a:solidFill>
                              <a:schemeClr val="lt1"/>
                            </a:solidFill>
                            <a:latin typeface="Calibri"/>
                          </a:defRPr>
                        </a:lvl8pPr>
                        <a:lvl9pPr marL="4876678" algn="l" defTabSz="1219170" rtl="0" eaLnBrk="1" latinLnBrk="0" hangingPunct="1">
                          <a:defRPr sz="2400" b="1" kern="1200">
                            <a:solidFill>
                              <a:schemeClr val="lt1"/>
                            </a:solidFill>
                            <a:latin typeface="Calibr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kern="1200">
                            <a:solidFill>
                              <a:schemeClr val="bg1"/>
                            </a:solidFill>
                            <a:latin typeface="Calibri"/>
                            <a:ea typeface="+mn-ea"/>
                            <a:cs typeface="+mn-cs"/>
                          </a:rPr>
                          <a:t>Product/Study</a:t>
                        </a:r>
                      </a:p>
                    </a:txBody>
                    <a:tcPr marL="92811" marR="92811" marT="38100" marB="38100" anchor="ctr">
                      <a:solidFill>
                        <a:schemeClr val="bg2">
                          <a:lumMod val="75000"/>
                          <a:lumOff val="25000"/>
                        </a:schemeClr>
                      </a:solidFill>
                    </a:tcPr>
                  </a:tc>
                  <a:tc>
                    <a:txBody>
                      <a:bodyPr/>
                      <a:lstStyle>
                        <a:lvl1pPr marL="0" algn="l" defTabSz="1219170" rtl="0" eaLnBrk="1" latinLnBrk="0" hangingPunct="1">
                          <a:defRPr sz="2400" b="1" kern="1200">
                            <a:solidFill>
                              <a:schemeClr val="lt1"/>
                            </a:solidFill>
                            <a:latin typeface="Calibri"/>
                          </a:defRPr>
                        </a:lvl1pPr>
                        <a:lvl2pPr marL="609585" algn="l" defTabSz="1219170" rtl="0" eaLnBrk="1" latinLnBrk="0" hangingPunct="1">
                          <a:defRPr sz="2400" b="1" kern="1200">
                            <a:solidFill>
                              <a:schemeClr val="lt1"/>
                            </a:solidFill>
                            <a:latin typeface="Calibri"/>
                          </a:defRPr>
                        </a:lvl2pPr>
                        <a:lvl3pPr marL="1219170" algn="l" defTabSz="1219170" rtl="0" eaLnBrk="1" latinLnBrk="0" hangingPunct="1">
                          <a:defRPr sz="2400" b="1" kern="1200">
                            <a:solidFill>
                              <a:schemeClr val="lt1"/>
                            </a:solidFill>
                            <a:latin typeface="Calibri"/>
                          </a:defRPr>
                        </a:lvl3pPr>
                        <a:lvl4pPr marL="1828754" algn="l" defTabSz="1219170" rtl="0" eaLnBrk="1" latinLnBrk="0" hangingPunct="1">
                          <a:defRPr sz="2400" b="1" kern="1200">
                            <a:solidFill>
                              <a:schemeClr val="lt1"/>
                            </a:solidFill>
                            <a:latin typeface="Calibri"/>
                          </a:defRPr>
                        </a:lvl4pPr>
                        <a:lvl5pPr marL="2438339" algn="l" defTabSz="1219170" rtl="0" eaLnBrk="1" latinLnBrk="0" hangingPunct="1">
                          <a:defRPr sz="2400" b="1" kern="1200">
                            <a:solidFill>
                              <a:schemeClr val="lt1"/>
                            </a:solidFill>
                            <a:latin typeface="Calibri"/>
                          </a:defRPr>
                        </a:lvl5pPr>
                        <a:lvl6pPr marL="3047924" algn="l" defTabSz="1219170" rtl="0" eaLnBrk="1" latinLnBrk="0" hangingPunct="1">
                          <a:defRPr sz="2400" b="1" kern="1200">
                            <a:solidFill>
                              <a:schemeClr val="lt1"/>
                            </a:solidFill>
                            <a:latin typeface="Calibri"/>
                          </a:defRPr>
                        </a:lvl6pPr>
                        <a:lvl7pPr marL="3657509" algn="l" defTabSz="1219170" rtl="0" eaLnBrk="1" latinLnBrk="0" hangingPunct="1">
                          <a:defRPr sz="2400" b="1" kern="1200">
                            <a:solidFill>
                              <a:schemeClr val="lt1"/>
                            </a:solidFill>
                            <a:latin typeface="Calibri"/>
                          </a:defRPr>
                        </a:lvl7pPr>
                        <a:lvl8pPr marL="4267093" algn="l" defTabSz="1219170" rtl="0" eaLnBrk="1" latinLnBrk="0" hangingPunct="1">
                          <a:defRPr sz="2400" b="1" kern="1200">
                            <a:solidFill>
                              <a:schemeClr val="lt1"/>
                            </a:solidFill>
                            <a:latin typeface="Calibri"/>
                          </a:defRPr>
                        </a:lvl8pPr>
                        <a:lvl9pPr marL="4876678" algn="l" defTabSz="1219170" rtl="0" eaLnBrk="1" latinLnBrk="0" hangingPunct="1">
                          <a:defRPr sz="2400" b="1" kern="1200">
                            <a:solidFill>
                              <a:schemeClr val="lt1"/>
                            </a:solidFill>
                            <a:latin typeface="Calibr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kern="1200">
                            <a:solidFill>
                              <a:schemeClr val="bg1"/>
                            </a:solidFill>
                            <a:latin typeface="Calibri"/>
                            <a:ea typeface="+mn-ea"/>
                            <a:cs typeface="+mn-cs"/>
                          </a:rPr>
                          <a:t>Indication</a:t>
                        </a:r>
                      </a:p>
                    </a:txBody>
                    <a:tcPr marL="92811" marR="92811" marT="38100" marB="38100" anchor="ctr">
                      <a:solidFill>
                        <a:schemeClr val="bg2">
                          <a:lumMod val="75000"/>
                          <a:lumOff val="25000"/>
                        </a:schemeClr>
                      </a:solidFill>
                    </a:tcPr>
                  </a:tc>
                  <a:tc>
                    <a:txBody>
                      <a:bodyPr/>
                      <a:lstStyle>
                        <a:lvl1pPr marL="0" algn="l" defTabSz="1219170" rtl="0" eaLnBrk="1" latinLnBrk="0" hangingPunct="1">
                          <a:defRPr sz="2400" b="1" kern="1200">
                            <a:solidFill>
                              <a:schemeClr val="lt1"/>
                            </a:solidFill>
                            <a:latin typeface="Calibri"/>
                          </a:defRPr>
                        </a:lvl1pPr>
                        <a:lvl2pPr marL="609585" algn="l" defTabSz="1219170" rtl="0" eaLnBrk="1" latinLnBrk="0" hangingPunct="1">
                          <a:defRPr sz="2400" b="1" kern="1200">
                            <a:solidFill>
                              <a:schemeClr val="lt1"/>
                            </a:solidFill>
                            <a:latin typeface="Calibri"/>
                          </a:defRPr>
                        </a:lvl2pPr>
                        <a:lvl3pPr marL="1219170" algn="l" defTabSz="1219170" rtl="0" eaLnBrk="1" latinLnBrk="0" hangingPunct="1">
                          <a:defRPr sz="2400" b="1" kern="1200">
                            <a:solidFill>
                              <a:schemeClr val="lt1"/>
                            </a:solidFill>
                            <a:latin typeface="Calibri"/>
                          </a:defRPr>
                        </a:lvl3pPr>
                        <a:lvl4pPr marL="1828754" algn="l" defTabSz="1219170" rtl="0" eaLnBrk="1" latinLnBrk="0" hangingPunct="1">
                          <a:defRPr sz="2400" b="1" kern="1200">
                            <a:solidFill>
                              <a:schemeClr val="lt1"/>
                            </a:solidFill>
                            <a:latin typeface="Calibri"/>
                          </a:defRPr>
                        </a:lvl4pPr>
                        <a:lvl5pPr marL="2438339" algn="l" defTabSz="1219170" rtl="0" eaLnBrk="1" latinLnBrk="0" hangingPunct="1">
                          <a:defRPr sz="2400" b="1" kern="1200">
                            <a:solidFill>
                              <a:schemeClr val="lt1"/>
                            </a:solidFill>
                            <a:latin typeface="Calibri"/>
                          </a:defRPr>
                        </a:lvl5pPr>
                        <a:lvl6pPr marL="3047924" algn="l" defTabSz="1219170" rtl="0" eaLnBrk="1" latinLnBrk="0" hangingPunct="1">
                          <a:defRPr sz="2400" b="1" kern="1200">
                            <a:solidFill>
                              <a:schemeClr val="lt1"/>
                            </a:solidFill>
                            <a:latin typeface="Calibri"/>
                          </a:defRPr>
                        </a:lvl6pPr>
                        <a:lvl7pPr marL="3657509" algn="l" defTabSz="1219170" rtl="0" eaLnBrk="1" latinLnBrk="0" hangingPunct="1">
                          <a:defRPr sz="2400" b="1" kern="1200">
                            <a:solidFill>
                              <a:schemeClr val="lt1"/>
                            </a:solidFill>
                            <a:latin typeface="Calibri"/>
                          </a:defRPr>
                        </a:lvl7pPr>
                        <a:lvl8pPr marL="4267093" algn="l" defTabSz="1219170" rtl="0" eaLnBrk="1" latinLnBrk="0" hangingPunct="1">
                          <a:defRPr sz="2400" b="1" kern="1200">
                            <a:solidFill>
                              <a:schemeClr val="lt1"/>
                            </a:solidFill>
                            <a:latin typeface="Calibri"/>
                          </a:defRPr>
                        </a:lvl8pPr>
                        <a:lvl9pPr marL="4876678" algn="l" defTabSz="1219170" rtl="0" eaLnBrk="1" latinLnBrk="0" hangingPunct="1">
                          <a:defRPr sz="2400" b="1" kern="1200">
                            <a:solidFill>
                              <a:schemeClr val="lt1"/>
                            </a:solidFill>
                            <a:latin typeface="Calibr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kern="1200">
                            <a:solidFill>
                              <a:schemeClr val="bg1"/>
                            </a:solidFill>
                          </a:rPr>
                          <a:t>Study type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kern="1200">
                            <a:solidFill>
                              <a:schemeClr val="bg1"/>
                            </a:solidFill>
                          </a:rPr>
                          <a:t>(Study</a:t>
                        </a:r>
                        <a:r>
                          <a:rPr lang="en-US" altLang="zh-CN" sz="1000" kern="1200" baseline="0">
                            <a:solidFill>
                              <a:schemeClr val="bg1"/>
                            </a:solidFill>
                          </a:rPr>
                          <a:t> no.: FPI-LPO, CTR</a:t>
                        </a:r>
                        <a:r>
                          <a:rPr lang="en-US" altLang="zh-CN" sz="1000" kern="1200">
                            <a:solidFill>
                              <a:schemeClr val="bg1"/>
                            </a:solidFill>
                          </a:rPr>
                          <a:t>)</a:t>
                        </a:r>
                        <a:endParaRPr lang="zh-CN" altLang="en-US" sz="1000" kern="1200">
                          <a:solidFill>
                            <a:schemeClr val="bg1"/>
                          </a:solidFill>
                          <a:latin typeface="Calibri"/>
                          <a:ea typeface="+mn-ea"/>
                          <a:cs typeface="+mn-cs"/>
                        </a:endParaRPr>
                      </a:p>
                    </a:txBody>
                    <a:tcPr marL="69608" marR="69608" marT="34290" marB="34290" anchor="ctr">
                      <a:solidFill>
                        <a:schemeClr val="bg2">
                          <a:lumMod val="75000"/>
                          <a:lumOff val="2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kern="1200">
                            <a:solidFill>
                              <a:schemeClr val="bg1"/>
                            </a:solidFill>
                          </a:rPr>
                          <a:t>Current Status</a:t>
                        </a:r>
                        <a:endParaRPr lang="zh-CN" altLang="en-US" sz="1000" b="1" kern="1200">
                          <a:solidFill>
                            <a:schemeClr val="bg1"/>
                          </a:solidFill>
                          <a:latin typeface="Calibri"/>
                          <a:ea typeface="+mn-ea"/>
                          <a:cs typeface="+mn-cs"/>
                        </a:endParaRPr>
                      </a:p>
                    </a:txBody>
                    <a:tcPr marL="69608" marR="69608" marT="34290" marB="34290" anchor="ctr">
                      <a:solidFill>
                        <a:schemeClr val="bg2">
                          <a:lumMod val="75000"/>
                          <a:lumOff val="25000"/>
                        </a:schemeClr>
                      </a:solidFill>
                    </a:tcPr>
                  </a:tc>
                  <a:tc>
                    <a:txBody>
                      <a:bodyPr/>
                      <a:lstStyle/>
                      <a:p>
                        <a:pPr marL="0" marR="0" lvl="0" indent="0" algn="l" rtl="0" eaLnBrk="1" fontAlgn="auto" latinLnBrk="0" hangingPunct="1">
                          <a:lnSpc>
                            <a:spcPct val="100000"/>
                          </a:lnSpc>
                          <a:spcBef>
                            <a:spcPts val="0"/>
                          </a:spcBef>
                          <a:spcAft>
                            <a:spcPts val="0"/>
                          </a:spcAft>
                          <a:buFontTx/>
                          <a:buNone/>
                        </a:pPr>
                        <a:r>
                          <a:rPr lang="en-US" altLang="zh-CN" sz="1000" b="1" kern="1200">
                            <a:solidFill>
                              <a:schemeClr val="bg1"/>
                            </a:solidFill>
                          </a:rPr>
                          <a:t> Next Mile-stone</a:t>
                        </a:r>
                        <a:endParaRPr lang="zh-CN" altLang="en-US" sz="1000" b="1" kern="1200">
                          <a:solidFill>
                            <a:schemeClr val="bg1"/>
                          </a:solidFill>
                          <a:latin typeface="Calibri"/>
                          <a:ea typeface="+mn-ea"/>
                          <a:cs typeface="+mn-cs"/>
                        </a:endParaRPr>
                      </a:p>
                    </a:txBody>
                    <a:tcPr marL="69608" marR="69608" marT="34290" marB="34290" anchor="ctr">
                      <a:solidFill>
                        <a:schemeClr val="bg2">
                          <a:lumMod val="75000"/>
                          <a:lumOff val="25000"/>
                        </a:schemeClr>
                      </a:solidFill>
                    </a:tcPr>
                  </a:tc>
                  <a:tc>
                    <a:txBody>
                      <a:bodyPr/>
                      <a:lstStyle>
                        <a:lvl1pPr marL="0" algn="l" defTabSz="1219170" rtl="0" eaLnBrk="1" latinLnBrk="0" hangingPunct="1">
                          <a:defRPr sz="2400" b="1" kern="1200">
                            <a:solidFill>
                              <a:schemeClr val="lt1"/>
                            </a:solidFill>
                            <a:latin typeface="Calibri"/>
                          </a:defRPr>
                        </a:lvl1pPr>
                        <a:lvl2pPr marL="609585" algn="l" defTabSz="1219170" rtl="0" eaLnBrk="1" latinLnBrk="0" hangingPunct="1">
                          <a:defRPr sz="2400" b="1" kern="1200">
                            <a:solidFill>
                              <a:schemeClr val="lt1"/>
                            </a:solidFill>
                            <a:latin typeface="Calibri"/>
                          </a:defRPr>
                        </a:lvl2pPr>
                        <a:lvl3pPr marL="1219170" algn="l" defTabSz="1219170" rtl="0" eaLnBrk="1" latinLnBrk="0" hangingPunct="1">
                          <a:defRPr sz="2400" b="1" kern="1200">
                            <a:solidFill>
                              <a:schemeClr val="lt1"/>
                            </a:solidFill>
                            <a:latin typeface="Calibri"/>
                          </a:defRPr>
                        </a:lvl3pPr>
                        <a:lvl4pPr marL="1828754" algn="l" defTabSz="1219170" rtl="0" eaLnBrk="1" latinLnBrk="0" hangingPunct="1">
                          <a:defRPr sz="2400" b="1" kern="1200">
                            <a:solidFill>
                              <a:schemeClr val="lt1"/>
                            </a:solidFill>
                            <a:latin typeface="Calibri"/>
                          </a:defRPr>
                        </a:lvl4pPr>
                        <a:lvl5pPr marL="2438339" algn="l" defTabSz="1219170" rtl="0" eaLnBrk="1" latinLnBrk="0" hangingPunct="1">
                          <a:defRPr sz="2400" b="1" kern="1200">
                            <a:solidFill>
                              <a:schemeClr val="lt1"/>
                            </a:solidFill>
                            <a:latin typeface="Calibri"/>
                          </a:defRPr>
                        </a:lvl5pPr>
                        <a:lvl6pPr marL="3047924" algn="l" defTabSz="1219170" rtl="0" eaLnBrk="1" latinLnBrk="0" hangingPunct="1">
                          <a:defRPr sz="2400" b="1" kern="1200">
                            <a:solidFill>
                              <a:schemeClr val="lt1"/>
                            </a:solidFill>
                            <a:latin typeface="Calibri"/>
                          </a:defRPr>
                        </a:lvl6pPr>
                        <a:lvl7pPr marL="3657509" algn="l" defTabSz="1219170" rtl="0" eaLnBrk="1" latinLnBrk="0" hangingPunct="1">
                          <a:defRPr sz="2400" b="1" kern="1200">
                            <a:solidFill>
                              <a:schemeClr val="lt1"/>
                            </a:solidFill>
                            <a:latin typeface="Calibri"/>
                          </a:defRPr>
                        </a:lvl7pPr>
                        <a:lvl8pPr marL="4267093" algn="l" defTabSz="1219170" rtl="0" eaLnBrk="1" latinLnBrk="0" hangingPunct="1">
                          <a:defRPr sz="2400" b="1" kern="1200">
                            <a:solidFill>
                              <a:schemeClr val="lt1"/>
                            </a:solidFill>
                            <a:latin typeface="Calibri"/>
                          </a:defRPr>
                        </a:lvl8pPr>
                        <a:lvl9pPr marL="4876678" algn="l" defTabSz="1219170" rtl="0" eaLnBrk="1" latinLnBrk="0" hangingPunct="1">
                          <a:defRPr sz="2400" b="1" kern="1200">
                            <a:solidFill>
                              <a:schemeClr val="lt1"/>
                            </a:solidFill>
                            <a:latin typeface="Calibri"/>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kern="1200">
                            <a:solidFill>
                              <a:schemeClr val="bg1"/>
                            </a:solidFill>
                          </a:rPr>
                          <a:t>Key Updates</a:t>
                        </a:r>
                        <a:endParaRPr lang="zh-CN" altLang="en-US" sz="1000" kern="1200">
                          <a:solidFill>
                            <a:schemeClr val="bg1"/>
                          </a:solidFill>
                          <a:latin typeface="Calibri"/>
                          <a:ea typeface="+mn-ea"/>
                          <a:cs typeface="+mn-cs"/>
                        </a:endParaRPr>
                      </a:p>
                    </a:txBody>
                    <a:tcPr marL="69608" marR="69608" marT="34290" marB="34290" anchor="ctr">
                      <a:solidFill>
                        <a:schemeClr val="bg2">
                          <a:lumMod val="75000"/>
                          <a:lumOff val="25000"/>
                        </a:schemeClr>
                      </a:solidFill>
                    </a:tcPr>
                  </a:tc>
                  <a:tc>
                    <a:txBody>
                      <a:bodyPr/>
                      <a:lstStyle/>
                      <a:p>
                        <a:endParaRPr lang="zh-CN" altLang="en-US" sz="1400"/>
                      </a:p>
                    </a:txBody>
                    <a:tcPr marL="69608" marR="69608" marT="34290" marB="34290" anchor="ctr">
                      <a:solidFill>
                        <a:schemeClr val="bg2">
                          <a:lumMod val="75000"/>
                          <a:lumOff val="25000"/>
                        </a:schemeClr>
                      </a:solidFill>
                    </a:tcPr>
                  </a:tc>
                  <a:extLst>
                    <a:ext uri="{0D108BD9-81ED-4DB2-BD59-A6C34878D82A}">
                      <a16:rowId xmlns:a16="http://schemas.microsoft.com/office/drawing/2014/main" val="10000"/>
                    </a:ext>
                  </a:extLst>
                </a:tr>
                <a:tr h="535439">
                  <a:tc>
                    <a:txBody>
                      <a:bodyPr/>
                      <a:lstStyle/>
                      <a:p>
                        <a:pPr lvl="0" algn="ctr">
                          <a:buNone/>
                        </a:pPr>
                        <a:endParaRPr lang="en-US" sz="800" b="0" i="0" u="none" strike="noStrike" kern="1200" cap="none" spc="0" normalizeH="0" baseline="0" noProof="0">
                          <a:ln>
                            <a:noFill/>
                          </a:ln>
                          <a:solidFill>
                            <a:srgbClr val="000000"/>
                          </a:solidFill>
                          <a:effectLst/>
                          <a:uLnTx/>
                          <a:uFillTx/>
                          <a:latin typeface="+mn-lt"/>
                        </a:endParaRPr>
                      </a:p>
                      <a:p>
                        <a:pPr lvl="0" algn="ctr">
                          <a:buNone/>
                        </a:pPr>
                        <a:r>
                          <a:rPr lang="en-US" sz="800" b="1" i="0" u="none" strike="noStrike" kern="1200" cap="none" spc="0" normalizeH="0" baseline="0" noProof="0" err="1">
                            <a:ln>
                              <a:noFill/>
                            </a:ln>
                            <a:solidFill>
                              <a:srgbClr val="000000"/>
                            </a:solidFill>
                            <a:effectLst/>
                            <a:uLnTx/>
                            <a:uFillTx/>
                            <a:latin typeface="+mn-lt"/>
                          </a:rPr>
                          <a:t>Nerandomilast</a:t>
                        </a:r>
                        <a:endParaRPr lang="en-US" sz="800" b="1" i="0" u="none" strike="noStrike" kern="1200" cap="none" spc="0" normalizeH="0" baseline="0" noProof="0">
                          <a:ln>
                            <a:noFill/>
                          </a:ln>
                          <a:solidFill>
                            <a:srgbClr val="000000"/>
                          </a:solidFill>
                          <a:effectLst/>
                          <a:uLnTx/>
                          <a:uFillTx/>
                          <a:latin typeface="+mn-lt"/>
                        </a:endParaRPr>
                      </a:p>
                      <a:p>
                        <a:pPr lvl="0" algn="ctr">
                          <a:buNone/>
                        </a:pPr>
                        <a:r>
                          <a:rPr lang="en-US" sz="800" b="0" i="0" u="none" strike="noStrike" kern="1200" cap="none" spc="0" normalizeH="0" baseline="0" noProof="0">
                            <a:ln>
                              <a:noFill/>
                            </a:ln>
                            <a:solidFill>
                              <a:srgbClr val="000000"/>
                            </a:solidFill>
                            <a:effectLst/>
                            <a:uLnTx/>
                            <a:uFillTx/>
                            <a:latin typeface="+mn-lt"/>
                          </a:rPr>
                          <a:t>PROFINA</a:t>
                        </a:r>
                      </a:p>
                      <a:p>
                        <a:pPr lvl="0" algn="ctr">
                          <a:buNone/>
                        </a:pPr>
                        <a:r>
                          <a:rPr lang="en-US" sz="800" b="1" i="0" u="none" strike="noStrike" kern="1200" cap="none" spc="0" normalizeH="0" baseline="0" noProof="0">
                            <a:ln>
                              <a:noFill/>
                            </a:ln>
                            <a:solidFill>
                              <a:srgbClr val="000000"/>
                            </a:solidFill>
                            <a:effectLst/>
                            <a:uLnTx/>
                            <a:uFillTx/>
                            <a:latin typeface="+mn-lt"/>
                          </a:rPr>
                          <a:t>(Xiehe </a:t>
                        </a:r>
                        <a:r>
                          <a:rPr lang="en-US" sz="800" b="1" i="0" u="none" strike="noStrike" kern="1200" cap="none" spc="0" normalizeH="0" baseline="0" noProof="0" err="1">
                            <a:ln>
                              <a:noFill/>
                            </a:ln>
                            <a:solidFill>
                              <a:srgbClr val="000000"/>
                            </a:solidFill>
                            <a:effectLst/>
                            <a:uLnTx/>
                            <a:uFillTx/>
                            <a:latin typeface="+mn-lt"/>
                          </a:rPr>
                          <a:t>Hospital</a:t>
                        </a:r>
                        <a:r>
                          <a:rPr lang="en-US" sz="800" b="1" i="0" u="none" strike="noStrike" kern="1200" cap="none" spc="0" normalizeH="0" baseline="0" noProof="0">
                            <a:ln>
                              <a:noFill/>
                            </a:ln>
                            <a:solidFill>
                              <a:srgbClr val="000000"/>
                            </a:solidFill>
                            <a:effectLst/>
                            <a:uLnTx/>
                            <a:uFillTx/>
                            <a:latin typeface="+mn-lt"/>
                          </a:rPr>
                          <a:t>, Prof. XU </a:t>
                        </a:r>
                        <a:r>
                          <a:rPr lang="en-US" sz="800" b="1" i="0" u="none" strike="noStrike" kern="1200" cap="none" spc="0" normalizeH="0" baseline="0" noProof="0" err="1">
                            <a:ln>
                              <a:noFill/>
                            </a:ln>
                            <a:solidFill>
                              <a:srgbClr val="000000"/>
                            </a:solidFill>
                            <a:effectLst/>
                            <a:uLnTx/>
                            <a:uFillTx/>
                            <a:latin typeface="+mn-lt"/>
                          </a:rPr>
                          <a:t>Zuojun</a:t>
                        </a:r>
                        <a:r>
                          <a:rPr lang="en-US" sz="800" b="1" i="0" u="none" strike="noStrike" kern="1200" cap="none" spc="0" normalizeH="0" baseline="0" noProof="0">
                            <a:ln>
                              <a:noFill/>
                            </a:ln>
                            <a:solidFill>
                              <a:srgbClr val="000000"/>
                            </a:solidFill>
                            <a:effectLst/>
                            <a:uLnTx/>
                            <a:uFillTx/>
                            <a:latin typeface="+mn-lt"/>
                          </a:rPr>
                          <a:t>)</a:t>
                        </a:r>
                      </a:p>
                    </a:txBody>
                    <a:tcPr anchor="ctr">
                      <a:solidFill>
                        <a:schemeClr val="bg1">
                          <a:lumMod val="85000"/>
                        </a:schemeClr>
                      </a:solidFill>
                    </a:tcPr>
                  </a:tc>
                  <a:tc>
                    <a:txBody>
                      <a:bodyPr/>
                      <a:lstStyle/>
                      <a:p>
                        <a:pPr lvl="0" algn="ctr" defTabSz="914378" rtl="0">
                          <a:buNone/>
                        </a:pPr>
                        <a:r>
                          <a:rPr lang="en-US" sz="800" b="0" u="none" strike="noStrike" kern="1200" cap="none" spc="0" normalizeH="0" baseline="0">
                            <a:ln>
                              <a:noFill/>
                            </a:ln>
                            <a:solidFill>
                              <a:srgbClr val="000000"/>
                            </a:solidFill>
                            <a:effectLst/>
                            <a:uLnTx/>
                            <a:uFillTx/>
                            <a:latin typeface="+mn-lt"/>
                            <a:ea typeface="+mn-ea"/>
                            <a:cs typeface="+mn-cs"/>
                          </a:rPr>
                          <a:t>PPF</a:t>
                        </a:r>
                        <a:endParaRPr lang="en-US" sz="800">
                          <a:latin typeface="+mn-lt"/>
                        </a:endParaRPr>
                      </a:p>
                    </a:txBody>
                    <a:tcPr anchor="ctr">
                      <a:solidFill>
                        <a:schemeClr val="bg1">
                          <a:lumMod val="85000"/>
                        </a:schemeClr>
                      </a:solidFill>
                    </a:tcPr>
                  </a:tc>
                  <a:tc>
                    <a:txBody>
                      <a:bodyPr/>
                      <a:lstStyle/>
                      <a:p>
                        <a:pPr lvl="0" algn="ctr" rtl="0">
                          <a:buNone/>
                        </a:pPr>
                        <a:r>
                          <a:rPr lang="en-US" altLang="zh-CN" sz="800" b="0" u="none" strike="noStrike" kern="1200" cap="none" spc="0" normalizeH="0" baseline="0">
                            <a:ln>
                              <a:noFill/>
                            </a:ln>
                            <a:solidFill>
                              <a:srgbClr val="000000"/>
                            </a:solidFill>
                            <a:effectLst/>
                            <a:uLnTx/>
                            <a:uFillTx/>
                            <a:latin typeface="+mn-lt"/>
                            <a:ea typeface="+mn-ea"/>
                            <a:cs typeface="+mn-cs"/>
                          </a:rPr>
                          <a:t>ECR</a:t>
                        </a:r>
                      </a:p>
                      <a:p>
                        <a:pPr lvl="0" algn="ctr" rtl="0">
                          <a:buNone/>
                        </a:pPr>
                        <a:r>
                          <a:rPr lang="en-US" altLang="zh-CN" sz="800" b="0" u="none" strike="noStrike" kern="1200" cap="none" spc="0" normalizeH="0" baseline="0">
                            <a:ln>
                              <a:noFill/>
                            </a:ln>
                            <a:solidFill>
                              <a:srgbClr val="000000"/>
                            </a:solidFill>
                            <a:effectLst/>
                            <a:uLnTx/>
                            <a:uFillTx/>
                            <a:latin typeface="+mn-lt"/>
                            <a:ea typeface="+mn-ea"/>
                            <a:cs typeface="+mn-cs"/>
                          </a:rPr>
                          <a:t> (1305-0105: Oct2025-Jul2028, Dec2028)</a:t>
                        </a:r>
                        <a:endParaRPr lang="zh-CN" sz="800">
                          <a:latin typeface="+mn-lt"/>
                        </a:endParaRPr>
                      </a:p>
                    </a:txBody>
                    <a:tcPr anchor="ctr">
                      <a:solidFill>
                        <a:schemeClr val="bg1">
                          <a:lumMod val="85000"/>
                        </a:schemeClr>
                      </a:solidFill>
                    </a:tcPr>
                  </a:tc>
                  <a:tc>
                    <a:txBody>
                      <a:bodyPr/>
                      <a:lstStyle/>
                      <a:p>
                        <a:pPr lvl="0" algn="ctr" rtl="0">
                          <a:buNone/>
                        </a:pPr>
                        <a:r>
                          <a:rPr lang="en-US" altLang="zh-CN" sz="800" b="0" u="none" strike="noStrike" kern="1200" cap="none" spc="0" normalizeH="0" baseline="0">
                            <a:ln>
                              <a:noFill/>
                            </a:ln>
                            <a:solidFill>
                              <a:srgbClr val="000000"/>
                            </a:solidFill>
                            <a:effectLst/>
                            <a:uLnTx/>
                            <a:uFillTx/>
                            <a:latin typeface="+mn-lt"/>
                            <a:ea typeface="+mn-ea"/>
                            <a:cs typeface="+mn-cs"/>
                          </a:rPr>
                          <a:t>FPI</a:t>
                        </a:r>
                      </a:p>
                      <a:p>
                        <a:pPr lvl="0" algn="ctr" rtl="0">
                          <a:buNone/>
                        </a:pPr>
                        <a:r>
                          <a:rPr lang="en-US" altLang="zh-CN" sz="800" b="0" u="none" strike="noStrike" kern="1200" cap="none" spc="0" normalizeH="0" baseline="0">
                            <a:ln>
                              <a:noFill/>
                            </a:ln>
                            <a:solidFill>
                              <a:srgbClr val="000000"/>
                            </a:solidFill>
                            <a:effectLst/>
                            <a:uLnTx/>
                            <a:uFillTx/>
                            <a:latin typeface="+mn-lt"/>
                            <a:ea typeface="+mn-ea"/>
                            <a:cs typeface="+mn-cs"/>
                          </a:rPr>
                          <a:t>(23Sep 2025)</a:t>
                        </a:r>
                      </a:p>
                    </a:txBody>
                    <a:tcPr anchor="ctr">
                      <a:solidFill>
                        <a:schemeClr val="bg1">
                          <a:lumMod val="85000"/>
                        </a:schemeClr>
                      </a:solidFill>
                    </a:tcPr>
                  </a:tc>
                  <a:tc>
                    <a:txBody>
                      <a:bodyPr/>
                      <a:lstStyle/>
                      <a:p>
                        <a:pPr lvl="0" algn="ctr" rtl="0">
                          <a:buNone/>
                        </a:pPr>
                        <a:r>
                          <a:rPr lang="en-US" sz="800" b="0" u="none" strike="noStrike" kern="1200" cap="none" spc="0" normalizeH="0" baseline="0">
                            <a:ln>
                              <a:noFill/>
                            </a:ln>
                            <a:solidFill>
                              <a:srgbClr val="000000"/>
                            </a:solidFill>
                            <a:effectLst/>
                            <a:uLnTx/>
                            <a:uFillTx/>
                            <a:latin typeface="+mn-lt"/>
                            <a:ea typeface="+mn-ea"/>
                            <a:cs typeface="+mn-cs"/>
                          </a:rPr>
                          <a:t>LPI</a:t>
                        </a:r>
                      </a:p>
                      <a:p>
                        <a:pPr lvl="0" algn="ctr" rtl="0">
                          <a:buNone/>
                        </a:pPr>
                        <a:r>
                          <a:rPr lang="en-US" sz="800" b="0" u="none" strike="noStrike" kern="1200" cap="none" spc="0" normalizeH="0" baseline="0">
                            <a:ln>
                              <a:noFill/>
                            </a:ln>
                            <a:solidFill>
                              <a:srgbClr val="000000"/>
                            </a:solidFill>
                            <a:effectLst/>
                            <a:uLnTx/>
                            <a:uFillTx/>
                            <a:latin typeface="+mn-lt"/>
                            <a:ea typeface="+mn-ea"/>
                            <a:cs typeface="+mn-cs"/>
                          </a:rPr>
                          <a:t>(J</a:t>
                        </a:r>
                        <a:r>
                          <a:rPr lang="en-US" altLang="zh-CN" sz="800" b="0" u="none" strike="noStrike" kern="1200" cap="none" spc="0" normalizeH="0" baseline="0">
                            <a:ln>
                              <a:noFill/>
                            </a:ln>
                            <a:solidFill>
                              <a:srgbClr val="000000"/>
                            </a:solidFill>
                            <a:effectLst/>
                            <a:uLnTx/>
                            <a:uFillTx/>
                            <a:latin typeface="+mn-lt"/>
                            <a:ea typeface="+mn-ea"/>
                            <a:cs typeface="+mn-cs"/>
                          </a:rPr>
                          <a:t>ul 2026)</a:t>
                        </a:r>
                      </a:p>
                    </a:txBody>
                    <a:tcPr anchor="ctr">
                      <a:solidFill>
                        <a:schemeClr val="bg1">
                          <a:lumMod val="85000"/>
                        </a:schemeClr>
                      </a:solidFill>
                    </a:tcPr>
                  </a:tc>
                  <a:tc>
                    <a:txBody>
                      <a:bodyPr/>
                      <a:lstStyle/>
                      <a:p>
                        <a:pPr marL="171450" lvl="0" indent="-171450" algn="l">
                          <a:lnSpc>
                            <a:spcPct val="100000"/>
                          </a:lnSpc>
                          <a:spcBef>
                            <a:spcPts val="0"/>
                          </a:spcBef>
                          <a:spcAft>
                            <a:spcPts val="0"/>
                          </a:spcAft>
                          <a:buFont typeface="Wingdings" panose="05000000000000000000" pitchFamily="2" charset="2"/>
                          <a:buChar char="ü"/>
                        </a:pPr>
                        <a:r>
                          <a:rPr lang="en-US" altLang="zh-CN" sz="800" b="0" u="none" strike="noStrike" kern="1200" cap="none" spc="0" normalizeH="0" baseline="0" noProof="0">
                            <a:ln>
                              <a:noFill/>
                            </a:ln>
                            <a:solidFill>
                              <a:schemeClr val="bg1">
                                <a:lumMod val="65000"/>
                              </a:schemeClr>
                            </a:solidFill>
                            <a:effectLst/>
                            <a:uLnTx/>
                            <a:uFillTx/>
                            <a:latin typeface="+mn-lt"/>
                            <a:ea typeface="+mn-ea"/>
                            <a:cs typeface="+mn-cs"/>
                          </a:rPr>
                          <a:t>PFI: 23Sep 2025</a:t>
                        </a:r>
                      </a:p>
                      <a:p>
                        <a:pPr marL="171450" lvl="0" indent="-171450" algn="l">
                          <a:lnSpc>
                            <a:spcPct val="100000"/>
                          </a:lnSpc>
                          <a:spcBef>
                            <a:spcPts val="0"/>
                          </a:spcBef>
                          <a:spcAft>
                            <a:spcPts val="0"/>
                          </a:spcAft>
                          <a:buFont typeface="Wingdings" panose="05000000000000000000" pitchFamily="2" charset="2"/>
                          <a:buChar char="ü"/>
                        </a:pPr>
                        <a:r>
                          <a:rPr lang="en-US" altLang="zh-CN" sz="800" b="0" u="none" strike="noStrike" kern="1200" cap="none" spc="0" normalizeH="0" baseline="0" noProof="0">
                            <a:ln>
                              <a:noFill/>
                            </a:ln>
                            <a:solidFill>
                              <a:schemeClr val="tx1"/>
                            </a:solidFill>
                            <a:effectLst/>
                            <a:uLnTx/>
                            <a:uFillTx/>
                            <a:latin typeface="+mn-lt"/>
                            <a:ea typeface="+mn-ea"/>
                            <a:cs typeface="+mn-cs"/>
                          </a:rPr>
                          <a:t>Enrollment: 5 /600(actual / plan); site: 1/ 30 (initiated/ plan)</a:t>
                        </a:r>
                      </a:p>
                      <a:p>
                        <a:pPr marL="171450" lvl="0" indent="-171450" algn="l">
                          <a:lnSpc>
                            <a:spcPct val="100000"/>
                          </a:lnSpc>
                          <a:spcBef>
                            <a:spcPts val="0"/>
                          </a:spcBef>
                          <a:spcAft>
                            <a:spcPts val="0"/>
                          </a:spcAft>
                          <a:buFont typeface="Wingdings" panose="05000000000000000000" pitchFamily="2" charset="2"/>
                          <a:buChar char="ü"/>
                        </a:pPr>
                        <a:r>
                          <a:rPr lang="en-US" altLang="zh-CN" sz="800" b="0" u="none" strike="noStrike" kern="1200" cap="none" spc="0" normalizeH="0" baseline="0" noProof="0">
                            <a:ln>
                              <a:noFill/>
                            </a:ln>
                            <a:solidFill>
                              <a:schemeClr val="tx1"/>
                            </a:solidFill>
                            <a:effectLst/>
                            <a:uLnTx/>
                            <a:uFillTx/>
                            <a:latin typeface="+mn-lt"/>
                            <a:ea typeface="+mn-ea"/>
                            <a:cs typeface="+mn-cs"/>
                          </a:rPr>
                          <a:t>The new CRO  was on board, and the study timeline is under assessment.</a:t>
                        </a:r>
                      </a:p>
                    </a:txBody>
                    <a:tcPr anchor="ctr">
                      <a:solidFill>
                        <a:schemeClr val="bg1">
                          <a:lumMod val="85000"/>
                        </a:schemeClr>
                      </a:solidFill>
                    </a:tcPr>
                  </a:tc>
                  <a:tc>
                    <a:txBody>
                      <a:bodyPr/>
                      <a:lstStyle/>
                      <a:p>
                        <a:endParaRPr lang="zh-CN" altLang="en-US" sz="1400"/>
                      </a:p>
                    </a:txBody>
                    <a:tcPr marL="69607" marR="69607" marT="28575" marB="28575">
                      <a:solidFill>
                        <a:schemeClr val="bg1">
                          <a:lumMod val="85000"/>
                        </a:schemeClr>
                      </a:solidFill>
                    </a:tcPr>
                  </a:tc>
                  <a:extLst>
                    <a:ext uri="{0D108BD9-81ED-4DB2-BD59-A6C34878D82A}">
                      <a16:rowId xmlns:a16="http://schemas.microsoft.com/office/drawing/2014/main" val="3928203674"/>
                    </a:ext>
                  </a:extLst>
                </a:tr>
                <a:tr h="6877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i="0" u="none" strike="noStrike" kern="1200" cap="none" spc="0" normalizeH="0" baseline="0" noProof="0" err="1">
                            <a:ln>
                              <a:noFill/>
                            </a:ln>
                            <a:solidFill>
                              <a:srgbClr val="000000"/>
                            </a:solidFill>
                            <a:effectLst/>
                            <a:uLnTx/>
                            <a:uFillTx/>
                            <a:latin typeface="+mn-lt"/>
                          </a:rPr>
                          <a:t>Nerandomilast</a:t>
                        </a:r>
                        <a:endParaRPr lang="en-US" altLang="zh-CN" sz="800">
                          <a:latin typeface="+mn-lt"/>
                        </a:endParaRPr>
                      </a:p>
                      <a:p>
                        <a:pPr lvl="0" algn="ctr">
                          <a:buNone/>
                        </a:pPr>
                        <a:r>
                          <a:rPr lang="en-US" altLang="zh-CN" sz="800">
                            <a:latin typeface="+mn-lt"/>
                          </a:rPr>
                          <a:t>ILD EPI study in China</a:t>
                        </a:r>
                      </a:p>
                      <a:p>
                        <a:pPr lvl="0" algn="ctr">
                          <a:buNone/>
                        </a:pPr>
                        <a:r>
                          <a:rPr lang="en-US" sz="800" b="1" i="0" u="none" strike="noStrike" kern="1200" cap="none" spc="0" normalizeH="0" baseline="0" noProof="0">
                            <a:ln>
                              <a:noFill/>
                            </a:ln>
                            <a:solidFill>
                              <a:srgbClr val="000000"/>
                            </a:solidFill>
                            <a:effectLst/>
                            <a:uLnTx/>
                            <a:uFillTx/>
                            <a:latin typeface="+mn-lt"/>
                          </a:rPr>
                          <a:t>(</a:t>
                        </a:r>
                        <a:r>
                          <a:rPr lang="en-US" sz="800" b="1" i="0" u="none" strike="noStrike" kern="1200" cap="none" spc="0" normalizeH="0" baseline="0" noProof="0" err="1">
                            <a:ln>
                              <a:noFill/>
                            </a:ln>
                            <a:solidFill>
                              <a:srgbClr val="000000"/>
                            </a:solidFill>
                            <a:effectLst/>
                            <a:uLnTx/>
                            <a:uFillTx/>
                            <a:latin typeface="+mn-lt"/>
                          </a:rPr>
                          <a:t>Zhongguancun</a:t>
                        </a:r>
                        <a:r>
                          <a:rPr lang="en-US" sz="800" b="1" i="0" u="none" strike="noStrike" kern="1200" cap="none" spc="0" normalizeH="0" baseline="0" noProof="0">
                            <a:ln>
                              <a:noFill/>
                            </a:ln>
                            <a:solidFill>
                              <a:srgbClr val="000000"/>
                            </a:solidFill>
                            <a:effectLst/>
                            <a:uLnTx/>
                            <a:uFillTx/>
                            <a:latin typeface="+mn-lt"/>
                          </a:rPr>
                          <a:t> Big Data, Prof. ZHOU Maigen)</a:t>
                        </a:r>
                      </a:p>
                    </a:txBody>
                    <a:tcPr anchor="ctr">
                      <a:solidFill>
                        <a:schemeClr val="bg1">
                          <a:lumMod val="85000"/>
                        </a:schemeClr>
                      </a:solidFill>
                    </a:tcPr>
                  </a:tc>
                  <a:tc>
                    <a:txBody>
                      <a:bodyPr/>
                      <a:lstStyle/>
                      <a:p>
                        <a:pPr lvl="0" algn="ctr" defTabSz="914378" rtl="0">
                          <a:buNone/>
                        </a:pPr>
                        <a:r>
                          <a:rPr lang="en-US" sz="800" b="0" u="none" strike="noStrike" kern="1200" cap="none" spc="0" normalizeH="0" baseline="0">
                            <a:ln>
                              <a:noFill/>
                            </a:ln>
                            <a:solidFill>
                              <a:srgbClr val="000000"/>
                            </a:solidFill>
                            <a:effectLst/>
                            <a:uLnTx/>
                            <a:uFillTx/>
                            <a:latin typeface="+mn-lt"/>
                            <a:ea typeface="+mn-ea"/>
                            <a:cs typeface="+mn-cs"/>
                          </a:rPr>
                          <a:t>ILD</a:t>
                        </a:r>
                      </a:p>
                    </a:txBody>
                    <a:tcPr anchor="ctr">
                      <a:solidFill>
                        <a:schemeClr val="bg1">
                          <a:lumMod val="85000"/>
                        </a:schemeClr>
                      </a:solidFill>
                    </a:tcPr>
                  </a:tc>
                  <a:tc>
                    <a:txBody>
                      <a:bodyPr/>
                      <a:lstStyle/>
                      <a:p>
                        <a:pPr marL="0" marR="0" lvl="0" indent="0" algn="ctr" defTabSz="914400" rtl="0" eaLnBrk="1" latinLnBrk="0" hangingPunct="1">
                          <a:lnSpc>
                            <a:spcPct val="100000"/>
                          </a:lnSpc>
                          <a:spcBef>
                            <a:spcPts val="0"/>
                          </a:spcBef>
                          <a:spcAft>
                            <a:spcPts val="0"/>
                          </a:spcAft>
                          <a:buClrTx/>
                          <a:buSzTx/>
                          <a:buFontTx/>
                          <a:buNone/>
                        </a:pPr>
                        <a:r>
                          <a:rPr lang="en-US" altLang="zh-CN" sz="800" b="0" u="none" strike="noStrike" kern="1200" cap="none" spc="0" normalizeH="0" baseline="0">
                            <a:ln>
                              <a:noFill/>
                            </a:ln>
                            <a:solidFill>
                              <a:srgbClr val="000000"/>
                            </a:solidFill>
                            <a:effectLst/>
                            <a:uLnTx/>
                            <a:uFillTx/>
                            <a:latin typeface="+mn-lt"/>
                            <a:ea typeface="+mn-ea"/>
                            <a:cs typeface="+mn-cs"/>
                          </a:rPr>
                          <a:t>ECR</a:t>
                        </a:r>
                      </a:p>
                      <a:p>
                        <a:pPr marL="0" marR="0" lvl="0" indent="0" algn="ctr" defTabSz="914400" rtl="0" eaLnBrk="1" latinLnBrk="0" hangingPunct="1">
                          <a:lnSpc>
                            <a:spcPct val="100000"/>
                          </a:lnSpc>
                          <a:spcBef>
                            <a:spcPts val="0"/>
                          </a:spcBef>
                          <a:spcAft>
                            <a:spcPts val="0"/>
                          </a:spcAft>
                          <a:buClrTx/>
                          <a:buSzTx/>
                          <a:buFontTx/>
                          <a:buNone/>
                        </a:pPr>
                        <a:r>
                          <a:rPr lang="en-US" altLang="zh-CN" sz="800" b="0" u="none" strike="noStrike" kern="1200" cap="none" spc="0" normalizeH="0" baseline="0">
                            <a:ln>
                              <a:noFill/>
                            </a:ln>
                            <a:solidFill>
                              <a:srgbClr val="000000"/>
                            </a:solidFill>
                            <a:effectLst/>
                            <a:uLnTx/>
                            <a:uFillTx/>
                            <a:latin typeface="+mn-lt"/>
                            <a:ea typeface="+mn-ea"/>
                            <a:cs typeface="+mn-cs"/>
                          </a:rPr>
                          <a:t>(1305-0111: May 2025- Aug 2025, Sep 2026)</a:t>
                        </a:r>
                      </a:p>
                    </a:txBody>
                    <a:tcPr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a:latin typeface="+mn-lt"/>
                          </a:rPr>
                          <a:t>Data analysis of part 1&amp;2</a:t>
                        </a:r>
                        <a:endParaRPr lang="zh-CN" altLang="en-US" sz="800">
                          <a:latin typeface="+mn-lt"/>
                        </a:endParaRPr>
                      </a:p>
                      <a:p>
                        <a:pPr marL="0" lvl="0" algn="ctr" defTabSz="914400" rtl="0" eaLnBrk="1" latinLnBrk="0" hangingPunct="1">
                          <a:buNone/>
                        </a:pPr>
                        <a:r>
                          <a:rPr lang="en-US" altLang="zh-CN" sz="800" b="0" u="none" strike="noStrike" kern="1200" cap="none" spc="0" normalizeH="0" baseline="0">
                            <a:ln>
                              <a:noFill/>
                            </a:ln>
                            <a:solidFill>
                              <a:srgbClr val="000000"/>
                            </a:solidFill>
                            <a:effectLst/>
                            <a:uLnTx/>
                            <a:uFillTx/>
                            <a:latin typeface="+mn-lt"/>
                            <a:ea typeface="+mn-ea"/>
                            <a:cs typeface="+mn-cs"/>
                          </a:rPr>
                          <a:t>(30Sep 2025)</a:t>
                        </a:r>
                      </a:p>
                    </a:txBody>
                    <a:tcPr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a:latin typeface="+mn-lt"/>
                          </a:rPr>
                          <a:t>Data analysis of part 3</a:t>
                        </a:r>
                        <a:endParaRPr lang="zh-CN" altLang="en-US" sz="800">
                          <a:latin typeface="+mn-lt"/>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u="none" strike="noStrike" kern="1200" cap="none" spc="0" normalizeH="0" baseline="0">
                            <a:ln>
                              <a:noFill/>
                            </a:ln>
                            <a:solidFill>
                              <a:srgbClr val="000000"/>
                            </a:solidFill>
                            <a:effectLst/>
                            <a:uLnTx/>
                            <a:uFillTx/>
                            <a:latin typeface="+mn-lt"/>
                            <a:ea typeface="+mn-ea"/>
                            <a:cs typeface="+mn-cs"/>
                          </a:rPr>
                          <a:t>(Jun</a:t>
                        </a:r>
                        <a:r>
                          <a:rPr lang="zh-CN" altLang="en-US" sz="800" b="0" u="none" strike="noStrike" kern="1200" cap="none" spc="0" normalizeH="0" baseline="0">
                            <a:ln>
                              <a:noFill/>
                            </a:ln>
                            <a:solidFill>
                              <a:srgbClr val="000000"/>
                            </a:solidFill>
                            <a:effectLst/>
                            <a:uLnTx/>
                            <a:uFillTx/>
                            <a:latin typeface="+mn-lt"/>
                            <a:ea typeface="+mn-ea"/>
                            <a:cs typeface="+mn-cs"/>
                          </a:rPr>
                          <a:t> </a:t>
                        </a:r>
                        <a:r>
                          <a:rPr lang="en-US" altLang="zh-CN" sz="800" b="0" u="none" strike="noStrike" kern="1200" cap="none" spc="0" normalizeH="0" baseline="0">
                            <a:ln>
                              <a:noFill/>
                            </a:ln>
                            <a:solidFill>
                              <a:srgbClr val="000000"/>
                            </a:solidFill>
                            <a:effectLst/>
                            <a:uLnTx/>
                            <a:uFillTx/>
                            <a:latin typeface="+mn-lt"/>
                            <a:ea typeface="+mn-ea"/>
                            <a:cs typeface="+mn-cs"/>
                          </a:rPr>
                          <a:t>2026)</a:t>
                        </a:r>
                        <a:endParaRPr lang="en-US" sz="800" b="0" u="none" strike="noStrike" kern="1200" cap="none" spc="0" normalizeH="0" baseline="0">
                          <a:ln>
                            <a:noFill/>
                          </a:ln>
                          <a:solidFill>
                            <a:srgbClr val="000000"/>
                          </a:solidFill>
                          <a:effectLst/>
                          <a:uLnTx/>
                          <a:uFillTx/>
                          <a:latin typeface="+mn-lt"/>
                          <a:ea typeface="+mn-ea"/>
                          <a:cs typeface="+mn-cs"/>
                        </a:endParaRPr>
                      </a:p>
                    </a:txBody>
                    <a:tcPr anchor="ctr">
                      <a:solidFill>
                        <a:schemeClr val="bg1">
                          <a:lumMod val="85000"/>
                        </a:schemeClr>
                      </a:solidFill>
                    </a:tcPr>
                  </a:tc>
                  <a:tc>
                    <a:txBody>
                      <a:bodyPr/>
                      <a:lstStyle/>
                      <a:p>
                        <a:pPr marL="171450" lvl="0" indent="-171450" algn="l" defTabSz="914400" rtl="0" eaLnBrk="1" latinLnBrk="0" hangingPunct="1">
                          <a:lnSpc>
                            <a:spcPct val="100000"/>
                          </a:lnSpc>
                          <a:spcBef>
                            <a:spcPts val="0"/>
                          </a:spcBef>
                          <a:spcAft>
                            <a:spcPts val="0"/>
                          </a:spcAft>
                          <a:buFont typeface="Wingdings" panose="05000000000000000000" pitchFamily="2" charset="2"/>
                          <a:buChar char="ü"/>
                        </a:pPr>
                        <a:r>
                          <a:rPr lang="en-US" altLang="zh-CN" sz="800" b="0" u="none" strike="noStrike" kern="1200" cap="none" spc="0" normalizeH="0" baseline="0">
                            <a:ln>
                              <a:noFill/>
                            </a:ln>
                            <a:solidFill>
                              <a:schemeClr val="tx1"/>
                            </a:solidFill>
                            <a:effectLst/>
                            <a:uLnTx/>
                            <a:uFillTx/>
                            <a:latin typeface="+mn-lt"/>
                            <a:ea typeface="+mn-ea"/>
                            <a:cs typeface="+mn-cs"/>
                          </a:rPr>
                          <a:t> The Part3 is ongoing.</a:t>
                        </a:r>
                      </a:p>
                    </a:txBody>
                    <a:tcPr anchor="ctr">
                      <a:solidFill>
                        <a:schemeClr val="bg1">
                          <a:lumMod val="85000"/>
                        </a:schemeClr>
                      </a:solidFill>
                    </a:tcPr>
                  </a:tc>
                  <a:tc>
                    <a:txBody>
                      <a:bodyPr/>
                      <a:lstStyle/>
                      <a:p>
                        <a:endParaRPr lang="zh-CN" altLang="en-US" sz="600"/>
                      </a:p>
                    </a:txBody>
                    <a:tcPr marL="69607" marR="69607" marT="28575" marB="28575">
                      <a:solidFill>
                        <a:schemeClr val="bg1">
                          <a:lumMod val="85000"/>
                        </a:schemeClr>
                      </a:solidFill>
                    </a:tcPr>
                  </a:tc>
                  <a:extLst>
                    <a:ext uri="{0D108BD9-81ED-4DB2-BD59-A6C34878D82A}">
                      <a16:rowId xmlns:a16="http://schemas.microsoft.com/office/drawing/2014/main" val="1950158527"/>
                    </a:ext>
                  </a:extLst>
                </a:tr>
                <a:tr h="50865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i="0" u="none" strike="noStrike" kern="1200" cap="none" spc="0" normalizeH="0" baseline="0" noProof="0" err="1">
                            <a:ln>
                              <a:noFill/>
                            </a:ln>
                            <a:solidFill>
                              <a:srgbClr val="000000"/>
                            </a:solidFill>
                            <a:effectLst/>
                            <a:uLnTx/>
                            <a:uFillTx/>
                            <a:latin typeface="+mn-lt"/>
                          </a:rPr>
                          <a:t>Nerandomilast</a:t>
                        </a:r>
                        <a:endParaRPr lang="en-US" altLang="zh-CN" sz="800" b="0" i="0" u="none" strike="noStrike" kern="1200" cap="none" spc="0" normalizeH="0" baseline="0">
                          <a:ln>
                            <a:noFill/>
                          </a:ln>
                          <a:solidFill>
                            <a:srgbClr val="000000"/>
                          </a:solidFill>
                          <a:effectLst/>
                          <a:uLnTx/>
                          <a:uFillTx/>
                          <a:latin typeface="+mn-l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0" i="0" u="none" strike="noStrike" kern="1200" cap="none" spc="0" normalizeH="0" baseline="0">
                            <a:ln>
                              <a:noFill/>
                            </a:ln>
                            <a:solidFill>
                              <a:srgbClr val="000000"/>
                            </a:solidFill>
                            <a:effectLst/>
                            <a:uLnTx/>
                            <a:uFillTx/>
                            <a:latin typeface="+mn-lt"/>
                            <a:ea typeface="+mn-ea"/>
                            <a:cs typeface="+mn-cs"/>
                          </a:rPr>
                          <a:t>Non-interventional study based on existing data: claims data of Beijing</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i="0" u="none" strike="noStrike" kern="1200" cap="none" spc="0" normalizeH="0" baseline="0" noProof="0">
                            <a:ln>
                              <a:noFill/>
                            </a:ln>
                            <a:solidFill>
                              <a:srgbClr val="000000"/>
                            </a:solidFill>
                            <a:effectLst/>
                            <a:uLnTx/>
                            <a:uFillTx/>
                            <a:latin typeface="+mn-lt"/>
                          </a:rPr>
                          <a:t>(Binhai </a:t>
                        </a:r>
                        <a:r>
                          <a:rPr lang="en-US" altLang="zh-CN" sz="800" b="1" i="0" u="none" strike="noStrike" kern="1200" cap="none" spc="0" normalizeH="0" baseline="0" noProof="0">
                            <a:ln>
                              <a:noFill/>
                            </a:ln>
                            <a:solidFill>
                              <a:srgbClr val="000000"/>
                            </a:solidFill>
                            <a:effectLst/>
                            <a:uLnTx/>
                            <a:uFillTx/>
                            <a:latin typeface="+mn-lt"/>
                            <a:ea typeface="+mn-ea"/>
                            <a:cs typeface="+mn-cs"/>
                          </a:rPr>
                          <a:t>,Prof. YIN Peng)</a:t>
                        </a:r>
                        <a:endParaRPr lang="zh-CN" altLang="zh-CN" sz="800" b="1" i="0" u="none" strike="noStrike" kern="1200" cap="none" spc="0" normalizeH="0" baseline="0">
                          <a:ln>
                            <a:noFill/>
                          </a:ln>
                          <a:solidFill>
                            <a:srgbClr val="000000"/>
                          </a:solidFill>
                          <a:effectLst/>
                          <a:uLnTx/>
                          <a:uFillTx/>
                          <a:latin typeface="+mn-lt"/>
                          <a:ea typeface="+mn-ea"/>
                          <a:cs typeface="+mn-cs"/>
                        </a:endParaRPr>
                      </a:p>
                    </a:txBody>
                    <a:tcPr marL="92811" marR="92811" marT="38099" marB="38099" anchor="ctr">
                      <a:solidFill>
                        <a:schemeClr val="bg1">
                          <a:lumMod val="85000"/>
                        </a:schemeClr>
                      </a:solidFill>
                    </a:tcPr>
                  </a:tc>
                  <a:tc>
                    <a:txBody>
                      <a:bodyPr/>
                      <a:lstStyle/>
                      <a:p>
                        <a:pPr marL="0" lvl="0" indent="0" algn="ctr">
                          <a:lnSpc>
                            <a:spcPct val="100000"/>
                          </a:lnSpc>
                          <a:spcBef>
                            <a:spcPts val="0"/>
                          </a:spcBef>
                          <a:spcAft>
                            <a:spcPts val="0"/>
                          </a:spcAft>
                          <a:buNone/>
                        </a:pPr>
                        <a:r>
                          <a:rPr lang="en-US" altLang="zh-CN" sz="800" b="0" i="0" u="none" strike="noStrike" kern="1200" cap="none" spc="0" normalizeH="0" baseline="0">
                            <a:ln>
                              <a:noFill/>
                            </a:ln>
                            <a:solidFill>
                              <a:srgbClr val="000000"/>
                            </a:solidFill>
                            <a:effectLst/>
                            <a:uLnTx/>
                            <a:uFillTx/>
                            <a:latin typeface="+mn-lt"/>
                            <a:ea typeface="+mn-ea"/>
                            <a:cs typeface="+mn-cs"/>
                          </a:rPr>
                          <a:t>IPF</a:t>
                        </a:r>
                        <a:endParaRPr lang="zh-CN" altLang="en-US" sz="800" b="0" i="0" u="none" strike="noStrike" kern="1200" cap="none" spc="0" normalizeH="0" baseline="0">
                          <a:ln>
                            <a:noFill/>
                          </a:ln>
                          <a:solidFill>
                            <a:srgbClr val="000000"/>
                          </a:solidFill>
                          <a:effectLst/>
                          <a:uLnTx/>
                          <a:uFillTx/>
                          <a:latin typeface="+mn-lt"/>
                          <a:ea typeface="+mn-ea"/>
                          <a:cs typeface="+mn-cs"/>
                        </a:endParaRPr>
                      </a:p>
                    </a:txBody>
                    <a:tcPr marL="92811" marR="92811" marT="38099" marB="38099" anchor="ctr">
                      <a:solidFill>
                        <a:schemeClr val="bg1">
                          <a:lumMod val="85000"/>
                        </a:schemeClr>
                      </a:solidFill>
                    </a:tcPr>
                  </a:tc>
                  <a:tc>
                    <a:txBody>
                      <a:bodyPr/>
                      <a:lstStyle/>
                      <a:p>
                        <a:pPr marL="0" marR="0" lvl="0" indent="0" algn="ctr" defTabSz="914400">
                          <a:lnSpc>
                            <a:spcPct val="100000"/>
                          </a:lnSpc>
                          <a:spcBef>
                            <a:spcPts val="0"/>
                          </a:spcBef>
                          <a:spcAft>
                            <a:spcPts val="0"/>
                          </a:spcAft>
                          <a:buNone/>
                          <a:tabLst/>
                          <a:defRPr/>
                        </a:pPr>
                        <a:r>
                          <a:rPr lang="en-US" sz="800" b="0" i="0" u="none" strike="noStrike" kern="1200" cap="none" spc="0" normalizeH="0" baseline="0">
                            <a:ln>
                              <a:noFill/>
                            </a:ln>
                            <a:solidFill>
                              <a:srgbClr val="000000"/>
                            </a:solidFill>
                            <a:effectLst/>
                            <a:uLnTx/>
                            <a:uFillTx/>
                            <a:latin typeface="+mn-lt"/>
                            <a:ea typeface="+mn-ea"/>
                            <a:cs typeface="+mn-cs"/>
                          </a:rPr>
                          <a:t>ECR</a:t>
                        </a:r>
                      </a:p>
                      <a:p>
                        <a:pPr marL="0" marR="0" lvl="0" indent="0" algn="ctr" defTabSz="914400">
                          <a:lnSpc>
                            <a:spcPct val="100000"/>
                          </a:lnSpc>
                          <a:spcBef>
                            <a:spcPts val="0"/>
                          </a:spcBef>
                          <a:spcAft>
                            <a:spcPts val="0"/>
                          </a:spcAft>
                          <a:buNone/>
                          <a:tabLst/>
                          <a:defRPr/>
                        </a:pPr>
                        <a:r>
                          <a:rPr lang="en-US" sz="800" b="0" i="0" u="none" strike="noStrike" kern="1200" cap="none" spc="0" normalizeH="0" baseline="0">
                            <a:ln>
                              <a:noFill/>
                            </a:ln>
                            <a:solidFill>
                              <a:srgbClr val="000000"/>
                            </a:solidFill>
                            <a:effectLst/>
                            <a:uLnTx/>
                            <a:uFillTx/>
                            <a:latin typeface="+mn-lt"/>
                            <a:ea typeface="+mn-ea"/>
                            <a:cs typeface="+mn-cs"/>
                          </a:rPr>
                          <a:t>(Jun 2026- Jan 2027, Sep 2027)</a:t>
                        </a:r>
                      </a:p>
                    </a:txBody>
                    <a:tcPr marL="92811" marR="92811" marT="38099" marB="38099" anchor="ctr">
                      <a:solidFill>
                        <a:schemeClr val="bg1">
                          <a:lumMod val="85000"/>
                        </a:schemeClr>
                      </a:solidFill>
                    </a:tcPr>
                  </a:tc>
                  <a:tc>
                    <a:txBody>
                      <a:bodyPr/>
                      <a:lstStyle/>
                      <a:p>
                        <a:pPr marL="0" lvl="0" indent="0" algn="ctr">
                          <a:lnSpc>
                            <a:spcPct val="100000"/>
                          </a:lnSpc>
                          <a:spcBef>
                            <a:spcPts val="0"/>
                          </a:spcBef>
                          <a:spcAft>
                            <a:spcPts val="0"/>
                          </a:spcAft>
                          <a:buNone/>
                        </a:pPr>
                        <a:r>
                          <a:rPr lang="en-US" altLang="zh-CN" sz="800" b="0" i="0" u="none" strike="noStrike" kern="1200" cap="none" spc="0" normalizeH="0" baseline="0">
                            <a:ln>
                              <a:noFill/>
                            </a:ln>
                            <a:solidFill>
                              <a:srgbClr val="000000"/>
                            </a:solidFill>
                            <a:effectLst/>
                            <a:uLnTx/>
                            <a:uFillTx/>
                            <a:latin typeface="+mn-lt"/>
                            <a:ea typeface="+mn-ea"/>
                            <a:cs typeface="+mn-cs"/>
                          </a:rPr>
                          <a:t>PEC approval</a:t>
                        </a:r>
                      </a:p>
                      <a:p>
                        <a:pPr marL="0" lvl="0" indent="0" algn="ctr">
                          <a:lnSpc>
                            <a:spcPct val="100000"/>
                          </a:lnSpc>
                          <a:spcBef>
                            <a:spcPts val="0"/>
                          </a:spcBef>
                          <a:spcAft>
                            <a:spcPts val="0"/>
                          </a:spcAft>
                          <a:buNone/>
                        </a:pPr>
                        <a:r>
                          <a:rPr lang="en-US" altLang="zh-CN" sz="800" b="0" i="0" u="none" strike="noStrike" kern="1200" cap="none" spc="0" normalizeH="0" baseline="0">
                            <a:ln>
                              <a:noFill/>
                            </a:ln>
                            <a:solidFill>
                              <a:srgbClr val="000000"/>
                            </a:solidFill>
                            <a:effectLst/>
                            <a:uLnTx/>
                            <a:uFillTx/>
                            <a:latin typeface="+mn-lt"/>
                            <a:ea typeface="+mn-ea"/>
                            <a:cs typeface="+mn-cs"/>
                          </a:rPr>
                          <a:t>(Nov 2025)</a:t>
                        </a:r>
                        <a:endParaRPr lang="zh-CN" altLang="en-US" sz="800" b="0" i="0" u="none" strike="noStrike" kern="1200" cap="none" spc="0" normalizeH="0" baseline="0">
                          <a:ln>
                            <a:noFill/>
                          </a:ln>
                          <a:solidFill>
                            <a:srgbClr val="000000"/>
                          </a:solidFill>
                          <a:effectLst/>
                          <a:uLnTx/>
                          <a:uFillTx/>
                          <a:latin typeface="+mn-lt"/>
                          <a:ea typeface="+mn-ea"/>
                          <a:cs typeface="+mn-cs"/>
                        </a:endParaRPr>
                      </a:p>
                    </a:txBody>
                    <a:tcPr marL="92811" marR="92811" marT="38099" marB="38099" anchor="ctr">
                      <a:solidFill>
                        <a:schemeClr val="bg1">
                          <a:lumMod val="85000"/>
                        </a:schemeClr>
                      </a:solidFill>
                    </a:tcPr>
                  </a:tc>
                  <a:tc>
                    <a:txBody>
                      <a:bodyPr/>
                      <a:lstStyle/>
                      <a:p>
                        <a:pPr marL="0" lvl="0" indent="0" algn="ctr">
                          <a:lnSpc>
                            <a:spcPct val="100000"/>
                          </a:lnSpc>
                          <a:spcBef>
                            <a:spcPts val="0"/>
                          </a:spcBef>
                          <a:spcAft>
                            <a:spcPts val="0"/>
                          </a:spcAft>
                          <a:buNone/>
                        </a:pPr>
                        <a:r>
                          <a:rPr lang="en-US" altLang="zh-CN" sz="800" b="0" i="0" u="none" strike="noStrike" kern="1200" cap="none" spc="0" normalizeH="0" baseline="0">
                            <a:ln>
                              <a:noFill/>
                            </a:ln>
                            <a:solidFill>
                              <a:srgbClr val="000000"/>
                            </a:solidFill>
                            <a:effectLst/>
                            <a:uLnTx/>
                            <a:uFillTx/>
                            <a:latin typeface="+mn-lt"/>
                            <a:ea typeface="+mn-ea"/>
                            <a:cs typeface="+mn-cs"/>
                          </a:rPr>
                          <a:t>Global approval</a:t>
                        </a:r>
                      </a:p>
                      <a:p>
                        <a:pPr marL="0" lvl="0" indent="0" algn="ctr">
                          <a:lnSpc>
                            <a:spcPct val="100000"/>
                          </a:lnSpc>
                          <a:spcBef>
                            <a:spcPts val="0"/>
                          </a:spcBef>
                          <a:spcAft>
                            <a:spcPts val="0"/>
                          </a:spcAft>
                          <a:buNone/>
                        </a:pPr>
                        <a:r>
                          <a:rPr lang="en-US" altLang="zh-CN" sz="800" b="0" i="0" u="none" strike="noStrike" kern="1200" cap="none" spc="0" normalizeH="0" baseline="0">
                            <a:ln>
                              <a:noFill/>
                            </a:ln>
                            <a:solidFill>
                              <a:srgbClr val="000000"/>
                            </a:solidFill>
                            <a:effectLst/>
                            <a:uLnTx/>
                            <a:uFillTx/>
                            <a:latin typeface="+mn-lt"/>
                            <a:ea typeface="+mn-ea"/>
                            <a:cs typeface="+mn-cs"/>
                          </a:rPr>
                          <a:t>(Mar 2026)</a:t>
                        </a:r>
                        <a:endParaRPr lang="zh-CN" altLang="en-US" sz="800" b="0" i="0" u="none" strike="noStrike" kern="1200" cap="none" spc="0" normalizeH="0" baseline="0">
                          <a:ln>
                            <a:noFill/>
                          </a:ln>
                          <a:solidFill>
                            <a:srgbClr val="000000"/>
                          </a:solidFill>
                          <a:effectLst/>
                          <a:uLnTx/>
                          <a:uFillTx/>
                          <a:latin typeface="+mn-lt"/>
                          <a:ea typeface="+mn-ea"/>
                          <a:cs typeface="+mn-cs"/>
                        </a:endParaRPr>
                      </a:p>
                    </a:txBody>
                    <a:tcPr marL="92811" marR="92811" marT="38099" marB="38099" anchor="ctr">
                      <a:solidFill>
                        <a:schemeClr val="bg1">
                          <a:lumMod val="85000"/>
                        </a:schemeClr>
                      </a:solidFill>
                    </a:tcPr>
                  </a:tc>
                  <a:tc>
                    <a:txBody>
                      <a:bodyPr/>
                      <a:lstStyle/>
                      <a:p>
                        <a:pPr marL="171450" marR="0" lvl="0" indent="-171450" algn="l">
                          <a:lnSpc>
                            <a:spcPct val="100000"/>
                          </a:lnSpc>
                          <a:spcBef>
                            <a:spcPts val="0"/>
                          </a:spcBef>
                          <a:spcAft>
                            <a:spcPts val="0"/>
                          </a:spcAft>
                          <a:buClr>
                            <a:srgbClr val="000000"/>
                          </a:buClr>
                          <a:buFont typeface="Wingdings" panose="05000000000000000000" pitchFamily="2" charset="2"/>
                          <a:buChar char="ü"/>
                        </a:pPr>
                        <a:r>
                          <a:rPr lang="en-US" sz="800" b="0" u="none" strike="noStrike" kern="1200" cap="none" spc="0" normalizeH="0" baseline="0" noProof="0">
                            <a:ln>
                              <a:noFill/>
                            </a:ln>
                            <a:solidFill>
                              <a:schemeClr val="bg1">
                                <a:lumMod val="50000"/>
                              </a:schemeClr>
                            </a:solidFill>
                            <a:effectLst/>
                            <a:uLnTx/>
                            <a:uFillTx/>
                            <a:latin typeface="+mn-lt"/>
                            <a:ea typeface="+mn-ea"/>
                            <a:cs typeface="+mn-cs"/>
                          </a:rPr>
                          <a:t>PEC endorsed on 17Nov 2025.</a:t>
                        </a:r>
                      </a:p>
                      <a:p>
                        <a:pPr marL="171450" marR="0" lvl="0" indent="-171450" algn="l">
                          <a:lnSpc>
                            <a:spcPct val="100000"/>
                          </a:lnSpc>
                          <a:spcBef>
                            <a:spcPts val="0"/>
                          </a:spcBef>
                          <a:spcAft>
                            <a:spcPts val="0"/>
                          </a:spcAft>
                          <a:buClr>
                            <a:srgbClr val="000000"/>
                          </a:buClr>
                          <a:buFont typeface="Wingdings" panose="05000000000000000000" pitchFamily="2" charset="2"/>
                          <a:buChar char="ü"/>
                        </a:pPr>
                        <a:r>
                          <a:rPr lang="en-US" sz="800" b="0" u="none" strike="noStrike" kern="1200" cap="none" spc="0" normalizeH="0" baseline="0" noProof="0">
                            <a:ln>
                              <a:noFill/>
                            </a:ln>
                            <a:solidFill>
                              <a:schemeClr val="bg1">
                                <a:lumMod val="50000"/>
                              </a:schemeClr>
                            </a:solidFill>
                            <a:effectLst/>
                            <a:uLnTx/>
                            <a:uFillTx/>
                            <a:latin typeface="+mn-lt"/>
                            <a:ea typeface="+mn-ea"/>
                            <a:cs typeface="+mn-cs"/>
                          </a:rPr>
                          <a:t>Hybrid review  was completed in 25Feb 2026, and the result is approved with comments.</a:t>
                        </a:r>
                      </a:p>
                      <a:p>
                        <a:pPr marL="171450" marR="0" lvl="0" indent="-171450" algn="l">
                          <a:lnSpc>
                            <a:spcPct val="100000"/>
                          </a:lnSpc>
                          <a:spcBef>
                            <a:spcPts val="0"/>
                          </a:spcBef>
                          <a:spcAft>
                            <a:spcPts val="0"/>
                          </a:spcAft>
                          <a:buClr>
                            <a:srgbClr val="000000"/>
                          </a:buClr>
                          <a:buFont typeface="Wingdings" panose="05000000000000000000" pitchFamily="2" charset="2"/>
                          <a:buChar char="ü"/>
                        </a:pPr>
                        <a:r>
                          <a:rPr lang="en-US" sz="800" b="0" i="0" u="none" strike="noStrike" kern="1200" cap="none" spc="0" normalizeH="0" baseline="0" noProof="0">
                            <a:ln>
                              <a:noFill/>
                            </a:ln>
                            <a:solidFill>
                              <a:srgbClr val="000000"/>
                            </a:solidFill>
                            <a:effectLst/>
                            <a:uLnTx/>
                            <a:uFillTx/>
                            <a:latin typeface="+mn-lt"/>
                            <a:ea typeface="+mn-ea"/>
                            <a:cs typeface="+mn-cs"/>
                          </a:rPr>
                          <a:t>A</a:t>
                        </a:r>
                        <a:r>
                          <a:rPr lang="en-US" altLang="zh-CN" sz="800" b="0" i="0" u="none" strike="noStrike" kern="1200" cap="none" spc="0" normalizeH="0" baseline="0" noProof="0">
                            <a:ln>
                              <a:noFill/>
                            </a:ln>
                            <a:solidFill>
                              <a:srgbClr val="000000"/>
                            </a:solidFill>
                            <a:effectLst/>
                            <a:uLnTx/>
                            <a:uFillTx/>
                            <a:latin typeface="+mn-lt"/>
                            <a:ea typeface="+mn-ea"/>
                            <a:cs typeface="+mn-cs"/>
                          </a:rPr>
                          <a:t>ll reviews approved in </a:t>
                        </a:r>
                        <a:r>
                          <a:rPr lang="en-US" altLang="zh-CN" sz="800" b="0" i="0" u="none" strike="noStrike" kern="1200" cap="none" spc="0" normalizeH="0" baseline="0" noProof="0" err="1">
                            <a:ln>
                              <a:noFill/>
                            </a:ln>
                            <a:solidFill>
                              <a:srgbClr val="000000"/>
                            </a:solidFill>
                            <a:effectLst/>
                            <a:uLnTx/>
                            <a:uFillTx/>
                            <a:latin typeface="+mn-lt"/>
                            <a:ea typeface="+mn-ea"/>
                            <a:cs typeface="+mn-cs"/>
                          </a:rPr>
                          <a:t>Lectrona</a:t>
                        </a:r>
                        <a:r>
                          <a:rPr lang="en-US" altLang="zh-CN" sz="800" b="0" i="0" u="none" strike="noStrike" kern="1200" cap="none" spc="0" normalizeH="0" baseline="0" noProof="0">
                            <a:ln>
                              <a:noFill/>
                            </a:ln>
                            <a:solidFill>
                              <a:srgbClr val="000000"/>
                            </a:solidFill>
                            <a:effectLst/>
                            <a:uLnTx/>
                            <a:uFillTx/>
                            <a:latin typeface="+mn-lt"/>
                            <a:ea typeface="+mn-ea"/>
                            <a:cs typeface="+mn-cs"/>
                          </a:rPr>
                          <a:t> and waiting for GMA to complete the MM of global release in </a:t>
                        </a:r>
                        <a:r>
                          <a:rPr lang="en-US" altLang="zh-CN" sz="800" b="0" i="0" u="none" strike="noStrike" kern="1200" cap="none" spc="0" normalizeH="0" baseline="0" noProof="0" err="1">
                            <a:ln>
                              <a:noFill/>
                            </a:ln>
                            <a:solidFill>
                              <a:srgbClr val="000000"/>
                            </a:solidFill>
                            <a:effectLst/>
                            <a:uLnTx/>
                            <a:uFillTx/>
                            <a:latin typeface="+mn-lt"/>
                            <a:ea typeface="+mn-ea"/>
                            <a:cs typeface="+mn-cs"/>
                          </a:rPr>
                          <a:t>Lectrona</a:t>
                        </a:r>
                        <a:r>
                          <a:rPr lang="en-US" altLang="zh-CN" sz="800" b="0" i="0" u="none" strike="noStrike" kern="1200" cap="none" spc="0" normalizeH="0" baseline="0" noProof="0">
                            <a:ln>
                              <a:noFill/>
                            </a:ln>
                            <a:solidFill>
                              <a:srgbClr val="000000"/>
                            </a:solidFill>
                            <a:effectLst/>
                            <a:uLnTx/>
                            <a:uFillTx/>
                            <a:latin typeface="+mn-lt"/>
                            <a:ea typeface="+mn-ea"/>
                            <a:cs typeface="+mn-cs"/>
                          </a:rPr>
                          <a:t>.</a:t>
                        </a:r>
                        <a:endParaRPr lang="en-US" sz="800" b="0" i="0" u="none" strike="noStrike" kern="1200" cap="none" spc="0" normalizeH="0" baseline="0" noProof="0">
                          <a:ln>
                            <a:noFill/>
                          </a:ln>
                          <a:solidFill>
                            <a:srgbClr val="000000"/>
                          </a:solidFill>
                          <a:effectLst/>
                          <a:uLnTx/>
                          <a:uFillTx/>
                          <a:latin typeface="+mn-lt"/>
                          <a:ea typeface="+mn-ea"/>
                          <a:cs typeface="+mn-cs"/>
                        </a:endParaRPr>
                      </a:p>
                    </a:txBody>
                    <a:tcPr marL="92811" marR="92811" marT="38099" marB="38099" anchor="ctr">
                      <a:solidFill>
                        <a:schemeClr val="bg1">
                          <a:lumMod val="85000"/>
                        </a:schemeClr>
                      </a:solidFill>
                    </a:tcPr>
                  </a:tc>
                  <a:tc>
                    <a:txBody>
                      <a:bodyPr/>
                      <a:lstStyle/>
                      <a:p>
                        <a:pPr lvl="0">
                          <a:buNone/>
                        </a:pPr>
                        <a:endParaRPr lang="zh-CN" altLang="en-US" sz="1400"/>
                      </a:p>
                    </a:txBody>
                    <a:tcPr marL="69607" marR="69607" marT="28575" marB="28575">
                      <a:solidFill>
                        <a:schemeClr val="bg1">
                          <a:lumMod val="85000"/>
                        </a:schemeClr>
                      </a:solidFill>
                    </a:tcPr>
                  </a:tc>
                  <a:extLst>
                    <a:ext uri="{0D108BD9-81ED-4DB2-BD59-A6C34878D82A}">
                      <a16:rowId xmlns:a16="http://schemas.microsoft.com/office/drawing/2014/main" val="1094643161"/>
                    </a:ext>
                  </a:extLst>
                </a:tr>
                <a:tr h="22131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i="0" u="none" strike="noStrike" kern="1200" cap="none" spc="0" normalizeH="0" baseline="0" noProof="0" err="1">
                            <a:ln>
                              <a:noFill/>
                            </a:ln>
                            <a:solidFill>
                              <a:srgbClr val="000000"/>
                            </a:solidFill>
                            <a:effectLst/>
                            <a:uLnTx/>
                            <a:uFillTx/>
                            <a:latin typeface="+mn-lt"/>
                          </a:rPr>
                          <a:t>Nerandomilast</a:t>
                        </a:r>
                        <a:endParaRPr lang="en-US" altLang="zh-CN" sz="800" b="0" i="0" u="none" strike="noStrike" kern="1200" cap="none" spc="0" normalizeH="0" baseline="0">
                          <a:ln>
                            <a:noFill/>
                          </a:ln>
                          <a:solidFill>
                            <a:srgbClr val="000000"/>
                          </a:solidFill>
                          <a:effectLst/>
                          <a:uLnTx/>
                          <a:uFillTx/>
                          <a:latin typeface="+mn-lt"/>
                          <a:ea typeface="+mn-ea"/>
                          <a:cs typeface="+mn-cs"/>
                        </a:endParaRPr>
                      </a:p>
                      <a:p>
                        <a:pPr lvl="0" algn="ctr">
                          <a:buNone/>
                        </a:pPr>
                        <a:r>
                          <a:rPr lang="en-US" sz="800" b="0" i="0" u="none" strike="noStrike" kern="1200" cap="none" spc="0" normalizeH="0" baseline="0" noProof="0">
                            <a:ln>
                              <a:noFill/>
                            </a:ln>
                            <a:solidFill>
                              <a:srgbClr val="000000"/>
                            </a:solidFill>
                            <a:effectLst/>
                            <a:uLnTx/>
                            <a:uFillTx/>
                            <a:latin typeface="+mn-lt"/>
                          </a:rPr>
                          <a:t>Exploring patients’ experiences with </a:t>
                        </a:r>
                        <a:r>
                          <a:rPr lang="en-US" sz="800" b="0" i="0" u="none" strike="noStrike" kern="1200" cap="none" spc="0" normalizeH="0" baseline="0" noProof="0" err="1">
                            <a:ln>
                              <a:noFill/>
                            </a:ln>
                            <a:solidFill>
                              <a:srgbClr val="000000"/>
                            </a:solidFill>
                            <a:effectLst/>
                            <a:uLnTx/>
                            <a:uFillTx/>
                            <a:latin typeface="+mn-lt"/>
                          </a:rPr>
                          <a:t>nerandomilast</a:t>
                        </a:r>
                        <a:r>
                          <a:rPr lang="en-US" sz="800" b="0" i="0" u="none" strike="noStrike" kern="1200" cap="none" spc="0" normalizeH="0" baseline="0" noProof="0">
                            <a:ln>
                              <a:noFill/>
                            </a:ln>
                            <a:solidFill>
                              <a:srgbClr val="000000"/>
                            </a:solidFill>
                            <a:effectLst/>
                            <a:uLnTx/>
                            <a:uFillTx/>
                            <a:latin typeface="+mn-lt"/>
                          </a:rPr>
                          <a:t>: </a:t>
                        </a:r>
                        <a:br>
                          <a:rPr lang="en-US" sz="800" b="0" i="0" u="none" strike="noStrike" kern="1200" cap="none" spc="0" normalizeH="0" baseline="0" noProof="0">
                            <a:ln>
                              <a:noFill/>
                            </a:ln>
                            <a:solidFill>
                              <a:srgbClr val="000000"/>
                            </a:solidFill>
                            <a:effectLst/>
                            <a:uLnTx/>
                            <a:uFillTx/>
                            <a:latin typeface="+mn-lt"/>
                          </a:rPr>
                        </a:br>
                        <a:r>
                          <a:rPr lang="en-US" sz="800" b="0" i="0" u="none" strike="noStrike" kern="1200" cap="none" spc="0" normalizeH="0" baseline="0" noProof="0">
                            <a:ln>
                              <a:noFill/>
                            </a:ln>
                            <a:solidFill>
                              <a:srgbClr val="000000"/>
                            </a:solidFill>
                            <a:effectLst/>
                            <a:uLnTx/>
                            <a:uFillTx/>
                            <a:latin typeface="+mn-lt"/>
                          </a:rPr>
                          <a:t>a longitudinal qualitative research among IPF patients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a:ln>
                              <a:noFill/>
                            </a:ln>
                            <a:solidFill>
                              <a:srgbClr val="000000"/>
                            </a:solidFill>
                            <a:effectLst/>
                            <a:uLnTx/>
                            <a:uFillTx/>
                            <a:latin typeface="+mn-lt"/>
                            <a:ea typeface="+mn-ea"/>
                            <a:cs typeface="Calibri"/>
                          </a:rPr>
                          <a:t>(</a:t>
                        </a:r>
                        <a:r>
                          <a:rPr lang="pt-PT" altLang="zh-CN" sz="800" b="1">
                            <a:latin typeface="+mn-lt"/>
                          </a:rPr>
                          <a:t>Peking University Third Hospital, Prof. CHU Hongling)</a:t>
                        </a:r>
                        <a:endParaRPr kumimoji="0" lang="en-US" altLang="zh-CN" sz="800" b="1" i="0" u="none" strike="noStrike" kern="1200" cap="none" spc="0" normalizeH="0" baseline="0">
                          <a:ln>
                            <a:noFill/>
                          </a:ln>
                          <a:solidFill>
                            <a:srgbClr val="000000"/>
                          </a:solidFill>
                          <a:effectLst/>
                          <a:uLnTx/>
                          <a:uFillTx/>
                          <a:latin typeface="+mn-lt"/>
                          <a:ea typeface="+mn-ea"/>
                          <a:cs typeface="Calibri"/>
                        </a:endParaRPr>
                      </a:p>
                    </a:txBody>
                    <a:tcPr anchor="ctr">
                      <a:solidFill>
                        <a:schemeClr val="bg1">
                          <a:lumMod val="85000"/>
                        </a:schemeClr>
                      </a:solidFill>
                    </a:tcPr>
                  </a:tc>
                  <a:tc>
                    <a:txBody>
                      <a:bodyPr/>
                      <a:lstStyle/>
                      <a:p>
                        <a:pPr lvl="0" algn="ctr" defTabSz="914378" rtl="0">
                          <a:buNone/>
                        </a:pPr>
                        <a:r>
                          <a:rPr lang="en-US" sz="800" b="0" i="0" u="none" strike="noStrike" kern="1200" cap="none" spc="0" normalizeH="0" baseline="0">
                            <a:ln>
                              <a:noFill/>
                            </a:ln>
                            <a:solidFill>
                              <a:srgbClr val="000000"/>
                            </a:solidFill>
                            <a:effectLst/>
                            <a:uLnTx/>
                            <a:uFillTx/>
                            <a:latin typeface="+mn-lt"/>
                            <a:ea typeface="+mn-ea"/>
                            <a:cs typeface="+mn-cs"/>
                          </a:rPr>
                          <a:t>IPF</a:t>
                        </a:r>
                      </a:p>
                    </a:txBody>
                    <a:tcPr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0" i="0" u="none" strike="noStrike" kern="1200" cap="none" spc="0" normalizeH="0" baseline="0">
                            <a:ln>
                              <a:noFill/>
                            </a:ln>
                            <a:solidFill>
                              <a:srgbClr val="000000"/>
                            </a:solidFill>
                            <a:effectLst/>
                            <a:uLnTx/>
                            <a:uFillTx/>
                            <a:latin typeface="+mn-lt"/>
                            <a:ea typeface="+mn-ea"/>
                            <a:cs typeface="+mn-cs"/>
                          </a:rPr>
                          <a:t>ECR(TBD )</a:t>
                        </a:r>
                        <a:endParaRPr lang="zh-CN" altLang="zh-CN" sz="800" b="0" i="0" u="none" strike="noStrike" kern="1200" cap="none" spc="0" normalizeH="0" baseline="0">
                          <a:ln>
                            <a:noFill/>
                          </a:ln>
                          <a:solidFill>
                            <a:srgbClr val="000000"/>
                          </a:solidFill>
                          <a:effectLst/>
                          <a:uLnTx/>
                          <a:uFillTx/>
                          <a:latin typeface="+mn-lt"/>
                          <a:ea typeface="+mn-ea"/>
                          <a:cs typeface="+mn-cs"/>
                        </a:endParaRPr>
                      </a:p>
                    </a:txBody>
                    <a:tcPr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0" i="0" u="none" strike="noStrike" kern="1200" cap="none" spc="0" normalizeH="0" baseline="0">
                            <a:ln>
                              <a:noFill/>
                            </a:ln>
                            <a:solidFill>
                              <a:srgbClr val="000000"/>
                            </a:solidFill>
                            <a:effectLst/>
                            <a:uLnTx/>
                            <a:uFillTx/>
                            <a:latin typeface="+mn-lt"/>
                            <a:ea typeface="+mn-ea"/>
                            <a:cs typeface="+mn-cs"/>
                          </a:rPr>
                          <a:t>TBD</a:t>
                        </a:r>
                      </a:p>
                    </a:txBody>
                    <a:tcPr anchor="ctr">
                      <a:solidFill>
                        <a:schemeClr val="bg1">
                          <a:lumMod val="85000"/>
                        </a:schemeClr>
                      </a:solidFill>
                    </a:tcPr>
                  </a:tc>
                  <a:tc>
                    <a:txBody>
                      <a:bodyPr/>
                      <a:lstStyle/>
                      <a:p>
                        <a:pPr lvl="0" algn="ctr">
                          <a:buNone/>
                        </a:pPr>
                        <a:r>
                          <a:rPr lang="en-US" altLang="zh-CN" sz="800">
                            <a:latin typeface="+mn-lt"/>
                          </a:rPr>
                          <a:t>TBD</a:t>
                        </a:r>
                        <a:endParaRPr lang="en-US" sz="800">
                          <a:latin typeface="+mn-lt"/>
                        </a:endParaRPr>
                      </a:p>
                    </a:txBody>
                    <a:tcPr anchor="ctr">
                      <a:solidFill>
                        <a:schemeClr val="bg1">
                          <a:lumMod val="85000"/>
                        </a:schemeClr>
                      </a:solidFill>
                    </a:tcPr>
                  </a:tc>
                  <a:tc>
                    <a:txBody>
                      <a:bodyPr/>
                      <a:lstStyle/>
                      <a:p>
                        <a:pPr marL="171450" marR="0" lvl="0" indent="-171450" algn="l" rtl="0" eaLnBrk="1" fontAlgn="auto" latinLnBrk="0" hangingPunct="1">
                          <a:lnSpc>
                            <a:spcPct val="100000"/>
                          </a:lnSpc>
                          <a:spcBef>
                            <a:spcPts val="0"/>
                          </a:spcBef>
                          <a:spcAft>
                            <a:spcPts val="0"/>
                          </a:spcAft>
                          <a:buClrTx/>
                          <a:buSzTx/>
                          <a:buFont typeface="Wingdings"/>
                          <a:buChar char="ü"/>
                        </a:pPr>
                        <a:r>
                          <a:rPr lang="en-US" altLang="zh-CN" sz="800" b="0" u="none" strike="noStrike" kern="1200" cap="none" spc="0" normalizeH="0" baseline="0" noProof="0">
                            <a:ln>
                              <a:noFill/>
                            </a:ln>
                            <a:solidFill>
                              <a:schemeClr val="tx1"/>
                            </a:solidFill>
                            <a:effectLst/>
                            <a:uLnTx/>
                            <a:uFillTx/>
                            <a:latin typeface="+mn-lt"/>
                            <a:ea typeface="+mn-ea"/>
                            <a:cs typeface="+mn-cs"/>
                          </a:rPr>
                          <a:t>Offline preparation and discussion on proposal before CEC</a:t>
                        </a:r>
                      </a:p>
                      <a:p>
                        <a:pPr marL="171450" marR="0" lvl="0" indent="-171450" algn="l" rtl="0" eaLnBrk="1" fontAlgn="auto" latinLnBrk="0" hangingPunct="1">
                          <a:lnSpc>
                            <a:spcPct val="100000"/>
                          </a:lnSpc>
                          <a:spcBef>
                            <a:spcPts val="0"/>
                          </a:spcBef>
                          <a:spcAft>
                            <a:spcPts val="0"/>
                          </a:spcAft>
                          <a:buClrTx/>
                          <a:buSzTx/>
                          <a:buFont typeface="Wingdings"/>
                          <a:buChar char="ü"/>
                        </a:pPr>
                        <a:r>
                          <a:rPr lang="en-US" altLang="zh-CN" sz="800" b="0" u="none" strike="noStrike" kern="1200" cap="none" spc="0" normalizeH="0" baseline="0" noProof="0" err="1">
                            <a:ln>
                              <a:noFill/>
                            </a:ln>
                            <a:solidFill>
                              <a:schemeClr val="tx1"/>
                            </a:solidFill>
                            <a:effectLst/>
                            <a:uLnTx/>
                            <a:uFillTx/>
                            <a:latin typeface="+mn-lt"/>
                            <a:ea typeface="+mn-ea"/>
                            <a:cs typeface="+mn-cs"/>
                          </a:rPr>
                          <a:t>Adhoc</a:t>
                        </a:r>
                        <a:r>
                          <a:rPr lang="en-US" altLang="zh-CN" sz="800" b="0" u="none" strike="noStrike" kern="1200" cap="none" spc="0" normalizeH="0" baseline="0" noProof="0">
                            <a:ln>
                              <a:noFill/>
                            </a:ln>
                            <a:solidFill>
                              <a:schemeClr val="tx1"/>
                            </a:solidFill>
                            <a:effectLst/>
                            <a:uLnTx/>
                            <a:uFillTx/>
                            <a:latin typeface="+mn-lt"/>
                            <a:ea typeface="+mn-ea"/>
                            <a:cs typeface="+mn-cs"/>
                          </a:rPr>
                          <a:t> CEC 0413</a:t>
                        </a:r>
                      </a:p>
                      <a:p>
                        <a:pPr marL="171450" marR="0" lvl="0" indent="-171450" algn="l" rtl="0" eaLnBrk="1" fontAlgn="auto" latinLnBrk="0" hangingPunct="1">
                          <a:lnSpc>
                            <a:spcPct val="100000"/>
                          </a:lnSpc>
                          <a:spcBef>
                            <a:spcPts val="0"/>
                          </a:spcBef>
                          <a:spcAft>
                            <a:spcPts val="0"/>
                          </a:spcAft>
                          <a:buClrTx/>
                          <a:buSzTx/>
                          <a:buFont typeface="Wingdings"/>
                          <a:buChar char="ü"/>
                        </a:pPr>
                        <a:endParaRPr lang="en-US" altLang="zh-CN" sz="800" b="0" u="none" strike="noStrike" kern="1200" cap="none" spc="0" normalizeH="0" baseline="0" noProof="0">
                          <a:ln>
                            <a:noFill/>
                          </a:ln>
                          <a:solidFill>
                            <a:schemeClr val="tx1"/>
                          </a:solidFill>
                          <a:effectLst/>
                          <a:uLnTx/>
                          <a:uFillTx/>
                          <a:latin typeface="+mn-lt"/>
                          <a:ea typeface="+mn-ea"/>
                          <a:cs typeface="+mn-cs"/>
                        </a:endParaRPr>
                      </a:p>
                    </a:txBody>
                    <a:tcPr anchor="ctr">
                      <a:solidFill>
                        <a:schemeClr val="bg1">
                          <a:lumMod val="85000"/>
                        </a:schemeClr>
                      </a:solidFill>
                    </a:tcPr>
                  </a:tc>
                  <a:tc>
                    <a:txBody>
                      <a:bodyPr/>
                      <a:lstStyle/>
                      <a:p>
                        <a:pPr lvl="0">
                          <a:buNone/>
                        </a:pPr>
                        <a:endParaRPr lang="zh-CN" altLang="en-US" sz="1400"/>
                      </a:p>
                    </a:txBody>
                    <a:tcPr marL="69607" marR="69607" marT="28575" marB="28575">
                      <a:solidFill>
                        <a:schemeClr val="bg1">
                          <a:lumMod val="85000"/>
                        </a:schemeClr>
                      </a:solidFill>
                    </a:tcPr>
                  </a:tc>
                  <a:extLst>
                    <a:ext uri="{0D108BD9-81ED-4DB2-BD59-A6C34878D82A}">
                      <a16:rowId xmlns:a16="http://schemas.microsoft.com/office/drawing/2014/main" val="2003735016"/>
                    </a:ext>
                  </a:extLst>
                </a:tr>
                <a:tr h="355695">
                  <a:tc>
                    <a:txBody>
                      <a:bodyPr/>
                      <a:lstStyle/>
                      <a:p>
                        <a:pPr lvl="0" algn="ctr">
                          <a:buNone/>
                        </a:pPr>
                        <a:r>
                          <a:rPr lang="en-US" sz="800" b="0" i="0" u="none" strike="noStrike" kern="1200" cap="none" spc="0" normalizeH="0" baseline="0" noProof="0">
                            <a:ln>
                              <a:noFill/>
                            </a:ln>
                            <a:solidFill>
                              <a:srgbClr val="000000"/>
                            </a:solidFill>
                            <a:effectLst/>
                            <a:uLnTx/>
                            <a:uFillTx/>
                            <a:latin typeface="+mn-lt"/>
                          </a:rPr>
                          <a:t>Epidemiology and Disease Burden of Systemic Sclerosis (</a:t>
                        </a:r>
                        <a:r>
                          <a:rPr lang="en-US" sz="800" b="0" i="0" u="none" strike="noStrike" kern="1200" cap="none" spc="0" normalizeH="0" baseline="0" noProof="0" err="1">
                            <a:ln>
                              <a:noFill/>
                            </a:ln>
                            <a:solidFill>
                              <a:srgbClr val="000000"/>
                            </a:solidFill>
                            <a:effectLst/>
                            <a:uLnTx/>
                            <a:uFillTx/>
                            <a:latin typeface="+mn-lt"/>
                          </a:rPr>
                          <a:t>SSc</a:t>
                        </a:r>
                        <a:r>
                          <a:rPr lang="en-US" sz="800" b="0" i="0" u="none" strike="noStrike" kern="1200" cap="none" spc="0" normalizeH="0" baseline="0" noProof="0">
                            <a:ln>
                              <a:noFill/>
                            </a:ln>
                            <a:solidFill>
                              <a:srgbClr val="000000"/>
                            </a:solidFill>
                            <a:effectLst/>
                            <a:uLnTx/>
                            <a:uFillTx/>
                            <a:latin typeface="+mn-lt"/>
                          </a:rPr>
                          <a:t>) ​in Beijing:  A Study Based on the Beijing Claims Database</a:t>
                        </a:r>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800" b="1">
                            <a:latin typeface="+mn-lt"/>
                          </a:rPr>
                          <a:t>（</a:t>
                        </a:r>
                        <a:r>
                          <a:rPr lang="en-US" altLang="zh-CN" sz="800" b="1">
                            <a:latin typeface="+mn-lt"/>
                          </a:rPr>
                          <a:t>Peking University Third Hospital</a:t>
                        </a:r>
                        <a:r>
                          <a:rPr lang="zh-CN" altLang="en-US" sz="800" b="1">
                            <a:latin typeface="+mn-lt"/>
                          </a:rPr>
                          <a:t>，</a:t>
                        </a:r>
                        <a:r>
                          <a:rPr lang="en-US" altLang="zh-CN" sz="800" b="1">
                            <a:latin typeface="+mn-lt"/>
                          </a:rPr>
                          <a:t>Prof. ZHUO Lin</a:t>
                        </a:r>
                        <a:r>
                          <a:rPr lang="zh-CN" altLang="en-US" sz="800" b="1">
                            <a:latin typeface="+mn-lt"/>
                          </a:rPr>
                          <a:t>）</a:t>
                        </a:r>
                        <a:endParaRPr lang="en-US" altLang="zh-CN" sz="800" b="1">
                          <a:latin typeface="+mn-lt"/>
                        </a:endParaRPr>
                      </a:p>
                    </a:txBody>
                    <a:tcPr anchor="ctr">
                      <a:solidFill>
                        <a:schemeClr val="bg1">
                          <a:lumMod val="85000"/>
                        </a:schemeClr>
                      </a:solidFill>
                    </a:tcPr>
                  </a:tc>
                  <a:tc>
                    <a:txBody>
                      <a:bodyPr/>
                      <a:lstStyle/>
                      <a:p>
                        <a:pPr lvl="0" algn="ctr" defTabSz="914378" rtl="0">
                          <a:buNone/>
                        </a:pPr>
                        <a:r>
                          <a:rPr lang="en-US" sz="800" b="0" i="0" u="none" strike="noStrike" kern="1200" cap="none" spc="0" normalizeH="0" baseline="0" err="1">
                            <a:ln>
                              <a:noFill/>
                            </a:ln>
                            <a:solidFill>
                              <a:srgbClr val="000000"/>
                            </a:solidFill>
                            <a:effectLst/>
                            <a:uLnTx/>
                            <a:uFillTx/>
                            <a:latin typeface="+mn-lt"/>
                            <a:ea typeface="+mn-ea"/>
                            <a:cs typeface="+mn-cs"/>
                          </a:rPr>
                          <a:t>SS</a:t>
                        </a:r>
                        <a:r>
                          <a:rPr lang="en-US" altLang="zh-CN" sz="800" b="0" i="0" u="none" strike="noStrike" kern="1200" cap="none" spc="0" normalizeH="0" baseline="0" err="1">
                            <a:ln>
                              <a:noFill/>
                            </a:ln>
                            <a:solidFill>
                              <a:srgbClr val="000000"/>
                            </a:solidFill>
                            <a:effectLst/>
                            <a:uLnTx/>
                            <a:uFillTx/>
                            <a:latin typeface="+mn-lt"/>
                            <a:ea typeface="+mn-ea"/>
                            <a:cs typeface="+mn-cs"/>
                          </a:rPr>
                          <a:t>c</a:t>
                        </a:r>
                        <a:endParaRPr lang="en-US" sz="800" b="0" i="0" u="none" strike="noStrike" kern="1200" cap="none" spc="0" normalizeH="0" baseline="0">
                          <a:ln>
                            <a:noFill/>
                          </a:ln>
                          <a:solidFill>
                            <a:srgbClr val="000000"/>
                          </a:solidFill>
                          <a:effectLst/>
                          <a:uLnTx/>
                          <a:uFillTx/>
                          <a:latin typeface="+mn-lt"/>
                          <a:ea typeface="+mn-ea"/>
                          <a:cs typeface="+mn-cs"/>
                        </a:endParaRPr>
                      </a:p>
                    </a:txBody>
                    <a:tcPr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0" i="0" u="none" strike="noStrike" kern="1200" cap="none" spc="0" normalizeH="0" baseline="0">
                            <a:ln>
                              <a:noFill/>
                            </a:ln>
                            <a:solidFill>
                              <a:srgbClr val="000000"/>
                            </a:solidFill>
                            <a:effectLst/>
                            <a:uLnTx/>
                            <a:uFillTx/>
                            <a:latin typeface="+mn-lt"/>
                            <a:ea typeface="+mn-ea"/>
                            <a:cs typeface="+mn-cs"/>
                          </a:rPr>
                          <a:t>ECR(TBD )</a:t>
                        </a:r>
                        <a:endParaRPr lang="zh-CN" altLang="zh-CN" sz="800" b="0" i="0" u="none" strike="noStrike" kern="1200" cap="none" spc="0" normalizeH="0" baseline="0">
                          <a:ln>
                            <a:noFill/>
                          </a:ln>
                          <a:solidFill>
                            <a:srgbClr val="000000"/>
                          </a:solidFill>
                          <a:effectLst/>
                          <a:uLnTx/>
                          <a:uFillTx/>
                          <a:latin typeface="+mn-lt"/>
                          <a:ea typeface="+mn-ea"/>
                          <a:cs typeface="+mn-cs"/>
                        </a:endParaRPr>
                      </a:p>
                    </a:txBody>
                    <a:tcPr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0" i="0" u="none" strike="noStrike" kern="1200" cap="none" spc="0" normalizeH="0" baseline="0">
                            <a:ln>
                              <a:noFill/>
                            </a:ln>
                            <a:solidFill>
                              <a:srgbClr val="000000"/>
                            </a:solidFill>
                            <a:effectLst/>
                            <a:uLnTx/>
                            <a:uFillTx/>
                            <a:latin typeface="+mn-lt"/>
                            <a:ea typeface="+mn-ea"/>
                            <a:cs typeface="+mn-cs"/>
                          </a:rPr>
                          <a:t>TBD</a:t>
                        </a:r>
                      </a:p>
                    </a:txBody>
                    <a:tcPr anchor="ctr">
                      <a:solidFill>
                        <a:schemeClr val="bg1">
                          <a:lumMod val="85000"/>
                        </a:schemeClr>
                      </a:solidFill>
                    </a:tcPr>
                  </a:tc>
                  <a:tc>
                    <a:txBody>
                      <a:bodyPr/>
                      <a:lstStyle/>
                      <a:p>
                        <a:pPr lvl="0" algn="ctr">
                          <a:buNone/>
                        </a:pPr>
                        <a:r>
                          <a:rPr lang="en-US" altLang="zh-CN" sz="800">
                            <a:latin typeface="+mn-lt"/>
                          </a:rPr>
                          <a:t>TBD</a:t>
                        </a:r>
                        <a:endParaRPr lang="en-US" sz="800">
                          <a:latin typeface="+mn-lt"/>
                        </a:endParaRPr>
                      </a:p>
                    </a:txBody>
                    <a:tcPr anchor="ctr">
                      <a:solidFill>
                        <a:schemeClr val="bg1">
                          <a:lumMod val="8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Wingdings"/>
                          <a:buChar char="ü"/>
                          <a:tabLst/>
                          <a:defRPr/>
                        </a:pPr>
                        <a:r>
                          <a:rPr lang="en-US" altLang="zh-CN" sz="800" b="0" u="none" strike="noStrike" kern="1200" cap="none" spc="0" normalizeH="0" baseline="0" noProof="0">
                            <a:ln>
                              <a:noFill/>
                            </a:ln>
                            <a:solidFill>
                              <a:schemeClr val="tx1"/>
                            </a:solidFill>
                            <a:effectLst/>
                            <a:uLnTx/>
                            <a:uFillTx/>
                            <a:latin typeface="+mn-lt"/>
                            <a:ea typeface="+mn-ea"/>
                            <a:cs typeface="+mn-cs"/>
                          </a:rPr>
                          <a:t>Offline preparation and discussion on proposal before CEC</a:t>
                        </a:r>
                      </a:p>
                      <a:p>
                        <a:pPr marL="171450" marR="0" lvl="0" indent="-171450" algn="l" defTabSz="914400" rtl="0" eaLnBrk="1" fontAlgn="auto" latinLnBrk="0" hangingPunct="1">
                          <a:lnSpc>
                            <a:spcPct val="100000"/>
                          </a:lnSpc>
                          <a:spcBef>
                            <a:spcPts val="0"/>
                          </a:spcBef>
                          <a:spcAft>
                            <a:spcPts val="0"/>
                          </a:spcAft>
                          <a:buClrTx/>
                          <a:buSzTx/>
                          <a:buFont typeface="Wingdings"/>
                          <a:buChar char="ü"/>
                          <a:tabLst/>
                          <a:defRPr/>
                        </a:pPr>
                        <a:r>
                          <a:rPr lang="en-US" altLang="zh-CN" sz="800" b="0" u="none" strike="noStrike" kern="1200" cap="none" spc="0" normalizeH="0" baseline="0" noProof="0" err="1">
                            <a:ln>
                              <a:noFill/>
                            </a:ln>
                            <a:solidFill>
                              <a:schemeClr val="tx1"/>
                            </a:solidFill>
                            <a:effectLst/>
                            <a:uLnTx/>
                            <a:uFillTx/>
                            <a:latin typeface="+mn-lt"/>
                            <a:ea typeface="+mn-ea"/>
                            <a:cs typeface="+mn-cs"/>
                          </a:rPr>
                          <a:t>Adhoc</a:t>
                        </a:r>
                        <a:r>
                          <a:rPr lang="en-US" altLang="zh-CN" sz="800" b="0" u="none" strike="noStrike" kern="1200" cap="none" spc="0" normalizeH="0" baseline="0" noProof="0">
                            <a:ln>
                              <a:noFill/>
                            </a:ln>
                            <a:solidFill>
                              <a:schemeClr val="tx1"/>
                            </a:solidFill>
                            <a:effectLst/>
                            <a:uLnTx/>
                            <a:uFillTx/>
                            <a:latin typeface="+mn-lt"/>
                            <a:ea typeface="+mn-ea"/>
                            <a:cs typeface="+mn-cs"/>
                          </a:rPr>
                          <a:t> CEC 0413</a:t>
                        </a:r>
                      </a:p>
                      <a:p>
                        <a:pPr marL="171450" marR="0" lvl="0" indent="-171450" algn="l" defTabSz="914400" rtl="0" eaLnBrk="1" fontAlgn="auto" latinLnBrk="0" hangingPunct="1">
                          <a:lnSpc>
                            <a:spcPct val="100000"/>
                          </a:lnSpc>
                          <a:spcBef>
                            <a:spcPts val="0"/>
                          </a:spcBef>
                          <a:spcAft>
                            <a:spcPts val="0"/>
                          </a:spcAft>
                          <a:buClrTx/>
                          <a:buSzTx/>
                          <a:buFont typeface="Wingdings"/>
                          <a:buChar char="ü"/>
                          <a:tabLst/>
                          <a:defRPr/>
                        </a:pPr>
                        <a:endParaRPr lang="en-US" altLang="zh-CN" sz="800" b="0" u="none" strike="noStrike" kern="1200" cap="none" spc="0" normalizeH="0" baseline="0" noProof="0">
                          <a:ln>
                            <a:noFill/>
                          </a:ln>
                          <a:solidFill>
                            <a:schemeClr val="tx1"/>
                          </a:solidFill>
                          <a:effectLst/>
                          <a:uLnTx/>
                          <a:uFillTx/>
                          <a:latin typeface="+mn-lt"/>
                          <a:ea typeface="+mn-ea"/>
                          <a:cs typeface="+mn-cs"/>
                        </a:endParaRPr>
                      </a:p>
                    </a:txBody>
                    <a:tcPr anchor="ctr">
                      <a:solidFill>
                        <a:schemeClr val="bg1">
                          <a:lumMod val="85000"/>
                        </a:schemeClr>
                      </a:solidFill>
                    </a:tcPr>
                  </a:tc>
                  <a:tc>
                    <a:txBody>
                      <a:bodyPr/>
                      <a:lstStyle/>
                      <a:p>
                        <a:pPr lvl="0">
                          <a:buNone/>
                        </a:pPr>
                        <a:endParaRPr lang="zh-CN" altLang="en-US" sz="1400"/>
                      </a:p>
                    </a:txBody>
                    <a:tcPr marL="69607" marR="69607" marT="28575" marB="28575">
                      <a:solidFill>
                        <a:schemeClr val="bg1">
                          <a:lumMod val="85000"/>
                        </a:schemeClr>
                      </a:solidFill>
                    </a:tcPr>
                  </a:tc>
                  <a:extLst>
                    <a:ext uri="{0D108BD9-81ED-4DB2-BD59-A6C34878D82A}">
                      <a16:rowId xmlns:a16="http://schemas.microsoft.com/office/drawing/2014/main" val="1648604858"/>
                    </a:ext>
                  </a:extLst>
                </a:tr>
                <a:tr h="73630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i="0" u="none" strike="noStrike" kern="1200" cap="none" spc="0" normalizeH="0" baseline="0" noProof="0" err="1">
                            <a:ln>
                              <a:noFill/>
                            </a:ln>
                            <a:solidFill>
                              <a:srgbClr val="000000"/>
                            </a:solidFill>
                            <a:effectLst/>
                            <a:uLnTx/>
                            <a:uFillTx/>
                            <a:latin typeface="+mn-lt"/>
                          </a:rPr>
                          <a:t>Nerandomilast</a:t>
                        </a:r>
                        <a:endParaRPr lang="en-US" altLang="zh-CN" sz="800" b="0" i="0" u="none" strike="noStrike" kern="1200" cap="none" spc="0" normalizeH="0" baseline="0">
                          <a:ln>
                            <a:noFill/>
                          </a:ln>
                          <a:solidFill>
                            <a:srgbClr val="000000"/>
                          </a:solidFill>
                          <a:effectLst/>
                          <a:uLnTx/>
                          <a:uFillTx/>
                          <a:latin typeface="+mn-lt"/>
                          <a:ea typeface="+mn-ea"/>
                          <a:cs typeface="+mn-cs"/>
                        </a:endParaRPr>
                      </a:p>
                      <a:p>
                        <a:pPr lvl="0" algn="ctr">
                          <a:buNone/>
                        </a:pPr>
                        <a:r>
                          <a:rPr lang="en-US" sz="800" b="0" i="0" u="none" strike="noStrike" kern="1200" cap="none" spc="0" normalizeH="0" baseline="0" noProof="0">
                            <a:ln>
                              <a:noFill/>
                            </a:ln>
                            <a:solidFill>
                              <a:srgbClr val="000000"/>
                            </a:solidFill>
                            <a:effectLst/>
                            <a:uLnTx/>
                            <a:uFillTx/>
                            <a:latin typeface="+mn-lt"/>
                          </a:rPr>
                          <a:t>(Serum Exosome Combined with Radiomics to Predict Early Progressive Pulmonary Fibrosis)</a:t>
                        </a:r>
                      </a:p>
                      <a:p>
                        <a:pPr lvl="0" algn="ctr">
                          <a:buNone/>
                        </a:pPr>
                        <a:r>
                          <a:rPr lang="zh-CN" altLang="en-US" sz="800" b="1" i="0" u="none" strike="noStrike" kern="1200" cap="none" spc="0" normalizeH="0" baseline="0" noProof="0">
                            <a:ln>
                              <a:noFill/>
                            </a:ln>
                            <a:solidFill>
                              <a:srgbClr val="000000"/>
                            </a:solidFill>
                            <a:effectLst/>
                            <a:uLnTx/>
                            <a:uFillTx/>
                            <a:latin typeface="+mn-lt"/>
                          </a:rPr>
                          <a:t>（</a:t>
                        </a:r>
                        <a:r>
                          <a:rPr lang="en-US" altLang="zh-CN" sz="800" b="1" i="0" u="none" strike="noStrike" kern="1200" cap="none" spc="0" normalizeH="0" baseline="0" noProof="0">
                            <a:ln>
                              <a:noFill/>
                            </a:ln>
                            <a:solidFill>
                              <a:srgbClr val="000000"/>
                            </a:solidFill>
                            <a:effectLst/>
                            <a:uLnTx/>
                            <a:uFillTx/>
                            <a:latin typeface="+mn-lt"/>
                          </a:rPr>
                          <a:t>The first affiliated hospital of Guangzhou medical university</a:t>
                        </a:r>
                        <a:r>
                          <a:rPr lang="zh-CN" altLang="en-US" sz="800" b="1" i="0" u="none" strike="noStrike" kern="1200" cap="none" spc="0" normalizeH="0" baseline="0" noProof="0">
                            <a:ln>
                              <a:noFill/>
                            </a:ln>
                            <a:solidFill>
                              <a:srgbClr val="000000"/>
                            </a:solidFill>
                            <a:effectLst/>
                            <a:uLnTx/>
                            <a:uFillTx/>
                            <a:latin typeface="+mn-lt"/>
                          </a:rPr>
                          <a:t>，</a:t>
                        </a:r>
                        <a:r>
                          <a:rPr lang="en-US" altLang="zh-CN" sz="800" b="1" i="0" u="none" strike="noStrike" kern="1200" cap="none" spc="0" normalizeH="0" baseline="0" noProof="0">
                            <a:ln>
                              <a:noFill/>
                            </a:ln>
                            <a:solidFill>
                              <a:srgbClr val="000000"/>
                            </a:solidFill>
                            <a:effectLst/>
                            <a:uLnTx/>
                            <a:uFillTx/>
                            <a:latin typeface="+mn-lt"/>
                          </a:rPr>
                          <a:t>Prof. HAN Qian</a:t>
                        </a:r>
                        <a:r>
                          <a:rPr lang="zh-CN" altLang="en-US" sz="800" b="1" i="0" u="none" strike="noStrike" kern="1200" cap="none" spc="0" normalizeH="0" baseline="0" noProof="0">
                            <a:ln>
                              <a:noFill/>
                            </a:ln>
                            <a:solidFill>
                              <a:srgbClr val="000000"/>
                            </a:solidFill>
                            <a:effectLst/>
                            <a:uLnTx/>
                            <a:uFillTx/>
                            <a:latin typeface="+mn-lt"/>
                          </a:rPr>
                          <a:t>）</a:t>
                        </a:r>
                        <a:endParaRPr lang="en-US" sz="800" b="1" i="0" u="none" strike="noStrike" kern="1200" cap="none" spc="0" normalizeH="0" baseline="0" noProof="0">
                          <a:ln>
                            <a:noFill/>
                          </a:ln>
                          <a:solidFill>
                            <a:srgbClr val="000000"/>
                          </a:solidFill>
                          <a:effectLst/>
                          <a:uLnTx/>
                          <a:uFillTx/>
                          <a:latin typeface="+mn-lt"/>
                        </a:endParaRPr>
                      </a:p>
                    </a:txBody>
                    <a:tcPr anchor="ctr">
                      <a:solidFill>
                        <a:schemeClr val="bg1">
                          <a:lumMod val="85000"/>
                        </a:schemeClr>
                      </a:solidFill>
                    </a:tcPr>
                  </a:tc>
                  <a:tc>
                    <a:txBody>
                      <a:bodyPr/>
                      <a:lstStyle/>
                      <a:p>
                        <a:pPr lvl="0" algn="ctr" defTabSz="914378" rtl="0">
                          <a:buNone/>
                        </a:pPr>
                        <a:r>
                          <a:rPr lang="en-US" sz="800" b="0" i="0" u="none" strike="noStrike" kern="1200" cap="none" spc="0" normalizeH="0" baseline="0">
                            <a:ln>
                              <a:noFill/>
                            </a:ln>
                            <a:solidFill>
                              <a:srgbClr val="000000"/>
                            </a:solidFill>
                            <a:effectLst/>
                            <a:uLnTx/>
                            <a:uFillTx/>
                            <a:latin typeface="+mn-lt"/>
                            <a:ea typeface="+mn-ea"/>
                            <a:cs typeface="+mn-cs"/>
                          </a:rPr>
                          <a:t>PPF</a:t>
                        </a:r>
                      </a:p>
                    </a:txBody>
                    <a:tcPr anchor="ctr">
                      <a:solidFill>
                        <a:schemeClr val="bg1">
                          <a:lumMod val="85000"/>
                        </a:schemeClr>
                      </a:solidFill>
                    </a:tcPr>
                  </a:tc>
                  <a:tc>
                    <a:txBody>
                      <a:bodyPr/>
                      <a:lstStyle/>
                      <a:p>
                        <a:pPr lvl="0" algn="ctr" rtl="0">
                          <a:buNone/>
                        </a:pPr>
                        <a:r>
                          <a:rPr lang="en-US" altLang="zh-CN" sz="800" b="0" i="0" u="none" strike="noStrike" kern="1200" cap="none" spc="0" normalizeH="0" baseline="0">
                            <a:ln>
                              <a:noFill/>
                            </a:ln>
                            <a:solidFill>
                              <a:srgbClr val="000000"/>
                            </a:solidFill>
                            <a:effectLst/>
                            <a:uLnTx/>
                            <a:uFillTx/>
                            <a:latin typeface="+mn-lt"/>
                            <a:ea typeface="+mn-ea"/>
                            <a:cs typeface="+mn-cs"/>
                          </a:rPr>
                          <a:t>ECR (1305-0123)</a:t>
                        </a:r>
                      </a:p>
                      <a:p>
                        <a:pPr lvl="0" algn="ctr" rtl="0">
                          <a:buNone/>
                        </a:pPr>
                        <a:r>
                          <a:rPr lang="en-US" altLang="zh-CN" sz="800" b="0" i="0" u="none" strike="noStrike" kern="1200" cap="none" spc="0" normalizeH="0" baseline="0">
                            <a:ln>
                              <a:noFill/>
                            </a:ln>
                            <a:solidFill>
                              <a:srgbClr val="000000"/>
                            </a:solidFill>
                            <a:effectLst/>
                            <a:uLnTx/>
                            <a:uFillTx/>
                            <a:latin typeface="+mn-lt"/>
                            <a:ea typeface="+mn-ea"/>
                            <a:cs typeface="+mn-cs"/>
                          </a:rPr>
                          <a:t>(Dec2025-Dec2027, </a:t>
                        </a:r>
                        <a:endParaRPr lang="zh-CN" altLang="zh-CN" sz="800" b="0" i="0" u="none" strike="noStrike" kern="1200" cap="none" spc="0" normalizeH="0" baseline="0">
                          <a:ln>
                            <a:noFill/>
                          </a:ln>
                          <a:solidFill>
                            <a:srgbClr val="000000"/>
                          </a:solidFill>
                          <a:effectLst/>
                          <a:uLnTx/>
                          <a:uFillTx/>
                          <a:latin typeface="+mn-lt"/>
                          <a:ea typeface="+mn-ea"/>
                          <a:cs typeface="+mn-cs"/>
                        </a:endParaRPr>
                      </a:p>
                      <a:p>
                        <a:pPr lvl="0" algn="ctr">
                          <a:buNone/>
                        </a:pPr>
                        <a:r>
                          <a:rPr lang="en-US" altLang="zh-CN" sz="800" b="0" i="0" u="none" strike="noStrike" kern="1200" cap="none" spc="0" normalizeH="0" baseline="0">
                            <a:ln>
                              <a:noFill/>
                            </a:ln>
                            <a:solidFill>
                              <a:srgbClr val="000000"/>
                            </a:solidFill>
                            <a:effectLst/>
                            <a:uLnTx/>
                            <a:uFillTx/>
                            <a:latin typeface="+mn-lt"/>
                            <a:ea typeface="+mn-ea"/>
                            <a:cs typeface="+mn-cs"/>
                          </a:rPr>
                          <a:t>Jun2028)</a:t>
                        </a:r>
                        <a:endParaRPr lang="zh-CN" altLang="zh-CN" sz="800" b="0" i="0" u="none" strike="noStrike" kern="1200" cap="none" spc="0" normalizeH="0" baseline="0">
                          <a:ln>
                            <a:noFill/>
                          </a:ln>
                          <a:solidFill>
                            <a:srgbClr val="000000"/>
                          </a:solidFill>
                          <a:effectLst/>
                          <a:uLnTx/>
                          <a:uFillTx/>
                          <a:latin typeface="+mn-lt"/>
                          <a:ea typeface="+mn-ea"/>
                          <a:cs typeface="+mn-cs"/>
                        </a:endParaRPr>
                      </a:p>
                    </a:txBody>
                    <a:tcPr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0" i="0" u="none" strike="noStrike" kern="1200" cap="none" spc="0" normalizeH="0" baseline="0">
                            <a:ln>
                              <a:noFill/>
                            </a:ln>
                            <a:solidFill>
                              <a:srgbClr val="000000"/>
                            </a:solidFill>
                            <a:effectLst/>
                            <a:uLnTx/>
                            <a:uFillTx/>
                            <a:latin typeface="+mn-lt"/>
                            <a:ea typeface="+mn-ea"/>
                            <a:cs typeface="+mn-cs"/>
                          </a:rPr>
                          <a:t>Amendment EC approval </a:t>
                        </a:r>
                      </a:p>
                    </a:txBody>
                    <a:tcPr anchor="ctr">
                      <a:solidFill>
                        <a:schemeClr val="bg1">
                          <a:lumMod val="85000"/>
                        </a:schemeClr>
                      </a:solidFill>
                    </a:tcPr>
                  </a:tc>
                  <a:tc>
                    <a:txBody>
                      <a:bodyPr/>
                      <a:lstStyle/>
                      <a:p>
                        <a:pPr algn="ctr"/>
                        <a:r>
                          <a:rPr lang="en-US" altLang="zh-CN" sz="800">
                            <a:latin typeface="+mn-lt"/>
                          </a:rPr>
                          <a:t>LPI</a:t>
                        </a:r>
                      </a:p>
                      <a:p>
                        <a:pPr algn="ctr"/>
                        <a:r>
                          <a:rPr lang="en-US" sz="800" b="0" i="0" u="none" strike="noStrike" noProof="0">
                            <a:solidFill>
                              <a:srgbClr val="000000"/>
                            </a:solidFill>
                            <a:latin typeface="+mn-lt"/>
                          </a:rPr>
                          <a:t> (Dec 2026)</a:t>
                        </a:r>
                        <a:endParaRPr lang="en-US" sz="800">
                          <a:latin typeface="+mn-lt"/>
                        </a:endParaRPr>
                      </a:p>
                    </a:txBody>
                    <a:tcPr anchor="ctr">
                      <a:solidFill>
                        <a:schemeClr val="bg1">
                          <a:lumMod val="8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altLang="zh-CN" sz="800" b="0" u="none" strike="noStrike" kern="1200" cap="none" spc="0" normalizeH="0" baseline="0" noProof="0">
                            <a:ln>
                              <a:noFill/>
                            </a:ln>
                            <a:solidFill>
                              <a:schemeClr val="bg1">
                                <a:lumMod val="65000"/>
                              </a:schemeClr>
                            </a:solidFill>
                            <a:effectLst/>
                            <a:uLnTx/>
                            <a:uFillTx/>
                            <a:latin typeface="+mn-lt"/>
                            <a:ea typeface="+mn-ea"/>
                            <a:cs typeface="+mn-cs"/>
                          </a:rPr>
                          <a:t>FPI completed on 20 Oct 2025</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altLang="zh-CN" sz="800" b="0" u="none" strike="noStrike" kern="1200" cap="none" spc="0" normalizeH="0" baseline="0" noProof="0">
                            <a:ln>
                              <a:noFill/>
                            </a:ln>
                            <a:solidFill>
                              <a:schemeClr val="tx1"/>
                            </a:solidFill>
                            <a:effectLst/>
                            <a:uLnTx/>
                            <a:uFillTx/>
                            <a:latin typeface="+mn-lt"/>
                            <a:ea typeface="+mn-ea"/>
                            <a:cs typeface="+mn-cs"/>
                          </a:rPr>
                          <a:t>Enrollment progress: 178(+24)/325(actual/plan),</a:t>
                        </a:r>
                        <a:r>
                          <a:rPr lang="zh-CN" altLang="en-US" sz="800" b="0" u="none" strike="noStrike" kern="1200" cap="none" spc="0" normalizeH="0" baseline="0" noProof="0">
                            <a:ln>
                              <a:noFill/>
                            </a:ln>
                            <a:solidFill>
                              <a:schemeClr val="tx1"/>
                            </a:solidFill>
                            <a:effectLst/>
                            <a:uLnTx/>
                            <a:uFillTx/>
                            <a:latin typeface="+mn-lt"/>
                            <a:ea typeface="+mn-ea"/>
                            <a:cs typeface="+mn-cs"/>
                          </a:rPr>
                          <a:t> </a:t>
                        </a:r>
                        <a:r>
                          <a:rPr lang="en-US" altLang="zh-CN" sz="800" b="0" u="none" strike="noStrike" kern="1200" cap="none" spc="0" normalizeH="0" baseline="0" noProof="0">
                            <a:ln>
                              <a:noFill/>
                            </a:ln>
                            <a:solidFill>
                              <a:schemeClr val="tx1"/>
                            </a:solidFill>
                            <a:effectLst/>
                            <a:uLnTx/>
                            <a:uFillTx/>
                            <a:latin typeface="+mn-lt"/>
                            <a:ea typeface="+mn-ea"/>
                            <a:cs typeface="+mn-cs"/>
                          </a:rPr>
                          <a:t>till 16 Mar 2026;</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endParaRPr lang="en-US" altLang="zh-CN" sz="800" b="0" u="none" strike="noStrike" kern="1200" cap="none" spc="0" normalizeH="0" baseline="0" noProof="0">
                          <a:ln>
                            <a:noFill/>
                          </a:ln>
                          <a:solidFill>
                            <a:schemeClr val="tx1"/>
                          </a:solidFill>
                          <a:effectLst/>
                          <a:uLnTx/>
                          <a:uFillTx/>
                          <a:latin typeface="+mn-lt"/>
                          <a:ea typeface="+mn-ea"/>
                          <a:cs typeface="+mn-cs"/>
                        </a:endParaRPr>
                      </a:p>
                    </a:txBody>
                    <a:tcPr anchor="ctr">
                      <a:solidFill>
                        <a:schemeClr val="bg1">
                          <a:lumMod val="85000"/>
                        </a:schemeClr>
                      </a:solidFill>
                    </a:tcPr>
                  </a:tc>
                  <a:tc>
                    <a:txBody>
                      <a:bodyPr/>
                      <a:lstStyle/>
                      <a:p>
                        <a:pPr lvl="0">
                          <a:buNone/>
                        </a:pPr>
                        <a:endParaRPr lang="zh-CN" altLang="en-US" sz="1400"/>
                      </a:p>
                    </a:txBody>
                    <a:tcPr marL="69607" marR="69607" marT="28575" marB="28575">
                      <a:solidFill>
                        <a:schemeClr val="bg1">
                          <a:lumMod val="85000"/>
                        </a:schemeClr>
                      </a:solidFill>
                    </a:tcPr>
                  </a:tc>
                  <a:extLst>
                    <a:ext uri="{0D108BD9-81ED-4DB2-BD59-A6C34878D82A}">
                      <a16:rowId xmlns:a16="http://schemas.microsoft.com/office/drawing/2014/main" val="3070122549"/>
                    </a:ext>
                  </a:extLst>
                </a:tr>
                <a:tr h="736305">
                  <a:tc>
                    <a:txBody>
                      <a:bodyPr/>
                      <a:lstStyle/>
                      <a:p>
                        <a:pPr marL="0" lvl="0" indent="0" algn="ctr">
                          <a:lnSpc>
                            <a:spcPct val="100000"/>
                          </a:lnSpc>
                          <a:spcBef>
                            <a:spcPts val="0"/>
                          </a:spcBef>
                          <a:spcAft>
                            <a:spcPts val="0"/>
                          </a:spcAft>
                          <a:buNone/>
                        </a:pPr>
                        <a:r>
                          <a:rPr lang="en-US" sz="800" b="0" i="0" u="none" strike="noStrike" kern="1200" cap="none" spc="0" normalizeH="0" baseline="0" noProof="0">
                            <a:ln>
                              <a:noFill/>
                            </a:ln>
                            <a:solidFill>
                              <a:srgbClr val="000000"/>
                            </a:solidFill>
                            <a:effectLst/>
                            <a:uLnTx/>
                            <a:uFillTx/>
                            <a:latin typeface="+mn-lt"/>
                          </a:rPr>
                          <a:t>Multimodal for detection of early IPF</a:t>
                        </a:r>
                      </a:p>
                      <a:p>
                        <a:pPr marL="0" lvl="0" indent="0" algn="ctr">
                          <a:lnSpc>
                            <a:spcPct val="100000"/>
                          </a:lnSpc>
                          <a:spcBef>
                            <a:spcPts val="0"/>
                          </a:spcBef>
                          <a:spcAft>
                            <a:spcPts val="0"/>
                          </a:spcAft>
                          <a:buNone/>
                        </a:pPr>
                        <a:r>
                          <a:rPr lang="en-US" sz="800" b="1" i="0" u="none" strike="noStrike" kern="1200" cap="none" spc="0" normalizeH="0" baseline="0" noProof="0">
                            <a:ln>
                              <a:noFill/>
                            </a:ln>
                            <a:solidFill>
                              <a:srgbClr val="000000"/>
                            </a:solidFill>
                            <a:effectLst/>
                            <a:uLnTx/>
                            <a:uFillTx/>
                            <a:latin typeface="+mn-lt"/>
                          </a:rPr>
                          <a:t>(Shanghai Chest Hospital, Prof. LI Feng )</a:t>
                        </a:r>
                      </a:p>
                    </a:txBody>
                    <a:tcPr marL="92811" marR="92811" marT="38099" marB="38099" anchor="ctr">
                      <a:solidFill>
                        <a:schemeClr val="bg1">
                          <a:lumMod val="85000"/>
                        </a:schemeClr>
                      </a:solidFill>
                    </a:tcPr>
                  </a:tc>
                  <a:tc>
                    <a:txBody>
                      <a:bodyPr/>
                      <a:lstStyle/>
                      <a:p>
                        <a:pPr marL="0" lvl="0" indent="0" algn="ctr">
                          <a:lnSpc>
                            <a:spcPct val="100000"/>
                          </a:lnSpc>
                          <a:spcBef>
                            <a:spcPts val="0"/>
                          </a:spcBef>
                          <a:spcAft>
                            <a:spcPts val="0"/>
                          </a:spcAft>
                          <a:buNone/>
                        </a:pPr>
                        <a:r>
                          <a:rPr lang="en-US" sz="800" b="0" i="0" u="none" strike="noStrike" kern="1200" cap="none" spc="0" normalizeH="0" baseline="0" noProof="0">
                            <a:ln>
                              <a:noFill/>
                            </a:ln>
                            <a:solidFill>
                              <a:srgbClr val="000000"/>
                            </a:solidFill>
                            <a:effectLst/>
                            <a:uLnTx/>
                            <a:uFillTx/>
                            <a:latin typeface="+mn-lt"/>
                          </a:rPr>
                          <a:t>IPF </a:t>
                        </a:r>
                        <a:endParaRPr kumimoji="0" lang="zh-CN" altLang="en-US" sz="800">
                          <a:latin typeface="+mn-lt"/>
                        </a:endParaRPr>
                      </a:p>
                    </a:txBody>
                    <a:tcPr marL="92811" marR="92811" marT="38099" marB="38099" anchor="ctr">
                      <a:solidFill>
                        <a:schemeClr val="bg1">
                          <a:lumMod val="85000"/>
                        </a:schemeClr>
                      </a:solidFill>
                    </a:tcPr>
                  </a:tc>
                  <a:tc>
                    <a:txBody>
                      <a:bodyPr/>
                      <a:lstStyle/>
                      <a:p>
                        <a:pPr marL="0" marR="0" lvl="0" indent="0" algn="ctr">
                          <a:lnSpc>
                            <a:spcPct val="100000"/>
                          </a:lnSpc>
                          <a:spcBef>
                            <a:spcPts val="0"/>
                          </a:spcBef>
                          <a:spcAft>
                            <a:spcPts val="0"/>
                          </a:spcAft>
                          <a:buNone/>
                        </a:pPr>
                        <a:r>
                          <a:rPr lang="en-US" sz="800" b="0" i="0" u="none" strike="noStrike" kern="1200" cap="none" spc="0" normalizeH="0" baseline="0" noProof="0">
                            <a:ln>
                              <a:noFill/>
                            </a:ln>
                            <a:solidFill>
                              <a:srgbClr val="000000"/>
                            </a:solidFill>
                            <a:effectLst/>
                            <a:uLnTx/>
                            <a:uFillTx/>
                            <a:latin typeface="+mn-lt"/>
                          </a:rPr>
                          <a:t>IIS (1305-0161)</a:t>
                        </a:r>
                      </a:p>
                      <a:p>
                        <a:pPr marL="0" marR="0" lvl="0" indent="0" algn="ctr" defTabSz="914400">
                          <a:lnSpc>
                            <a:spcPct val="100000"/>
                          </a:lnSpc>
                          <a:spcBef>
                            <a:spcPts val="0"/>
                          </a:spcBef>
                          <a:spcAft>
                            <a:spcPts val="0"/>
                          </a:spcAft>
                          <a:buNone/>
                          <a:tabLst/>
                          <a:defRPr/>
                        </a:pPr>
                        <a:r>
                          <a:rPr lang="en-US" sz="800" b="0" i="0" u="none" strike="noStrike" kern="1200" cap="none" spc="0" normalizeH="0" baseline="0" noProof="0">
                            <a:ln>
                              <a:noFill/>
                            </a:ln>
                            <a:solidFill>
                              <a:srgbClr val="000000"/>
                            </a:solidFill>
                            <a:effectLst/>
                            <a:uLnTx/>
                            <a:uFillTx/>
                            <a:latin typeface="+mn-lt"/>
                          </a:rPr>
                          <a:t>(Jul2018-July2026,July2027)</a:t>
                        </a:r>
                        <a:endParaRPr kumimoji="0" lang="en-US" sz="800">
                          <a:latin typeface="+mn-lt"/>
                        </a:endParaRPr>
                      </a:p>
                    </a:txBody>
                    <a:tcPr marL="92811" marR="92811" marT="38099" marB="38099" anchor="ctr">
                      <a:solidFill>
                        <a:schemeClr val="bg1">
                          <a:lumMod val="85000"/>
                        </a:schemeClr>
                      </a:solidFill>
                    </a:tcPr>
                  </a:tc>
                  <a:tc>
                    <a:txBody>
                      <a:bodyPr/>
                      <a:lstStyle/>
                      <a:p>
                        <a:pPr marL="0" lvl="0" indent="0" algn="ctr">
                          <a:lnSpc>
                            <a:spcPct val="100000"/>
                          </a:lnSpc>
                          <a:spcBef>
                            <a:spcPts val="0"/>
                          </a:spcBef>
                          <a:spcAft>
                            <a:spcPts val="0"/>
                          </a:spcAft>
                          <a:buNone/>
                        </a:pPr>
                        <a:r>
                          <a:rPr lang="en-US" sz="800" b="0" i="0" u="none" strike="noStrike" kern="1200" cap="none" spc="0" normalizeH="0" baseline="0" noProof="0">
                            <a:ln>
                              <a:noFill/>
                            </a:ln>
                            <a:solidFill>
                              <a:srgbClr val="000000"/>
                            </a:solidFill>
                            <a:effectLst/>
                            <a:uLnTx/>
                            <a:uFillTx/>
                            <a:latin typeface="+mn-lt"/>
                          </a:rPr>
                          <a:t>Protocol approval</a:t>
                        </a:r>
                        <a:endParaRPr lang="zh-CN" altLang="en-US" sz="800">
                          <a:latin typeface="+mn-lt"/>
                        </a:endParaRPr>
                      </a:p>
                      <a:p>
                        <a:pPr marL="0" lvl="0" indent="0" algn="ctr">
                          <a:lnSpc>
                            <a:spcPct val="100000"/>
                          </a:lnSpc>
                          <a:spcBef>
                            <a:spcPts val="0"/>
                          </a:spcBef>
                          <a:spcAft>
                            <a:spcPts val="0"/>
                          </a:spcAft>
                          <a:buNone/>
                        </a:pPr>
                        <a:r>
                          <a:rPr lang="en-US" sz="800" b="0" i="0" u="none" strike="noStrike" kern="1200" cap="none" spc="0" normalizeH="0" baseline="0" noProof="0">
                            <a:ln>
                              <a:noFill/>
                            </a:ln>
                            <a:solidFill>
                              <a:srgbClr val="000000"/>
                            </a:solidFill>
                            <a:effectLst/>
                            <a:uLnTx/>
                            <a:uFillTx/>
                            <a:latin typeface="+mn-lt"/>
                          </a:rPr>
                          <a:t> (Apr 2026)</a:t>
                        </a:r>
                        <a:endParaRPr kumimoji="0" lang="zh-CN" sz="800">
                          <a:latin typeface="+mn-lt"/>
                        </a:endParaRPr>
                      </a:p>
                    </a:txBody>
                    <a:tcPr marL="92811" marR="92811" marT="38099" marB="38099" anchor="ctr">
                      <a:solidFill>
                        <a:schemeClr val="bg1">
                          <a:lumMod val="85000"/>
                        </a:schemeClr>
                      </a:solidFill>
                    </a:tcPr>
                  </a:tc>
                  <a:tc>
                    <a:txBody>
                      <a:bodyPr/>
                      <a:lstStyle/>
                      <a:p>
                        <a:pPr marL="0" lvl="0" indent="0" algn="ctr">
                          <a:lnSpc>
                            <a:spcPct val="100000"/>
                          </a:lnSpc>
                          <a:spcBef>
                            <a:spcPts val="0"/>
                          </a:spcBef>
                          <a:spcAft>
                            <a:spcPts val="0"/>
                          </a:spcAft>
                          <a:buNone/>
                        </a:pPr>
                        <a:r>
                          <a:rPr lang="en-US" sz="800" b="0" i="0" u="none" strike="noStrike" kern="1200" cap="none" spc="0" normalizeH="0" baseline="0" noProof="0">
                            <a:ln>
                              <a:noFill/>
                            </a:ln>
                            <a:solidFill>
                              <a:srgbClr val="000000"/>
                            </a:solidFill>
                            <a:effectLst/>
                            <a:uLnTx/>
                            <a:uFillTx/>
                            <a:latin typeface="+mn-lt"/>
                          </a:rPr>
                          <a:t>Contract </a:t>
                        </a:r>
                        <a:endParaRPr lang="zh-CN" altLang="en-US" sz="800">
                          <a:latin typeface="+mn-lt"/>
                        </a:endParaRPr>
                      </a:p>
                      <a:p>
                        <a:pPr marL="0" lvl="0" indent="0" algn="ctr">
                          <a:lnSpc>
                            <a:spcPct val="100000"/>
                          </a:lnSpc>
                          <a:spcBef>
                            <a:spcPts val="0"/>
                          </a:spcBef>
                          <a:spcAft>
                            <a:spcPts val="0"/>
                          </a:spcAft>
                          <a:buNone/>
                        </a:pPr>
                        <a:r>
                          <a:rPr lang="en-US" sz="800" b="0" i="0" u="none" strike="noStrike" kern="1200" cap="none" spc="0" normalizeH="0" baseline="0" noProof="0">
                            <a:ln>
                              <a:noFill/>
                            </a:ln>
                            <a:solidFill>
                              <a:srgbClr val="000000"/>
                            </a:solidFill>
                            <a:effectLst/>
                            <a:uLnTx/>
                            <a:uFillTx/>
                            <a:latin typeface="+mn-lt"/>
                          </a:rPr>
                          <a:t>(Nov 2026)</a:t>
                        </a:r>
                        <a:endParaRPr kumimoji="0" lang="zh-CN" altLang="en-US" sz="800">
                          <a:latin typeface="+mn-lt"/>
                        </a:endParaRPr>
                      </a:p>
                    </a:txBody>
                    <a:tcPr marL="92811" marR="92811" marT="38099" marB="38099" anchor="ctr">
                      <a:solidFill>
                        <a:schemeClr val="bg1">
                          <a:lumMod val="85000"/>
                        </a:schemeClr>
                      </a:solidFill>
                    </a:tcPr>
                  </a:tc>
                  <a:tc>
                    <a:txBody>
                      <a:bodyPr/>
                      <a:lstStyle/>
                      <a:p>
                        <a:pPr marL="171450" marR="0" lvl="0" indent="-171450" algn="l">
                          <a:lnSpc>
                            <a:spcPct val="100000"/>
                          </a:lnSpc>
                          <a:spcBef>
                            <a:spcPts val="0"/>
                          </a:spcBef>
                          <a:spcAft>
                            <a:spcPts val="0"/>
                          </a:spcAft>
                          <a:buClr>
                            <a:srgbClr val="000000"/>
                          </a:buClr>
                          <a:buFont typeface="Arial,Sans-Serif"/>
                          <a:buChar char="•"/>
                        </a:pPr>
                        <a:r>
                          <a:rPr kumimoji="0" lang="en-US" sz="800" b="0" i="0" u="none" strike="noStrike" kern="1200" cap="none" spc="0" normalizeH="0" baseline="0" noProof="0">
                            <a:ln>
                              <a:noFill/>
                            </a:ln>
                            <a:solidFill>
                              <a:schemeClr val="bg1">
                                <a:lumMod val="49000"/>
                              </a:schemeClr>
                            </a:solidFill>
                            <a:effectLst/>
                            <a:uLnTx/>
                            <a:uFillTx/>
                            <a:latin typeface="+mn-lt"/>
                            <a:ea typeface="+mn-ea"/>
                            <a:cs typeface="+mn-cs"/>
                          </a:rPr>
                          <a:t>CEC approval on </a:t>
                        </a:r>
                        <a:r>
                          <a:rPr lang="en-US" sz="800" b="0" i="0" u="none" strike="noStrike" kern="1200" cap="none" spc="0" normalizeH="0" baseline="0" noProof="0">
                            <a:ln>
                              <a:noFill/>
                            </a:ln>
                            <a:solidFill>
                              <a:schemeClr val="bg1">
                                <a:lumMod val="49000"/>
                              </a:schemeClr>
                            </a:solidFill>
                            <a:effectLst/>
                            <a:uLnTx/>
                            <a:uFillTx/>
                            <a:latin typeface="+mn-lt"/>
                          </a:rPr>
                          <a:t>1 Sep 2025</a:t>
                        </a:r>
                        <a:r>
                          <a:rPr lang="en-US" sz="800" b="0" i="0" u="none" strike="noStrike" kern="1200" cap="none" spc="0" normalizeH="0" baseline="0" noProof="0">
                            <a:ln>
                              <a:noFill/>
                            </a:ln>
                            <a:solidFill>
                              <a:schemeClr val="bg1">
                                <a:lumMod val="49000"/>
                              </a:schemeClr>
                            </a:solidFill>
                            <a:effectLst/>
                            <a:uLnTx/>
                            <a:uFillTx/>
                            <a:latin typeface="+mn-lt"/>
                            <a:ea typeface="+mn-ea"/>
                            <a:cs typeface="+mn-cs"/>
                          </a:rPr>
                          <a:t> </a:t>
                        </a:r>
                        <a:endParaRPr kumimoji="0" lang="en-US" sz="800" b="0" i="0" u="none" strike="noStrike" kern="1200" cap="none" spc="0" normalizeH="0" baseline="0" noProof="0">
                          <a:ln>
                            <a:noFill/>
                          </a:ln>
                          <a:solidFill>
                            <a:schemeClr val="bg1">
                              <a:lumMod val="49000"/>
                            </a:schemeClr>
                          </a:solidFill>
                          <a:effectLst/>
                          <a:uLnTx/>
                          <a:uFillTx/>
                          <a:latin typeface="+mn-lt"/>
                          <a:ea typeface="+mn-ea"/>
                          <a:cs typeface="+mn-cs"/>
                        </a:endParaRPr>
                      </a:p>
                      <a:p>
                        <a:pPr marL="171450" marR="0" lvl="0" indent="-171450" algn="l">
                          <a:lnSpc>
                            <a:spcPct val="100000"/>
                          </a:lnSpc>
                          <a:spcBef>
                            <a:spcPts val="0"/>
                          </a:spcBef>
                          <a:spcAft>
                            <a:spcPts val="0"/>
                          </a:spcAft>
                          <a:buClr>
                            <a:srgbClr val="000000"/>
                          </a:buClr>
                          <a:buFont typeface="Arial,Sans-Serif"/>
                          <a:buChar char="•"/>
                        </a:pPr>
                        <a:r>
                          <a:rPr lang="en-US" sz="800" b="0" i="0" u="none" strike="noStrike" kern="1200" cap="none" spc="0" normalizeH="0" baseline="0" noProof="0">
                            <a:ln>
                              <a:noFill/>
                            </a:ln>
                            <a:solidFill>
                              <a:prstClr val="black"/>
                            </a:solidFill>
                            <a:effectLst/>
                            <a:uLnTx/>
                            <a:uFillTx/>
                            <a:latin typeface="+mn-lt"/>
                            <a:ea typeface="+mn-ea"/>
                            <a:cs typeface="+mn-cs"/>
                          </a:rPr>
                          <a:t>Global proposal approved on 3 Nov 2025</a:t>
                        </a:r>
                      </a:p>
                      <a:p>
                        <a:pPr marL="171450" marR="0" lvl="0" indent="-171450" algn="l">
                          <a:lnSpc>
                            <a:spcPct val="100000"/>
                          </a:lnSpc>
                          <a:spcBef>
                            <a:spcPts val="0"/>
                          </a:spcBef>
                          <a:spcAft>
                            <a:spcPts val="0"/>
                          </a:spcAft>
                          <a:buClr>
                            <a:srgbClr val="000000"/>
                          </a:buClr>
                          <a:buFont typeface="Arial,Sans-Serif"/>
                          <a:buChar char="•"/>
                        </a:pPr>
                        <a:r>
                          <a:rPr lang="en-US" sz="800" b="0" i="0" u="none" strike="noStrike" kern="1200" cap="none" spc="0" normalizeH="0" baseline="0" noProof="0">
                            <a:ln>
                              <a:noFill/>
                            </a:ln>
                            <a:solidFill>
                              <a:srgbClr val="000000"/>
                            </a:solidFill>
                            <a:effectLst/>
                            <a:uLnTx/>
                            <a:uFillTx/>
                            <a:latin typeface="+mn-lt"/>
                          </a:rPr>
                          <a:t>Prop</a:t>
                        </a:r>
                        <a:r>
                          <a:rPr lang="en-US" sz="800" b="0" i="0" u="none" strike="noStrike" kern="1200" cap="none" spc="0" normalizeH="0" baseline="0" noProof="0">
                            <a:ln>
                              <a:noFill/>
                            </a:ln>
                            <a:solidFill>
                              <a:schemeClr val="dk1"/>
                            </a:solidFill>
                            <a:effectLst/>
                            <a:uLnTx/>
                            <a:uFillTx/>
                            <a:latin typeface="+mn-lt"/>
                          </a:rPr>
                          <a:t>osa</a:t>
                        </a:r>
                        <a:r>
                          <a:rPr lang="en-US" sz="800" b="0" i="0" u="none" strike="noStrike" kern="1200" cap="none" spc="0" normalizeH="0" baseline="0" noProof="0">
                            <a:ln>
                              <a:noFill/>
                            </a:ln>
                            <a:solidFill>
                              <a:srgbClr val="000000"/>
                            </a:solidFill>
                            <a:effectLst/>
                            <a:uLnTx/>
                            <a:uFillTx/>
                            <a:latin typeface="+mn-lt"/>
                          </a:rPr>
                          <a:t>l released on 24 Nov2025 </a:t>
                        </a:r>
                      </a:p>
                      <a:p>
                        <a:pPr marL="171450" marR="0" lvl="0" indent="-171450" algn="l">
                          <a:lnSpc>
                            <a:spcPct val="100000"/>
                          </a:lnSpc>
                          <a:spcBef>
                            <a:spcPts val="0"/>
                          </a:spcBef>
                          <a:spcAft>
                            <a:spcPts val="0"/>
                          </a:spcAft>
                          <a:buClr>
                            <a:srgbClr val="000000"/>
                          </a:buClr>
                          <a:buFont typeface="Arial,Sans-Serif"/>
                          <a:buChar char="•"/>
                        </a:pPr>
                        <a:r>
                          <a:rPr lang="en-US" sz="800" b="0" i="0" u="none" strike="noStrike" kern="1200" cap="none" spc="0" normalizeH="0" baseline="0" noProof="0">
                            <a:ln>
                              <a:noFill/>
                            </a:ln>
                            <a:solidFill>
                              <a:srgbClr val="000000"/>
                            </a:solidFill>
                            <a:effectLst/>
                            <a:uLnTx/>
                            <a:uFillTx/>
                            <a:latin typeface="+mn-lt"/>
                          </a:rPr>
                          <a:t>Protocol approval on 12 Feb 2026</a:t>
                        </a:r>
                      </a:p>
                      <a:p>
                        <a:pPr marL="171450" marR="0" lvl="0" indent="-171450" algn="l">
                          <a:lnSpc>
                            <a:spcPct val="100000"/>
                          </a:lnSpc>
                          <a:spcBef>
                            <a:spcPts val="0"/>
                          </a:spcBef>
                          <a:spcAft>
                            <a:spcPts val="0"/>
                          </a:spcAft>
                          <a:buClr>
                            <a:srgbClr val="000000"/>
                          </a:buClr>
                          <a:buFont typeface="Arial,Sans-Serif"/>
                          <a:buChar char="•"/>
                        </a:pPr>
                        <a:r>
                          <a:rPr lang="en-US" altLang="zh-CN" sz="800">
                            <a:latin typeface="+mn-lt"/>
                          </a:rPr>
                          <a:t>Contract awaiting the investigator's first-round feedback.</a:t>
                        </a:r>
                        <a:endParaRPr lang="en-US" sz="800" b="0" i="0" u="none" strike="noStrike" kern="1200" cap="none" spc="0" normalizeH="0" baseline="0" noProof="0">
                          <a:ln>
                            <a:noFill/>
                          </a:ln>
                          <a:solidFill>
                            <a:srgbClr val="000000"/>
                          </a:solidFill>
                          <a:effectLst/>
                          <a:uLnTx/>
                          <a:uFillTx/>
                          <a:latin typeface="+mn-lt"/>
                        </a:endParaRPr>
                      </a:p>
                    </a:txBody>
                    <a:tcPr marL="92811" marR="92811" marT="38099" marB="38099" anchor="ctr">
                      <a:solidFill>
                        <a:schemeClr val="bg1">
                          <a:lumMod val="85000"/>
                        </a:schemeClr>
                      </a:solidFill>
                    </a:tcPr>
                  </a:tc>
                  <a:tc>
                    <a:txBody>
                      <a:bodyPr/>
                      <a:lstStyle/>
                      <a:p>
                        <a:pPr lvl="0">
                          <a:buNone/>
                        </a:pPr>
                        <a:endParaRPr lang="zh-CN" altLang="en-US" sz="1400"/>
                      </a:p>
                    </a:txBody>
                    <a:tcPr marL="69607" marR="69607" marT="28575" marB="28575">
                      <a:solidFill>
                        <a:schemeClr val="bg1">
                          <a:lumMod val="85000"/>
                        </a:schemeClr>
                      </a:solidFill>
                    </a:tcPr>
                  </a:tc>
                  <a:extLst>
                    <a:ext uri="{0D108BD9-81ED-4DB2-BD59-A6C34878D82A}">
                      <a16:rowId xmlns:a16="http://schemas.microsoft.com/office/drawing/2014/main" val="1585539696"/>
                    </a:ext>
                  </a:extLst>
                </a:tr>
                <a:tr h="73630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1" i="0" u="none" strike="noStrike" kern="1200" cap="none" spc="0" normalizeH="0" baseline="0" noProof="0" err="1">
                            <a:ln>
                              <a:noFill/>
                            </a:ln>
                            <a:solidFill>
                              <a:srgbClr val="000000"/>
                            </a:solidFill>
                            <a:effectLst/>
                            <a:uLnTx/>
                            <a:uFillTx/>
                            <a:latin typeface="+mn-lt"/>
                          </a:rPr>
                          <a:t>Nerandomilast</a:t>
                        </a:r>
                        <a:endParaRPr lang="en-US" altLang="zh-CN" sz="800" b="0" i="0" u="none" strike="noStrike" kern="1200" cap="none" spc="0" normalizeH="0" baseline="0">
                          <a:ln>
                            <a:noFill/>
                          </a:ln>
                          <a:solidFill>
                            <a:srgbClr val="000000"/>
                          </a:solidFill>
                          <a:effectLst/>
                          <a:uLnTx/>
                          <a:uFillTx/>
                          <a:latin typeface="+mn-lt"/>
                          <a:ea typeface="+mn-ea"/>
                          <a:cs typeface="+mn-cs"/>
                        </a:endParaRPr>
                      </a:p>
                      <a:p>
                        <a:pPr lvl="0" algn="ctr">
                          <a:buNone/>
                        </a:pPr>
                        <a:r>
                          <a:rPr kumimoji="0" lang="en-US" altLang="zh-CN" sz="800" b="0" u="none" strike="noStrike" kern="1200" cap="none" spc="0" normalizeH="0" baseline="0">
                            <a:ln>
                              <a:noFill/>
                            </a:ln>
                            <a:solidFill>
                              <a:srgbClr val="000000"/>
                            </a:solidFill>
                            <a:effectLst/>
                            <a:uLnTx/>
                            <a:uFillTx/>
                            <a:latin typeface="+mn-lt"/>
                            <a:ea typeface="+mn-ea"/>
                            <a:cs typeface="+mn-cs"/>
                          </a:rPr>
                          <a:t>Biomarker Changes in High-Risk IIM-ILD Patients Treated with Nera plus IS</a:t>
                        </a:r>
                      </a:p>
                      <a:p>
                        <a:pPr lvl="0" algn="ctr">
                          <a:buNone/>
                        </a:pPr>
                        <a:r>
                          <a:rPr kumimoji="0" lang="en-US" sz="800" b="1" u="none" strike="noStrike" kern="1200" cap="none" spc="0" normalizeH="0" baseline="0" noProof="0">
                            <a:ln>
                              <a:noFill/>
                            </a:ln>
                            <a:solidFill>
                              <a:srgbClr val="000000"/>
                            </a:solidFill>
                            <a:effectLst/>
                            <a:uLnTx/>
                            <a:uFillTx/>
                            <a:latin typeface="+mn-lt"/>
                            <a:ea typeface="+mn-ea"/>
                            <a:cs typeface="+mn-cs"/>
                          </a:rPr>
                          <a:t>(Renji hospital, Prof. YE Shuang)</a:t>
                        </a:r>
                      </a:p>
                    </a:txBody>
                    <a:tcPr anchor="ctr">
                      <a:solidFill>
                        <a:schemeClr val="bg1">
                          <a:lumMod val="85000"/>
                        </a:schemeClr>
                      </a:solidFill>
                    </a:tcPr>
                  </a:tc>
                  <a:tc>
                    <a:txBody>
                      <a:bodyPr/>
                      <a:lstStyle/>
                      <a:p>
                        <a:pPr lvl="0" algn="ctr" defTabSz="914378" rtl="0">
                          <a:buNone/>
                        </a:pPr>
                        <a:r>
                          <a:rPr lang="en-US" sz="800" b="0" i="0" u="none" strike="noStrike" kern="1200" cap="none" spc="0" normalizeH="0" baseline="0">
                            <a:ln>
                              <a:noFill/>
                            </a:ln>
                            <a:solidFill>
                              <a:srgbClr val="000000"/>
                            </a:solidFill>
                            <a:effectLst/>
                            <a:uLnTx/>
                            <a:uFillTx/>
                            <a:latin typeface="+mn-lt"/>
                            <a:ea typeface="+mn-ea"/>
                            <a:cs typeface="+mn-cs"/>
                          </a:rPr>
                          <a:t>IIM-ILD</a:t>
                        </a:r>
                      </a:p>
                    </a:txBody>
                    <a:tcPr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0" i="0" u="none" strike="noStrike" kern="1200" cap="none" spc="0" normalizeH="0" baseline="0">
                            <a:ln>
                              <a:noFill/>
                            </a:ln>
                            <a:solidFill>
                              <a:srgbClr val="000000"/>
                            </a:solidFill>
                            <a:effectLst/>
                            <a:uLnTx/>
                            <a:uFillTx/>
                            <a:latin typeface="+mn-lt"/>
                            <a:ea typeface="+mn-ea"/>
                            <a:cs typeface="+mn-cs"/>
                          </a:rPr>
                          <a:t>IIS (TBD)</a:t>
                        </a:r>
                        <a:endParaRPr lang="zh-CN" altLang="zh-CN" sz="800" b="0" i="0" u="none" strike="noStrike" kern="1200" cap="none" spc="0" normalizeH="0" baseline="0">
                          <a:ln>
                            <a:noFill/>
                          </a:ln>
                          <a:solidFill>
                            <a:srgbClr val="000000"/>
                          </a:solidFill>
                          <a:effectLst/>
                          <a:uLnTx/>
                          <a:uFillTx/>
                          <a:latin typeface="+mn-lt"/>
                          <a:ea typeface="+mn-ea"/>
                          <a:cs typeface="+mn-cs"/>
                        </a:endParaRPr>
                      </a:p>
                    </a:txBody>
                    <a:tcPr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0" i="0" u="none" strike="noStrike" kern="1200" cap="none" spc="0" normalizeH="0" baseline="0">
                            <a:ln>
                              <a:noFill/>
                            </a:ln>
                            <a:solidFill>
                              <a:srgbClr val="000000"/>
                            </a:solidFill>
                            <a:effectLst/>
                            <a:uLnTx/>
                            <a:uFillTx/>
                            <a:latin typeface="+mn-lt"/>
                            <a:ea typeface="+mn-ea"/>
                            <a:cs typeface="+mn-cs"/>
                          </a:rPr>
                          <a:t>Proposal submit</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800" b="0" i="0" u="none" strike="noStrike" kern="1200" cap="none" spc="0" normalizeH="0" baseline="0">
                            <a:ln>
                              <a:noFill/>
                            </a:ln>
                            <a:solidFill>
                              <a:srgbClr val="000000"/>
                            </a:solidFill>
                            <a:effectLst/>
                            <a:uLnTx/>
                            <a:uFillTx/>
                            <a:latin typeface="+mn-lt"/>
                            <a:ea typeface="+mn-ea"/>
                            <a:cs typeface="+mn-cs"/>
                          </a:rPr>
                          <a:t>(Feb2026)</a:t>
                        </a:r>
                      </a:p>
                    </a:txBody>
                    <a:tcPr anchor="ctr">
                      <a:solidFill>
                        <a:schemeClr val="bg1">
                          <a:lumMod val="85000"/>
                        </a:schemeClr>
                      </a:solidFill>
                    </a:tcPr>
                  </a:tc>
                  <a:tc>
                    <a:txBody>
                      <a:bodyPr/>
                      <a:lstStyle/>
                      <a:p>
                        <a:pPr lvl="0" algn="ctr">
                          <a:buNone/>
                        </a:pPr>
                        <a:r>
                          <a:rPr lang="en-US" sz="800">
                            <a:latin typeface="+mn-lt"/>
                          </a:rPr>
                          <a:t>Proposal release</a:t>
                        </a:r>
                      </a:p>
                      <a:p>
                        <a:pPr lvl="0" algn="ctr">
                          <a:buNone/>
                        </a:pPr>
                        <a:r>
                          <a:rPr lang="en-US" sz="800">
                            <a:latin typeface="+mn-lt"/>
                          </a:rPr>
                          <a:t>(May2026)</a:t>
                        </a:r>
                      </a:p>
                    </a:txBody>
                    <a:tcPr anchor="ctr">
                      <a:solidFill>
                        <a:schemeClr val="bg1">
                          <a:lumMod val="85000"/>
                        </a:schemeClr>
                      </a:solidFill>
                    </a:tcPr>
                  </a:tc>
                  <a:tc>
                    <a:txBody>
                      <a:bodyPr/>
                      <a:lstStyle/>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ü"/>
                        </a:pPr>
                        <a:r>
                          <a:rPr lang="en-US" altLang="zh-CN" sz="800" b="0" u="none" strike="noStrike" kern="1200" cap="none" spc="0" normalizeH="0" baseline="0" noProof="0">
                            <a:ln>
                              <a:noFill/>
                            </a:ln>
                            <a:solidFill>
                              <a:schemeClr val="tx1"/>
                            </a:solidFill>
                            <a:effectLst/>
                            <a:uLnTx/>
                            <a:uFillTx/>
                            <a:latin typeface="+mn-lt"/>
                            <a:ea typeface="+mn-ea"/>
                            <a:cs typeface="+mn-cs"/>
                          </a:rPr>
                          <a:t>PEC approval on 20260209</a:t>
                        </a:r>
                      </a:p>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ü"/>
                        </a:pPr>
                        <a:r>
                          <a:rPr lang="en-US" altLang="zh-CN" sz="800" b="0" u="none" strike="noStrike" kern="1200" cap="none" spc="0" normalizeH="0" baseline="0" noProof="0">
                            <a:ln>
                              <a:noFill/>
                            </a:ln>
                            <a:solidFill>
                              <a:schemeClr val="tx1"/>
                            </a:solidFill>
                            <a:effectLst/>
                            <a:uLnTx/>
                            <a:uFillTx/>
                            <a:latin typeface="+mn-lt"/>
                            <a:ea typeface="+mn-ea"/>
                            <a:cs typeface="+mn-cs"/>
                          </a:rPr>
                          <a:t>Proposal submit on 0317 and was locally approved on 0318.</a:t>
                        </a:r>
                      </a:p>
                      <a:p>
                        <a:pPr marL="171450" marR="0" lvl="0" indent="-171450" algn="l">
                          <a:lnSpc>
                            <a:spcPct val="100000"/>
                          </a:lnSpc>
                          <a:spcBef>
                            <a:spcPts val="0"/>
                          </a:spcBef>
                          <a:spcAft>
                            <a:spcPts val="0"/>
                          </a:spcAft>
                          <a:buClrTx/>
                          <a:buSzTx/>
                          <a:buFont typeface="Wingdings" panose="05000000000000000000" pitchFamily="2" charset="2"/>
                          <a:buChar char="ü"/>
                        </a:pPr>
                        <a:r>
                          <a:rPr lang="en-US" altLang="zh-CN" sz="800" b="0" u="none" strike="noStrike" kern="1200" cap="none" spc="0" normalizeH="0" baseline="0" noProof="0">
                            <a:ln>
                              <a:noFill/>
                            </a:ln>
                            <a:solidFill>
                              <a:schemeClr val="tx1"/>
                            </a:solidFill>
                            <a:effectLst/>
                            <a:uLnTx/>
                            <a:uFillTx/>
                            <a:latin typeface="+mn-lt"/>
                            <a:ea typeface="+mn-ea"/>
                            <a:cs typeface="+mn-cs"/>
                          </a:rPr>
                          <a:t>Global proposal approve and release process. </a:t>
                        </a:r>
                      </a:p>
                      <a:p>
                        <a:pPr marL="171450" marR="0" lvl="0" indent="-171450" algn="l">
                          <a:lnSpc>
                            <a:spcPct val="100000"/>
                          </a:lnSpc>
                          <a:spcBef>
                            <a:spcPts val="0"/>
                          </a:spcBef>
                          <a:spcAft>
                            <a:spcPts val="0"/>
                          </a:spcAft>
                          <a:buClrTx/>
                          <a:buSzTx/>
                          <a:buFont typeface="Wingdings" panose="05000000000000000000" pitchFamily="2" charset="2"/>
                          <a:buChar char="ü"/>
                        </a:pPr>
                        <a:r>
                          <a:rPr lang="en-US" altLang="zh-CN" sz="800" b="0" u="none" strike="noStrike" kern="1200" cap="none" spc="0" normalizeH="0" baseline="0" noProof="0">
                            <a:ln>
                              <a:noFill/>
                            </a:ln>
                            <a:solidFill>
                              <a:schemeClr val="tx1"/>
                            </a:solidFill>
                            <a:effectLst/>
                            <a:uLnTx/>
                            <a:uFillTx/>
                            <a:latin typeface="+mn-lt"/>
                            <a:ea typeface="+mn-ea"/>
                            <a:cs typeface="+mn-cs"/>
                          </a:rPr>
                          <a:t>AMP</a:t>
                        </a:r>
                        <a:r>
                          <a:rPr lang="zh-CN" altLang="en-US" sz="800" b="0" u="none" strike="noStrike" kern="1200" cap="none" spc="0" normalizeH="0" baseline="0" noProof="0">
                            <a:ln>
                              <a:noFill/>
                            </a:ln>
                            <a:solidFill>
                              <a:schemeClr val="tx1"/>
                            </a:solidFill>
                            <a:effectLst/>
                            <a:uLnTx/>
                            <a:uFillTx/>
                            <a:latin typeface="+mn-lt"/>
                            <a:ea typeface="+mn-ea"/>
                            <a:cs typeface="+mn-cs"/>
                          </a:rPr>
                          <a:t> </a:t>
                        </a:r>
                        <a:r>
                          <a:rPr lang="en-US" altLang="zh-CN" sz="800" b="0" u="none" strike="noStrike" kern="1200" cap="none" spc="0" normalizeH="0" baseline="0" noProof="0">
                            <a:ln>
                              <a:noFill/>
                            </a:ln>
                            <a:solidFill>
                              <a:schemeClr val="tx1"/>
                            </a:solidFill>
                            <a:effectLst/>
                            <a:uLnTx/>
                            <a:uFillTx/>
                            <a:latin typeface="+mn-lt"/>
                            <a:ea typeface="+mn-ea"/>
                            <a:cs typeface="+mn-cs"/>
                          </a:rPr>
                          <a:t>applied in Mar by email from MA</a:t>
                        </a:r>
                      </a:p>
                    </a:txBody>
                    <a:tcPr anchor="ctr">
                      <a:solidFill>
                        <a:schemeClr val="bg1">
                          <a:lumMod val="85000"/>
                        </a:schemeClr>
                      </a:solidFill>
                    </a:tcPr>
                  </a:tc>
                  <a:tc>
                    <a:txBody>
                      <a:bodyPr/>
                      <a:lstStyle/>
                      <a:p>
                        <a:pPr lvl="0">
                          <a:buNone/>
                        </a:pPr>
                        <a:endParaRPr lang="zh-CN" altLang="en-US" sz="1400"/>
                      </a:p>
                    </a:txBody>
                    <a:tcPr marL="69607" marR="69607" marT="28575" marB="28575">
                      <a:solidFill>
                        <a:schemeClr val="bg1">
                          <a:lumMod val="85000"/>
                        </a:schemeClr>
                      </a:solidFill>
                    </a:tcPr>
                  </a:tc>
                  <a:extLst>
                    <a:ext uri="{0D108BD9-81ED-4DB2-BD59-A6C34878D82A}">
                      <a16:rowId xmlns:a16="http://schemas.microsoft.com/office/drawing/2014/main" val="3507405706"/>
                    </a:ext>
                  </a:extLst>
                </a:tr>
              </a:tbl>
            </a:graphicData>
          </a:graphic>
        </p:graphicFrame>
        <p:sp>
          <p:nvSpPr>
            <p:cNvPr id="2" name="Flowchart: Connector 25">
              <a:extLst>
                <a:ext uri="{FF2B5EF4-FFF2-40B4-BE49-F238E27FC236}">
                  <a16:creationId xmlns:a16="http://schemas.microsoft.com/office/drawing/2014/main" id="{C48C1F9F-7EC5-10A5-7613-6367CC7CD20A}"/>
                </a:ext>
              </a:extLst>
            </p:cNvPr>
            <p:cNvSpPr/>
            <p:nvPr/>
          </p:nvSpPr>
          <p:spPr bwMode="gray">
            <a:xfrm>
              <a:off x="12252612" y="1213213"/>
              <a:ext cx="113759" cy="108000"/>
            </a:xfrm>
            <a:prstGeom prst="flowChartConnector">
              <a:avLst/>
            </a:prstGeom>
            <a:solidFill>
              <a:srgbClr val="00993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4" name="Flowchart: Connector 25">
              <a:extLst>
                <a:ext uri="{FF2B5EF4-FFF2-40B4-BE49-F238E27FC236}">
                  <a16:creationId xmlns:a16="http://schemas.microsoft.com/office/drawing/2014/main" id="{BC7F6BF5-E27F-CA8B-70BF-80B1F79CBD7B}"/>
                </a:ext>
              </a:extLst>
            </p:cNvPr>
            <p:cNvSpPr/>
            <p:nvPr/>
          </p:nvSpPr>
          <p:spPr bwMode="gray">
            <a:xfrm>
              <a:off x="12252613" y="1822042"/>
              <a:ext cx="113759" cy="108000"/>
            </a:xfrm>
            <a:prstGeom prst="flowChartConnector">
              <a:avLst/>
            </a:prstGeom>
            <a:solidFill>
              <a:srgbClr val="00993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6" name="Flowchart: Connector 25">
              <a:extLst>
                <a:ext uri="{FF2B5EF4-FFF2-40B4-BE49-F238E27FC236}">
                  <a16:creationId xmlns:a16="http://schemas.microsoft.com/office/drawing/2014/main" id="{159B8D05-A943-76DD-C193-4FA2F4183F9D}"/>
                </a:ext>
              </a:extLst>
            </p:cNvPr>
            <p:cNvSpPr/>
            <p:nvPr/>
          </p:nvSpPr>
          <p:spPr bwMode="gray">
            <a:xfrm>
              <a:off x="12260657" y="3039699"/>
              <a:ext cx="113759" cy="108000"/>
            </a:xfrm>
            <a:prstGeom prst="flowChartConnector">
              <a:avLst/>
            </a:prstGeom>
            <a:solidFill>
              <a:srgbClr val="00993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4" name="Flowchart: Connector 8">
              <a:extLst>
                <a:ext uri="{FF2B5EF4-FFF2-40B4-BE49-F238E27FC236}">
                  <a16:creationId xmlns:a16="http://schemas.microsoft.com/office/drawing/2014/main" id="{BE938731-3110-8ABB-40FA-73CA2C2B2220}"/>
                </a:ext>
              </a:extLst>
            </p:cNvPr>
            <p:cNvSpPr/>
            <p:nvPr/>
          </p:nvSpPr>
          <p:spPr bwMode="gray">
            <a:xfrm>
              <a:off x="12256336" y="2430870"/>
              <a:ext cx="113059" cy="108000"/>
            </a:xfrm>
            <a:prstGeom prst="flowChartConnector">
              <a:avLst/>
            </a:prstGeom>
            <a:solidFill>
              <a:schemeClr val="bg1"/>
            </a:solidFill>
            <a:ln w="2857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solidFill>
                <a:effectLst/>
                <a:uLnTx/>
                <a:uFillTx/>
                <a:latin typeface="Boehringer Forward Text"/>
                <a:ea typeface="+mn-ea"/>
                <a:cs typeface="+mn-cs"/>
              </a:endParaRPr>
            </a:p>
          </p:txBody>
        </p:sp>
      </p:grpSp>
      <p:sp>
        <p:nvSpPr>
          <p:cNvPr id="3" name="Flowchart: Connector 25">
            <a:extLst>
              <a:ext uri="{FF2B5EF4-FFF2-40B4-BE49-F238E27FC236}">
                <a16:creationId xmlns:a16="http://schemas.microsoft.com/office/drawing/2014/main" id="{DF92538F-3827-D0CC-2CE7-5724F6C7101C}"/>
              </a:ext>
            </a:extLst>
          </p:cNvPr>
          <p:cNvSpPr/>
          <p:nvPr/>
        </p:nvSpPr>
        <p:spPr bwMode="gray">
          <a:xfrm>
            <a:off x="11986722" y="5912257"/>
            <a:ext cx="113759" cy="115477"/>
          </a:xfrm>
          <a:prstGeom prst="flowChartConnector">
            <a:avLst/>
          </a:prstGeom>
          <a:solidFill>
            <a:srgbClr val="00993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5" name="Flowchart: Connector 25">
            <a:extLst>
              <a:ext uri="{FF2B5EF4-FFF2-40B4-BE49-F238E27FC236}">
                <a16:creationId xmlns:a16="http://schemas.microsoft.com/office/drawing/2014/main" id="{6BFA3410-24BB-E4CD-A279-8534641186ED}"/>
              </a:ext>
            </a:extLst>
          </p:cNvPr>
          <p:cNvSpPr/>
          <p:nvPr/>
        </p:nvSpPr>
        <p:spPr bwMode="gray">
          <a:xfrm>
            <a:off x="11979743" y="4394802"/>
            <a:ext cx="113759" cy="115477"/>
          </a:xfrm>
          <a:prstGeom prst="flowChartConnector">
            <a:avLst/>
          </a:prstGeom>
          <a:solidFill>
            <a:srgbClr val="00993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7" name="Flowchart: Connector 25">
            <a:extLst>
              <a:ext uri="{FF2B5EF4-FFF2-40B4-BE49-F238E27FC236}">
                <a16:creationId xmlns:a16="http://schemas.microsoft.com/office/drawing/2014/main" id="{43E1F47A-7D3E-3A17-C8E8-5C280015DB31}"/>
              </a:ext>
            </a:extLst>
          </p:cNvPr>
          <p:cNvSpPr/>
          <p:nvPr/>
        </p:nvSpPr>
        <p:spPr bwMode="gray">
          <a:xfrm>
            <a:off x="11979742" y="5091887"/>
            <a:ext cx="113759" cy="115477"/>
          </a:xfrm>
          <a:prstGeom prst="flowChartConnector">
            <a:avLst/>
          </a:prstGeom>
          <a:solidFill>
            <a:srgbClr val="00993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0" name="Flowchart: Connector 25">
            <a:extLst>
              <a:ext uri="{FF2B5EF4-FFF2-40B4-BE49-F238E27FC236}">
                <a16:creationId xmlns:a16="http://schemas.microsoft.com/office/drawing/2014/main" id="{E2AF3AEF-DD7E-971E-D8B5-9F4ADF9058A7}"/>
              </a:ext>
            </a:extLst>
          </p:cNvPr>
          <p:cNvSpPr/>
          <p:nvPr/>
        </p:nvSpPr>
        <p:spPr bwMode="gray">
          <a:xfrm>
            <a:off x="11979742" y="3820248"/>
            <a:ext cx="113759" cy="115477"/>
          </a:xfrm>
          <a:prstGeom prst="flowChartConnector">
            <a:avLst/>
          </a:prstGeom>
          <a:solidFill>
            <a:srgbClr val="00993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solidFill>
              <a:effectLst/>
              <a:uLnTx/>
              <a:uFillTx/>
              <a:latin typeface="Boehringer Forward Text"/>
              <a:ea typeface="+mn-ea"/>
              <a:cs typeface="+mn-cs"/>
            </a:endParaRPr>
          </a:p>
        </p:txBody>
      </p:sp>
    </p:spTree>
    <p:extLst>
      <p:ext uri="{BB962C8B-B14F-4D97-AF65-F5344CB8AC3E}">
        <p14:creationId xmlns:p14="http://schemas.microsoft.com/office/powerpoint/2010/main" val="35963666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781985E-73CA-AAA4-7820-39F07851E775}"/>
            </a:ext>
          </a:extLst>
        </p:cNvPr>
        <p:cNvGrpSpPr/>
        <p:nvPr/>
      </p:nvGrpSpPr>
      <p:grpSpPr>
        <a:xfrm>
          <a:off x="0" y="0"/>
          <a:ext cx="0" cy="0"/>
          <a:chOff x="0" y="0"/>
          <a:chExt cx="0" cy="0"/>
        </a:xfrm>
      </p:grpSpPr>
      <p:sp>
        <p:nvSpPr>
          <p:cNvPr id="8" name="标题 4">
            <a:extLst>
              <a:ext uri="{FF2B5EF4-FFF2-40B4-BE49-F238E27FC236}">
                <a16:creationId xmlns:a16="http://schemas.microsoft.com/office/drawing/2014/main" id="{9FA2A418-31D5-2D83-0387-48B31BD28FBB}"/>
              </a:ext>
            </a:extLst>
          </p:cNvPr>
          <p:cNvSpPr>
            <a:spLocks noGrp="1"/>
          </p:cNvSpPr>
          <p:nvPr>
            <p:ph type="title"/>
          </p:nvPr>
        </p:nvSpPr>
        <p:spPr>
          <a:xfrm>
            <a:off x="82194" y="300819"/>
            <a:ext cx="11233151" cy="498768"/>
          </a:xfrm>
        </p:spPr>
        <p:txBody>
          <a:bodyPr/>
          <a:lstStyle/>
          <a:p>
            <a:r>
              <a:rPr lang="en-US" altLang="zh-CN"/>
              <a:t>Mature Product/PMS Overview – INFL(OFEV)</a:t>
            </a:r>
          </a:p>
        </p:txBody>
      </p:sp>
      <p:grpSp>
        <p:nvGrpSpPr>
          <p:cNvPr id="3" name="组合 2">
            <a:extLst>
              <a:ext uri="{FF2B5EF4-FFF2-40B4-BE49-F238E27FC236}">
                <a16:creationId xmlns:a16="http://schemas.microsoft.com/office/drawing/2014/main" id="{91B65559-BC38-F30B-58FB-E2B47184A87A}"/>
              </a:ext>
            </a:extLst>
          </p:cNvPr>
          <p:cNvGrpSpPr/>
          <p:nvPr/>
        </p:nvGrpSpPr>
        <p:grpSpPr>
          <a:xfrm>
            <a:off x="82194" y="951987"/>
            <a:ext cx="12101655" cy="1790700"/>
            <a:chOff x="90345" y="528396"/>
            <a:chExt cx="12101655" cy="1790700"/>
          </a:xfrm>
        </p:grpSpPr>
        <p:graphicFrame>
          <p:nvGraphicFramePr>
            <p:cNvPr id="22" name="Content Placeholder 3">
              <a:extLst>
                <a:ext uri="{FF2B5EF4-FFF2-40B4-BE49-F238E27FC236}">
                  <a16:creationId xmlns:a16="http://schemas.microsoft.com/office/drawing/2014/main" id="{3BDF1A01-12EF-4F37-D36C-4E6F0E192297}"/>
                </a:ext>
              </a:extLst>
            </p:cNvPr>
            <p:cNvGraphicFramePr>
              <a:graphicFrameLocks/>
            </p:cNvGraphicFramePr>
            <p:nvPr/>
          </p:nvGraphicFramePr>
          <p:xfrm>
            <a:off x="90345" y="528396"/>
            <a:ext cx="12101655" cy="1790700"/>
          </p:xfrm>
          <a:graphic>
            <a:graphicData uri="http://schemas.openxmlformats.org/drawingml/2006/table">
              <a:tbl>
                <a:tblPr firstRow="1" bandRow="1">
                  <a:tableStyleId>{21E4AEA4-8DFA-4A89-87EB-49C32662AFE0}</a:tableStyleId>
                </a:tblPr>
                <a:tblGrid>
                  <a:gridCol w="3318777">
                    <a:extLst>
                      <a:ext uri="{9D8B030D-6E8A-4147-A177-3AD203B41FA5}">
                        <a16:colId xmlns:a16="http://schemas.microsoft.com/office/drawing/2014/main" val="20000"/>
                      </a:ext>
                    </a:extLst>
                  </a:gridCol>
                  <a:gridCol w="755374">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974034">
                    <a:extLst>
                      <a:ext uri="{9D8B030D-6E8A-4147-A177-3AD203B41FA5}">
                        <a16:colId xmlns:a16="http://schemas.microsoft.com/office/drawing/2014/main" val="513430225"/>
                      </a:ext>
                    </a:extLst>
                  </a:gridCol>
                  <a:gridCol w="983974">
                    <a:extLst>
                      <a:ext uri="{9D8B030D-6E8A-4147-A177-3AD203B41FA5}">
                        <a16:colId xmlns:a16="http://schemas.microsoft.com/office/drawing/2014/main" val="20004"/>
                      </a:ext>
                    </a:extLst>
                  </a:gridCol>
                  <a:gridCol w="4423595">
                    <a:extLst>
                      <a:ext uri="{9D8B030D-6E8A-4147-A177-3AD203B41FA5}">
                        <a16:colId xmlns:a16="http://schemas.microsoft.com/office/drawing/2014/main" val="20006"/>
                      </a:ext>
                    </a:extLst>
                  </a:gridCol>
                  <a:gridCol w="274301">
                    <a:extLst>
                      <a:ext uri="{9D8B030D-6E8A-4147-A177-3AD203B41FA5}">
                        <a16:colId xmlns:a16="http://schemas.microsoft.com/office/drawing/2014/main" val="2471513409"/>
                      </a:ext>
                    </a:extLst>
                  </a:gridCol>
                </a:tblGrid>
                <a:tr h="498089">
                  <a:tc>
                    <a:txBody>
                      <a:bodyPr/>
                      <a:lstStyle>
                        <a:lvl1pPr marL="0" algn="l" defTabSz="1219170" rtl="0" eaLnBrk="1" latinLnBrk="0" hangingPunct="1">
                          <a:defRPr sz="2400" b="1" kern="1200">
                            <a:solidFill>
                              <a:schemeClr val="lt1"/>
                            </a:solidFill>
                            <a:latin typeface="Calibri"/>
                          </a:defRPr>
                        </a:lvl1pPr>
                        <a:lvl2pPr marL="609585" algn="l" defTabSz="1219170" rtl="0" eaLnBrk="1" latinLnBrk="0" hangingPunct="1">
                          <a:defRPr sz="2400" b="1" kern="1200">
                            <a:solidFill>
                              <a:schemeClr val="lt1"/>
                            </a:solidFill>
                            <a:latin typeface="Calibri"/>
                          </a:defRPr>
                        </a:lvl2pPr>
                        <a:lvl3pPr marL="1219170" algn="l" defTabSz="1219170" rtl="0" eaLnBrk="1" latinLnBrk="0" hangingPunct="1">
                          <a:defRPr sz="2400" b="1" kern="1200">
                            <a:solidFill>
                              <a:schemeClr val="lt1"/>
                            </a:solidFill>
                            <a:latin typeface="Calibri"/>
                          </a:defRPr>
                        </a:lvl3pPr>
                        <a:lvl4pPr marL="1828754" algn="l" defTabSz="1219170" rtl="0" eaLnBrk="1" latinLnBrk="0" hangingPunct="1">
                          <a:defRPr sz="2400" b="1" kern="1200">
                            <a:solidFill>
                              <a:schemeClr val="lt1"/>
                            </a:solidFill>
                            <a:latin typeface="Calibri"/>
                          </a:defRPr>
                        </a:lvl4pPr>
                        <a:lvl5pPr marL="2438339" algn="l" defTabSz="1219170" rtl="0" eaLnBrk="1" latinLnBrk="0" hangingPunct="1">
                          <a:defRPr sz="2400" b="1" kern="1200">
                            <a:solidFill>
                              <a:schemeClr val="lt1"/>
                            </a:solidFill>
                            <a:latin typeface="Calibri"/>
                          </a:defRPr>
                        </a:lvl5pPr>
                        <a:lvl6pPr marL="3047924" algn="l" defTabSz="1219170" rtl="0" eaLnBrk="1" latinLnBrk="0" hangingPunct="1">
                          <a:defRPr sz="2400" b="1" kern="1200">
                            <a:solidFill>
                              <a:schemeClr val="lt1"/>
                            </a:solidFill>
                            <a:latin typeface="Calibri"/>
                          </a:defRPr>
                        </a:lvl6pPr>
                        <a:lvl7pPr marL="3657509" algn="l" defTabSz="1219170" rtl="0" eaLnBrk="1" latinLnBrk="0" hangingPunct="1">
                          <a:defRPr sz="2400" b="1" kern="1200">
                            <a:solidFill>
                              <a:schemeClr val="lt1"/>
                            </a:solidFill>
                            <a:latin typeface="Calibri"/>
                          </a:defRPr>
                        </a:lvl7pPr>
                        <a:lvl8pPr marL="4267093" algn="l" defTabSz="1219170" rtl="0" eaLnBrk="1" latinLnBrk="0" hangingPunct="1">
                          <a:defRPr sz="2400" b="1" kern="1200">
                            <a:solidFill>
                              <a:schemeClr val="lt1"/>
                            </a:solidFill>
                            <a:latin typeface="Calibri"/>
                          </a:defRPr>
                        </a:lvl8pPr>
                        <a:lvl9pPr marL="4876678" algn="l" defTabSz="1219170" rtl="0" eaLnBrk="1" latinLnBrk="0" hangingPunct="1">
                          <a:defRPr sz="2400" b="1" kern="1200">
                            <a:solidFill>
                              <a:schemeClr val="lt1"/>
                            </a:solidFill>
                            <a:latin typeface="Calibr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kern="1200">
                            <a:solidFill>
                              <a:schemeClr val="bg1"/>
                            </a:solidFill>
                            <a:latin typeface="Calibri"/>
                            <a:ea typeface="+mn-ea"/>
                            <a:cs typeface="+mn-cs"/>
                          </a:rPr>
                          <a:t>Product/Study</a:t>
                        </a:r>
                      </a:p>
                    </a:txBody>
                    <a:tcPr marL="92811" marR="92811" marT="38100" marB="38100" anchor="ctr">
                      <a:solidFill>
                        <a:schemeClr val="bg2">
                          <a:lumMod val="75000"/>
                          <a:lumOff val="25000"/>
                        </a:schemeClr>
                      </a:solidFill>
                    </a:tcPr>
                  </a:tc>
                  <a:tc>
                    <a:txBody>
                      <a:bodyPr/>
                      <a:lstStyle>
                        <a:lvl1pPr marL="0" algn="l" defTabSz="1219170" rtl="0" eaLnBrk="1" latinLnBrk="0" hangingPunct="1">
                          <a:defRPr sz="2400" b="1" kern="1200">
                            <a:solidFill>
                              <a:schemeClr val="lt1"/>
                            </a:solidFill>
                            <a:latin typeface="Calibri"/>
                          </a:defRPr>
                        </a:lvl1pPr>
                        <a:lvl2pPr marL="609585" algn="l" defTabSz="1219170" rtl="0" eaLnBrk="1" latinLnBrk="0" hangingPunct="1">
                          <a:defRPr sz="2400" b="1" kern="1200">
                            <a:solidFill>
                              <a:schemeClr val="lt1"/>
                            </a:solidFill>
                            <a:latin typeface="Calibri"/>
                          </a:defRPr>
                        </a:lvl2pPr>
                        <a:lvl3pPr marL="1219170" algn="l" defTabSz="1219170" rtl="0" eaLnBrk="1" latinLnBrk="0" hangingPunct="1">
                          <a:defRPr sz="2400" b="1" kern="1200">
                            <a:solidFill>
                              <a:schemeClr val="lt1"/>
                            </a:solidFill>
                            <a:latin typeface="Calibri"/>
                          </a:defRPr>
                        </a:lvl3pPr>
                        <a:lvl4pPr marL="1828754" algn="l" defTabSz="1219170" rtl="0" eaLnBrk="1" latinLnBrk="0" hangingPunct="1">
                          <a:defRPr sz="2400" b="1" kern="1200">
                            <a:solidFill>
                              <a:schemeClr val="lt1"/>
                            </a:solidFill>
                            <a:latin typeface="Calibri"/>
                          </a:defRPr>
                        </a:lvl4pPr>
                        <a:lvl5pPr marL="2438339" algn="l" defTabSz="1219170" rtl="0" eaLnBrk="1" latinLnBrk="0" hangingPunct="1">
                          <a:defRPr sz="2400" b="1" kern="1200">
                            <a:solidFill>
                              <a:schemeClr val="lt1"/>
                            </a:solidFill>
                            <a:latin typeface="Calibri"/>
                          </a:defRPr>
                        </a:lvl5pPr>
                        <a:lvl6pPr marL="3047924" algn="l" defTabSz="1219170" rtl="0" eaLnBrk="1" latinLnBrk="0" hangingPunct="1">
                          <a:defRPr sz="2400" b="1" kern="1200">
                            <a:solidFill>
                              <a:schemeClr val="lt1"/>
                            </a:solidFill>
                            <a:latin typeface="Calibri"/>
                          </a:defRPr>
                        </a:lvl6pPr>
                        <a:lvl7pPr marL="3657509" algn="l" defTabSz="1219170" rtl="0" eaLnBrk="1" latinLnBrk="0" hangingPunct="1">
                          <a:defRPr sz="2400" b="1" kern="1200">
                            <a:solidFill>
                              <a:schemeClr val="lt1"/>
                            </a:solidFill>
                            <a:latin typeface="Calibri"/>
                          </a:defRPr>
                        </a:lvl7pPr>
                        <a:lvl8pPr marL="4267093" algn="l" defTabSz="1219170" rtl="0" eaLnBrk="1" latinLnBrk="0" hangingPunct="1">
                          <a:defRPr sz="2400" b="1" kern="1200">
                            <a:solidFill>
                              <a:schemeClr val="lt1"/>
                            </a:solidFill>
                            <a:latin typeface="Calibri"/>
                          </a:defRPr>
                        </a:lvl8pPr>
                        <a:lvl9pPr marL="4876678" algn="l" defTabSz="1219170" rtl="0" eaLnBrk="1" latinLnBrk="0" hangingPunct="1">
                          <a:defRPr sz="2400" b="1" kern="1200">
                            <a:solidFill>
                              <a:schemeClr val="lt1"/>
                            </a:solidFill>
                            <a:latin typeface="Calibr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kern="1200">
                            <a:solidFill>
                              <a:schemeClr val="bg1"/>
                            </a:solidFill>
                            <a:latin typeface="Calibri"/>
                            <a:ea typeface="+mn-ea"/>
                            <a:cs typeface="+mn-cs"/>
                          </a:rPr>
                          <a:t>Indication</a:t>
                        </a:r>
                      </a:p>
                    </a:txBody>
                    <a:tcPr marL="92811" marR="92811" marT="38100" marB="38100" anchor="ctr">
                      <a:solidFill>
                        <a:schemeClr val="bg2">
                          <a:lumMod val="75000"/>
                          <a:lumOff val="25000"/>
                        </a:schemeClr>
                      </a:solidFill>
                    </a:tcPr>
                  </a:tc>
                  <a:tc>
                    <a:txBody>
                      <a:bodyPr/>
                      <a:lstStyle>
                        <a:lvl1pPr marL="0" algn="l" defTabSz="1219170" rtl="0" eaLnBrk="1" latinLnBrk="0" hangingPunct="1">
                          <a:defRPr sz="2400" b="1" kern="1200">
                            <a:solidFill>
                              <a:schemeClr val="lt1"/>
                            </a:solidFill>
                            <a:latin typeface="Calibri"/>
                          </a:defRPr>
                        </a:lvl1pPr>
                        <a:lvl2pPr marL="609585" algn="l" defTabSz="1219170" rtl="0" eaLnBrk="1" latinLnBrk="0" hangingPunct="1">
                          <a:defRPr sz="2400" b="1" kern="1200">
                            <a:solidFill>
                              <a:schemeClr val="lt1"/>
                            </a:solidFill>
                            <a:latin typeface="Calibri"/>
                          </a:defRPr>
                        </a:lvl2pPr>
                        <a:lvl3pPr marL="1219170" algn="l" defTabSz="1219170" rtl="0" eaLnBrk="1" latinLnBrk="0" hangingPunct="1">
                          <a:defRPr sz="2400" b="1" kern="1200">
                            <a:solidFill>
                              <a:schemeClr val="lt1"/>
                            </a:solidFill>
                            <a:latin typeface="Calibri"/>
                          </a:defRPr>
                        </a:lvl3pPr>
                        <a:lvl4pPr marL="1828754" algn="l" defTabSz="1219170" rtl="0" eaLnBrk="1" latinLnBrk="0" hangingPunct="1">
                          <a:defRPr sz="2400" b="1" kern="1200">
                            <a:solidFill>
                              <a:schemeClr val="lt1"/>
                            </a:solidFill>
                            <a:latin typeface="Calibri"/>
                          </a:defRPr>
                        </a:lvl4pPr>
                        <a:lvl5pPr marL="2438339" algn="l" defTabSz="1219170" rtl="0" eaLnBrk="1" latinLnBrk="0" hangingPunct="1">
                          <a:defRPr sz="2400" b="1" kern="1200">
                            <a:solidFill>
                              <a:schemeClr val="lt1"/>
                            </a:solidFill>
                            <a:latin typeface="Calibri"/>
                          </a:defRPr>
                        </a:lvl5pPr>
                        <a:lvl6pPr marL="3047924" algn="l" defTabSz="1219170" rtl="0" eaLnBrk="1" latinLnBrk="0" hangingPunct="1">
                          <a:defRPr sz="2400" b="1" kern="1200">
                            <a:solidFill>
                              <a:schemeClr val="lt1"/>
                            </a:solidFill>
                            <a:latin typeface="Calibri"/>
                          </a:defRPr>
                        </a:lvl6pPr>
                        <a:lvl7pPr marL="3657509" algn="l" defTabSz="1219170" rtl="0" eaLnBrk="1" latinLnBrk="0" hangingPunct="1">
                          <a:defRPr sz="2400" b="1" kern="1200">
                            <a:solidFill>
                              <a:schemeClr val="lt1"/>
                            </a:solidFill>
                            <a:latin typeface="Calibri"/>
                          </a:defRPr>
                        </a:lvl7pPr>
                        <a:lvl8pPr marL="4267093" algn="l" defTabSz="1219170" rtl="0" eaLnBrk="1" latinLnBrk="0" hangingPunct="1">
                          <a:defRPr sz="2400" b="1" kern="1200">
                            <a:solidFill>
                              <a:schemeClr val="lt1"/>
                            </a:solidFill>
                            <a:latin typeface="Calibri"/>
                          </a:defRPr>
                        </a:lvl8pPr>
                        <a:lvl9pPr marL="4876678" algn="l" defTabSz="1219170" rtl="0" eaLnBrk="1" latinLnBrk="0" hangingPunct="1">
                          <a:defRPr sz="2400" b="1" kern="1200">
                            <a:solidFill>
                              <a:schemeClr val="lt1"/>
                            </a:solidFill>
                            <a:latin typeface="Calibr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kern="1200">
                            <a:solidFill>
                              <a:schemeClr val="bg1"/>
                            </a:solidFill>
                          </a:rPr>
                          <a:t>Study type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kern="1200">
                            <a:solidFill>
                              <a:schemeClr val="bg1"/>
                            </a:solidFill>
                          </a:rPr>
                          <a:t>(Study</a:t>
                        </a:r>
                        <a:r>
                          <a:rPr lang="en-US" altLang="zh-CN" sz="1000" kern="1200" baseline="0">
                            <a:solidFill>
                              <a:schemeClr val="bg1"/>
                            </a:solidFill>
                          </a:rPr>
                          <a:t> no.: FPI-LPO, CTR</a:t>
                        </a:r>
                        <a:r>
                          <a:rPr lang="en-US" altLang="zh-CN" sz="1000" kern="1200">
                            <a:solidFill>
                              <a:schemeClr val="bg1"/>
                            </a:solidFill>
                          </a:rPr>
                          <a:t>)</a:t>
                        </a:r>
                        <a:endParaRPr lang="zh-CN" altLang="en-US" sz="1000" kern="1200">
                          <a:solidFill>
                            <a:schemeClr val="bg1"/>
                          </a:solidFill>
                          <a:latin typeface="Calibri"/>
                          <a:ea typeface="+mn-ea"/>
                          <a:cs typeface="+mn-cs"/>
                        </a:endParaRPr>
                      </a:p>
                    </a:txBody>
                    <a:tcPr marL="69608" marR="69608" marT="34290" marB="34290" anchor="ctr">
                      <a:solidFill>
                        <a:schemeClr val="bg2">
                          <a:lumMod val="75000"/>
                          <a:lumOff val="2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kern="1200">
                            <a:solidFill>
                              <a:schemeClr val="bg1"/>
                            </a:solidFill>
                          </a:rPr>
                          <a:t>Current Status</a:t>
                        </a:r>
                        <a:endParaRPr lang="zh-CN" altLang="en-US" sz="1000" b="1" kern="1200">
                          <a:solidFill>
                            <a:schemeClr val="bg1"/>
                          </a:solidFill>
                          <a:latin typeface="Calibri"/>
                          <a:ea typeface="+mn-ea"/>
                          <a:cs typeface="+mn-cs"/>
                        </a:endParaRPr>
                      </a:p>
                    </a:txBody>
                    <a:tcPr marL="69608" marR="69608" marT="34290" marB="34290" anchor="ctr">
                      <a:solidFill>
                        <a:schemeClr val="bg2">
                          <a:lumMod val="75000"/>
                          <a:lumOff val="25000"/>
                        </a:schemeClr>
                      </a:solidFill>
                    </a:tcPr>
                  </a:tc>
                  <a:tc>
                    <a:txBody>
                      <a:bodyPr/>
                      <a:lstStyle/>
                      <a:p>
                        <a:pPr marL="0" marR="0" lvl="0" indent="0" algn="l" rtl="0" eaLnBrk="1" fontAlgn="auto" latinLnBrk="0" hangingPunct="1">
                          <a:lnSpc>
                            <a:spcPct val="100000"/>
                          </a:lnSpc>
                          <a:spcBef>
                            <a:spcPts val="0"/>
                          </a:spcBef>
                          <a:spcAft>
                            <a:spcPts val="0"/>
                          </a:spcAft>
                          <a:buFontTx/>
                          <a:buNone/>
                        </a:pPr>
                        <a:r>
                          <a:rPr lang="en-US" altLang="zh-CN" sz="1000" b="1" kern="1200">
                            <a:solidFill>
                              <a:schemeClr val="bg1"/>
                            </a:solidFill>
                          </a:rPr>
                          <a:t> Next Mile-stone</a:t>
                        </a:r>
                        <a:endParaRPr lang="zh-CN" altLang="en-US" sz="1000" b="1" kern="1200">
                          <a:solidFill>
                            <a:schemeClr val="bg1"/>
                          </a:solidFill>
                          <a:latin typeface="Calibri"/>
                          <a:ea typeface="+mn-ea"/>
                          <a:cs typeface="+mn-cs"/>
                        </a:endParaRPr>
                      </a:p>
                    </a:txBody>
                    <a:tcPr marL="69608" marR="69608" marT="34290" marB="34290" anchor="ctr">
                      <a:solidFill>
                        <a:schemeClr val="bg2">
                          <a:lumMod val="75000"/>
                          <a:lumOff val="25000"/>
                        </a:schemeClr>
                      </a:solidFill>
                    </a:tcPr>
                  </a:tc>
                  <a:tc>
                    <a:txBody>
                      <a:bodyPr/>
                      <a:lstStyle>
                        <a:lvl1pPr marL="0" algn="l" defTabSz="1219170" rtl="0" eaLnBrk="1" latinLnBrk="0" hangingPunct="1">
                          <a:defRPr sz="2400" b="1" kern="1200">
                            <a:solidFill>
                              <a:schemeClr val="lt1"/>
                            </a:solidFill>
                            <a:latin typeface="Calibri"/>
                          </a:defRPr>
                        </a:lvl1pPr>
                        <a:lvl2pPr marL="609585" algn="l" defTabSz="1219170" rtl="0" eaLnBrk="1" latinLnBrk="0" hangingPunct="1">
                          <a:defRPr sz="2400" b="1" kern="1200">
                            <a:solidFill>
                              <a:schemeClr val="lt1"/>
                            </a:solidFill>
                            <a:latin typeface="Calibri"/>
                          </a:defRPr>
                        </a:lvl2pPr>
                        <a:lvl3pPr marL="1219170" algn="l" defTabSz="1219170" rtl="0" eaLnBrk="1" latinLnBrk="0" hangingPunct="1">
                          <a:defRPr sz="2400" b="1" kern="1200">
                            <a:solidFill>
                              <a:schemeClr val="lt1"/>
                            </a:solidFill>
                            <a:latin typeface="Calibri"/>
                          </a:defRPr>
                        </a:lvl3pPr>
                        <a:lvl4pPr marL="1828754" algn="l" defTabSz="1219170" rtl="0" eaLnBrk="1" latinLnBrk="0" hangingPunct="1">
                          <a:defRPr sz="2400" b="1" kern="1200">
                            <a:solidFill>
                              <a:schemeClr val="lt1"/>
                            </a:solidFill>
                            <a:latin typeface="Calibri"/>
                          </a:defRPr>
                        </a:lvl4pPr>
                        <a:lvl5pPr marL="2438339" algn="l" defTabSz="1219170" rtl="0" eaLnBrk="1" latinLnBrk="0" hangingPunct="1">
                          <a:defRPr sz="2400" b="1" kern="1200">
                            <a:solidFill>
                              <a:schemeClr val="lt1"/>
                            </a:solidFill>
                            <a:latin typeface="Calibri"/>
                          </a:defRPr>
                        </a:lvl5pPr>
                        <a:lvl6pPr marL="3047924" algn="l" defTabSz="1219170" rtl="0" eaLnBrk="1" latinLnBrk="0" hangingPunct="1">
                          <a:defRPr sz="2400" b="1" kern="1200">
                            <a:solidFill>
                              <a:schemeClr val="lt1"/>
                            </a:solidFill>
                            <a:latin typeface="Calibri"/>
                          </a:defRPr>
                        </a:lvl6pPr>
                        <a:lvl7pPr marL="3657509" algn="l" defTabSz="1219170" rtl="0" eaLnBrk="1" latinLnBrk="0" hangingPunct="1">
                          <a:defRPr sz="2400" b="1" kern="1200">
                            <a:solidFill>
                              <a:schemeClr val="lt1"/>
                            </a:solidFill>
                            <a:latin typeface="Calibri"/>
                          </a:defRPr>
                        </a:lvl7pPr>
                        <a:lvl8pPr marL="4267093" algn="l" defTabSz="1219170" rtl="0" eaLnBrk="1" latinLnBrk="0" hangingPunct="1">
                          <a:defRPr sz="2400" b="1" kern="1200">
                            <a:solidFill>
                              <a:schemeClr val="lt1"/>
                            </a:solidFill>
                            <a:latin typeface="Calibri"/>
                          </a:defRPr>
                        </a:lvl8pPr>
                        <a:lvl9pPr marL="4876678" algn="l" defTabSz="1219170" rtl="0" eaLnBrk="1" latinLnBrk="0" hangingPunct="1">
                          <a:defRPr sz="2400" b="1" kern="1200">
                            <a:solidFill>
                              <a:schemeClr val="lt1"/>
                            </a:solidFill>
                            <a:latin typeface="Calibri"/>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kern="1200">
                            <a:solidFill>
                              <a:schemeClr val="bg1"/>
                            </a:solidFill>
                          </a:rPr>
                          <a:t>Key Updates</a:t>
                        </a:r>
                        <a:endParaRPr lang="zh-CN" altLang="en-US" sz="1000" kern="1200">
                          <a:solidFill>
                            <a:schemeClr val="bg1"/>
                          </a:solidFill>
                          <a:latin typeface="Calibri"/>
                          <a:ea typeface="+mn-ea"/>
                          <a:cs typeface="+mn-cs"/>
                        </a:endParaRPr>
                      </a:p>
                    </a:txBody>
                    <a:tcPr marL="69608" marR="69608" marT="34290" marB="34290" anchor="ctr">
                      <a:solidFill>
                        <a:schemeClr val="bg2">
                          <a:lumMod val="75000"/>
                          <a:lumOff val="25000"/>
                        </a:schemeClr>
                      </a:solidFill>
                    </a:tcPr>
                  </a:tc>
                  <a:tc>
                    <a:txBody>
                      <a:bodyPr/>
                      <a:lstStyle/>
                      <a:p>
                        <a:endParaRPr lang="zh-CN" altLang="en-US" sz="1400"/>
                      </a:p>
                    </a:txBody>
                    <a:tcPr marL="69608" marR="69608" marT="34290" marB="34290" anchor="ctr">
                      <a:solidFill>
                        <a:schemeClr val="bg2">
                          <a:lumMod val="75000"/>
                          <a:lumOff val="25000"/>
                        </a:schemeClr>
                      </a:solidFill>
                    </a:tcPr>
                  </a:tc>
                  <a:extLst>
                    <a:ext uri="{0D108BD9-81ED-4DB2-BD59-A6C34878D82A}">
                      <a16:rowId xmlns:a16="http://schemas.microsoft.com/office/drawing/2014/main" val="10000"/>
                    </a:ext>
                  </a:extLst>
                </a:tr>
                <a:tr h="59193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900" b="1" err="1"/>
                          <a:t>Ofev</a:t>
                        </a:r>
                        <a:endParaRPr lang="en-US" altLang="zh-CN" sz="900" b="1"/>
                      </a:p>
                      <a:p>
                        <a:pPr marL="0" marR="0" lvl="0" indent="0" algn="ctr" rtl="0" eaLnBrk="1" fontAlgn="auto" latinLnBrk="0" hangingPunct="1">
                          <a:lnSpc>
                            <a:spcPct val="100000"/>
                          </a:lnSpc>
                          <a:spcBef>
                            <a:spcPts val="0"/>
                          </a:spcBef>
                          <a:spcAft>
                            <a:spcPts val="0"/>
                          </a:spcAft>
                          <a:buClrTx/>
                          <a:buSzTx/>
                          <a:buFontTx/>
                          <a:buNone/>
                        </a:pPr>
                        <a:r>
                          <a:rPr kumimoji="0" lang="en-US" altLang="zh-CN" sz="900" b="0" u="none" strike="noStrike" kern="1200" cap="none" spc="0" normalizeH="0" baseline="0">
                            <a:ln>
                              <a:noFill/>
                            </a:ln>
                            <a:solidFill>
                              <a:srgbClr val="000000"/>
                            </a:solidFill>
                            <a:effectLst/>
                            <a:uLnTx/>
                            <a:uFillTx/>
                          </a:rPr>
                          <a:t>(China IPF Registry Study </a:t>
                        </a:r>
                        <a:r>
                          <a:rPr kumimoji="0" lang="en-US" altLang="zh-CN" sz="900" b="1" u="none" strike="noStrike" kern="1200" cap="none" spc="0" normalizeH="0" baseline="0">
                            <a:ln>
                              <a:noFill/>
                            </a:ln>
                            <a:solidFill>
                              <a:srgbClr val="000000"/>
                            </a:solidFill>
                            <a:effectLst/>
                            <a:uLnTx/>
                            <a:uFillTx/>
                          </a:rPr>
                          <a:t>(PORTRAY)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900" b="1" i="0" u="none" strike="noStrike" kern="1200" cap="none" spc="0" normalizeH="0" baseline="0" noProof="0">
                            <a:ln>
                              <a:noFill/>
                            </a:ln>
                            <a:solidFill>
                              <a:srgbClr val="000000"/>
                            </a:solidFill>
                            <a:effectLst/>
                            <a:uLnTx/>
                            <a:uFillTx/>
                            <a:latin typeface="+mn-lt"/>
                          </a:rPr>
                          <a:t>(China-Japan friendship hospital, </a:t>
                        </a:r>
                        <a:r>
                          <a:rPr lang="en-US" altLang="zh-CN" sz="900" b="1" i="0" u="none" strike="noStrike" kern="1200" cap="none" spc="0" normalizeH="0" baseline="0" noProof="0" err="1">
                            <a:ln>
                              <a:noFill/>
                            </a:ln>
                            <a:solidFill>
                              <a:srgbClr val="000000"/>
                            </a:solidFill>
                            <a:effectLst/>
                            <a:uLnTx/>
                            <a:uFillTx/>
                            <a:latin typeface="+mn-lt"/>
                          </a:rPr>
                          <a:t>Prof.DAI</a:t>
                        </a:r>
                        <a:r>
                          <a:rPr lang="en-US" altLang="zh-CN" sz="900" b="1" i="0" u="none" strike="noStrike" kern="1200" cap="none" spc="0" normalizeH="0" baseline="0" noProof="0">
                            <a:ln>
                              <a:noFill/>
                            </a:ln>
                            <a:solidFill>
                              <a:srgbClr val="000000"/>
                            </a:solidFill>
                            <a:effectLst/>
                            <a:uLnTx/>
                            <a:uFillTx/>
                            <a:latin typeface="+mn-lt"/>
                          </a:rPr>
                          <a:t> </a:t>
                        </a:r>
                        <a:r>
                          <a:rPr lang="en-US" altLang="zh-CN" sz="900" b="1" i="0" u="none" strike="noStrike" kern="1200" cap="none" spc="0" normalizeH="0" baseline="0" noProof="0" err="1">
                            <a:ln>
                              <a:noFill/>
                            </a:ln>
                            <a:solidFill>
                              <a:srgbClr val="000000"/>
                            </a:solidFill>
                            <a:effectLst/>
                            <a:uLnTx/>
                            <a:uFillTx/>
                            <a:latin typeface="+mn-lt"/>
                          </a:rPr>
                          <a:t>Huaping</a:t>
                        </a:r>
                        <a:r>
                          <a:rPr lang="en-US" altLang="zh-CN" sz="900" b="1" i="0" u="none" strike="noStrike" kern="1200" cap="none" spc="0" normalizeH="0" baseline="0" noProof="0">
                            <a:ln>
                              <a:noFill/>
                            </a:ln>
                            <a:solidFill>
                              <a:srgbClr val="000000"/>
                            </a:solidFill>
                            <a:effectLst/>
                            <a:uLnTx/>
                            <a:uFillTx/>
                            <a:latin typeface="+mn-lt"/>
                          </a:rPr>
                          <a:t>)</a:t>
                        </a:r>
                        <a:endParaRPr kumimoji="0" lang="en-US" altLang="zh-CN" sz="900" b="0" u="none" strike="noStrike" kern="1200" cap="none" spc="0" normalizeH="0" baseline="0">
                          <a:ln>
                            <a:noFill/>
                          </a:ln>
                          <a:solidFill>
                            <a:srgbClr val="000000"/>
                          </a:solidFill>
                          <a:effectLst/>
                          <a:uLnTx/>
                          <a:uFillTx/>
                        </a:endParaRPr>
                      </a:p>
                      <a:p>
                        <a:pPr marL="0" marR="0" lvl="0" indent="0" algn="ctr" rtl="0" eaLnBrk="1" fontAlgn="auto" latinLnBrk="0" hangingPunct="1">
                          <a:lnSpc>
                            <a:spcPct val="100000"/>
                          </a:lnSpc>
                          <a:spcBef>
                            <a:spcPts val="0"/>
                          </a:spcBef>
                          <a:spcAft>
                            <a:spcPts val="0"/>
                          </a:spcAft>
                          <a:buClrTx/>
                          <a:buSzTx/>
                          <a:buFontTx/>
                          <a:buNone/>
                        </a:pPr>
                        <a:endParaRPr kumimoji="0" lang="en-US" altLang="zh-CN" sz="900" b="0" i="0" u="none" strike="noStrike" kern="1200" cap="none" spc="0" normalizeH="0" baseline="0">
                          <a:ln>
                            <a:noFill/>
                          </a:ln>
                          <a:solidFill>
                            <a:srgbClr val="000000"/>
                          </a:solidFill>
                          <a:effectLst/>
                          <a:uLnTx/>
                          <a:uFillTx/>
                          <a:latin typeface="Calibri"/>
                          <a:ea typeface="+mn-ea"/>
                          <a:cs typeface="Calibri"/>
                        </a:endParaRPr>
                      </a:p>
                    </a:txBody>
                    <a:tcPr marL="92811" marR="92811" marT="38100" marB="38100" anchor="ctr">
                      <a:solidFill>
                        <a:schemeClr val="bg1">
                          <a:lumMod val="85000"/>
                        </a:schemeClr>
                      </a:solidFill>
                    </a:tcPr>
                  </a:tc>
                  <a:tc>
                    <a:txBody>
                      <a:bodyPr/>
                      <a:lstStyle/>
                      <a:p>
                        <a:pPr marL="0" marR="0" lvl="0" indent="0" algn="ctr" rtl="0" eaLnBrk="1" fontAlgn="auto" latinLnBrk="0" hangingPunct="1">
                          <a:lnSpc>
                            <a:spcPct val="100000"/>
                          </a:lnSpc>
                          <a:spcBef>
                            <a:spcPts val="0"/>
                          </a:spcBef>
                          <a:spcAft>
                            <a:spcPts val="0"/>
                          </a:spcAft>
                          <a:buClrTx/>
                          <a:buSzTx/>
                          <a:buFontTx/>
                          <a:buNone/>
                        </a:pPr>
                        <a:r>
                          <a:rPr kumimoji="0" lang="en-US" altLang="zh-CN" sz="900" b="0" u="none" strike="noStrike" kern="1200" cap="none" spc="0" normalizeH="0" baseline="0">
                            <a:ln>
                              <a:noFill/>
                            </a:ln>
                            <a:solidFill>
                              <a:srgbClr val="000000"/>
                            </a:solidFill>
                            <a:effectLst/>
                            <a:uLnTx/>
                            <a:uFillTx/>
                          </a:rPr>
                          <a:t>IPF</a:t>
                        </a:r>
                        <a:r>
                          <a:rPr lang="en-US" altLang="zh-CN" sz="900" b="0" u="none" strike="noStrike" kern="1200" cap="none" spc="0" normalizeH="0" baseline="0">
                            <a:ln>
                              <a:noFill/>
                            </a:ln>
                            <a:solidFill>
                              <a:srgbClr val="000000"/>
                            </a:solidFill>
                            <a:effectLst/>
                            <a:uLnTx/>
                            <a:uFillTx/>
                          </a:rPr>
                          <a:t> </a:t>
                        </a:r>
                        <a:endParaRPr kumimoji="0" lang="en-US" altLang="zh-CN" sz="900" b="0" i="0" u="none" strike="noStrike" kern="1200" cap="none" spc="0" normalizeH="0" baseline="0">
                          <a:ln>
                            <a:noFill/>
                          </a:ln>
                          <a:solidFill>
                            <a:srgbClr val="000000"/>
                          </a:solidFill>
                          <a:effectLst/>
                          <a:uLnTx/>
                          <a:uFillTx/>
                          <a:latin typeface="Calibri"/>
                          <a:ea typeface="+mn-ea"/>
                          <a:cs typeface="Calibri"/>
                        </a:endParaRPr>
                      </a:p>
                    </a:txBody>
                    <a:tcPr marL="92811" marR="92811" marT="38100" marB="38100"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900" b="0" u="none" strike="noStrike" kern="1200" cap="none" spc="0" normalizeH="0" baseline="0">
                            <a:ln>
                              <a:noFill/>
                            </a:ln>
                            <a:solidFill>
                              <a:srgbClr val="000000"/>
                            </a:solidFill>
                            <a:effectLst/>
                            <a:uLnTx/>
                            <a:uFillTx/>
                          </a:rPr>
                          <a:t>IIS (1199-0302)</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900" b="0" u="none" strike="noStrike" kern="1200" cap="none" spc="0" normalizeH="0" baseline="0">
                            <a:ln>
                              <a:noFill/>
                            </a:ln>
                            <a:solidFill>
                              <a:srgbClr val="000000"/>
                            </a:solidFill>
                            <a:effectLst/>
                            <a:uLnTx/>
                            <a:uFillTx/>
                          </a:rPr>
                          <a:t>(Jul2018-July2026,July2027)</a:t>
                        </a:r>
                        <a:endParaRPr kumimoji="0" lang="zh-CN" altLang="en-US" sz="900" b="0" i="0" u="none" strike="noStrike" kern="1200" cap="none" spc="0" normalizeH="0" baseline="0">
                          <a:ln>
                            <a:noFill/>
                          </a:ln>
                          <a:solidFill>
                            <a:srgbClr val="000000"/>
                          </a:solidFill>
                          <a:effectLst/>
                          <a:uLnTx/>
                          <a:uFillTx/>
                          <a:latin typeface="Calibri"/>
                          <a:ea typeface="+mn-ea"/>
                          <a:cs typeface="Calibri"/>
                        </a:endParaRPr>
                      </a:p>
                    </a:txBody>
                    <a:tcPr marL="92811" marR="92811" marT="38100" marB="38100"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900" b="0" u="none" strike="noStrike" kern="1200" cap="none" spc="0" normalizeH="0" baseline="0" noProof="0">
                            <a:ln>
                              <a:noFill/>
                            </a:ln>
                            <a:solidFill>
                              <a:srgbClr val="000000"/>
                            </a:solidFill>
                            <a:effectLst/>
                            <a:uLnTx/>
                            <a:uFillTx/>
                          </a:rPr>
                          <a:t>Follow up</a:t>
                        </a:r>
                        <a:endParaRPr kumimoji="0" lang="en-US" altLang="zh-CN" sz="900" b="0" i="0" u="none" strike="noStrike" kern="1200" cap="none" spc="0" normalizeH="0" baseline="0" noProof="0">
                          <a:ln>
                            <a:noFill/>
                          </a:ln>
                          <a:solidFill>
                            <a:srgbClr val="000000"/>
                          </a:solidFill>
                          <a:effectLst/>
                          <a:uLnTx/>
                          <a:uFillTx/>
                          <a:latin typeface="Calibri"/>
                          <a:ea typeface="+mn-ea"/>
                          <a:cs typeface="Calibri"/>
                        </a:endParaRPr>
                      </a:p>
                    </a:txBody>
                    <a:tcPr marL="92811" marR="92811" marT="38100" marB="38100"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900" b="0" u="none" strike="noStrike" kern="1200" cap="none" spc="0" normalizeH="0" baseline="0" noProof="0">
                            <a:ln>
                              <a:noFill/>
                            </a:ln>
                            <a:solidFill>
                              <a:srgbClr val="000000"/>
                            </a:solidFill>
                            <a:effectLst/>
                            <a:uLnTx/>
                            <a:uFillTx/>
                          </a:rPr>
                          <a:t>LPO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900" b="0" u="none" strike="noStrike" kern="1200" cap="none" spc="0" normalizeH="0" baseline="0" noProof="0">
                            <a:ln>
                              <a:noFill/>
                            </a:ln>
                            <a:solidFill>
                              <a:srgbClr val="000000"/>
                            </a:solidFill>
                            <a:effectLst/>
                            <a:uLnTx/>
                            <a:uFillTx/>
                          </a:rPr>
                          <a:t>(Jul 2026)</a:t>
                        </a:r>
                        <a:endParaRPr kumimoji="0" lang="zh-CN" altLang="en-US" sz="900" b="0" i="0" u="none" strike="noStrike" kern="1200" cap="none" spc="0" normalizeH="0" baseline="0" noProof="0">
                          <a:ln>
                            <a:noFill/>
                          </a:ln>
                          <a:solidFill>
                            <a:srgbClr val="000000"/>
                          </a:solidFill>
                          <a:effectLst/>
                          <a:uLnTx/>
                          <a:uFillTx/>
                          <a:latin typeface="Calibri"/>
                          <a:ea typeface="+mn-ea"/>
                          <a:cs typeface="Calibri"/>
                        </a:endParaRPr>
                      </a:p>
                    </a:txBody>
                    <a:tcPr marL="92811" marR="92811" marT="38100" marB="38100" anchor="ctr">
                      <a:solidFill>
                        <a:schemeClr val="bg1">
                          <a:lumMod val="8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altLang="zh-CN" sz="900" b="0" i="0" u="none" strike="noStrike" kern="1200" cap="none" spc="0" normalizeH="0" baseline="0" noProof="0">
                            <a:ln>
                              <a:noFill/>
                            </a:ln>
                            <a:solidFill>
                              <a:prstClr val="black"/>
                            </a:solidFill>
                            <a:effectLst/>
                            <a:uLnTx/>
                            <a:uFillTx/>
                            <a:latin typeface="+mn-lt"/>
                            <a:ea typeface="+mn-ea"/>
                            <a:cs typeface="+mn-cs"/>
                          </a:rPr>
                          <a:t>Follow-up visit report will be sent to BI at the early of Apr2026;</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altLang="zh-CN" sz="900" b="0" i="0" u="none" strike="noStrike" kern="1200" cap="none" spc="0" normalizeH="0" baseline="0" noProof="0">
                            <a:ln>
                              <a:noFill/>
                            </a:ln>
                            <a:solidFill>
                              <a:prstClr val="black"/>
                            </a:solidFill>
                            <a:effectLst/>
                            <a:uLnTx/>
                            <a:uFillTx/>
                            <a:latin typeface="+mn-lt"/>
                            <a:ea typeface="+mn-ea"/>
                            <a:cs typeface="+mn-cs"/>
                          </a:rPr>
                          <a:t>CDC link</a:t>
                        </a:r>
                        <a:r>
                          <a:rPr kumimoji="0" lang="zh-CN" altLang="en-US" sz="900" b="0" i="0" u="none" strike="noStrike" kern="1200" cap="none" spc="0" normalizeH="0" baseline="0" noProof="0">
                            <a:ln>
                              <a:noFill/>
                            </a:ln>
                            <a:solidFill>
                              <a:prstClr val="black"/>
                            </a:solidFill>
                            <a:effectLst/>
                            <a:uLnTx/>
                            <a:uFillTx/>
                            <a:latin typeface="+mn-lt"/>
                            <a:ea typeface="+mn-ea"/>
                            <a:cs typeface="+mn-cs"/>
                          </a:rPr>
                          <a:t>：</a:t>
                        </a:r>
                        <a:r>
                          <a:rPr kumimoji="0" lang="en-US" altLang="zh-CN" sz="900" b="0" i="0" u="none" strike="noStrike" kern="1200" cap="none" spc="0" normalizeH="0" baseline="0" noProof="0">
                            <a:ln>
                              <a:noFill/>
                            </a:ln>
                            <a:solidFill>
                              <a:prstClr val="black"/>
                            </a:solidFill>
                            <a:effectLst/>
                            <a:uLnTx/>
                            <a:uFillTx/>
                            <a:latin typeface="+mn-lt"/>
                            <a:ea typeface="+mn-ea"/>
                            <a:cs typeface="+mn-cs"/>
                          </a:rPr>
                          <a:t>under negotiation between investigator and sponsor</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altLang="zh-CN" sz="900" b="0" i="0" u="none" strike="noStrike" kern="1200" cap="none" spc="0" normalizeH="0" baseline="0" noProof="0">
                            <a:ln>
                              <a:noFill/>
                            </a:ln>
                            <a:solidFill>
                              <a:prstClr val="black"/>
                            </a:solidFill>
                            <a:effectLst/>
                            <a:uLnTx/>
                            <a:uFillTx/>
                            <a:latin typeface="+mn-lt"/>
                            <a:ea typeface="+mn-ea"/>
                            <a:cs typeface="+mn-cs"/>
                          </a:rPr>
                          <a:t>Publication for baseline data : Under revision as Prof. Dai</a:t>
                        </a:r>
                        <a:r>
                          <a:rPr kumimoji="0" lang="zh-CN" altLang="en-US" sz="900" b="0" i="0" u="none" strike="noStrike" kern="1200" cap="none" spc="0" normalizeH="0" baseline="0" noProof="0">
                            <a:ln>
                              <a:noFill/>
                            </a:ln>
                            <a:solidFill>
                              <a:prstClr val="black"/>
                            </a:solidFill>
                            <a:effectLst/>
                            <a:uLnTx/>
                            <a:uFillTx/>
                            <a:latin typeface="+mn-lt"/>
                            <a:ea typeface="+mn-ea"/>
                            <a:cs typeface="+mn-cs"/>
                          </a:rPr>
                          <a:t>‘</a:t>
                        </a:r>
                        <a:r>
                          <a:rPr kumimoji="0" lang="en-US" altLang="zh-CN" sz="900" b="0" i="0" u="none" strike="noStrike" kern="1200" cap="none" spc="0" normalizeH="0" baseline="0" noProof="0">
                            <a:ln>
                              <a:noFill/>
                            </a:ln>
                            <a:solidFill>
                              <a:prstClr val="black"/>
                            </a:solidFill>
                            <a:effectLst/>
                            <a:uLnTx/>
                            <a:uFillTx/>
                            <a:latin typeface="+mn-lt"/>
                            <a:ea typeface="+mn-ea"/>
                            <a:cs typeface="+mn-cs"/>
                          </a:rPr>
                          <a:t>s comments</a:t>
                        </a:r>
                      </a:p>
                    </a:txBody>
                    <a:tcPr marL="92811" marR="92811" marT="38100" marB="38100" anchor="ctr">
                      <a:solidFill>
                        <a:schemeClr val="bg1">
                          <a:lumMod val="85000"/>
                        </a:schemeClr>
                      </a:solidFill>
                    </a:tcPr>
                  </a:tc>
                  <a:tc>
                    <a:txBody>
                      <a:bodyPr/>
                      <a:lstStyle/>
                      <a:p>
                        <a:pPr lvl="0">
                          <a:buNone/>
                        </a:pPr>
                        <a:endParaRPr lang="zh-CN" altLang="en-US" sz="1400"/>
                      </a:p>
                    </a:txBody>
                    <a:tcPr marL="69607" marR="69607" marT="28575" marB="28575">
                      <a:solidFill>
                        <a:schemeClr val="bg1">
                          <a:lumMod val="85000"/>
                        </a:schemeClr>
                      </a:solidFill>
                    </a:tcPr>
                  </a:tc>
                  <a:extLst>
                    <a:ext uri="{0D108BD9-81ED-4DB2-BD59-A6C34878D82A}">
                      <a16:rowId xmlns:a16="http://schemas.microsoft.com/office/drawing/2014/main" val="1151076552"/>
                    </a:ext>
                  </a:extLst>
                </a:tr>
                <a:tr h="591930">
                  <a:tc>
                    <a:txBody>
                      <a:bodyPr/>
                      <a:lstStyle/>
                      <a:p>
                        <a:pPr algn="ctr" rtl="0" fontAlgn="base"/>
                        <a:r>
                          <a:rPr kumimoji="0" lang="en-US" altLang="zh-CN" sz="900" b="0" u="none" strike="noStrike" kern="1200" cap="none" spc="0" normalizeH="0" baseline="0">
                            <a:ln>
                              <a:noFill/>
                            </a:ln>
                            <a:solidFill>
                              <a:srgbClr val="000000"/>
                            </a:solidFill>
                            <a:effectLst/>
                            <a:uLnTx/>
                            <a:uFillTx/>
                          </a:rPr>
                          <a:t>Study on the Status Quo of Diagnosis and Treatment of IPF and Quality of Life in China</a:t>
                        </a:r>
                      </a:p>
                      <a:p>
                        <a:pPr algn="ctr" rtl="0" fontAlgn="base"/>
                        <a:r>
                          <a:rPr kumimoji="0" lang="en-US" altLang="zh-CN" sz="900" b="0" u="none" strike="noStrike" kern="1200" cap="none" spc="0" normalizeH="0" baseline="0">
                            <a:ln>
                              <a:noFill/>
                            </a:ln>
                            <a:solidFill>
                              <a:srgbClr val="000000"/>
                            </a:solidFill>
                            <a:effectLst/>
                            <a:uLnTx/>
                            <a:uFillTx/>
                          </a:rPr>
                          <a:t>Implementation Protocol </a:t>
                        </a:r>
                        <a:r>
                          <a:rPr kumimoji="0" lang="en-US" altLang="zh-CN" sz="900" b="1" u="none" strike="noStrike" kern="1200" cap="none" spc="0" normalizeH="0" baseline="0">
                            <a:ln>
                              <a:noFill/>
                            </a:ln>
                            <a:solidFill>
                              <a:srgbClr val="000000"/>
                            </a:solidFill>
                            <a:effectLst/>
                            <a:uLnTx/>
                            <a:uFillTx/>
                          </a:rPr>
                          <a:t>(IPF SURVEY)</a:t>
                        </a:r>
                      </a:p>
                      <a:p>
                        <a:pPr algn="ctr" rtl="0" fontAlgn="base"/>
                        <a:r>
                          <a:rPr kumimoji="0" lang="en-US" altLang="zh-CN" sz="900" b="1" i="0" u="none" strike="noStrike" kern="1200" cap="none" spc="0" normalizeH="0" baseline="0">
                            <a:ln>
                              <a:noFill/>
                            </a:ln>
                            <a:solidFill>
                              <a:srgbClr val="000000"/>
                            </a:solidFill>
                            <a:effectLst/>
                            <a:uLnTx/>
                            <a:uFillTx/>
                            <a:latin typeface="Calibri"/>
                            <a:ea typeface="+mn-ea"/>
                            <a:cs typeface="Calibri"/>
                          </a:rPr>
                          <a:t>(</a:t>
                        </a:r>
                        <a:r>
                          <a:rPr lang="pt-PT" altLang="zh-CN" sz="900" b="1"/>
                          <a:t>Peking University Third Hospital, Prof. CHU Hongling)</a:t>
                        </a:r>
                        <a:endParaRPr kumimoji="0" lang="en-US" altLang="zh-CN" sz="900" b="1" i="0" u="none" strike="noStrike" kern="1200" cap="none" spc="0" normalizeH="0" baseline="0">
                          <a:ln>
                            <a:noFill/>
                          </a:ln>
                          <a:solidFill>
                            <a:srgbClr val="000000"/>
                          </a:solidFill>
                          <a:effectLst/>
                          <a:uLnTx/>
                          <a:uFillTx/>
                          <a:latin typeface="Calibri"/>
                          <a:ea typeface="+mn-ea"/>
                          <a:cs typeface="Calibri"/>
                        </a:endParaRPr>
                      </a:p>
                    </a:txBody>
                    <a:tcPr anchor="ctr">
                      <a:solidFill>
                        <a:schemeClr val="bg1">
                          <a:lumMod val="85000"/>
                        </a:schemeClr>
                      </a:solidFill>
                    </a:tcPr>
                  </a:tc>
                  <a:tc>
                    <a:txBody>
                      <a:bodyPr/>
                      <a:lstStyle/>
                      <a:p>
                        <a:pPr algn="ctr" rtl="0" fontAlgn="base"/>
                        <a:r>
                          <a:rPr kumimoji="0" lang="en-US" sz="900" b="0" u="none" strike="noStrike" kern="1200" cap="none" spc="0" normalizeH="0" baseline="0">
                            <a:ln>
                              <a:noFill/>
                            </a:ln>
                            <a:solidFill>
                              <a:srgbClr val="000000"/>
                            </a:solidFill>
                            <a:effectLst/>
                            <a:uLnTx/>
                            <a:uFillTx/>
                          </a:rPr>
                          <a:t>IPF</a:t>
                        </a:r>
                        <a:endParaRPr kumimoji="0" lang="en-US" sz="900" b="0" i="0" u="none" strike="noStrike" kern="1200" cap="none" spc="0" normalizeH="0" baseline="0">
                          <a:ln>
                            <a:noFill/>
                          </a:ln>
                          <a:solidFill>
                            <a:srgbClr val="000000"/>
                          </a:solidFill>
                          <a:effectLst/>
                          <a:uLnTx/>
                          <a:uFillTx/>
                          <a:latin typeface="Calibri"/>
                          <a:ea typeface="+mn-ea"/>
                          <a:cs typeface="Calibri"/>
                        </a:endParaRPr>
                      </a:p>
                    </a:txBody>
                    <a:tcPr anchor="ctr">
                      <a:solidFill>
                        <a:schemeClr val="bg1">
                          <a:lumMod val="85000"/>
                        </a:schemeClr>
                      </a:solidFill>
                    </a:tcPr>
                  </a:tc>
                  <a:tc>
                    <a:txBody>
                      <a:bodyPr/>
                      <a:lstStyle/>
                      <a:p>
                        <a:pPr algn="ctr" rtl="0" fontAlgn="base"/>
                        <a:r>
                          <a:rPr kumimoji="0" lang="en-US" sz="900" b="0" u="none" strike="noStrike" kern="1200" cap="none" spc="0" normalizeH="0" baseline="0">
                            <a:ln>
                              <a:noFill/>
                            </a:ln>
                            <a:solidFill>
                              <a:srgbClr val="000000"/>
                            </a:solidFill>
                            <a:effectLst/>
                            <a:uLnTx/>
                            <a:uFillTx/>
                          </a:rPr>
                          <a:t>ECR</a:t>
                        </a:r>
                      </a:p>
                      <a:p>
                        <a:pPr algn="ctr" rtl="0" fontAlgn="base"/>
                        <a:r>
                          <a:rPr kumimoji="0" lang="en-US" sz="900" b="0" u="none" strike="noStrike" kern="1200" cap="none" spc="0" normalizeH="0" baseline="0">
                            <a:ln>
                              <a:noFill/>
                            </a:ln>
                            <a:solidFill>
                              <a:srgbClr val="000000"/>
                            </a:solidFill>
                            <a:effectLst/>
                            <a:uLnTx/>
                            <a:uFillTx/>
                          </a:rPr>
                          <a:t>(1199-0562; </a:t>
                        </a:r>
                        <a:r>
                          <a:rPr lang="en-US" altLang="zh-CN" sz="900" b="0" u="none" strike="noStrike" kern="1200" cap="none" spc="0" normalizeH="0" baseline="0">
                            <a:ln>
                              <a:noFill/>
                            </a:ln>
                            <a:solidFill>
                              <a:srgbClr val="000000"/>
                            </a:solidFill>
                            <a:effectLst/>
                            <a:uLnTx/>
                            <a:uFillTx/>
                          </a:rPr>
                          <a:t>Sep2023-Oct2026)</a:t>
                        </a:r>
                        <a:endParaRPr lang="en-US" altLang="zh-CN" sz="900" b="0" i="0" u="none" strike="noStrike" kern="1200" cap="none" spc="0" normalizeH="0" baseline="0">
                          <a:ln>
                            <a:noFill/>
                          </a:ln>
                          <a:solidFill>
                            <a:srgbClr val="000000"/>
                          </a:solidFill>
                          <a:effectLst/>
                          <a:uLnTx/>
                          <a:uFillTx/>
                          <a:latin typeface="Calibri"/>
                          <a:ea typeface="+mn-ea"/>
                          <a:cs typeface="+mn-cs"/>
                        </a:endParaRPr>
                      </a:p>
                    </a:txBody>
                    <a:tcPr anchor="ctr">
                      <a:solidFill>
                        <a:schemeClr val="bg1">
                          <a:lumMod val="85000"/>
                        </a:schemeClr>
                      </a:solidFill>
                    </a:tcPr>
                  </a:tc>
                  <a:tc>
                    <a:txBody>
                      <a:bodyPr/>
                      <a:lstStyle/>
                      <a:p>
                        <a:r>
                          <a:rPr lang="en-US" altLang="zh-CN" sz="900"/>
                          <a:t>Phase1 report</a:t>
                        </a:r>
                      </a:p>
                      <a:p>
                        <a:r>
                          <a:rPr lang="en-US" altLang="zh-CN" sz="900"/>
                          <a:t>(May2025)</a:t>
                        </a:r>
                      </a:p>
                    </a:txBody>
                    <a:tcPr anchor="ctr">
                      <a:solidFill>
                        <a:schemeClr val="bg1">
                          <a:lumMod val="85000"/>
                        </a:schemeClr>
                      </a:solidFill>
                    </a:tcPr>
                  </a:tc>
                  <a:tc>
                    <a:txBody>
                      <a:bodyPr/>
                      <a:lstStyle/>
                      <a:p>
                        <a:pPr algn="ctr" rtl="0" fontAlgn="base"/>
                        <a:r>
                          <a:rPr kumimoji="0" lang="en-US" sz="900" b="0" u="none" strike="noStrike" kern="1200" cap="none" spc="0" normalizeH="0" baseline="0">
                            <a:ln>
                              <a:noFill/>
                            </a:ln>
                            <a:solidFill>
                              <a:srgbClr val="000000"/>
                            </a:solidFill>
                            <a:effectLst/>
                            <a:uLnTx/>
                            <a:uFillTx/>
                          </a:rPr>
                          <a:t>Ph2 report</a:t>
                        </a:r>
                      </a:p>
                      <a:p>
                        <a:pPr algn="ctr" rtl="0" fontAlgn="base"/>
                        <a:r>
                          <a:rPr kumimoji="0" lang="en-US" sz="900" b="0" u="none" strike="noStrike" kern="1200" cap="none" spc="0" normalizeH="0" baseline="0">
                            <a:ln>
                              <a:noFill/>
                            </a:ln>
                            <a:solidFill>
                              <a:srgbClr val="000000"/>
                            </a:solidFill>
                            <a:effectLst/>
                            <a:uLnTx/>
                            <a:uFillTx/>
                          </a:rPr>
                          <a:t>(May2026)</a:t>
                        </a:r>
                        <a:endParaRPr kumimoji="0" lang="en-US" sz="900" b="0" i="0" u="none" strike="noStrike" kern="1200" cap="none" spc="0" normalizeH="0" baseline="0">
                          <a:ln>
                            <a:noFill/>
                          </a:ln>
                          <a:solidFill>
                            <a:srgbClr val="000000"/>
                          </a:solidFill>
                          <a:effectLst/>
                          <a:uLnTx/>
                          <a:uFillTx/>
                          <a:latin typeface="Calibri"/>
                          <a:ea typeface="+mn-ea"/>
                          <a:cs typeface="Calibri"/>
                        </a:endParaRPr>
                      </a:p>
                    </a:txBody>
                    <a:tcPr anchor="ctr">
                      <a:solidFill>
                        <a:schemeClr val="bg1">
                          <a:lumMod val="8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altLang="zh-CN" sz="900" b="0" u="none" strike="noStrike" kern="1200" cap="none" spc="0" normalizeH="0" baseline="0">
                            <a:ln>
                              <a:noFill/>
                            </a:ln>
                            <a:solidFill>
                              <a:srgbClr val="000000"/>
                            </a:solidFill>
                            <a:effectLst/>
                            <a:uLnTx/>
                            <a:uFillTx/>
                          </a:rPr>
                          <a:t>Phase II enrollment completed on 0324. Total 251 visits(plan 245).</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altLang="zh-CN" sz="900" b="0" u="none" strike="noStrike" kern="1200" cap="none" spc="0" normalizeH="0" baseline="0" noProof="0">
                            <a:ln>
                              <a:noFill/>
                            </a:ln>
                            <a:solidFill>
                              <a:srgbClr val="000000"/>
                            </a:solidFill>
                            <a:effectLst/>
                            <a:uLnTx/>
                            <a:uFillTx/>
                            <a:latin typeface="+mn-lt"/>
                            <a:ea typeface="+mn-ea"/>
                            <a:cs typeface="+mn-cs"/>
                          </a:rPr>
                          <a:t>Data analysis.</a:t>
                        </a:r>
                        <a:endParaRPr lang="en-US" altLang="zh-CN" sz="900" b="0" u="none" strike="noStrike" kern="1200" cap="none" spc="0" normalizeH="0" baseline="0" noProof="0">
                          <a:ln>
                            <a:noFill/>
                          </a:ln>
                          <a:solidFill>
                            <a:schemeClr val="tx1"/>
                          </a:solidFill>
                          <a:effectLst/>
                          <a:uLnTx/>
                          <a:uFillTx/>
                          <a:latin typeface="+mn-lt"/>
                          <a:ea typeface="+mn-ea"/>
                          <a:cs typeface="+mn-cs"/>
                        </a:endParaRPr>
                      </a:p>
                    </a:txBody>
                    <a:tcPr anchor="ctr">
                      <a:solidFill>
                        <a:schemeClr val="bg1">
                          <a:lumMod val="85000"/>
                        </a:schemeClr>
                      </a:solidFill>
                    </a:tcPr>
                  </a:tc>
                  <a:tc>
                    <a:txBody>
                      <a:bodyPr/>
                      <a:lstStyle/>
                      <a:p>
                        <a:endParaRPr lang="zh-CN" altLang="en-US" sz="1400"/>
                      </a:p>
                    </a:txBody>
                    <a:tcPr marL="69607" marR="69607" marT="28575" marB="28575">
                      <a:solidFill>
                        <a:schemeClr val="bg1">
                          <a:lumMod val="85000"/>
                        </a:schemeClr>
                      </a:solidFill>
                    </a:tcPr>
                  </a:tc>
                  <a:extLst>
                    <a:ext uri="{0D108BD9-81ED-4DB2-BD59-A6C34878D82A}">
                      <a16:rowId xmlns:a16="http://schemas.microsoft.com/office/drawing/2014/main" val="3721506471"/>
                    </a:ext>
                  </a:extLst>
                </a:tr>
              </a:tbl>
            </a:graphicData>
          </a:graphic>
        </p:graphicFrame>
        <p:sp>
          <p:nvSpPr>
            <p:cNvPr id="2" name="Flowchart: Connector 25">
              <a:extLst>
                <a:ext uri="{FF2B5EF4-FFF2-40B4-BE49-F238E27FC236}">
                  <a16:creationId xmlns:a16="http://schemas.microsoft.com/office/drawing/2014/main" id="{8A2C8C6F-E5C6-5161-8ABF-4E973598869B}"/>
                </a:ext>
              </a:extLst>
            </p:cNvPr>
            <p:cNvSpPr/>
            <p:nvPr/>
          </p:nvSpPr>
          <p:spPr bwMode="gray">
            <a:xfrm>
              <a:off x="11987896" y="1285006"/>
              <a:ext cx="113759" cy="108000"/>
            </a:xfrm>
            <a:prstGeom prst="flowChartConnector">
              <a:avLst/>
            </a:prstGeom>
            <a:solidFill>
              <a:srgbClr val="00993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4" name="Flowchart: Connector 25">
              <a:extLst>
                <a:ext uri="{FF2B5EF4-FFF2-40B4-BE49-F238E27FC236}">
                  <a16:creationId xmlns:a16="http://schemas.microsoft.com/office/drawing/2014/main" id="{1C3451B2-B6D7-7DFA-4659-062EBB103D53}"/>
                </a:ext>
              </a:extLst>
            </p:cNvPr>
            <p:cNvSpPr/>
            <p:nvPr/>
          </p:nvSpPr>
          <p:spPr bwMode="gray">
            <a:xfrm>
              <a:off x="11987896" y="1930160"/>
              <a:ext cx="113759" cy="108000"/>
            </a:xfrm>
            <a:prstGeom prst="flowChartConnector">
              <a:avLst/>
            </a:prstGeom>
            <a:solidFill>
              <a:srgbClr val="00993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solidFill>
                <a:effectLst/>
                <a:uLnTx/>
                <a:uFillTx/>
                <a:latin typeface="Boehringer Forward Text"/>
                <a:ea typeface="+mn-ea"/>
                <a:cs typeface="+mn-cs"/>
              </a:endParaRPr>
            </a:p>
          </p:txBody>
        </p:sp>
      </p:grpSp>
    </p:spTree>
    <p:extLst>
      <p:ext uri="{BB962C8B-B14F-4D97-AF65-F5344CB8AC3E}">
        <p14:creationId xmlns:p14="http://schemas.microsoft.com/office/powerpoint/2010/main" val="10019081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E926FAD-313C-C321-5EB0-749CA11C3F8F}"/>
              </a:ext>
            </a:extLst>
          </p:cNvPr>
          <p:cNvSpPr>
            <a:spLocks noGrp="1"/>
          </p:cNvSpPr>
          <p:nvPr>
            <p:ph type="title"/>
          </p:nvPr>
        </p:nvSpPr>
        <p:spPr>
          <a:xfrm>
            <a:off x="385126" y="323164"/>
            <a:ext cx="11233151" cy="720000"/>
          </a:xfrm>
        </p:spPr>
        <p:txBody>
          <a:bodyPr/>
          <a:lstStyle/>
          <a:p>
            <a:r>
              <a:rPr lang="en-US" altLang="zh-CN"/>
              <a:t>Follow-up action</a:t>
            </a:r>
            <a:endParaRPr lang="zh-CN" altLang="en-US"/>
          </a:p>
        </p:txBody>
      </p:sp>
      <p:sp>
        <p:nvSpPr>
          <p:cNvPr id="3" name="文本占位符 2">
            <a:extLst>
              <a:ext uri="{FF2B5EF4-FFF2-40B4-BE49-F238E27FC236}">
                <a16:creationId xmlns:a16="http://schemas.microsoft.com/office/drawing/2014/main" id="{27460AD3-0335-1F8A-F35D-EEFD1B90BC37}"/>
              </a:ext>
            </a:extLst>
          </p:cNvPr>
          <p:cNvSpPr>
            <a:spLocks noGrp="1"/>
          </p:cNvSpPr>
          <p:nvPr>
            <p:ph type="body" sz="quarter" idx="13"/>
          </p:nvPr>
        </p:nvSpPr>
        <p:spPr>
          <a:xfrm>
            <a:off x="479998" y="5759560"/>
            <a:ext cx="11232000" cy="144000"/>
          </a:xfrm>
        </p:spPr>
        <p:txBody>
          <a:bodyPr/>
          <a:lstStyle/>
          <a:p>
            <a:endParaRPr lang="zh-CN" altLang="en-US"/>
          </a:p>
        </p:txBody>
      </p:sp>
      <p:sp>
        <p:nvSpPr>
          <p:cNvPr id="4" name="页脚占位符 3">
            <a:extLst>
              <a:ext uri="{FF2B5EF4-FFF2-40B4-BE49-F238E27FC236}">
                <a16:creationId xmlns:a16="http://schemas.microsoft.com/office/drawing/2014/main" id="{7C3FD39E-21DF-69C7-9DBC-98CD8374AC0C}"/>
              </a:ext>
            </a:extLst>
          </p:cNvPr>
          <p:cNvSpPr>
            <a:spLocks noGrp="1"/>
          </p:cNvSpPr>
          <p:nvPr>
            <p:ph type="ftr" sz="quarter" idx="10"/>
          </p:nvPr>
        </p:nvSpPr>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a:ea typeface="+mn-ea"/>
                <a:cs typeface="+mn-cs"/>
              </a:rPr>
              <a:t>Presentation title    |    ONLY FOR INTERNAL USE</a:t>
            </a:r>
          </a:p>
        </p:txBody>
      </p:sp>
      <p:sp>
        <p:nvSpPr>
          <p:cNvPr id="5" name="灯片编号占位符 4">
            <a:extLst>
              <a:ext uri="{FF2B5EF4-FFF2-40B4-BE49-F238E27FC236}">
                <a16:creationId xmlns:a16="http://schemas.microsoft.com/office/drawing/2014/main" id="{965A47D7-8DAD-A799-A76E-4E1C4F7E1CA6}"/>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graphicFrame>
        <p:nvGraphicFramePr>
          <p:cNvPr id="6" name="表格 5">
            <a:extLst>
              <a:ext uri="{FF2B5EF4-FFF2-40B4-BE49-F238E27FC236}">
                <a16:creationId xmlns:a16="http://schemas.microsoft.com/office/drawing/2014/main" id="{93D067D9-895C-579C-C892-84DDF5C20E23}"/>
              </a:ext>
            </a:extLst>
          </p:cNvPr>
          <p:cNvGraphicFramePr>
            <a:graphicFrameLocks noGrp="1"/>
          </p:cNvGraphicFramePr>
          <p:nvPr/>
        </p:nvGraphicFramePr>
        <p:xfrm>
          <a:off x="479998" y="1187794"/>
          <a:ext cx="11291481" cy="1511863"/>
        </p:xfrm>
        <a:graphic>
          <a:graphicData uri="http://schemas.openxmlformats.org/drawingml/2006/table">
            <a:tbl>
              <a:tblPr firstRow="1" bandRow="1">
                <a:tableStyleId>{21E4AEA4-8DFA-4A89-87EB-49C32662AFE0}</a:tableStyleId>
              </a:tblPr>
              <a:tblGrid>
                <a:gridCol w="1159053">
                  <a:extLst>
                    <a:ext uri="{9D8B030D-6E8A-4147-A177-3AD203B41FA5}">
                      <a16:colId xmlns:a16="http://schemas.microsoft.com/office/drawing/2014/main" val="3896710220"/>
                    </a:ext>
                  </a:extLst>
                </a:gridCol>
                <a:gridCol w="1488564">
                  <a:extLst>
                    <a:ext uri="{9D8B030D-6E8A-4147-A177-3AD203B41FA5}">
                      <a16:colId xmlns:a16="http://schemas.microsoft.com/office/drawing/2014/main" val="2969836855"/>
                    </a:ext>
                  </a:extLst>
                </a:gridCol>
                <a:gridCol w="2160819">
                  <a:extLst>
                    <a:ext uri="{9D8B030D-6E8A-4147-A177-3AD203B41FA5}">
                      <a16:colId xmlns:a16="http://schemas.microsoft.com/office/drawing/2014/main" val="3698785302"/>
                    </a:ext>
                  </a:extLst>
                </a:gridCol>
                <a:gridCol w="1274277">
                  <a:extLst>
                    <a:ext uri="{9D8B030D-6E8A-4147-A177-3AD203B41FA5}">
                      <a16:colId xmlns:a16="http://schemas.microsoft.com/office/drawing/2014/main" val="937853178"/>
                    </a:ext>
                  </a:extLst>
                </a:gridCol>
                <a:gridCol w="5208768">
                  <a:extLst>
                    <a:ext uri="{9D8B030D-6E8A-4147-A177-3AD203B41FA5}">
                      <a16:colId xmlns:a16="http://schemas.microsoft.com/office/drawing/2014/main" val="1924168970"/>
                    </a:ext>
                  </a:extLst>
                </a:gridCol>
              </a:tblGrid>
              <a:tr h="791702">
                <a:tc>
                  <a:txBody>
                    <a:bodyPr/>
                    <a:lstStyle>
                      <a:lvl1pPr marL="0" algn="l" defTabSz="1219170" rtl="0" eaLnBrk="1" latinLnBrk="0" hangingPunct="1">
                        <a:defRPr sz="2400" b="1" kern="1200">
                          <a:solidFill>
                            <a:schemeClr val="lt1"/>
                          </a:solidFill>
                          <a:latin typeface="Calibri"/>
                        </a:defRPr>
                      </a:lvl1pPr>
                      <a:lvl2pPr marL="609585" algn="l" defTabSz="1219170" rtl="0" eaLnBrk="1" latinLnBrk="0" hangingPunct="1">
                        <a:defRPr sz="2400" b="1" kern="1200">
                          <a:solidFill>
                            <a:schemeClr val="lt1"/>
                          </a:solidFill>
                          <a:latin typeface="Calibri"/>
                        </a:defRPr>
                      </a:lvl2pPr>
                      <a:lvl3pPr marL="1219170" algn="l" defTabSz="1219170" rtl="0" eaLnBrk="1" latinLnBrk="0" hangingPunct="1">
                        <a:defRPr sz="2400" b="1" kern="1200">
                          <a:solidFill>
                            <a:schemeClr val="lt1"/>
                          </a:solidFill>
                          <a:latin typeface="Calibri"/>
                        </a:defRPr>
                      </a:lvl3pPr>
                      <a:lvl4pPr marL="1828754" algn="l" defTabSz="1219170" rtl="0" eaLnBrk="1" latinLnBrk="0" hangingPunct="1">
                        <a:defRPr sz="2400" b="1" kern="1200">
                          <a:solidFill>
                            <a:schemeClr val="lt1"/>
                          </a:solidFill>
                          <a:latin typeface="Calibri"/>
                        </a:defRPr>
                      </a:lvl4pPr>
                      <a:lvl5pPr marL="2438339" algn="l" defTabSz="1219170" rtl="0" eaLnBrk="1" latinLnBrk="0" hangingPunct="1">
                        <a:defRPr sz="2400" b="1" kern="1200">
                          <a:solidFill>
                            <a:schemeClr val="lt1"/>
                          </a:solidFill>
                          <a:latin typeface="Calibri"/>
                        </a:defRPr>
                      </a:lvl5pPr>
                      <a:lvl6pPr marL="3047924" algn="l" defTabSz="1219170" rtl="0" eaLnBrk="1" latinLnBrk="0" hangingPunct="1">
                        <a:defRPr sz="2400" b="1" kern="1200">
                          <a:solidFill>
                            <a:schemeClr val="lt1"/>
                          </a:solidFill>
                          <a:latin typeface="Calibri"/>
                        </a:defRPr>
                      </a:lvl6pPr>
                      <a:lvl7pPr marL="3657509" algn="l" defTabSz="1219170" rtl="0" eaLnBrk="1" latinLnBrk="0" hangingPunct="1">
                        <a:defRPr sz="2400" b="1" kern="1200">
                          <a:solidFill>
                            <a:schemeClr val="lt1"/>
                          </a:solidFill>
                          <a:latin typeface="Calibri"/>
                        </a:defRPr>
                      </a:lvl7pPr>
                      <a:lvl8pPr marL="4267093" algn="l" defTabSz="1219170" rtl="0" eaLnBrk="1" latinLnBrk="0" hangingPunct="1">
                        <a:defRPr sz="2400" b="1" kern="1200">
                          <a:solidFill>
                            <a:schemeClr val="lt1"/>
                          </a:solidFill>
                          <a:latin typeface="Calibri"/>
                        </a:defRPr>
                      </a:lvl8pPr>
                      <a:lvl9pPr marL="4876678" algn="l" defTabSz="1219170" rtl="0" eaLnBrk="1" latinLnBrk="0" hangingPunct="1">
                        <a:defRPr sz="2400" b="1" kern="1200">
                          <a:solidFill>
                            <a:schemeClr val="lt1"/>
                          </a:solidFill>
                          <a:latin typeface="Calibr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kern="1200">
                          <a:solidFill>
                            <a:schemeClr val="accent1">
                              <a:lumMod val="90000"/>
                              <a:lumOff val="10000"/>
                            </a:schemeClr>
                          </a:solidFill>
                        </a:rPr>
                        <a:t>Product</a:t>
                      </a:r>
                      <a:endParaRPr lang="en-US" altLang="zh-CN" sz="1600" kern="1200">
                        <a:solidFill>
                          <a:schemeClr val="accent1">
                            <a:lumMod val="90000"/>
                            <a:lumOff val="10000"/>
                          </a:schemeClr>
                        </a:solidFill>
                        <a:latin typeface="Calibri"/>
                        <a:ea typeface="+mn-ea"/>
                        <a:cs typeface="+mn-cs"/>
                      </a:endParaRPr>
                    </a:p>
                  </a:txBody>
                  <a:tcPr marL="92810" marR="92810" marT="38100" marB="38100" anchor="ctr">
                    <a:solidFill>
                      <a:schemeClr val="bg1">
                        <a:lumMod val="85000"/>
                      </a:schemeClr>
                    </a:solidFill>
                  </a:tcPr>
                </a:tc>
                <a:tc>
                  <a:txBody>
                    <a:bodyPr/>
                    <a:lstStyle>
                      <a:lvl1pPr marL="0" algn="l" defTabSz="1219170" rtl="0" eaLnBrk="1" latinLnBrk="0" hangingPunct="1">
                        <a:defRPr sz="2400" b="1" kern="1200">
                          <a:solidFill>
                            <a:schemeClr val="lt1"/>
                          </a:solidFill>
                          <a:latin typeface="Calibri"/>
                        </a:defRPr>
                      </a:lvl1pPr>
                      <a:lvl2pPr marL="609585" algn="l" defTabSz="1219170" rtl="0" eaLnBrk="1" latinLnBrk="0" hangingPunct="1">
                        <a:defRPr sz="2400" b="1" kern="1200">
                          <a:solidFill>
                            <a:schemeClr val="lt1"/>
                          </a:solidFill>
                          <a:latin typeface="Calibri"/>
                        </a:defRPr>
                      </a:lvl2pPr>
                      <a:lvl3pPr marL="1219170" algn="l" defTabSz="1219170" rtl="0" eaLnBrk="1" latinLnBrk="0" hangingPunct="1">
                        <a:defRPr sz="2400" b="1" kern="1200">
                          <a:solidFill>
                            <a:schemeClr val="lt1"/>
                          </a:solidFill>
                          <a:latin typeface="Calibri"/>
                        </a:defRPr>
                      </a:lvl3pPr>
                      <a:lvl4pPr marL="1828754" algn="l" defTabSz="1219170" rtl="0" eaLnBrk="1" latinLnBrk="0" hangingPunct="1">
                        <a:defRPr sz="2400" b="1" kern="1200">
                          <a:solidFill>
                            <a:schemeClr val="lt1"/>
                          </a:solidFill>
                          <a:latin typeface="Calibri"/>
                        </a:defRPr>
                      </a:lvl4pPr>
                      <a:lvl5pPr marL="2438339" algn="l" defTabSz="1219170" rtl="0" eaLnBrk="1" latinLnBrk="0" hangingPunct="1">
                        <a:defRPr sz="2400" b="1" kern="1200">
                          <a:solidFill>
                            <a:schemeClr val="lt1"/>
                          </a:solidFill>
                          <a:latin typeface="Calibri"/>
                        </a:defRPr>
                      </a:lvl5pPr>
                      <a:lvl6pPr marL="3047924" algn="l" defTabSz="1219170" rtl="0" eaLnBrk="1" latinLnBrk="0" hangingPunct="1">
                        <a:defRPr sz="2400" b="1" kern="1200">
                          <a:solidFill>
                            <a:schemeClr val="lt1"/>
                          </a:solidFill>
                          <a:latin typeface="Calibri"/>
                        </a:defRPr>
                      </a:lvl6pPr>
                      <a:lvl7pPr marL="3657509" algn="l" defTabSz="1219170" rtl="0" eaLnBrk="1" latinLnBrk="0" hangingPunct="1">
                        <a:defRPr sz="2400" b="1" kern="1200">
                          <a:solidFill>
                            <a:schemeClr val="lt1"/>
                          </a:solidFill>
                          <a:latin typeface="Calibri"/>
                        </a:defRPr>
                      </a:lvl7pPr>
                      <a:lvl8pPr marL="4267093" algn="l" defTabSz="1219170" rtl="0" eaLnBrk="1" latinLnBrk="0" hangingPunct="1">
                        <a:defRPr sz="2400" b="1" kern="1200">
                          <a:solidFill>
                            <a:schemeClr val="lt1"/>
                          </a:solidFill>
                          <a:latin typeface="Calibri"/>
                        </a:defRPr>
                      </a:lvl8pPr>
                      <a:lvl9pPr marL="4876678" algn="l" defTabSz="1219170" rtl="0" eaLnBrk="1" latinLnBrk="0" hangingPunct="1">
                        <a:defRPr sz="2400" b="1" kern="1200">
                          <a:solidFill>
                            <a:schemeClr val="lt1"/>
                          </a:solidFill>
                          <a:latin typeface="Calibr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kern="1200">
                          <a:solidFill>
                            <a:schemeClr val="accent1">
                              <a:lumMod val="90000"/>
                              <a:lumOff val="10000"/>
                            </a:schemeClr>
                          </a:solidFill>
                        </a:rPr>
                        <a:t>Indication</a:t>
                      </a:r>
                      <a:endParaRPr lang="en-US" sz="1600" kern="1200">
                        <a:solidFill>
                          <a:schemeClr val="accent1">
                            <a:lumMod val="90000"/>
                            <a:lumOff val="10000"/>
                          </a:schemeClr>
                        </a:solidFill>
                        <a:latin typeface="Calibri"/>
                        <a:ea typeface="+mn-ea"/>
                        <a:cs typeface="+mn-cs"/>
                      </a:endParaRPr>
                    </a:p>
                  </a:txBody>
                  <a:tcPr marL="92810" marR="92810" marT="38100" marB="38100" anchor="ctr">
                    <a:solidFill>
                      <a:schemeClr val="bg1">
                        <a:lumMod val="85000"/>
                      </a:schemeClr>
                    </a:solidFill>
                  </a:tcPr>
                </a:tc>
                <a:tc>
                  <a:txBody>
                    <a:bodyPr/>
                    <a:lstStyle>
                      <a:lvl1pPr marL="0" algn="l" defTabSz="1219170" rtl="0" eaLnBrk="1" latinLnBrk="0" hangingPunct="1">
                        <a:defRPr sz="2400" b="1" kern="1200">
                          <a:solidFill>
                            <a:schemeClr val="lt1"/>
                          </a:solidFill>
                          <a:latin typeface="Calibri"/>
                        </a:defRPr>
                      </a:lvl1pPr>
                      <a:lvl2pPr marL="609585" algn="l" defTabSz="1219170" rtl="0" eaLnBrk="1" latinLnBrk="0" hangingPunct="1">
                        <a:defRPr sz="2400" b="1" kern="1200">
                          <a:solidFill>
                            <a:schemeClr val="lt1"/>
                          </a:solidFill>
                          <a:latin typeface="Calibri"/>
                        </a:defRPr>
                      </a:lvl2pPr>
                      <a:lvl3pPr marL="1219170" algn="l" defTabSz="1219170" rtl="0" eaLnBrk="1" latinLnBrk="0" hangingPunct="1">
                        <a:defRPr sz="2400" b="1" kern="1200">
                          <a:solidFill>
                            <a:schemeClr val="lt1"/>
                          </a:solidFill>
                          <a:latin typeface="Calibri"/>
                        </a:defRPr>
                      </a:lvl3pPr>
                      <a:lvl4pPr marL="1828754" algn="l" defTabSz="1219170" rtl="0" eaLnBrk="1" latinLnBrk="0" hangingPunct="1">
                        <a:defRPr sz="2400" b="1" kern="1200">
                          <a:solidFill>
                            <a:schemeClr val="lt1"/>
                          </a:solidFill>
                          <a:latin typeface="Calibri"/>
                        </a:defRPr>
                      </a:lvl4pPr>
                      <a:lvl5pPr marL="2438339" algn="l" defTabSz="1219170" rtl="0" eaLnBrk="1" latinLnBrk="0" hangingPunct="1">
                        <a:defRPr sz="2400" b="1" kern="1200">
                          <a:solidFill>
                            <a:schemeClr val="lt1"/>
                          </a:solidFill>
                          <a:latin typeface="Calibri"/>
                        </a:defRPr>
                      </a:lvl5pPr>
                      <a:lvl6pPr marL="3047924" algn="l" defTabSz="1219170" rtl="0" eaLnBrk="1" latinLnBrk="0" hangingPunct="1">
                        <a:defRPr sz="2400" b="1" kern="1200">
                          <a:solidFill>
                            <a:schemeClr val="lt1"/>
                          </a:solidFill>
                          <a:latin typeface="Calibri"/>
                        </a:defRPr>
                      </a:lvl6pPr>
                      <a:lvl7pPr marL="3657509" algn="l" defTabSz="1219170" rtl="0" eaLnBrk="1" latinLnBrk="0" hangingPunct="1">
                        <a:defRPr sz="2400" b="1" kern="1200">
                          <a:solidFill>
                            <a:schemeClr val="lt1"/>
                          </a:solidFill>
                          <a:latin typeface="Calibri"/>
                        </a:defRPr>
                      </a:lvl7pPr>
                      <a:lvl8pPr marL="4267093" algn="l" defTabSz="1219170" rtl="0" eaLnBrk="1" latinLnBrk="0" hangingPunct="1">
                        <a:defRPr sz="2400" b="1" kern="1200">
                          <a:solidFill>
                            <a:schemeClr val="lt1"/>
                          </a:solidFill>
                          <a:latin typeface="Calibri"/>
                        </a:defRPr>
                      </a:lvl8pPr>
                      <a:lvl9pPr marL="4876678" algn="l" defTabSz="1219170" rtl="0" eaLnBrk="1" latinLnBrk="0" hangingPunct="1">
                        <a:defRPr sz="2400" b="1" kern="1200">
                          <a:solidFill>
                            <a:schemeClr val="lt1"/>
                          </a:solidFill>
                          <a:latin typeface="Calibr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kern="1200">
                          <a:solidFill>
                            <a:schemeClr val="accent1">
                              <a:lumMod val="90000"/>
                              <a:lumOff val="10000"/>
                            </a:schemeClr>
                          </a:solidFill>
                        </a:rPr>
                        <a:t>Study</a:t>
                      </a:r>
                      <a:r>
                        <a:rPr lang="en-US" altLang="zh-CN" sz="1600" kern="1200" baseline="0">
                          <a:solidFill>
                            <a:schemeClr val="accent1">
                              <a:lumMod val="90000"/>
                              <a:lumOff val="10000"/>
                            </a:schemeClr>
                          </a:solidFill>
                        </a:rPr>
                        <a:t> no.</a:t>
                      </a:r>
                      <a:endParaRPr lang="zh-CN" altLang="en-US" sz="1600" kern="1200">
                        <a:solidFill>
                          <a:schemeClr val="accent1">
                            <a:lumMod val="90000"/>
                            <a:lumOff val="10000"/>
                          </a:schemeClr>
                        </a:solidFill>
                        <a:latin typeface="Calibri"/>
                        <a:ea typeface="+mn-ea"/>
                        <a:cs typeface="+mn-cs"/>
                      </a:endParaRPr>
                    </a:p>
                  </a:txBody>
                  <a:tcPr marL="92810" marR="92810"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b="1" kern="1200">
                          <a:solidFill>
                            <a:schemeClr val="accent1">
                              <a:lumMod val="90000"/>
                              <a:lumOff val="10000"/>
                            </a:schemeClr>
                          </a:solidFill>
                          <a:latin typeface="Calibri"/>
                          <a:ea typeface="+mn-ea"/>
                          <a:cs typeface="+mn-cs"/>
                        </a:rPr>
                        <a:t>China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b="1" kern="1200">
                          <a:solidFill>
                            <a:schemeClr val="accent1">
                              <a:lumMod val="90000"/>
                              <a:lumOff val="10000"/>
                            </a:schemeClr>
                          </a:solidFill>
                          <a:latin typeface="Calibri"/>
                          <a:ea typeface="+mn-ea"/>
                          <a:cs typeface="+mn-cs"/>
                        </a:rPr>
                        <a:t>Dev. Strat.</a:t>
                      </a:r>
                      <a:endParaRPr lang="zh-CN" altLang="en-US" sz="1600" b="1" kern="1200">
                        <a:solidFill>
                          <a:schemeClr val="accent1">
                            <a:lumMod val="90000"/>
                            <a:lumOff val="10000"/>
                          </a:schemeClr>
                        </a:solidFill>
                        <a:latin typeface="Calibri"/>
                        <a:ea typeface="+mn-ea"/>
                        <a:cs typeface="+mn-cs"/>
                      </a:endParaRPr>
                    </a:p>
                  </a:txBody>
                  <a:tcPr marL="92810" marR="92810" anchor="ctr">
                    <a:solidFill>
                      <a:schemeClr val="bg1">
                        <a:lumMod val="85000"/>
                      </a:schemeClr>
                    </a:solidFill>
                  </a:tcPr>
                </a:tc>
                <a:tc>
                  <a:txBody>
                    <a:bodyPr/>
                    <a:lstStyle>
                      <a:lvl1pPr marL="0" algn="l" defTabSz="1219170" rtl="0" eaLnBrk="1" latinLnBrk="0" hangingPunct="1">
                        <a:defRPr sz="2400" b="1" kern="1200">
                          <a:solidFill>
                            <a:schemeClr val="lt1"/>
                          </a:solidFill>
                          <a:latin typeface="Calibri"/>
                        </a:defRPr>
                      </a:lvl1pPr>
                      <a:lvl2pPr marL="609585" algn="l" defTabSz="1219170" rtl="0" eaLnBrk="1" latinLnBrk="0" hangingPunct="1">
                        <a:defRPr sz="2400" b="1" kern="1200">
                          <a:solidFill>
                            <a:schemeClr val="lt1"/>
                          </a:solidFill>
                          <a:latin typeface="Calibri"/>
                        </a:defRPr>
                      </a:lvl2pPr>
                      <a:lvl3pPr marL="1219170" algn="l" defTabSz="1219170" rtl="0" eaLnBrk="1" latinLnBrk="0" hangingPunct="1">
                        <a:defRPr sz="2400" b="1" kern="1200">
                          <a:solidFill>
                            <a:schemeClr val="lt1"/>
                          </a:solidFill>
                          <a:latin typeface="Calibri"/>
                        </a:defRPr>
                      </a:lvl3pPr>
                      <a:lvl4pPr marL="1828754" algn="l" defTabSz="1219170" rtl="0" eaLnBrk="1" latinLnBrk="0" hangingPunct="1">
                        <a:defRPr sz="2400" b="1" kern="1200">
                          <a:solidFill>
                            <a:schemeClr val="lt1"/>
                          </a:solidFill>
                          <a:latin typeface="Calibri"/>
                        </a:defRPr>
                      </a:lvl4pPr>
                      <a:lvl5pPr marL="2438339" algn="l" defTabSz="1219170" rtl="0" eaLnBrk="1" latinLnBrk="0" hangingPunct="1">
                        <a:defRPr sz="2400" b="1" kern="1200">
                          <a:solidFill>
                            <a:schemeClr val="lt1"/>
                          </a:solidFill>
                          <a:latin typeface="Calibri"/>
                        </a:defRPr>
                      </a:lvl5pPr>
                      <a:lvl6pPr marL="3047924" algn="l" defTabSz="1219170" rtl="0" eaLnBrk="1" latinLnBrk="0" hangingPunct="1">
                        <a:defRPr sz="2400" b="1" kern="1200">
                          <a:solidFill>
                            <a:schemeClr val="lt1"/>
                          </a:solidFill>
                          <a:latin typeface="Calibri"/>
                        </a:defRPr>
                      </a:lvl6pPr>
                      <a:lvl7pPr marL="3657509" algn="l" defTabSz="1219170" rtl="0" eaLnBrk="1" latinLnBrk="0" hangingPunct="1">
                        <a:defRPr sz="2400" b="1" kern="1200">
                          <a:solidFill>
                            <a:schemeClr val="lt1"/>
                          </a:solidFill>
                          <a:latin typeface="Calibri"/>
                        </a:defRPr>
                      </a:lvl7pPr>
                      <a:lvl8pPr marL="4267093" algn="l" defTabSz="1219170" rtl="0" eaLnBrk="1" latinLnBrk="0" hangingPunct="1">
                        <a:defRPr sz="2400" b="1" kern="1200">
                          <a:solidFill>
                            <a:schemeClr val="lt1"/>
                          </a:solidFill>
                          <a:latin typeface="Calibri"/>
                        </a:defRPr>
                      </a:lvl8pPr>
                      <a:lvl9pPr marL="4876678" algn="l" defTabSz="1219170" rtl="0" eaLnBrk="1" latinLnBrk="0" hangingPunct="1">
                        <a:defRPr sz="2400" b="1" kern="1200">
                          <a:solidFill>
                            <a:schemeClr val="lt1"/>
                          </a:solidFill>
                          <a:latin typeface="Calibr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600" b="1" kern="1200">
                          <a:solidFill>
                            <a:schemeClr val="accent1">
                              <a:lumMod val="90000"/>
                              <a:lumOff val="10000"/>
                            </a:schemeClr>
                          </a:solidFill>
                          <a:latin typeface="Calibri"/>
                          <a:ea typeface="+mn-ea"/>
                          <a:cs typeface="+mn-cs"/>
                        </a:rPr>
                        <a:t>actions</a:t>
                      </a:r>
                      <a:endParaRPr lang="zh-CN" altLang="en-US" sz="1600" b="1" kern="1200">
                        <a:solidFill>
                          <a:schemeClr val="accent1">
                            <a:lumMod val="90000"/>
                            <a:lumOff val="10000"/>
                          </a:schemeClr>
                        </a:solidFill>
                        <a:latin typeface="Calibri"/>
                        <a:ea typeface="+mn-ea"/>
                        <a:cs typeface="+mn-cs"/>
                      </a:endParaRPr>
                    </a:p>
                  </a:txBody>
                  <a:tcPr marL="92810" marR="92810" anchor="ctr">
                    <a:solidFill>
                      <a:schemeClr val="bg1">
                        <a:lumMod val="85000"/>
                      </a:schemeClr>
                    </a:solidFill>
                  </a:tcPr>
                </a:tc>
                <a:extLst>
                  <a:ext uri="{0D108BD9-81ED-4DB2-BD59-A6C34878D82A}">
                    <a16:rowId xmlns:a16="http://schemas.microsoft.com/office/drawing/2014/main" val="1989909071"/>
                  </a:ext>
                </a:extLst>
              </a:tr>
              <a:tr h="72016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kern="1200">
                          <a:solidFill>
                            <a:schemeClr val="tx1"/>
                          </a:solidFill>
                          <a:latin typeface="+mn-lt"/>
                          <a:ea typeface="+mn-ea"/>
                          <a:cs typeface="+mn-cs"/>
                        </a:rPr>
                        <a:t>Afatinib 40mg</a:t>
                      </a:r>
                    </a:p>
                  </a:txBody>
                  <a:tcPr marL="92810" marR="92810" marT="38100" marB="38100"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kern="1200" err="1">
                          <a:solidFill>
                            <a:schemeClr val="tx1"/>
                          </a:solidFill>
                          <a:latin typeface="+mn-lt"/>
                          <a:ea typeface="+mn-ea"/>
                          <a:cs typeface="+mn-cs"/>
                        </a:rPr>
                        <a:t>SqCC</a:t>
                      </a:r>
                      <a:endParaRPr lang="zh-CN" altLang="en-US" sz="1000" kern="1200">
                        <a:solidFill>
                          <a:schemeClr val="tx1"/>
                        </a:solidFill>
                        <a:latin typeface="+mn-lt"/>
                        <a:ea typeface="+mn-ea"/>
                        <a:cs typeface="+mn-cs"/>
                      </a:endParaRPr>
                    </a:p>
                  </a:txBody>
                  <a:tcPr marL="92810" marR="92810" marT="38100" marB="38100"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kern="1200">
                          <a:solidFill>
                            <a:schemeClr val="tx1"/>
                          </a:solidFill>
                          <a:latin typeface="+mn-lt"/>
                          <a:ea typeface="+mn-ea"/>
                          <a:cs typeface="+mn-cs"/>
                        </a:rPr>
                        <a:t>IIS (1200-0279)</a:t>
                      </a:r>
                    </a:p>
                  </a:txBody>
                  <a:tcPr marL="92810" marR="92810" marT="38100" marB="38100"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kern="1200" noProof="0">
                          <a:solidFill>
                            <a:schemeClr val="tx1"/>
                          </a:solidFill>
                          <a:latin typeface="+mn-lt"/>
                          <a:ea typeface="+mn-ea"/>
                          <a:cs typeface="+mn-cs"/>
                        </a:rPr>
                        <a:t>China alone</a:t>
                      </a:r>
                    </a:p>
                  </a:txBody>
                  <a:tcPr marL="92810" marR="92810" marT="38100" marB="38100" anchor="ctr">
                    <a:solidFill>
                      <a:schemeClr val="bg1">
                        <a:lumMod val="8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US" altLang="zh-CN" sz="1000" kern="1200" baseline="0">
                          <a:solidFill>
                            <a:schemeClr val="tx1"/>
                          </a:solidFill>
                          <a:latin typeface="+mn-lt"/>
                          <a:ea typeface="+mn-ea"/>
                          <a:cs typeface="+mn-cs"/>
                        </a:rPr>
                        <a:t>Publication plan (ongoing)</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en-US" altLang="zh-CN" sz="1000" kern="1200" baseline="0">
                          <a:solidFill>
                            <a:schemeClr val="tx1"/>
                          </a:solidFill>
                          <a:latin typeface="+mn-lt"/>
                          <a:ea typeface="+mn-ea"/>
                          <a:cs typeface="+mn-cs"/>
                        </a:rPr>
                        <a:t>Budget summary </a:t>
                      </a:r>
                      <a:r>
                        <a:rPr lang="zh-CN" altLang="en-US" sz="1000" kern="1200" baseline="0">
                          <a:solidFill>
                            <a:schemeClr val="tx1"/>
                          </a:solidFill>
                          <a:latin typeface="+mn-lt"/>
                          <a:ea typeface="+mn-ea"/>
                          <a:cs typeface="+mn-cs"/>
                        </a:rPr>
                        <a:t>（</a:t>
                      </a:r>
                      <a:r>
                        <a:rPr lang="en-US" altLang="zh-CN" sz="1000" kern="1200" baseline="0">
                          <a:solidFill>
                            <a:schemeClr val="tx1"/>
                          </a:solidFill>
                          <a:latin typeface="+mn-lt"/>
                          <a:ea typeface="+mn-ea"/>
                          <a:cs typeface="+mn-cs"/>
                        </a:rPr>
                        <a:t>site template</a:t>
                      </a:r>
                      <a:r>
                        <a:rPr lang="zh-CN" altLang="en-US" sz="1000" kern="1200" baseline="0">
                          <a:solidFill>
                            <a:schemeClr val="tx1"/>
                          </a:solidFill>
                          <a:latin typeface="+mn-lt"/>
                          <a:ea typeface="+mn-ea"/>
                          <a:cs typeface="+mn-cs"/>
                        </a:rPr>
                        <a:t>）</a:t>
                      </a:r>
                      <a:r>
                        <a:rPr lang="en-US" altLang="zh-CN" sz="1000" kern="1200" baseline="0">
                          <a:solidFill>
                            <a:schemeClr val="tx1"/>
                          </a:solidFill>
                          <a:latin typeface="+mn-lt"/>
                          <a:ea typeface="+mn-ea"/>
                          <a:cs typeface="+mn-cs"/>
                        </a:rPr>
                        <a:t>with PI signature (done on 23Jan 2025)</a:t>
                      </a:r>
                    </a:p>
                  </a:txBody>
                  <a:tcPr marL="92810" marR="92810" marT="38100" marB="38100" anchor="ctr">
                    <a:solidFill>
                      <a:schemeClr val="bg1">
                        <a:lumMod val="85000"/>
                      </a:schemeClr>
                    </a:solidFill>
                  </a:tcPr>
                </a:tc>
                <a:extLst>
                  <a:ext uri="{0D108BD9-81ED-4DB2-BD59-A6C34878D82A}">
                    <a16:rowId xmlns:a16="http://schemas.microsoft.com/office/drawing/2014/main" val="1493569306"/>
                  </a:ext>
                </a:extLst>
              </a:tr>
            </a:tbl>
          </a:graphicData>
        </a:graphic>
      </p:graphicFrame>
    </p:spTree>
    <p:extLst>
      <p:ext uri="{BB962C8B-B14F-4D97-AF65-F5344CB8AC3E}">
        <p14:creationId xmlns:p14="http://schemas.microsoft.com/office/powerpoint/2010/main" val="25379698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标题 4"/>
          <p:cNvSpPr>
            <a:spLocks noGrp="1"/>
          </p:cNvSpPr>
          <p:nvPr>
            <p:ph type="title"/>
          </p:nvPr>
        </p:nvSpPr>
        <p:spPr>
          <a:xfrm>
            <a:off x="82194" y="34119"/>
            <a:ext cx="11233151" cy="498768"/>
          </a:xfrm>
        </p:spPr>
        <p:txBody>
          <a:bodyPr/>
          <a:lstStyle/>
          <a:p>
            <a:r>
              <a:rPr lang="en-US" altLang="zh-CN" sz="2800"/>
              <a:t>Mature Product Overview – INFL</a:t>
            </a:r>
            <a:endParaRPr lang="en-US" altLang="zh-CN"/>
          </a:p>
        </p:txBody>
      </p:sp>
      <p:grpSp>
        <p:nvGrpSpPr>
          <p:cNvPr id="27" name="组合 26">
            <a:extLst>
              <a:ext uri="{FF2B5EF4-FFF2-40B4-BE49-F238E27FC236}">
                <a16:creationId xmlns:a16="http://schemas.microsoft.com/office/drawing/2014/main" id="{4FE1BE6A-CD2E-5259-CEF5-6C5045A3136F}"/>
              </a:ext>
            </a:extLst>
          </p:cNvPr>
          <p:cNvGrpSpPr/>
          <p:nvPr/>
        </p:nvGrpSpPr>
        <p:grpSpPr>
          <a:xfrm>
            <a:off x="82194" y="638620"/>
            <a:ext cx="12101655" cy="5008278"/>
            <a:chOff x="90345" y="528396"/>
            <a:chExt cx="12101655" cy="4683980"/>
          </a:xfrm>
        </p:grpSpPr>
        <p:graphicFrame>
          <p:nvGraphicFramePr>
            <p:cNvPr id="22" name="Content Placeholder 3">
              <a:extLst>
                <a:ext uri="{FF2B5EF4-FFF2-40B4-BE49-F238E27FC236}">
                  <a16:creationId xmlns:a16="http://schemas.microsoft.com/office/drawing/2014/main" id="{243FC048-8912-BA6F-F6C1-D08E255FA5CB}"/>
                </a:ext>
              </a:extLst>
            </p:cNvPr>
            <p:cNvGraphicFramePr>
              <a:graphicFrameLocks/>
            </p:cNvGraphicFramePr>
            <p:nvPr/>
          </p:nvGraphicFramePr>
          <p:xfrm>
            <a:off x="90345" y="528396"/>
            <a:ext cx="12101655" cy="4683980"/>
          </p:xfrm>
          <a:graphic>
            <a:graphicData uri="http://schemas.openxmlformats.org/drawingml/2006/table">
              <a:tbl>
                <a:tblPr firstRow="1" bandRow="1">
                  <a:tableStyleId>{21E4AEA4-8DFA-4A89-87EB-49C32662AFE0}</a:tableStyleId>
                </a:tblPr>
                <a:tblGrid>
                  <a:gridCol w="3318777">
                    <a:extLst>
                      <a:ext uri="{9D8B030D-6E8A-4147-A177-3AD203B41FA5}">
                        <a16:colId xmlns:a16="http://schemas.microsoft.com/office/drawing/2014/main" val="20000"/>
                      </a:ext>
                    </a:extLst>
                  </a:gridCol>
                  <a:gridCol w="755374">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974034">
                    <a:extLst>
                      <a:ext uri="{9D8B030D-6E8A-4147-A177-3AD203B41FA5}">
                        <a16:colId xmlns:a16="http://schemas.microsoft.com/office/drawing/2014/main" val="513430225"/>
                      </a:ext>
                    </a:extLst>
                  </a:gridCol>
                  <a:gridCol w="983974">
                    <a:extLst>
                      <a:ext uri="{9D8B030D-6E8A-4147-A177-3AD203B41FA5}">
                        <a16:colId xmlns:a16="http://schemas.microsoft.com/office/drawing/2014/main" val="20004"/>
                      </a:ext>
                    </a:extLst>
                  </a:gridCol>
                  <a:gridCol w="4423595">
                    <a:extLst>
                      <a:ext uri="{9D8B030D-6E8A-4147-A177-3AD203B41FA5}">
                        <a16:colId xmlns:a16="http://schemas.microsoft.com/office/drawing/2014/main" val="20006"/>
                      </a:ext>
                    </a:extLst>
                  </a:gridCol>
                  <a:gridCol w="274301">
                    <a:extLst>
                      <a:ext uri="{9D8B030D-6E8A-4147-A177-3AD203B41FA5}">
                        <a16:colId xmlns:a16="http://schemas.microsoft.com/office/drawing/2014/main" val="2471513409"/>
                      </a:ext>
                    </a:extLst>
                  </a:gridCol>
                </a:tblGrid>
                <a:tr h="498089">
                  <a:tc>
                    <a:txBody>
                      <a:bodyPr/>
                      <a:lstStyle>
                        <a:lvl1pPr marL="0" algn="l" defTabSz="1219170" rtl="0" eaLnBrk="1" latinLnBrk="0" hangingPunct="1">
                          <a:defRPr sz="2400" b="1" kern="1200">
                            <a:solidFill>
                              <a:schemeClr val="lt1"/>
                            </a:solidFill>
                            <a:latin typeface="Calibri"/>
                          </a:defRPr>
                        </a:lvl1pPr>
                        <a:lvl2pPr marL="609585" algn="l" defTabSz="1219170" rtl="0" eaLnBrk="1" latinLnBrk="0" hangingPunct="1">
                          <a:defRPr sz="2400" b="1" kern="1200">
                            <a:solidFill>
                              <a:schemeClr val="lt1"/>
                            </a:solidFill>
                            <a:latin typeface="Calibri"/>
                          </a:defRPr>
                        </a:lvl2pPr>
                        <a:lvl3pPr marL="1219170" algn="l" defTabSz="1219170" rtl="0" eaLnBrk="1" latinLnBrk="0" hangingPunct="1">
                          <a:defRPr sz="2400" b="1" kern="1200">
                            <a:solidFill>
                              <a:schemeClr val="lt1"/>
                            </a:solidFill>
                            <a:latin typeface="Calibri"/>
                          </a:defRPr>
                        </a:lvl3pPr>
                        <a:lvl4pPr marL="1828754" algn="l" defTabSz="1219170" rtl="0" eaLnBrk="1" latinLnBrk="0" hangingPunct="1">
                          <a:defRPr sz="2400" b="1" kern="1200">
                            <a:solidFill>
                              <a:schemeClr val="lt1"/>
                            </a:solidFill>
                            <a:latin typeface="Calibri"/>
                          </a:defRPr>
                        </a:lvl4pPr>
                        <a:lvl5pPr marL="2438339" algn="l" defTabSz="1219170" rtl="0" eaLnBrk="1" latinLnBrk="0" hangingPunct="1">
                          <a:defRPr sz="2400" b="1" kern="1200">
                            <a:solidFill>
                              <a:schemeClr val="lt1"/>
                            </a:solidFill>
                            <a:latin typeface="Calibri"/>
                          </a:defRPr>
                        </a:lvl5pPr>
                        <a:lvl6pPr marL="3047924" algn="l" defTabSz="1219170" rtl="0" eaLnBrk="1" latinLnBrk="0" hangingPunct="1">
                          <a:defRPr sz="2400" b="1" kern="1200">
                            <a:solidFill>
                              <a:schemeClr val="lt1"/>
                            </a:solidFill>
                            <a:latin typeface="Calibri"/>
                          </a:defRPr>
                        </a:lvl6pPr>
                        <a:lvl7pPr marL="3657509" algn="l" defTabSz="1219170" rtl="0" eaLnBrk="1" latinLnBrk="0" hangingPunct="1">
                          <a:defRPr sz="2400" b="1" kern="1200">
                            <a:solidFill>
                              <a:schemeClr val="lt1"/>
                            </a:solidFill>
                            <a:latin typeface="Calibri"/>
                          </a:defRPr>
                        </a:lvl7pPr>
                        <a:lvl8pPr marL="4267093" algn="l" defTabSz="1219170" rtl="0" eaLnBrk="1" latinLnBrk="0" hangingPunct="1">
                          <a:defRPr sz="2400" b="1" kern="1200">
                            <a:solidFill>
                              <a:schemeClr val="lt1"/>
                            </a:solidFill>
                            <a:latin typeface="Calibri"/>
                          </a:defRPr>
                        </a:lvl8pPr>
                        <a:lvl9pPr marL="4876678" algn="l" defTabSz="1219170" rtl="0" eaLnBrk="1" latinLnBrk="0" hangingPunct="1">
                          <a:defRPr sz="2400" b="1" kern="1200">
                            <a:solidFill>
                              <a:schemeClr val="lt1"/>
                            </a:solidFill>
                            <a:latin typeface="Calibr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kern="1200">
                            <a:solidFill>
                              <a:schemeClr val="bg1"/>
                            </a:solidFill>
                            <a:latin typeface="Calibri"/>
                            <a:ea typeface="+mn-ea"/>
                            <a:cs typeface="+mn-cs"/>
                          </a:rPr>
                          <a:t>Product/Study</a:t>
                        </a:r>
                      </a:p>
                    </a:txBody>
                    <a:tcPr marL="92811" marR="92811" marT="38100" marB="38100" anchor="ctr">
                      <a:solidFill>
                        <a:schemeClr val="bg2">
                          <a:lumMod val="75000"/>
                          <a:lumOff val="25000"/>
                        </a:schemeClr>
                      </a:solidFill>
                    </a:tcPr>
                  </a:tc>
                  <a:tc>
                    <a:txBody>
                      <a:bodyPr/>
                      <a:lstStyle>
                        <a:lvl1pPr marL="0" algn="l" defTabSz="1219170" rtl="0" eaLnBrk="1" latinLnBrk="0" hangingPunct="1">
                          <a:defRPr sz="2400" b="1" kern="1200">
                            <a:solidFill>
                              <a:schemeClr val="lt1"/>
                            </a:solidFill>
                            <a:latin typeface="Calibri"/>
                          </a:defRPr>
                        </a:lvl1pPr>
                        <a:lvl2pPr marL="609585" algn="l" defTabSz="1219170" rtl="0" eaLnBrk="1" latinLnBrk="0" hangingPunct="1">
                          <a:defRPr sz="2400" b="1" kern="1200">
                            <a:solidFill>
                              <a:schemeClr val="lt1"/>
                            </a:solidFill>
                            <a:latin typeface="Calibri"/>
                          </a:defRPr>
                        </a:lvl2pPr>
                        <a:lvl3pPr marL="1219170" algn="l" defTabSz="1219170" rtl="0" eaLnBrk="1" latinLnBrk="0" hangingPunct="1">
                          <a:defRPr sz="2400" b="1" kern="1200">
                            <a:solidFill>
                              <a:schemeClr val="lt1"/>
                            </a:solidFill>
                            <a:latin typeface="Calibri"/>
                          </a:defRPr>
                        </a:lvl3pPr>
                        <a:lvl4pPr marL="1828754" algn="l" defTabSz="1219170" rtl="0" eaLnBrk="1" latinLnBrk="0" hangingPunct="1">
                          <a:defRPr sz="2400" b="1" kern="1200">
                            <a:solidFill>
                              <a:schemeClr val="lt1"/>
                            </a:solidFill>
                            <a:latin typeface="Calibri"/>
                          </a:defRPr>
                        </a:lvl4pPr>
                        <a:lvl5pPr marL="2438339" algn="l" defTabSz="1219170" rtl="0" eaLnBrk="1" latinLnBrk="0" hangingPunct="1">
                          <a:defRPr sz="2400" b="1" kern="1200">
                            <a:solidFill>
                              <a:schemeClr val="lt1"/>
                            </a:solidFill>
                            <a:latin typeface="Calibri"/>
                          </a:defRPr>
                        </a:lvl5pPr>
                        <a:lvl6pPr marL="3047924" algn="l" defTabSz="1219170" rtl="0" eaLnBrk="1" latinLnBrk="0" hangingPunct="1">
                          <a:defRPr sz="2400" b="1" kern="1200">
                            <a:solidFill>
                              <a:schemeClr val="lt1"/>
                            </a:solidFill>
                            <a:latin typeface="Calibri"/>
                          </a:defRPr>
                        </a:lvl6pPr>
                        <a:lvl7pPr marL="3657509" algn="l" defTabSz="1219170" rtl="0" eaLnBrk="1" latinLnBrk="0" hangingPunct="1">
                          <a:defRPr sz="2400" b="1" kern="1200">
                            <a:solidFill>
                              <a:schemeClr val="lt1"/>
                            </a:solidFill>
                            <a:latin typeface="Calibri"/>
                          </a:defRPr>
                        </a:lvl7pPr>
                        <a:lvl8pPr marL="4267093" algn="l" defTabSz="1219170" rtl="0" eaLnBrk="1" latinLnBrk="0" hangingPunct="1">
                          <a:defRPr sz="2400" b="1" kern="1200">
                            <a:solidFill>
                              <a:schemeClr val="lt1"/>
                            </a:solidFill>
                            <a:latin typeface="Calibri"/>
                          </a:defRPr>
                        </a:lvl8pPr>
                        <a:lvl9pPr marL="4876678" algn="l" defTabSz="1219170" rtl="0" eaLnBrk="1" latinLnBrk="0" hangingPunct="1">
                          <a:defRPr sz="2400" b="1" kern="1200">
                            <a:solidFill>
                              <a:schemeClr val="lt1"/>
                            </a:solidFill>
                            <a:latin typeface="Calibr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kern="1200">
                            <a:solidFill>
                              <a:schemeClr val="bg1"/>
                            </a:solidFill>
                            <a:latin typeface="Calibri"/>
                            <a:ea typeface="+mn-ea"/>
                            <a:cs typeface="+mn-cs"/>
                          </a:rPr>
                          <a:t>Indication</a:t>
                        </a:r>
                      </a:p>
                    </a:txBody>
                    <a:tcPr marL="92811" marR="92811" marT="38100" marB="38100" anchor="ctr">
                      <a:solidFill>
                        <a:schemeClr val="bg2">
                          <a:lumMod val="75000"/>
                          <a:lumOff val="25000"/>
                        </a:schemeClr>
                      </a:solidFill>
                    </a:tcPr>
                  </a:tc>
                  <a:tc>
                    <a:txBody>
                      <a:bodyPr/>
                      <a:lstStyle>
                        <a:lvl1pPr marL="0" algn="l" defTabSz="1219170" rtl="0" eaLnBrk="1" latinLnBrk="0" hangingPunct="1">
                          <a:defRPr sz="2400" b="1" kern="1200">
                            <a:solidFill>
                              <a:schemeClr val="lt1"/>
                            </a:solidFill>
                            <a:latin typeface="Calibri"/>
                          </a:defRPr>
                        </a:lvl1pPr>
                        <a:lvl2pPr marL="609585" algn="l" defTabSz="1219170" rtl="0" eaLnBrk="1" latinLnBrk="0" hangingPunct="1">
                          <a:defRPr sz="2400" b="1" kern="1200">
                            <a:solidFill>
                              <a:schemeClr val="lt1"/>
                            </a:solidFill>
                            <a:latin typeface="Calibri"/>
                          </a:defRPr>
                        </a:lvl2pPr>
                        <a:lvl3pPr marL="1219170" algn="l" defTabSz="1219170" rtl="0" eaLnBrk="1" latinLnBrk="0" hangingPunct="1">
                          <a:defRPr sz="2400" b="1" kern="1200">
                            <a:solidFill>
                              <a:schemeClr val="lt1"/>
                            </a:solidFill>
                            <a:latin typeface="Calibri"/>
                          </a:defRPr>
                        </a:lvl3pPr>
                        <a:lvl4pPr marL="1828754" algn="l" defTabSz="1219170" rtl="0" eaLnBrk="1" latinLnBrk="0" hangingPunct="1">
                          <a:defRPr sz="2400" b="1" kern="1200">
                            <a:solidFill>
                              <a:schemeClr val="lt1"/>
                            </a:solidFill>
                            <a:latin typeface="Calibri"/>
                          </a:defRPr>
                        </a:lvl4pPr>
                        <a:lvl5pPr marL="2438339" algn="l" defTabSz="1219170" rtl="0" eaLnBrk="1" latinLnBrk="0" hangingPunct="1">
                          <a:defRPr sz="2400" b="1" kern="1200">
                            <a:solidFill>
                              <a:schemeClr val="lt1"/>
                            </a:solidFill>
                            <a:latin typeface="Calibri"/>
                          </a:defRPr>
                        </a:lvl5pPr>
                        <a:lvl6pPr marL="3047924" algn="l" defTabSz="1219170" rtl="0" eaLnBrk="1" latinLnBrk="0" hangingPunct="1">
                          <a:defRPr sz="2400" b="1" kern="1200">
                            <a:solidFill>
                              <a:schemeClr val="lt1"/>
                            </a:solidFill>
                            <a:latin typeface="Calibri"/>
                          </a:defRPr>
                        </a:lvl6pPr>
                        <a:lvl7pPr marL="3657509" algn="l" defTabSz="1219170" rtl="0" eaLnBrk="1" latinLnBrk="0" hangingPunct="1">
                          <a:defRPr sz="2400" b="1" kern="1200">
                            <a:solidFill>
                              <a:schemeClr val="lt1"/>
                            </a:solidFill>
                            <a:latin typeface="Calibri"/>
                          </a:defRPr>
                        </a:lvl7pPr>
                        <a:lvl8pPr marL="4267093" algn="l" defTabSz="1219170" rtl="0" eaLnBrk="1" latinLnBrk="0" hangingPunct="1">
                          <a:defRPr sz="2400" b="1" kern="1200">
                            <a:solidFill>
                              <a:schemeClr val="lt1"/>
                            </a:solidFill>
                            <a:latin typeface="Calibri"/>
                          </a:defRPr>
                        </a:lvl8pPr>
                        <a:lvl9pPr marL="4876678" algn="l" defTabSz="1219170" rtl="0" eaLnBrk="1" latinLnBrk="0" hangingPunct="1">
                          <a:defRPr sz="2400" b="1" kern="1200">
                            <a:solidFill>
                              <a:schemeClr val="lt1"/>
                            </a:solidFill>
                            <a:latin typeface="Calibr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kern="1200">
                            <a:solidFill>
                              <a:schemeClr val="bg1"/>
                            </a:solidFill>
                          </a:rPr>
                          <a:t>Study type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kern="1200">
                            <a:solidFill>
                              <a:schemeClr val="bg1"/>
                            </a:solidFill>
                          </a:rPr>
                          <a:t>(Study</a:t>
                        </a:r>
                        <a:r>
                          <a:rPr lang="en-US" altLang="zh-CN" sz="1000" kern="1200" baseline="0">
                            <a:solidFill>
                              <a:schemeClr val="bg1"/>
                            </a:solidFill>
                          </a:rPr>
                          <a:t> no.: FPI-LPO, CTR</a:t>
                        </a:r>
                        <a:r>
                          <a:rPr lang="en-US" altLang="zh-CN" sz="1000" kern="1200">
                            <a:solidFill>
                              <a:schemeClr val="bg1"/>
                            </a:solidFill>
                          </a:rPr>
                          <a:t>)</a:t>
                        </a:r>
                        <a:endParaRPr lang="zh-CN" altLang="en-US" sz="1000" kern="1200">
                          <a:solidFill>
                            <a:schemeClr val="bg1"/>
                          </a:solidFill>
                          <a:latin typeface="Calibri"/>
                          <a:ea typeface="+mn-ea"/>
                          <a:cs typeface="+mn-cs"/>
                        </a:endParaRPr>
                      </a:p>
                    </a:txBody>
                    <a:tcPr marL="69608" marR="69608" marT="34290" marB="34290" anchor="ctr">
                      <a:solidFill>
                        <a:schemeClr val="bg2">
                          <a:lumMod val="75000"/>
                          <a:lumOff val="2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kern="1200">
                            <a:solidFill>
                              <a:schemeClr val="bg1"/>
                            </a:solidFill>
                          </a:rPr>
                          <a:t>Current Status</a:t>
                        </a:r>
                        <a:endParaRPr lang="zh-CN" altLang="en-US" sz="1000" b="1" kern="1200">
                          <a:solidFill>
                            <a:schemeClr val="bg1"/>
                          </a:solidFill>
                          <a:latin typeface="Calibri"/>
                          <a:ea typeface="+mn-ea"/>
                          <a:cs typeface="+mn-cs"/>
                        </a:endParaRPr>
                      </a:p>
                    </a:txBody>
                    <a:tcPr marL="69608" marR="69608" marT="34290" marB="34290" anchor="ctr">
                      <a:solidFill>
                        <a:schemeClr val="bg2">
                          <a:lumMod val="75000"/>
                          <a:lumOff val="25000"/>
                        </a:schemeClr>
                      </a:solidFill>
                    </a:tcPr>
                  </a:tc>
                  <a:tc>
                    <a:txBody>
                      <a:bodyPr/>
                      <a:lstStyle/>
                      <a:p>
                        <a:pPr marL="0" marR="0" lvl="0" indent="0" algn="l" rtl="0" eaLnBrk="1" fontAlgn="auto" latinLnBrk="0" hangingPunct="1">
                          <a:lnSpc>
                            <a:spcPct val="100000"/>
                          </a:lnSpc>
                          <a:spcBef>
                            <a:spcPts val="0"/>
                          </a:spcBef>
                          <a:spcAft>
                            <a:spcPts val="0"/>
                          </a:spcAft>
                          <a:buFontTx/>
                          <a:buNone/>
                        </a:pPr>
                        <a:r>
                          <a:rPr lang="en-US" altLang="zh-CN" sz="1000" b="1" kern="1200">
                            <a:solidFill>
                              <a:schemeClr val="bg1"/>
                            </a:solidFill>
                          </a:rPr>
                          <a:t> Next Mile-stone</a:t>
                        </a:r>
                        <a:endParaRPr lang="zh-CN" altLang="en-US" sz="1000" b="1" kern="1200">
                          <a:solidFill>
                            <a:schemeClr val="bg1"/>
                          </a:solidFill>
                          <a:latin typeface="Calibri"/>
                          <a:ea typeface="+mn-ea"/>
                          <a:cs typeface="+mn-cs"/>
                        </a:endParaRPr>
                      </a:p>
                    </a:txBody>
                    <a:tcPr marL="69608" marR="69608" marT="34290" marB="34290" anchor="ctr">
                      <a:solidFill>
                        <a:schemeClr val="bg2">
                          <a:lumMod val="75000"/>
                          <a:lumOff val="25000"/>
                        </a:schemeClr>
                      </a:solidFill>
                    </a:tcPr>
                  </a:tc>
                  <a:tc>
                    <a:txBody>
                      <a:bodyPr/>
                      <a:lstStyle>
                        <a:lvl1pPr marL="0" algn="l" defTabSz="1219170" rtl="0" eaLnBrk="1" latinLnBrk="0" hangingPunct="1">
                          <a:defRPr sz="2400" b="1" kern="1200">
                            <a:solidFill>
                              <a:schemeClr val="lt1"/>
                            </a:solidFill>
                            <a:latin typeface="Calibri"/>
                          </a:defRPr>
                        </a:lvl1pPr>
                        <a:lvl2pPr marL="609585" algn="l" defTabSz="1219170" rtl="0" eaLnBrk="1" latinLnBrk="0" hangingPunct="1">
                          <a:defRPr sz="2400" b="1" kern="1200">
                            <a:solidFill>
                              <a:schemeClr val="lt1"/>
                            </a:solidFill>
                            <a:latin typeface="Calibri"/>
                          </a:defRPr>
                        </a:lvl2pPr>
                        <a:lvl3pPr marL="1219170" algn="l" defTabSz="1219170" rtl="0" eaLnBrk="1" latinLnBrk="0" hangingPunct="1">
                          <a:defRPr sz="2400" b="1" kern="1200">
                            <a:solidFill>
                              <a:schemeClr val="lt1"/>
                            </a:solidFill>
                            <a:latin typeface="Calibri"/>
                          </a:defRPr>
                        </a:lvl3pPr>
                        <a:lvl4pPr marL="1828754" algn="l" defTabSz="1219170" rtl="0" eaLnBrk="1" latinLnBrk="0" hangingPunct="1">
                          <a:defRPr sz="2400" b="1" kern="1200">
                            <a:solidFill>
                              <a:schemeClr val="lt1"/>
                            </a:solidFill>
                            <a:latin typeface="Calibri"/>
                          </a:defRPr>
                        </a:lvl4pPr>
                        <a:lvl5pPr marL="2438339" algn="l" defTabSz="1219170" rtl="0" eaLnBrk="1" latinLnBrk="0" hangingPunct="1">
                          <a:defRPr sz="2400" b="1" kern="1200">
                            <a:solidFill>
                              <a:schemeClr val="lt1"/>
                            </a:solidFill>
                            <a:latin typeface="Calibri"/>
                          </a:defRPr>
                        </a:lvl5pPr>
                        <a:lvl6pPr marL="3047924" algn="l" defTabSz="1219170" rtl="0" eaLnBrk="1" latinLnBrk="0" hangingPunct="1">
                          <a:defRPr sz="2400" b="1" kern="1200">
                            <a:solidFill>
                              <a:schemeClr val="lt1"/>
                            </a:solidFill>
                            <a:latin typeface="Calibri"/>
                          </a:defRPr>
                        </a:lvl6pPr>
                        <a:lvl7pPr marL="3657509" algn="l" defTabSz="1219170" rtl="0" eaLnBrk="1" latinLnBrk="0" hangingPunct="1">
                          <a:defRPr sz="2400" b="1" kern="1200">
                            <a:solidFill>
                              <a:schemeClr val="lt1"/>
                            </a:solidFill>
                            <a:latin typeface="Calibri"/>
                          </a:defRPr>
                        </a:lvl7pPr>
                        <a:lvl8pPr marL="4267093" algn="l" defTabSz="1219170" rtl="0" eaLnBrk="1" latinLnBrk="0" hangingPunct="1">
                          <a:defRPr sz="2400" b="1" kern="1200">
                            <a:solidFill>
                              <a:schemeClr val="lt1"/>
                            </a:solidFill>
                            <a:latin typeface="Calibri"/>
                          </a:defRPr>
                        </a:lvl8pPr>
                        <a:lvl9pPr marL="4876678" algn="l" defTabSz="1219170" rtl="0" eaLnBrk="1" latinLnBrk="0" hangingPunct="1">
                          <a:defRPr sz="2400" b="1" kern="1200">
                            <a:solidFill>
                              <a:schemeClr val="lt1"/>
                            </a:solidFill>
                            <a:latin typeface="Calibri"/>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kern="1200">
                            <a:solidFill>
                              <a:schemeClr val="bg1"/>
                            </a:solidFill>
                          </a:rPr>
                          <a:t>Key Updates</a:t>
                        </a:r>
                        <a:endParaRPr lang="zh-CN" altLang="en-US" sz="1000" kern="1200">
                          <a:solidFill>
                            <a:schemeClr val="bg1"/>
                          </a:solidFill>
                          <a:latin typeface="Calibri"/>
                          <a:ea typeface="+mn-ea"/>
                          <a:cs typeface="+mn-cs"/>
                        </a:endParaRPr>
                      </a:p>
                    </a:txBody>
                    <a:tcPr marL="69608" marR="69608" marT="34290" marB="34290" anchor="ctr">
                      <a:solidFill>
                        <a:schemeClr val="bg2">
                          <a:lumMod val="75000"/>
                          <a:lumOff val="25000"/>
                        </a:schemeClr>
                      </a:solidFill>
                    </a:tcPr>
                  </a:tc>
                  <a:tc>
                    <a:txBody>
                      <a:bodyPr/>
                      <a:lstStyle/>
                      <a:p>
                        <a:endParaRPr lang="zh-CN" altLang="en-US" sz="1400"/>
                      </a:p>
                    </a:txBody>
                    <a:tcPr marL="69608" marR="69608" marT="34290" marB="34290" anchor="ctr">
                      <a:solidFill>
                        <a:schemeClr val="bg2">
                          <a:lumMod val="75000"/>
                          <a:lumOff val="25000"/>
                        </a:schemeClr>
                      </a:solidFill>
                    </a:tcPr>
                  </a:tc>
                  <a:extLst>
                    <a:ext uri="{0D108BD9-81ED-4DB2-BD59-A6C34878D82A}">
                      <a16:rowId xmlns:a16="http://schemas.microsoft.com/office/drawing/2014/main" val="10000"/>
                    </a:ext>
                  </a:extLst>
                </a:tr>
                <a:tr h="606369">
                  <a:tc>
                    <a:txBody>
                      <a:bodyPr/>
                      <a:lstStyle/>
                      <a:p>
                        <a:pPr lvl="0" algn="ctr">
                          <a:buNone/>
                        </a:pPr>
                        <a:endParaRPr lang="en-US" sz="900" b="0" i="0" u="none" strike="noStrike" kern="1200" cap="none" spc="0" normalizeH="0" baseline="0" noProof="0">
                          <a:ln>
                            <a:noFill/>
                          </a:ln>
                          <a:solidFill>
                            <a:srgbClr val="000000"/>
                          </a:solidFill>
                          <a:effectLst/>
                          <a:uLnTx/>
                          <a:uFillTx/>
                          <a:latin typeface="Boehringer Forward Text"/>
                        </a:endParaRPr>
                      </a:p>
                      <a:p>
                        <a:pPr lvl="0" algn="ctr">
                          <a:buNone/>
                        </a:pPr>
                        <a:r>
                          <a:rPr lang="en-US" sz="900" b="1" i="0" u="none" strike="noStrike" kern="1200" cap="none" spc="0" normalizeH="0" baseline="0" noProof="0" err="1">
                            <a:ln>
                              <a:noFill/>
                            </a:ln>
                            <a:solidFill>
                              <a:srgbClr val="000000"/>
                            </a:solidFill>
                            <a:effectLst/>
                            <a:uLnTx/>
                            <a:uFillTx/>
                            <a:latin typeface="+mn-lt"/>
                          </a:rPr>
                          <a:t>Nerandomilast</a:t>
                        </a:r>
                        <a:endParaRPr lang="en-US" sz="900" b="1" i="0" u="none" strike="noStrike" kern="1200" cap="none" spc="0" normalizeH="0" baseline="0" noProof="0">
                          <a:ln>
                            <a:noFill/>
                          </a:ln>
                          <a:solidFill>
                            <a:srgbClr val="000000"/>
                          </a:solidFill>
                          <a:effectLst/>
                          <a:uLnTx/>
                          <a:uFillTx/>
                          <a:latin typeface="+mn-lt"/>
                        </a:endParaRPr>
                      </a:p>
                      <a:p>
                        <a:pPr lvl="0" algn="ctr">
                          <a:buNone/>
                        </a:pPr>
                        <a:r>
                          <a:rPr lang="en-US" sz="900" b="0" i="0" u="none" strike="noStrike" kern="1200" cap="none" spc="0" normalizeH="0" baseline="0" noProof="0">
                            <a:ln>
                              <a:noFill/>
                            </a:ln>
                            <a:solidFill>
                              <a:srgbClr val="000000"/>
                            </a:solidFill>
                            <a:effectLst/>
                            <a:uLnTx/>
                            <a:uFillTx/>
                            <a:latin typeface="Boehringer Forward Text"/>
                          </a:rPr>
                          <a:t>PROFINA</a:t>
                        </a:r>
                      </a:p>
                      <a:p>
                        <a:pPr lvl="0" algn="ctr">
                          <a:buNone/>
                        </a:pPr>
                        <a:r>
                          <a:rPr lang="en-US" sz="900" b="1" i="0" u="none" strike="noStrike" kern="1200" cap="none" spc="0" normalizeH="0" baseline="0" noProof="0" err="1">
                            <a:ln>
                              <a:noFill/>
                            </a:ln>
                            <a:solidFill>
                              <a:srgbClr val="000000"/>
                            </a:solidFill>
                            <a:effectLst/>
                            <a:uLnTx/>
                            <a:uFillTx/>
                            <a:latin typeface="Boehringer Forward Text"/>
                          </a:rPr>
                          <a:t>Xiehe</a:t>
                        </a:r>
                        <a:r>
                          <a:rPr lang="en-US" sz="900" b="1" i="0" u="none" strike="noStrike" kern="1200" cap="none" spc="0" normalizeH="0" baseline="0" noProof="0">
                            <a:ln>
                              <a:noFill/>
                            </a:ln>
                            <a:solidFill>
                              <a:srgbClr val="000000"/>
                            </a:solidFill>
                            <a:effectLst/>
                            <a:uLnTx/>
                            <a:uFillTx/>
                            <a:latin typeface="Boehringer Forward Text"/>
                          </a:rPr>
                          <a:t> Hospital</a:t>
                        </a:r>
                      </a:p>
                    </a:txBody>
                    <a:tcPr anchor="ctr">
                      <a:solidFill>
                        <a:schemeClr val="bg1">
                          <a:lumMod val="85000"/>
                        </a:schemeClr>
                      </a:solidFill>
                    </a:tcPr>
                  </a:tc>
                  <a:tc>
                    <a:txBody>
                      <a:bodyPr/>
                      <a:lstStyle/>
                      <a:p>
                        <a:pPr lvl="0" algn="ctr" defTabSz="914378" rtl="0">
                          <a:buNone/>
                        </a:pPr>
                        <a:r>
                          <a:rPr lang="en-US" sz="900" b="0" u="none" strike="noStrike" kern="1200" cap="none" spc="0" normalizeH="0" baseline="0">
                            <a:ln>
                              <a:noFill/>
                            </a:ln>
                            <a:solidFill>
                              <a:srgbClr val="000000"/>
                            </a:solidFill>
                            <a:effectLst/>
                            <a:uLnTx/>
                            <a:uFillTx/>
                            <a:latin typeface="+mn-lt"/>
                            <a:ea typeface="+mn-ea"/>
                            <a:cs typeface="+mn-cs"/>
                          </a:rPr>
                          <a:t>PPF</a:t>
                        </a:r>
                        <a:endParaRPr lang="en-US" sz="900"/>
                      </a:p>
                    </a:txBody>
                    <a:tcPr anchor="ctr">
                      <a:solidFill>
                        <a:schemeClr val="bg1">
                          <a:lumMod val="85000"/>
                        </a:schemeClr>
                      </a:solidFill>
                    </a:tcPr>
                  </a:tc>
                  <a:tc>
                    <a:txBody>
                      <a:bodyPr/>
                      <a:lstStyle/>
                      <a:p>
                        <a:pPr lvl="0" algn="ctr" rtl="0">
                          <a:buNone/>
                        </a:pPr>
                        <a:r>
                          <a:rPr lang="en-US" altLang="zh-CN" sz="900" b="0" u="none" strike="noStrike" kern="1200" cap="none" spc="0" normalizeH="0" baseline="0">
                            <a:ln>
                              <a:noFill/>
                            </a:ln>
                            <a:solidFill>
                              <a:srgbClr val="000000"/>
                            </a:solidFill>
                            <a:effectLst/>
                            <a:uLnTx/>
                            <a:uFillTx/>
                            <a:latin typeface="+mn-lt"/>
                            <a:ea typeface="+mn-ea"/>
                            <a:cs typeface="+mn-cs"/>
                          </a:rPr>
                          <a:t>ECR</a:t>
                        </a:r>
                      </a:p>
                      <a:p>
                        <a:pPr lvl="0" algn="ctr" rtl="0">
                          <a:buNone/>
                        </a:pPr>
                        <a:r>
                          <a:rPr lang="en-US" altLang="zh-CN" sz="900" b="0" u="none" strike="noStrike" kern="1200" cap="none" spc="0" normalizeH="0" baseline="0">
                            <a:ln>
                              <a:noFill/>
                            </a:ln>
                            <a:solidFill>
                              <a:srgbClr val="000000"/>
                            </a:solidFill>
                            <a:effectLst/>
                            <a:uLnTx/>
                            <a:uFillTx/>
                            <a:latin typeface="+mn-lt"/>
                            <a:ea typeface="+mn-ea"/>
                            <a:cs typeface="+mn-cs"/>
                          </a:rPr>
                          <a:t> (1305-0105: Oct2025-Jul2028, Dec2028)</a:t>
                        </a:r>
                        <a:endParaRPr lang="zh-CN" sz="900"/>
                      </a:p>
                    </a:txBody>
                    <a:tcPr anchor="ctr">
                      <a:solidFill>
                        <a:schemeClr val="bg1">
                          <a:lumMod val="85000"/>
                        </a:schemeClr>
                      </a:solidFill>
                    </a:tcPr>
                  </a:tc>
                  <a:tc>
                    <a:txBody>
                      <a:bodyPr/>
                      <a:lstStyle/>
                      <a:p>
                        <a:pPr lvl="0" algn="ctr" rtl="0">
                          <a:buNone/>
                        </a:pPr>
                        <a:r>
                          <a:rPr lang="en-US" altLang="zh-CN" sz="900" b="0" u="none" strike="noStrike" kern="1200" cap="none" spc="0" normalizeH="0" baseline="0">
                            <a:ln>
                              <a:noFill/>
                            </a:ln>
                            <a:solidFill>
                              <a:srgbClr val="000000"/>
                            </a:solidFill>
                            <a:effectLst/>
                            <a:uLnTx/>
                            <a:uFillTx/>
                            <a:latin typeface="+mn-lt"/>
                            <a:ea typeface="+mn-ea"/>
                            <a:cs typeface="+mn-cs"/>
                          </a:rPr>
                          <a:t>FPI</a:t>
                        </a:r>
                      </a:p>
                      <a:p>
                        <a:pPr lvl="0" algn="ctr" rtl="0">
                          <a:buNone/>
                        </a:pPr>
                        <a:r>
                          <a:rPr lang="en-US" altLang="zh-CN" sz="900" b="0" u="none" strike="noStrike" kern="1200" cap="none" spc="0" normalizeH="0" baseline="0">
                            <a:ln>
                              <a:noFill/>
                            </a:ln>
                            <a:solidFill>
                              <a:srgbClr val="000000"/>
                            </a:solidFill>
                            <a:effectLst/>
                            <a:uLnTx/>
                            <a:uFillTx/>
                            <a:latin typeface="+mn-lt"/>
                            <a:ea typeface="+mn-ea"/>
                            <a:cs typeface="+mn-cs"/>
                          </a:rPr>
                          <a:t>(23Sep 2025)</a:t>
                        </a:r>
                      </a:p>
                    </a:txBody>
                    <a:tcPr anchor="ctr">
                      <a:solidFill>
                        <a:schemeClr val="bg1">
                          <a:lumMod val="85000"/>
                        </a:schemeClr>
                      </a:solidFill>
                    </a:tcPr>
                  </a:tc>
                  <a:tc>
                    <a:txBody>
                      <a:bodyPr/>
                      <a:lstStyle/>
                      <a:p>
                        <a:pPr lvl="0" algn="ctr" rtl="0">
                          <a:buNone/>
                        </a:pPr>
                        <a:r>
                          <a:rPr lang="en-US" sz="900" b="0" u="none" strike="noStrike" kern="1200" cap="none" spc="0" normalizeH="0" baseline="0">
                            <a:ln>
                              <a:noFill/>
                            </a:ln>
                            <a:solidFill>
                              <a:srgbClr val="000000"/>
                            </a:solidFill>
                            <a:effectLst/>
                            <a:uLnTx/>
                            <a:uFillTx/>
                            <a:latin typeface="+mn-lt"/>
                            <a:ea typeface="+mn-ea"/>
                            <a:cs typeface="+mn-cs"/>
                          </a:rPr>
                          <a:t>LPI</a:t>
                        </a:r>
                      </a:p>
                      <a:p>
                        <a:pPr lvl="0" algn="ctr" rtl="0">
                          <a:buNone/>
                        </a:pPr>
                        <a:r>
                          <a:rPr lang="en-US" sz="900" b="0" u="none" strike="noStrike" kern="1200" cap="none" spc="0" normalizeH="0" baseline="0">
                            <a:ln>
                              <a:noFill/>
                            </a:ln>
                            <a:solidFill>
                              <a:srgbClr val="000000"/>
                            </a:solidFill>
                            <a:effectLst/>
                            <a:uLnTx/>
                            <a:uFillTx/>
                            <a:latin typeface="+mn-lt"/>
                            <a:ea typeface="+mn-ea"/>
                            <a:cs typeface="+mn-cs"/>
                          </a:rPr>
                          <a:t>(J</a:t>
                        </a:r>
                        <a:r>
                          <a:rPr lang="en-US" altLang="zh-CN" sz="900" b="0" u="none" strike="noStrike" kern="1200" cap="none" spc="0" normalizeH="0" baseline="0">
                            <a:ln>
                              <a:noFill/>
                            </a:ln>
                            <a:solidFill>
                              <a:srgbClr val="000000"/>
                            </a:solidFill>
                            <a:effectLst/>
                            <a:uLnTx/>
                            <a:uFillTx/>
                            <a:latin typeface="+mn-lt"/>
                            <a:ea typeface="+mn-ea"/>
                            <a:cs typeface="+mn-cs"/>
                          </a:rPr>
                          <a:t>ul 2026)</a:t>
                        </a:r>
                      </a:p>
                    </a:txBody>
                    <a:tcPr anchor="ctr">
                      <a:solidFill>
                        <a:schemeClr val="bg1">
                          <a:lumMod val="85000"/>
                        </a:schemeClr>
                      </a:solidFill>
                    </a:tcPr>
                  </a:tc>
                  <a:tc>
                    <a:txBody>
                      <a:bodyPr/>
                      <a:lstStyle/>
                      <a:p>
                        <a:pPr marL="171450" lvl="0" indent="-171450" algn="l">
                          <a:lnSpc>
                            <a:spcPct val="100000"/>
                          </a:lnSpc>
                          <a:spcBef>
                            <a:spcPts val="0"/>
                          </a:spcBef>
                          <a:spcAft>
                            <a:spcPts val="0"/>
                          </a:spcAft>
                          <a:buFont typeface="Wingdings" panose="05000000000000000000" pitchFamily="2" charset="2"/>
                          <a:buChar char="ü"/>
                        </a:pPr>
                        <a:r>
                          <a:rPr lang="en-US" altLang="zh-CN" sz="900" b="0" u="none" strike="noStrike" kern="1200" cap="none" spc="0" normalizeH="0" baseline="0" noProof="0">
                            <a:ln>
                              <a:noFill/>
                            </a:ln>
                            <a:solidFill>
                              <a:schemeClr val="bg1">
                                <a:lumMod val="65000"/>
                              </a:schemeClr>
                            </a:solidFill>
                            <a:effectLst/>
                            <a:uLnTx/>
                            <a:uFillTx/>
                            <a:latin typeface="+mn-lt"/>
                            <a:ea typeface="+mn-ea"/>
                            <a:cs typeface="+mn-cs"/>
                          </a:rPr>
                          <a:t>PFI: 23Sep 2025</a:t>
                        </a:r>
                      </a:p>
                      <a:p>
                        <a:pPr marL="171450" lvl="0" indent="-171450" algn="l">
                          <a:lnSpc>
                            <a:spcPct val="100000"/>
                          </a:lnSpc>
                          <a:spcBef>
                            <a:spcPts val="0"/>
                          </a:spcBef>
                          <a:spcAft>
                            <a:spcPts val="0"/>
                          </a:spcAft>
                          <a:buFont typeface="Wingdings" panose="05000000000000000000" pitchFamily="2" charset="2"/>
                          <a:buChar char="ü"/>
                        </a:pPr>
                        <a:r>
                          <a:rPr lang="en-US" altLang="zh-CN" sz="900" b="0" u="none" strike="noStrike" kern="1200" cap="none" spc="0" normalizeH="0" baseline="0" noProof="0">
                            <a:ln>
                              <a:noFill/>
                            </a:ln>
                            <a:solidFill>
                              <a:schemeClr val="tx1"/>
                            </a:solidFill>
                            <a:effectLst/>
                            <a:uLnTx/>
                            <a:uFillTx/>
                            <a:latin typeface="+mn-lt"/>
                            <a:ea typeface="+mn-ea"/>
                            <a:cs typeface="+mn-cs"/>
                          </a:rPr>
                          <a:t>Enrollment: 5 /600(actual / plan); site: 1/ 30 (initiated/ plan)</a:t>
                        </a:r>
                      </a:p>
                      <a:p>
                        <a:pPr marL="171450" lvl="0" indent="-171450" algn="l">
                          <a:lnSpc>
                            <a:spcPct val="100000"/>
                          </a:lnSpc>
                          <a:spcBef>
                            <a:spcPts val="0"/>
                          </a:spcBef>
                          <a:spcAft>
                            <a:spcPts val="0"/>
                          </a:spcAft>
                          <a:buFont typeface="Wingdings" panose="05000000000000000000" pitchFamily="2" charset="2"/>
                          <a:buChar char="ü"/>
                        </a:pPr>
                        <a:r>
                          <a:rPr lang="en-US" altLang="zh-CN" sz="900" b="0" u="none" strike="noStrike" kern="1200" cap="none" spc="0" normalizeH="0" baseline="0" noProof="0">
                            <a:ln>
                              <a:noFill/>
                            </a:ln>
                            <a:solidFill>
                              <a:schemeClr val="tx1"/>
                            </a:solidFill>
                            <a:effectLst/>
                            <a:uLnTx/>
                            <a:uFillTx/>
                            <a:latin typeface="+mn-lt"/>
                            <a:ea typeface="+mn-ea"/>
                            <a:cs typeface="+mn-cs"/>
                          </a:rPr>
                          <a:t>The new CRO  was on board, and the study timeline is under assessment.</a:t>
                        </a:r>
                      </a:p>
                    </a:txBody>
                    <a:tcPr anchor="ctr">
                      <a:solidFill>
                        <a:schemeClr val="bg1">
                          <a:lumMod val="85000"/>
                        </a:schemeClr>
                      </a:solidFill>
                    </a:tcPr>
                  </a:tc>
                  <a:tc>
                    <a:txBody>
                      <a:bodyPr/>
                      <a:lstStyle/>
                      <a:p>
                        <a:endParaRPr lang="zh-CN" altLang="en-US" sz="1400"/>
                      </a:p>
                    </a:txBody>
                    <a:tcPr marL="69607" marR="69607" marT="28575" marB="28575">
                      <a:solidFill>
                        <a:schemeClr val="bg1">
                          <a:lumMod val="85000"/>
                        </a:schemeClr>
                      </a:solidFill>
                    </a:tcPr>
                  </a:tc>
                  <a:extLst>
                    <a:ext uri="{0D108BD9-81ED-4DB2-BD59-A6C34878D82A}">
                      <a16:rowId xmlns:a16="http://schemas.microsoft.com/office/drawing/2014/main" val="3928203674"/>
                    </a:ext>
                  </a:extLst>
                </a:tr>
                <a:tr h="6877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900" b="1" i="0" u="none" strike="noStrike" kern="1200" cap="none" spc="0" normalizeH="0" baseline="0" noProof="0" err="1">
                            <a:ln>
                              <a:noFill/>
                            </a:ln>
                            <a:solidFill>
                              <a:srgbClr val="000000"/>
                            </a:solidFill>
                            <a:effectLst/>
                            <a:uLnTx/>
                            <a:uFillTx/>
                            <a:latin typeface="+mn-lt"/>
                          </a:rPr>
                          <a:t>Nerandomilast</a:t>
                        </a:r>
                        <a:endParaRPr lang="en-US" altLang="zh-CN" sz="900"/>
                      </a:p>
                      <a:p>
                        <a:pPr lvl="0" algn="ctr">
                          <a:buNone/>
                        </a:pPr>
                        <a:r>
                          <a:rPr lang="en-US" altLang="zh-CN" sz="900"/>
                          <a:t>ILD EPI study in China</a:t>
                        </a:r>
                      </a:p>
                      <a:p>
                        <a:pPr lvl="0" algn="ctr">
                          <a:buNone/>
                        </a:pPr>
                        <a:r>
                          <a:rPr lang="en-US" sz="900" b="1" i="0" u="none" strike="noStrike" kern="1200" cap="none" spc="0" normalizeH="0" baseline="0" noProof="0">
                            <a:ln>
                              <a:noFill/>
                            </a:ln>
                            <a:solidFill>
                              <a:srgbClr val="000000"/>
                            </a:solidFill>
                            <a:effectLst/>
                            <a:uLnTx/>
                            <a:uFillTx/>
                            <a:latin typeface="Boehringer Forward Text"/>
                          </a:rPr>
                          <a:t>National CDC</a:t>
                        </a:r>
                      </a:p>
                    </a:txBody>
                    <a:tcPr anchor="ctr">
                      <a:solidFill>
                        <a:schemeClr val="bg1">
                          <a:lumMod val="85000"/>
                        </a:schemeClr>
                      </a:solidFill>
                    </a:tcPr>
                  </a:tc>
                  <a:tc>
                    <a:txBody>
                      <a:bodyPr/>
                      <a:lstStyle/>
                      <a:p>
                        <a:pPr lvl="0" algn="ctr" defTabSz="914378" rtl="0">
                          <a:buNone/>
                        </a:pPr>
                        <a:r>
                          <a:rPr lang="en-US" sz="900" b="0" u="none" strike="noStrike" kern="1200" cap="none" spc="0" normalizeH="0" baseline="0">
                            <a:ln>
                              <a:noFill/>
                            </a:ln>
                            <a:solidFill>
                              <a:srgbClr val="000000"/>
                            </a:solidFill>
                            <a:effectLst/>
                            <a:uLnTx/>
                            <a:uFillTx/>
                            <a:latin typeface="+mn-lt"/>
                            <a:ea typeface="+mn-ea"/>
                            <a:cs typeface="+mn-cs"/>
                          </a:rPr>
                          <a:t>ILD</a:t>
                        </a:r>
                      </a:p>
                    </a:txBody>
                    <a:tcPr anchor="ctr">
                      <a:solidFill>
                        <a:schemeClr val="bg1">
                          <a:lumMod val="85000"/>
                        </a:schemeClr>
                      </a:solidFill>
                    </a:tcPr>
                  </a:tc>
                  <a:tc>
                    <a:txBody>
                      <a:bodyPr/>
                      <a:lstStyle/>
                      <a:p>
                        <a:pPr marL="0" marR="0" lvl="0" indent="0" algn="ctr" defTabSz="914400" rtl="0" eaLnBrk="1" latinLnBrk="0" hangingPunct="1">
                          <a:lnSpc>
                            <a:spcPct val="100000"/>
                          </a:lnSpc>
                          <a:spcBef>
                            <a:spcPts val="0"/>
                          </a:spcBef>
                          <a:spcAft>
                            <a:spcPts val="0"/>
                          </a:spcAft>
                          <a:buClrTx/>
                          <a:buSzTx/>
                          <a:buFontTx/>
                          <a:buNone/>
                        </a:pPr>
                        <a:r>
                          <a:rPr lang="en-US" altLang="zh-CN" sz="900" b="0" u="none" strike="noStrike" kern="1200" cap="none" spc="0" normalizeH="0" baseline="0">
                            <a:ln>
                              <a:noFill/>
                            </a:ln>
                            <a:solidFill>
                              <a:srgbClr val="000000"/>
                            </a:solidFill>
                            <a:effectLst/>
                            <a:uLnTx/>
                            <a:uFillTx/>
                            <a:latin typeface="+mn-lt"/>
                            <a:ea typeface="+mn-ea"/>
                            <a:cs typeface="+mn-cs"/>
                          </a:rPr>
                          <a:t>ECR</a:t>
                        </a:r>
                      </a:p>
                      <a:p>
                        <a:pPr marL="0" marR="0" lvl="0" indent="0" algn="ctr" defTabSz="914400" rtl="0" eaLnBrk="1" latinLnBrk="0" hangingPunct="1">
                          <a:lnSpc>
                            <a:spcPct val="100000"/>
                          </a:lnSpc>
                          <a:spcBef>
                            <a:spcPts val="0"/>
                          </a:spcBef>
                          <a:spcAft>
                            <a:spcPts val="0"/>
                          </a:spcAft>
                          <a:buClrTx/>
                          <a:buSzTx/>
                          <a:buFontTx/>
                          <a:buNone/>
                        </a:pPr>
                        <a:r>
                          <a:rPr lang="en-US" altLang="zh-CN" sz="900" b="0" u="none" strike="noStrike" kern="1200" cap="none" spc="0" normalizeH="0" baseline="0">
                            <a:ln>
                              <a:noFill/>
                            </a:ln>
                            <a:solidFill>
                              <a:srgbClr val="000000"/>
                            </a:solidFill>
                            <a:effectLst/>
                            <a:uLnTx/>
                            <a:uFillTx/>
                            <a:latin typeface="+mn-lt"/>
                            <a:ea typeface="+mn-ea"/>
                            <a:cs typeface="+mn-cs"/>
                          </a:rPr>
                          <a:t>(1305-0111: May 2025- Aug 2025, Sep 2026)</a:t>
                        </a:r>
                      </a:p>
                    </a:txBody>
                    <a:tcPr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900"/>
                          <a:t>Data analysis of part 1&amp;2</a:t>
                        </a:r>
                        <a:endParaRPr lang="zh-CN" altLang="en-US" sz="900"/>
                      </a:p>
                      <a:p>
                        <a:pPr marL="0" lvl="0" algn="ctr" defTabSz="914400" rtl="0" eaLnBrk="1" latinLnBrk="0" hangingPunct="1">
                          <a:buNone/>
                        </a:pPr>
                        <a:r>
                          <a:rPr lang="en-US" altLang="zh-CN" sz="900" b="0" u="none" strike="noStrike" kern="1200" cap="none" spc="0" normalizeH="0" baseline="0">
                            <a:ln>
                              <a:noFill/>
                            </a:ln>
                            <a:solidFill>
                              <a:srgbClr val="000000"/>
                            </a:solidFill>
                            <a:effectLst/>
                            <a:uLnTx/>
                            <a:uFillTx/>
                            <a:latin typeface="+mn-lt"/>
                            <a:ea typeface="+mn-ea"/>
                            <a:cs typeface="+mn-cs"/>
                          </a:rPr>
                          <a:t>(30Sep 2025)</a:t>
                        </a:r>
                      </a:p>
                    </a:txBody>
                    <a:tcPr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900"/>
                          <a:t>Data analysis of part 3</a:t>
                        </a:r>
                        <a:endParaRPr lang="zh-CN" altLang="en-US" sz="900"/>
                      </a:p>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0" u="none" strike="noStrike" kern="1200" cap="none" spc="0" normalizeH="0" baseline="0">
                            <a:ln>
                              <a:noFill/>
                            </a:ln>
                            <a:solidFill>
                              <a:srgbClr val="000000"/>
                            </a:solidFill>
                            <a:effectLst/>
                            <a:uLnTx/>
                            <a:uFillTx/>
                            <a:latin typeface="+mn-lt"/>
                            <a:ea typeface="+mn-ea"/>
                            <a:cs typeface="+mn-cs"/>
                          </a:rPr>
                          <a:t>(Jun</a:t>
                        </a:r>
                        <a:r>
                          <a:rPr lang="zh-CN" altLang="en-US" sz="900" b="0" u="none" strike="noStrike" kern="1200" cap="none" spc="0" normalizeH="0" baseline="0">
                            <a:ln>
                              <a:noFill/>
                            </a:ln>
                            <a:solidFill>
                              <a:srgbClr val="000000"/>
                            </a:solidFill>
                            <a:effectLst/>
                            <a:uLnTx/>
                            <a:uFillTx/>
                            <a:latin typeface="+mn-lt"/>
                            <a:ea typeface="+mn-ea"/>
                            <a:cs typeface="+mn-cs"/>
                          </a:rPr>
                          <a:t> </a:t>
                        </a:r>
                        <a:r>
                          <a:rPr lang="en-US" altLang="zh-CN" sz="900" b="0" u="none" strike="noStrike" kern="1200" cap="none" spc="0" normalizeH="0" baseline="0">
                            <a:ln>
                              <a:noFill/>
                            </a:ln>
                            <a:solidFill>
                              <a:srgbClr val="000000"/>
                            </a:solidFill>
                            <a:effectLst/>
                            <a:uLnTx/>
                            <a:uFillTx/>
                            <a:latin typeface="+mn-lt"/>
                            <a:ea typeface="+mn-ea"/>
                            <a:cs typeface="+mn-cs"/>
                          </a:rPr>
                          <a:t>2026)</a:t>
                        </a:r>
                        <a:endParaRPr lang="en-US" sz="900" b="0" u="none" strike="noStrike" kern="1200" cap="none" spc="0" normalizeH="0" baseline="0">
                          <a:ln>
                            <a:noFill/>
                          </a:ln>
                          <a:solidFill>
                            <a:srgbClr val="000000"/>
                          </a:solidFill>
                          <a:effectLst/>
                          <a:uLnTx/>
                          <a:uFillTx/>
                          <a:latin typeface="+mn-lt"/>
                          <a:ea typeface="+mn-ea"/>
                          <a:cs typeface="+mn-cs"/>
                        </a:endParaRPr>
                      </a:p>
                    </a:txBody>
                    <a:tcPr anchor="ctr">
                      <a:solidFill>
                        <a:schemeClr val="bg1">
                          <a:lumMod val="85000"/>
                        </a:schemeClr>
                      </a:solidFill>
                    </a:tcPr>
                  </a:tc>
                  <a:tc>
                    <a:txBody>
                      <a:bodyPr/>
                      <a:lstStyle/>
                      <a:p>
                        <a:pPr marL="171450" lvl="0" indent="-171450" algn="l" defTabSz="914400" rtl="0" eaLnBrk="1" latinLnBrk="0" hangingPunct="1">
                          <a:lnSpc>
                            <a:spcPct val="100000"/>
                          </a:lnSpc>
                          <a:spcBef>
                            <a:spcPts val="0"/>
                          </a:spcBef>
                          <a:spcAft>
                            <a:spcPts val="0"/>
                          </a:spcAft>
                          <a:buFont typeface="Wingdings" panose="05000000000000000000" pitchFamily="2" charset="2"/>
                          <a:buChar char="ü"/>
                        </a:pPr>
                        <a:r>
                          <a:rPr lang="en-US" altLang="zh-CN" sz="900" b="0" u="none" strike="noStrike" kern="1200" cap="none" spc="0" normalizeH="0" baseline="0">
                            <a:ln>
                              <a:noFill/>
                            </a:ln>
                            <a:solidFill>
                              <a:schemeClr val="tx1"/>
                            </a:solidFill>
                            <a:effectLst/>
                            <a:uLnTx/>
                            <a:uFillTx/>
                            <a:latin typeface="+mn-lt"/>
                            <a:ea typeface="+mn-ea"/>
                            <a:cs typeface="+mn-cs"/>
                          </a:rPr>
                          <a:t> The Part3 is ongoing.</a:t>
                        </a:r>
                      </a:p>
                    </a:txBody>
                    <a:tcPr anchor="ctr">
                      <a:solidFill>
                        <a:schemeClr val="bg1">
                          <a:lumMod val="85000"/>
                        </a:schemeClr>
                      </a:solidFill>
                    </a:tcPr>
                  </a:tc>
                  <a:tc>
                    <a:txBody>
                      <a:bodyPr/>
                      <a:lstStyle/>
                      <a:p>
                        <a:endParaRPr lang="zh-CN" altLang="en-US" sz="600"/>
                      </a:p>
                    </a:txBody>
                    <a:tcPr marL="69607" marR="69607" marT="28575" marB="28575">
                      <a:solidFill>
                        <a:schemeClr val="bg1">
                          <a:lumMod val="85000"/>
                        </a:schemeClr>
                      </a:solidFill>
                    </a:tcPr>
                  </a:tc>
                  <a:extLst>
                    <a:ext uri="{0D108BD9-81ED-4DB2-BD59-A6C34878D82A}">
                      <a16:rowId xmlns:a16="http://schemas.microsoft.com/office/drawing/2014/main" val="1950158527"/>
                    </a:ext>
                  </a:extLst>
                </a:tr>
                <a:tr h="59193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900" b="1" i="0" u="none" strike="noStrike" kern="1200" cap="none" spc="0" normalizeH="0" baseline="0" noProof="0">
                            <a:ln>
                              <a:noFill/>
                            </a:ln>
                            <a:solidFill>
                              <a:srgbClr val="000000"/>
                            </a:solidFill>
                            <a:effectLst/>
                            <a:uLnTx/>
                            <a:uFillTx/>
                            <a:latin typeface="+mn-lt"/>
                          </a:rPr>
                          <a:t>Nerandomilast</a:t>
                        </a:r>
                        <a:endParaRPr lang="en-US" altLang="zh-CN" sz="900" b="0" i="0" u="none" strike="noStrike" kern="1200" cap="none" spc="0" normalizeH="0" baseline="0">
                          <a:ln>
                            <a:noFill/>
                          </a:ln>
                          <a:solidFill>
                            <a:srgbClr val="000000"/>
                          </a:solidFill>
                          <a:effectLst/>
                          <a:uLnTx/>
                          <a:uFillTx/>
                          <a:latin typeface="Boehringer Forward Text"/>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900" b="0" i="0" u="none" strike="noStrike" kern="1200" cap="none" spc="0" normalizeH="0" baseline="0">
                            <a:ln>
                              <a:noFill/>
                            </a:ln>
                            <a:solidFill>
                              <a:srgbClr val="000000"/>
                            </a:solidFill>
                            <a:effectLst/>
                            <a:uLnTx/>
                            <a:uFillTx/>
                            <a:latin typeface="Boehringer Forward Text"/>
                            <a:ea typeface="+mn-ea"/>
                            <a:cs typeface="+mn-cs"/>
                          </a:rPr>
                          <a:t>Non-interventional study based on existing data: claims data of Beijing</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900" b="1" i="0" u="none" strike="noStrike" kern="1200" cap="none" spc="0" normalizeH="0" baseline="0" noProof="0">
                            <a:ln>
                              <a:noFill/>
                            </a:ln>
                            <a:solidFill>
                              <a:srgbClr val="000000"/>
                            </a:solidFill>
                            <a:effectLst/>
                            <a:uLnTx/>
                            <a:uFillTx/>
                            <a:latin typeface="+mn-lt"/>
                          </a:rPr>
                          <a:t>National CDC</a:t>
                        </a:r>
                        <a:r>
                          <a:rPr lang="en-US" altLang="zh-CN" sz="900" b="0" i="0" u="none" strike="noStrike" kern="1200" cap="none" spc="0" normalizeH="0" baseline="0">
                            <a:ln>
                              <a:noFill/>
                            </a:ln>
                            <a:solidFill>
                              <a:srgbClr val="000000"/>
                            </a:solidFill>
                            <a:effectLst/>
                            <a:uLnTx/>
                            <a:uFillTx/>
                            <a:latin typeface="Boehringer Forward Text"/>
                            <a:ea typeface="+mn-ea"/>
                            <a:cs typeface="+mn-cs"/>
                          </a:rPr>
                          <a:t> </a:t>
                        </a:r>
                        <a:endParaRPr lang="zh-CN" altLang="zh-CN" sz="900" b="0" i="0" u="none" strike="noStrike" kern="1200" cap="none" spc="0" normalizeH="0" baseline="0">
                          <a:ln>
                            <a:noFill/>
                          </a:ln>
                          <a:solidFill>
                            <a:srgbClr val="000000"/>
                          </a:solidFill>
                          <a:effectLst/>
                          <a:uLnTx/>
                          <a:uFillTx/>
                          <a:latin typeface="Boehringer Forward Text"/>
                          <a:ea typeface="+mn-ea"/>
                          <a:cs typeface="+mn-cs"/>
                        </a:endParaRPr>
                      </a:p>
                    </a:txBody>
                    <a:tcPr marL="92811" marR="92811" marT="38099" marB="38099" anchor="ctr">
                      <a:solidFill>
                        <a:schemeClr val="bg1">
                          <a:lumMod val="85000"/>
                        </a:schemeClr>
                      </a:solidFill>
                    </a:tcPr>
                  </a:tc>
                  <a:tc>
                    <a:txBody>
                      <a:bodyPr/>
                      <a:lstStyle/>
                      <a:p>
                        <a:pPr marL="0" lvl="0" indent="0" algn="ctr">
                          <a:lnSpc>
                            <a:spcPct val="100000"/>
                          </a:lnSpc>
                          <a:spcBef>
                            <a:spcPts val="0"/>
                          </a:spcBef>
                          <a:spcAft>
                            <a:spcPts val="0"/>
                          </a:spcAft>
                          <a:buNone/>
                        </a:pPr>
                        <a:r>
                          <a:rPr lang="en-US" altLang="zh-CN" sz="900" b="0" i="0" u="none" strike="noStrike" kern="1200" cap="none" spc="0" normalizeH="0" baseline="0">
                            <a:ln>
                              <a:noFill/>
                            </a:ln>
                            <a:solidFill>
                              <a:srgbClr val="000000"/>
                            </a:solidFill>
                            <a:effectLst/>
                            <a:uLnTx/>
                            <a:uFillTx/>
                            <a:latin typeface="Boehringer Forward Text"/>
                            <a:ea typeface="+mn-ea"/>
                            <a:cs typeface="+mn-cs"/>
                          </a:rPr>
                          <a:t>IPF</a:t>
                        </a:r>
                        <a:endParaRPr lang="zh-CN" altLang="en-US" sz="900" b="0" i="0" u="none" strike="noStrike" kern="1200" cap="none" spc="0" normalizeH="0" baseline="0">
                          <a:ln>
                            <a:noFill/>
                          </a:ln>
                          <a:solidFill>
                            <a:srgbClr val="000000"/>
                          </a:solidFill>
                          <a:effectLst/>
                          <a:uLnTx/>
                          <a:uFillTx/>
                          <a:latin typeface="Boehringer Forward Text"/>
                          <a:ea typeface="+mn-ea"/>
                          <a:cs typeface="+mn-cs"/>
                        </a:endParaRPr>
                      </a:p>
                    </a:txBody>
                    <a:tcPr marL="92811" marR="92811" marT="38099" marB="38099" anchor="ctr">
                      <a:solidFill>
                        <a:schemeClr val="bg1">
                          <a:lumMod val="85000"/>
                        </a:schemeClr>
                      </a:solidFill>
                    </a:tcPr>
                  </a:tc>
                  <a:tc>
                    <a:txBody>
                      <a:bodyPr/>
                      <a:lstStyle/>
                      <a:p>
                        <a:pPr marL="0" marR="0" lvl="0" indent="0" algn="ctr" defTabSz="914400">
                          <a:lnSpc>
                            <a:spcPct val="100000"/>
                          </a:lnSpc>
                          <a:spcBef>
                            <a:spcPts val="0"/>
                          </a:spcBef>
                          <a:spcAft>
                            <a:spcPts val="0"/>
                          </a:spcAft>
                          <a:buNone/>
                          <a:tabLst/>
                          <a:defRPr/>
                        </a:pPr>
                        <a:r>
                          <a:rPr lang="en-US" sz="900" b="0" i="0" u="none" strike="noStrike" kern="1200" cap="none" spc="0" normalizeH="0" baseline="0">
                            <a:ln>
                              <a:noFill/>
                            </a:ln>
                            <a:solidFill>
                              <a:srgbClr val="000000"/>
                            </a:solidFill>
                            <a:effectLst/>
                            <a:uLnTx/>
                            <a:uFillTx/>
                            <a:latin typeface="Boehringer Forward Text"/>
                            <a:ea typeface="+mn-ea"/>
                            <a:cs typeface="+mn-cs"/>
                          </a:rPr>
                          <a:t>ECR</a:t>
                        </a:r>
                      </a:p>
                      <a:p>
                        <a:pPr marL="0" marR="0" lvl="0" indent="0" algn="ctr" defTabSz="914400">
                          <a:lnSpc>
                            <a:spcPct val="100000"/>
                          </a:lnSpc>
                          <a:spcBef>
                            <a:spcPts val="0"/>
                          </a:spcBef>
                          <a:spcAft>
                            <a:spcPts val="0"/>
                          </a:spcAft>
                          <a:buNone/>
                          <a:tabLst/>
                          <a:defRPr/>
                        </a:pPr>
                        <a:r>
                          <a:rPr lang="en-US" sz="900" b="0" i="0" u="none" strike="noStrike" kern="1200" cap="none" spc="0" normalizeH="0" baseline="0">
                            <a:ln>
                              <a:noFill/>
                            </a:ln>
                            <a:solidFill>
                              <a:srgbClr val="000000"/>
                            </a:solidFill>
                            <a:effectLst/>
                            <a:uLnTx/>
                            <a:uFillTx/>
                            <a:latin typeface="Boehringer Forward Text"/>
                            <a:ea typeface="+mn-ea"/>
                            <a:cs typeface="+mn-cs"/>
                          </a:rPr>
                          <a:t>(Jun 2026- Jan 2027, Sep 2027)</a:t>
                        </a:r>
                      </a:p>
                    </a:txBody>
                    <a:tcPr marL="92811" marR="92811" marT="38099" marB="38099" anchor="ctr">
                      <a:solidFill>
                        <a:schemeClr val="bg1">
                          <a:lumMod val="85000"/>
                        </a:schemeClr>
                      </a:solidFill>
                    </a:tcPr>
                  </a:tc>
                  <a:tc>
                    <a:txBody>
                      <a:bodyPr/>
                      <a:lstStyle/>
                      <a:p>
                        <a:pPr marL="0" lvl="0" indent="0" algn="ctr">
                          <a:lnSpc>
                            <a:spcPct val="100000"/>
                          </a:lnSpc>
                          <a:spcBef>
                            <a:spcPts val="0"/>
                          </a:spcBef>
                          <a:spcAft>
                            <a:spcPts val="0"/>
                          </a:spcAft>
                          <a:buNone/>
                        </a:pPr>
                        <a:r>
                          <a:rPr lang="en-US" altLang="zh-CN" sz="900" b="0" i="0" u="none" strike="noStrike" kern="1200" cap="none" spc="0" normalizeH="0" baseline="0">
                            <a:ln>
                              <a:noFill/>
                            </a:ln>
                            <a:solidFill>
                              <a:srgbClr val="000000"/>
                            </a:solidFill>
                            <a:effectLst/>
                            <a:uLnTx/>
                            <a:uFillTx/>
                            <a:latin typeface="Boehringer Forward Text"/>
                            <a:ea typeface="+mn-ea"/>
                            <a:cs typeface="+mn-cs"/>
                          </a:rPr>
                          <a:t>PEC approval</a:t>
                        </a:r>
                      </a:p>
                      <a:p>
                        <a:pPr marL="0" lvl="0" indent="0" algn="ctr">
                          <a:lnSpc>
                            <a:spcPct val="100000"/>
                          </a:lnSpc>
                          <a:spcBef>
                            <a:spcPts val="0"/>
                          </a:spcBef>
                          <a:spcAft>
                            <a:spcPts val="0"/>
                          </a:spcAft>
                          <a:buNone/>
                        </a:pPr>
                        <a:r>
                          <a:rPr lang="en-US" altLang="zh-CN" sz="900" b="0" i="0" u="none" strike="noStrike" kern="1200" cap="none" spc="0" normalizeH="0" baseline="0">
                            <a:ln>
                              <a:noFill/>
                            </a:ln>
                            <a:solidFill>
                              <a:srgbClr val="000000"/>
                            </a:solidFill>
                            <a:effectLst/>
                            <a:uLnTx/>
                            <a:uFillTx/>
                            <a:latin typeface="Boehringer Forward Text"/>
                            <a:ea typeface="+mn-ea"/>
                            <a:cs typeface="+mn-cs"/>
                          </a:rPr>
                          <a:t>(Nov 2025)</a:t>
                        </a:r>
                        <a:endParaRPr lang="zh-CN" altLang="en-US" sz="900" b="0" i="0" u="none" strike="noStrike" kern="1200" cap="none" spc="0" normalizeH="0" baseline="0">
                          <a:ln>
                            <a:noFill/>
                          </a:ln>
                          <a:solidFill>
                            <a:srgbClr val="000000"/>
                          </a:solidFill>
                          <a:effectLst/>
                          <a:uLnTx/>
                          <a:uFillTx/>
                          <a:latin typeface="Boehringer Forward Text"/>
                          <a:ea typeface="+mn-ea"/>
                          <a:cs typeface="+mn-cs"/>
                        </a:endParaRPr>
                      </a:p>
                    </a:txBody>
                    <a:tcPr marL="92811" marR="92811" marT="38099" marB="38099" anchor="ctr">
                      <a:solidFill>
                        <a:schemeClr val="bg1">
                          <a:lumMod val="85000"/>
                        </a:schemeClr>
                      </a:solidFill>
                    </a:tcPr>
                  </a:tc>
                  <a:tc>
                    <a:txBody>
                      <a:bodyPr/>
                      <a:lstStyle/>
                      <a:p>
                        <a:pPr marL="0" lvl="0" indent="0" algn="ctr">
                          <a:lnSpc>
                            <a:spcPct val="100000"/>
                          </a:lnSpc>
                          <a:spcBef>
                            <a:spcPts val="0"/>
                          </a:spcBef>
                          <a:spcAft>
                            <a:spcPts val="0"/>
                          </a:spcAft>
                          <a:buNone/>
                        </a:pPr>
                        <a:r>
                          <a:rPr lang="en-US" altLang="zh-CN" sz="900" b="0" i="0" u="none" strike="noStrike" kern="1200" cap="none" spc="0" normalizeH="0" baseline="0">
                            <a:ln>
                              <a:noFill/>
                            </a:ln>
                            <a:solidFill>
                              <a:srgbClr val="000000"/>
                            </a:solidFill>
                            <a:effectLst/>
                            <a:uLnTx/>
                            <a:uFillTx/>
                            <a:latin typeface="Boehringer Forward Text"/>
                            <a:ea typeface="+mn-ea"/>
                            <a:cs typeface="+mn-cs"/>
                          </a:rPr>
                          <a:t>Global approval</a:t>
                        </a:r>
                      </a:p>
                      <a:p>
                        <a:pPr marL="0" lvl="0" indent="0" algn="ctr">
                          <a:lnSpc>
                            <a:spcPct val="100000"/>
                          </a:lnSpc>
                          <a:spcBef>
                            <a:spcPts val="0"/>
                          </a:spcBef>
                          <a:spcAft>
                            <a:spcPts val="0"/>
                          </a:spcAft>
                          <a:buNone/>
                        </a:pPr>
                        <a:r>
                          <a:rPr lang="en-US" altLang="zh-CN" sz="900" b="0" i="0" u="none" strike="noStrike" kern="1200" cap="none" spc="0" normalizeH="0" baseline="0">
                            <a:ln>
                              <a:noFill/>
                            </a:ln>
                            <a:solidFill>
                              <a:srgbClr val="000000"/>
                            </a:solidFill>
                            <a:effectLst/>
                            <a:uLnTx/>
                            <a:uFillTx/>
                            <a:latin typeface="Boehringer Forward Text"/>
                            <a:ea typeface="+mn-ea"/>
                            <a:cs typeface="+mn-cs"/>
                          </a:rPr>
                          <a:t>(Mar 2026)</a:t>
                        </a:r>
                        <a:endParaRPr lang="zh-CN" altLang="en-US" sz="900" b="0" i="0" u="none" strike="noStrike" kern="1200" cap="none" spc="0" normalizeH="0" baseline="0">
                          <a:ln>
                            <a:noFill/>
                          </a:ln>
                          <a:solidFill>
                            <a:srgbClr val="000000"/>
                          </a:solidFill>
                          <a:effectLst/>
                          <a:uLnTx/>
                          <a:uFillTx/>
                          <a:latin typeface="Boehringer Forward Text"/>
                          <a:ea typeface="+mn-ea"/>
                          <a:cs typeface="+mn-cs"/>
                        </a:endParaRPr>
                      </a:p>
                    </a:txBody>
                    <a:tcPr marL="92811" marR="92811" marT="38099" marB="38099" anchor="ctr">
                      <a:solidFill>
                        <a:schemeClr val="bg1">
                          <a:lumMod val="85000"/>
                        </a:schemeClr>
                      </a:solidFill>
                    </a:tcPr>
                  </a:tc>
                  <a:tc>
                    <a:txBody>
                      <a:bodyPr/>
                      <a:lstStyle/>
                      <a:p>
                        <a:pPr marL="171450" marR="0" lvl="0" indent="-171450" algn="l">
                          <a:lnSpc>
                            <a:spcPct val="100000"/>
                          </a:lnSpc>
                          <a:spcBef>
                            <a:spcPts val="0"/>
                          </a:spcBef>
                          <a:spcAft>
                            <a:spcPts val="0"/>
                          </a:spcAft>
                          <a:buClr>
                            <a:srgbClr val="000000"/>
                          </a:buClr>
                          <a:buFont typeface="Wingdings" panose="05000000000000000000" pitchFamily="2" charset="2"/>
                          <a:buChar char="ü"/>
                        </a:pPr>
                        <a:r>
                          <a:rPr lang="en-US" sz="900" b="0" u="none" strike="noStrike" kern="1200" cap="none" spc="0" normalizeH="0" baseline="0" noProof="0">
                            <a:ln>
                              <a:noFill/>
                            </a:ln>
                            <a:solidFill>
                              <a:schemeClr val="bg1">
                                <a:lumMod val="50000"/>
                              </a:schemeClr>
                            </a:solidFill>
                            <a:effectLst/>
                            <a:uLnTx/>
                            <a:uFillTx/>
                            <a:latin typeface="+mn-lt"/>
                            <a:ea typeface="+mn-ea"/>
                            <a:cs typeface="+mn-cs"/>
                          </a:rPr>
                          <a:t>PEC endorsed on 17Nov 2025.</a:t>
                        </a:r>
                      </a:p>
                      <a:p>
                        <a:pPr marL="171450" marR="0" lvl="0" indent="-171450" algn="l">
                          <a:lnSpc>
                            <a:spcPct val="100000"/>
                          </a:lnSpc>
                          <a:spcBef>
                            <a:spcPts val="0"/>
                          </a:spcBef>
                          <a:spcAft>
                            <a:spcPts val="0"/>
                          </a:spcAft>
                          <a:buClr>
                            <a:srgbClr val="000000"/>
                          </a:buClr>
                          <a:buFont typeface="Wingdings" panose="05000000000000000000" pitchFamily="2" charset="2"/>
                          <a:buChar char="ü"/>
                        </a:pPr>
                        <a:r>
                          <a:rPr lang="en-US" sz="900" b="0" u="none" strike="noStrike" kern="1200" cap="none" spc="0" normalizeH="0" baseline="0" noProof="0">
                            <a:ln>
                              <a:noFill/>
                            </a:ln>
                            <a:solidFill>
                              <a:schemeClr val="bg1">
                                <a:lumMod val="50000"/>
                              </a:schemeClr>
                            </a:solidFill>
                            <a:effectLst/>
                            <a:uLnTx/>
                            <a:uFillTx/>
                            <a:latin typeface="+mn-lt"/>
                            <a:ea typeface="+mn-ea"/>
                            <a:cs typeface="+mn-cs"/>
                          </a:rPr>
                          <a:t>Hybrid review  was completed in 25Feb 2026, and the result is approved with comments.</a:t>
                        </a:r>
                      </a:p>
                      <a:p>
                        <a:pPr marL="171450" marR="0" lvl="0" indent="-171450" algn="l">
                          <a:lnSpc>
                            <a:spcPct val="100000"/>
                          </a:lnSpc>
                          <a:spcBef>
                            <a:spcPts val="0"/>
                          </a:spcBef>
                          <a:spcAft>
                            <a:spcPts val="0"/>
                          </a:spcAft>
                          <a:buClr>
                            <a:srgbClr val="000000"/>
                          </a:buClr>
                          <a:buFont typeface="Wingdings" panose="05000000000000000000" pitchFamily="2" charset="2"/>
                          <a:buChar char="ü"/>
                        </a:pPr>
                        <a:r>
                          <a:rPr lang="en-US" sz="900" b="0" i="0" u="none" strike="noStrike" kern="1200" cap="none" spc="0" normalizeH="0" baseline="0" noProof="0">
                            <a:ln>
                              <a:noFill/>
                            </a:ln>
                            <a:solidFill>
                              <a:srgbClr val="000000"/>
                            </a:solidFill>
                            <a:effectLst/>
                            <a:uLnTx/>
                            <a:uFillTx/>
                            <a:latin typeface="Boehringer Forward Text"/>
                            <a:ea typeface="+mn-ea"/>
                            <a:cs typeface="+mn-cs"/>
                          </a:rPr>
                          <a:t>A</a:t>
                        </a:r>
                        <a:r>
                          <a:rPr lang="en-US" altLang="zh-CN" sz="900" b="0" i="0" u="none" strike="noStrike" kern="1200" cap="none" spc="0" normalizeH="0" baseline="0" noProof="0">
                            <a:ln>
                              <a:noFill/>
                            </a:ln>
                            <a:solidFill>
                              <a:srgbClr val="000000"/>
                            </a:solidFill>
                            <a:effectLst/>
                            <a:uLnTx/>
                            <a:uFillTx/>
                            <a:latin typeface="Boehringer Forward Text"/>
                            <a:ea typeface="+mn-ea"/>
                            <a:cs typeface="+mn-cs"/>
                          </a:rPr>
                          <a:t>ll reviews approved in </a:t>
                        </a:r>
                        <a:r>
                          <a:rPr lang="en-US" altLang="zh-CN" sz="900" b="0" i="0" u="none" strike="noStrike" kern="1200" cap="none" spc="0" normalizeH="0" baseline="0" noProof="0" err="1">
                            <a:ln>
                              <a:noFill/>
                            </a:ln>
                            <a:solidFill>
                              <a:srgbClr val="000000"/>
                            </a:solidFill>
                            <a:effectLst/>
                            <a:uLnTx/>
                            <a:uFillTx/>
                            <a:latin typeface="Boehringer Forward Text"/>
                            <a:ea typeface="+mn-ea"/>
                            <a:cs typeface="+mn-cs"/>
                          </a:rPr>
                          <a:t>Lectrona</a:t>
                        </a:r>
                        <a:r>
                          <a:rPr lang="en-US" altLang="zh-CN" sz="900" b="0" i="0" u="none" strike="noStrike" kern="1200" cap="none" spc="0" normalizeH="0" baseline="0" noProof="0">
                            <a:ln>
                              <a:noFill/>
                            </a:ln>
                            <a:solidFill>
                              <a:srgbClr val="000000"/>
                            </a:solidFill>
                            <a:effectLst/>
                            <a:uLnTx/>
                            <a:uFillTx/>
                            <a:latin typeface="Boehringer Forward Text"/>
                            <a:ea typeface="+mn-ea"/>
                            <a:cs typeface="+mn-cs"/>
                          </a:rPr>
                          <a:t> </a:t>
                        </a:r>
                        <a:r>
                          <a:rPr lang="en-US" altLang="zh-CN" sz="900" b="0" i="0" u="none" strike="noStrike" kern="1200" cap="none" spc="0" normalizeH="0" baseline="0" noProof="0">
                            <a:ln>
                              <a:noFill/>
                            </a:ln>
                            <a:solidFill>
                              <a:srgbClr val="000000"/>
                            </a:solidFill>
                            <a:effectLst/>
                            <a:uLnTx/>
                            <a:uFillTx/>
                            <a:latin typeface="+mn-lt"/>
                            <a:ea typeface="+mn-ea"/>
                            <a:cs typeface="+mn-cs"/>
                          </a:rPr>
                          <a:t>and waiting for GMA to complete the MM of global release in </a:t>
                        </a:r>
                        <a:r>
                          <a:rPr lang="en-US" altLang="zh-CN" sz="900" b="0" i="0" u="none" strike="noStrike" kern="1200" cap="none" spc="0" normalizeH="0" baseline="0" noProof="0" err="1">
                            <a:ln>
                              <a:noFill/>
                            </a:ln>
                            <a:solidFill>
                              <a:srgbClr val="000000"/>
                            </a:solidFill>
                            <a:effectLst/>
                            <a:uLnTx/>
                            <a:uFillTx/>
                            <a:latin typeface="+mn-lt"/>
                            <a:ea typeface="+mn-ea"/>
                            <a:cs typeface="+mn-cs"/>
                          </a:rPr>
                          <a:t>Lectrona</a:t>
                        </a:r>
                        <a:r>
                          <a:rPr lang="en-US" altLang="zh-CN" sz="900" b="0" i="0" u="none" strike="noStrike" kern="1200" cap="none" spc="0" normalizeH="0" baseline="0" noProof="0">
                            <a:ln>
                              <a:noFill/>
                            </a:ln>
                            <a:solidFill>
                              <a:srgbClr val="000000"/>
                            </a:solidFill>
                            <a:effectLst/>
                            <a:uLnTx/>
                            <a:uFillTx/>
                            <a:latin typeface="+mn-lt"/>
                            <a:ea typeface="+mn-ea"/>
                            <a:cs typeface="+mn-cs"/>
                          </a:rPr>
                          <a:t>.</a:t>
                        </a:r>
                        <a:endParaRPr lang="en-US" sz="900" b="0" i="0" u="none" strike="noStrike" kern="1200" cap="none" spc="0" normalizeH="0" baseline="0" noProof="0">
                          <a:ln>
                            <a:noFill/>
                          </a:ln>
                          <a:solidFill>
                            <a:srgbClr val="000000"/>
                          </a:solidFill>
                          <a:effectLst/>
                          <a:uLnTx/>
                          <a:uFillTx/>
                          <a:latin typeface="Boehringer Forward Text"/>
                          <a:ea typeface="+mn-ea"/>
                          <a:cs typeface="+mn-cs"/>
                        </a:endParaRPr>
                      </a:p>
                    </a:txBody>
                    <a:tcPr marL="92811" marR="92811" marT="38099" marB="38099" anchor="ctr">
                      <a:solidFill>
                        <a:schemeClr val="bg1">
                          <a:lumMod val="85000"/>
                        </a:schemeClr>
                      </a:solidFill>
                    </a:tcPr>
                  </a:tc>
                  <a:tc>
                    <a:txBody>
                      <a:bodyPr/>
                      <a:lstStyle/>
                      <a:p>
                        <a:pPr lvl="0">
                          <a:buNone/>
                        </a:pPr>
                        <a:endParaRPr lang="zh-CN" altLang="en-US" sz="1400"/>
                      </a:p>
                    </a:txBody>
                    <a:tcPr marL="69607" marR="69607" marT="28575" marB="28575">
                      <a:solidFill>
                        <a:schemeClr val="bg1">
                          <a:lumMod val="85000"/>
                        </a:schemeClr>
                      </a:solidFill>
                    </a:tcPr>
                  </a:tc>
                  <a:extLst>
                    <a:ext uri="{0D108BD9-81ED-4DB2-BD59-A6C34878D82A}">
                      <a16:rowId xmlns:a16="http://schemas.microsoft.com/office/drawing/2014/main" val="1094643161"/>
                    </a:ext>
                  </a:extLst>
                </a:tr>
                <a:tr h="606369">
                  <a:tc>
                    <a:txBody>
                      <a:bodyPr/>
                      <a:lstStyle/>
                      <a:p>
                        <a:pPr algn="ctr" rtl="0" fontAlgn="base"/>
                        <a:r>
                          <a:rPr kumimoji="0" lang="en-US" altLang="zh-CN" sz="900" b="0" u="none" strike="noStrike" kern="1200" cap="none" spc="0" normalizeH="0" baseline="0">
                            <a:ln>
                              <a:noFill/>
                            </a:ln>
                            <a:solidFill>
                              <a:srgbClr val="000000"/>
                            </a:solidFill>
                            <a:effectLst/>
                            <a:uLnTx/>
                            <a:uFillTx/>
                          </a:rPr>
                          <a:t>Study on the Status Quo of Diagnosis and Treatment of IPF and Quality of Life in China</a:t>
                        </a:r>
                      </a:p>
                      <a:p>
                        <a:pPr algn="ctr" rtl="0" fontAlgn="base"/>
                        <a:r>
                          <a:rPr kumimoji="0" lang="en-US" altLang="zh-CN" sz="900" b="0" u="none" strike="noStrike" kern="1200" cap="none" spc="0" normalizeH="0" baseline="0">
                            <a:ln>
                              <a:noFill/>
                            </a:ln>
                            <a:solidFill>
                              <a:srgbClr val="000000"/>
                            </a:solidFill>
                            <a:effectLst/>
                            <a:uLnTx/>
                            <a:uFillTx/>
                          </a:rPr>
                          <a:t>Implementation Protocol </a:t>
                        </a:r>
                        <a:r>
                          <a:rPr kumimoji="0" lang="en-US" altLang="zh-CN" sz="900" b="1" u="none" strike="noStrike" kern="1200" cap="none" spc="0" normalizeH="0" baseline="0">
                            <a:ln>
                              <a:noFill/>
                            </a:ln>
                            <a:solidFill>
                              <a:srgbClr val="000000"/>
                            </a:solidFill>
                            <a:effectLst/>
                            <a:uLnTx/>
                            <a:uFillTx/>
                          </a:rPr>
                          <a:t>(IPF SURVEY)</a:t>
                        </a:r>
                      </a:p>
                      <a:p>
                        <a:pPr algn="ctr" rtl="0" fontAlgn="base"/>
                        <a:r>
                          <a:rPr kumimoji="0" lang="en-US" altLang="zh-CN" sz="900" b="1" i="0" u="none" strike="noStrike" kern="1200" cap="none" spc="0" normalizeH="0" baseline="0">
                            <a:ln>
                              <a:noFill/>
                            </a:ln>
                            <a:solidFill>
                              <a:srgbClr val="000000"/>
                            </a:solidFill>
                            <a:effectLst/>
                            <a:uLnTx/>
                            <a:uFillTx/>
                            <a:latin typeface="Calibri"/>
                            <a:ea typeface="+mn-ea"/>
                            <a:cs typeface="Calibri"/>
                          </a:rPr>
                          <a:t>(</a:t>
                        </a:r>
                        <a:r>
                          <a:rPr lang="pt-PT" altLang="zh-CN" sz="900" b="1"/>
                          <a:t>Peking University Third Hospital, Prof. Chu)</a:t>
                        </a:r>
                        <a:endParaRPr kumimoji="0" lang="en-US" altLang="zh-CN" sz="900" b="1" i="0" u="none" strike="noStrike" kern="1200" cap="none" spc="0" normalizeH="0" baseline="0">
                          <a:ln>
                            <a:noFill/>
                          </a:ln>
                          <a:solidFill>
                            <a:srgbClr val="000000"/>
                          </a:solidFill>
                          <a:effectLst/>
                          <a:uLnTx/>
                          <a:uFillTx/>
                          <a:latin typeface="Calibri"/>
                          <a:ea typeface="+mn-ea"/>
                          <a:cs typeface="Calibri"/>
                        </a:endParaRPr>
                      </a:p>
                    </a:txBody>
                    <a:tcPr anchor="ctr">
                      <a:solidFill>
                        <a:schemeClr val="bg1">
                          <a:lumMod val="85000"/>
                        </a:schemeClr>
                      </a:solidFill>
                    </a:tcPr>
                  </a:tc>
                  <a:tc>
                    <a:txBody>
                      <a:bodyPr/>
                      <a:lstStyle/>
                      <a:p>
                        <a:pPr algn="ctr" rtl="0" fontAlgn="base"/>
                        <a:r>
                          <a:rPr kumimoji="0" lang="en-US" sz="900" b="0" u="none" strike="noStrike" kern="1200" cap="none" spc="0" normalizeH="0" baseline="0">
                            <a:ln>
                              <a:noFill/>
                            </a:ln>
                            <a:solidFill>
                              <a:srgbClr val="000000"/>
                            </a:solidFill>
                            <a:effectLst/>
                            <a:uLnTx/>
                            <a:uFillTx/>
                          </a:rPr>
                          <a:t>IPF</a:t>
                        </a:r>
                        <a:endParaRPr kumimoji="0" lang="en-US" sz="900" b="0" i="0" u="none" strike="noStrike" kern="1200" cap="none" spc="0" normalizeH="0" baseline="0">
                          <a:ln>
                            <a:noFill/>
                          </a:ln>
                          <a:solidFill>
                            <a:srgbClr val="000000"/>
                          </a:solidFill>
                          <a:effectLst/>
                          <a:uLnTx/>
                          <a:uFillTx/>
                          <a:latin typeface="Calibri"/>
                          <a:ea typeface="+mn-ea"/>
                          <a:cs typeface="Calibri"/>
                        </a:endParaRPr>
                      </a:p>
                    </a:txBody>
                    <a:tcPr anchor="ctr">
                      <a:solidFill>
                        <a:schemeClr val="bg1">
                          <a:lumMod val="85000"/>
                        </a:schemeClr>
                      </a:solidFill>
                    </a:tcPr>
                  </a:tc>
                  <a:tc>
                    <a:txBody>
                      <a:bodyPr/>
                      <a:lstStyle/>
                      <a:p>
                        <a:pPr algn="ctr" rtl="0" fontAlgn="base"/>
                        <a:r>
                          <a:rPr kumimoji="0" lang="en-US" sz="900" b="0" u="none" strike="noStrike" kern="1200" cap="none" spc="0" normalizeH="0" baseline="0">
                            <a:ln>
                              <a:noFill/>
                            </a:ln>
                            <a:solidFill>
                              <a:srgbClr val="000000"/>
                            </a:solidFill>
                            <a:effectLst/>
                            <a:uLnTx/>
                            <a:uFillTx/>
                          </a:rPr>
                          <a:t>ECR</a:t>
                        </a:r>
                      </a:p>
                      <a:p>
                        <a:pPr algn="ctr" rtl="0" fontAlgn="base"/>
                        <a:r>
                          <a:rPr kumimoji="0" lang="en-US" sz="900" b="0" u="none" strike="noStrike" kern="1200" cap="none" spc="0" normalizeH="0" baseline="0">
                            <a:ln>
                              <a:noFill/>
                            </a:ln>
                            <a:solidFill>
                              <a:srgbClr val="000000"/>
                            </a:solidFill>
                            <a:effectLst/>
                            <a:uLnTx/>
                            <a:uFillTx/>
                          </a:rPr>
                          <a:t>(1199-0562; </a:t>
                        </a:r>
                        <a:r>
                          <a:rPr lang="en-US" altLang="zh-CN" sz="900" b="0" u="none" strike="noStrike" kern="1200" cap="none" spc="0" normalizeH="0" baseline="0">
                            <a:ln>
                              <a:noFill/>
                            </a:ln>
                            <a:solidFill>
                              <a:srgbClr val="000000"/>
                            </a:solidFill>
                            <a:effectLst/>
                            <a:uLnTx/>
                            <a:uFillTx/>
                          </a:rPr>
                          <a:t>Sep2023-Oct2026)</a:t>
                        </a:r>
                        <a:endParaRPr lang="en-US" altLang="zh-CN" sz="900" b="0" i="0" u="none" strike="noStrike" kern="1200" cap="none" spc="0" normalizeH="0" baseline="0">
                          <a:ln>
                            <a:noFill/>
                          </a:ln>
                          <a:solidFill>
                            <a:srgbClr val="000000"/>
                          </a:solidFill>
                          <a:effectLst/>
                          <a:uLnTx/>
                          <a:uFillTx/>
                          <a:latin typeface="Calibri"/>
                          <a:ea typeface="+mn-ea"/>
                          <a:cs typeface="+mn-cs"/>
                        </a:endParaRPr>
                      </a:p>
                    </a:txBody>
                    <a:tcPr anchor="ctr">
                      <a:solidFill>
                        <a:schemeClr val="bg1">
                          <a:lumMod val="85000"/>
                        </a:schemeClr>
                      </a:solidFill>
                    </a:tcPr>
                  </a:tc>
                  <a:tc>
                    <a:txBody>
                      <a:bodyPr/>
                      <a:lstStyle/>
                      <a:p>
                        <a:r>
                          <a:rPr lang="en-US" altLang="zh-CN" sz="900"/>
                          <a:t>Phase1 report</a:t>
                        </a:r>
                      </a:p>
                      <a:p>
                        <a:r>
                          <a:rPr lang="en-US" altLang="zh-CN" sz="900"/>
                          <a:t>(May2025)</a:t>
                        </a:r>
                      </a:p>
                    </a:txBody>
                    <a:tcPr anchor="ctr">
                      <a:solidFill>
                        <a:schemeClr val="bg1">
                          <a:lumMod val="85000"/>
                        </a:schemeClr>
                      </a:solidFill>
                    </a:tcPr>
                  </a:tc>
                  <a:tc>
                    <a:txBody>
                      <a:bodyPr/>
                      <a:lstStyle/>
                      <a:p>
                        <a:pPr algn="ctr" rtl="0" fontAlgn="base"/>
                        <a:r>
                          <a:rPr kumimoji="0" lang="en-US" sz="900" b="0" u="none" strike="noStrike" kern="1200" cap="none" spc="0" normalizeH="0" baseline="0">
                            <a:ln>
                              <a:noFill/>
                            </a:ln>
                            <a:solidFill>
                              <a:srgbClr val="000000"/>
                            </a:solidFill>
                            <a:effectLst/>
                            <a:uLnTx/>
                            <a:uFillTx/>
                          </a:rPr>
                          <a:t>Ph2 report</a:t>
                        </a:r>
                      </a:p>
                      <a:p>
                        <a:pPr algn="ctr" rtl="0" fontAlgn="base"/>
                        <a:r>
                          <a:rPr kumimoji="0" lang="en-US" sz="900" b="0" u="none" strike="noStrike" kern="1200" cap="none" spc="0" normalizeH="0" baseline="0">
                            <a:ln>
                              <a:noFill/>
                            </a:ln>
                            <a:solidFill>
                              <a:srgbClr val="000000"/>
                            </a:solidFill>
                            <a:effectLst/>
                            <a:uLnTx/>
                            <a:uFillTx/>
                          </a:rPr>
                          <a:t>(May2026)</a:t>
                        </a:r>
                        <a:endParaRPr kumimoji="0" lang="en-US" sz="900" b="0" i="0" u="none" strike="noStrike" kern="1200" cap="none" spc="0" normalizeH="0" baseline="0">
                          <a:ln>
                            <a:noFill/>
                          </a:ln>
                          <a:solidFill>
                            <a:srgbClr val="000000"/>
                          </a:solidFill>
                          <a:effectLst/>
                          <a:uLnTx/>
                          <a:uFillTx/>
                          <a:latin typeface="Calibri"/>
                          <a:ea typeface="+mn-ea"/>
                          <a:cs typeface="Calibri"/>
                        </a:endParaRPr>
                      </a:p>
                    </a:txBody>
                    <a:tcPr anchor="ctr">
                      <a:solidFill>
                        <a:schemeClr val="bg1">
                          <a:lumMod val="8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altLang="zh-CN" sz="900" b="0" u="none" strike="noStrike" kern="1200" cap="none" spc="0" normalizeH="0" baseline="0">
                            <a:ln>
                              <a:noFill/>
                            </a:ln>
                            <a:solidFill>
                              <a:srgbClr val="000000"/>
                            </a:solidFill>
                            <a:effectLst/>
                            <a:uLnTx/>
                            <a:uFillTx/>
                          </a:rPr>
                          <a:t>Phase II enrollment completed on 0324. Total 251 visits(plan 245).</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altLang="zh-CN" sz="900" b="0" u="none" strike="noStrike" kern="1200" cap="none" spc="0" normalizeH="0" baseline="0" noProof="0">
                            <a:ln>
                              <a:noFill/>
                            </a:ln>
                            <a:solidFill>
                              <a:srgbClr val="000000"/>
                            </a:solidFill>
                            <a:effectLst/>
                            <a:uLnTx/>
                            <a:uFillTx/>
                            <a:latin typeface="+mn-lt"/>
                            <a:ea typeface="+mn-ea"/>
                            <a:cs typeface="+mn-cs"/>
                          </a:rPr>
                          <a:t>Data analysis.</a:t>
                        </a:r>
                        <a:endParaRPr lang="en-US" altLang="zh-CN" sz="900" b="0" u="none" strike="noStrike" kern="1200" cap="none" spc="0" normalizeH="0" baseline="0" noProof="0">
                          <a:ln>
                            <a:noFill/>
                          </a:ln>
                          <a:solidFill>
                            <a:schemeClr val="tx1"/>
                          </a:solidFill>
                          <a:effectLst/>
                          <a:uLnTx/>
                          <a:uFillTx/>
                          <a:latin typeface="+mn-lt"/>
                          <a:ea typeface="+mn-ea"/>
                          <a:cs typeface="+mn-cs"/>
                        </a:endParaRPr>
                      </a:p>
                    </a:txBody>
                    <a:tcPr anchor="ctr">
                      <a:solidFill>
                        <a:schemeClr val="bg1">
                          <a:lumMod val="85000"/>
                        </a:schemeClr>
                      </a:solidFill>
                    </a:tcPr>
                  </a:tc>
                  <a:tc>
                    <a:txBody>
                      <a:bodyPr/>
                      <a:lstStyle/>
                      <a:p>
                        <a:endParaRPr lang="zh-CN" altLang="en-US" sz="1400"/>
                      </a:p>
                    </a:txBody>
                    <a:tcPr marL="69607" marR="69607" marT="28575" marB="28575">
                      <a:solidFill>
                        <a:schemeClr val="bg1">
                          <a:lumMod val="85000"/>
                        </a:schemeClr>
                      </a:solidFill>
                    </a:tcPr>
                  </a:tc>
                  <a:extLst>
                    <a:ext uri="{0D108BD9-81ED-4DB2-BD59-A6C34878D82A}">
                      <a16:rowId xmlns:a16="http://schemas.microsoft.com/office/drawing/2014/main" val="3489309238"/>
                    </a:ext>
                  </a:extLst>
                </a:tr>
                <a:tr h="346497">
                  <a:tc>
                    <a:txBody>
                      <a:bodyPr/>
                      <a:lstStyle/>
                      <a:p>
                        <a:pPr lvl="0" algn="ctr">
                          <a:buNone/>
                        </a:pPr>
                        <a:endParaRPr lang="en-US" sz="900" b="0" i="0" u="none" strike="noStrike" kern="1200" cap="none" spc="0" normalizeH="0" baseline="0" noProof="0">
                          <a:ln>
                            <a:noFill/>
                          </a:ln>
                          <a:solidFill>
                            <a:srgbClr val="000000"/>
                          </a:solidFill>
                          <a:effectLst/>
                          <a:uLnTx/>
                          <a:uFillTx/>
                          <a:latin typeface="Boehringer Forward Text"/>
                        </a:endParaRPr>
                      </a:p>
                    </a:txBody>
                    <a:tcPr anchor="ctr">
                      <a:solidFill>
                        <a:schemeClr val="bg1">
                          <a:lumMod val="85000"/>
                        </a:schemeClr>
                      </a:solidFill>
                    </a:tcPr>
                  </a:tc>
                  <a:tc>
                    <a:txBody>
                      <a:bodyPr/>
                      <a:lstStyle/>
                      <a:p>
                        <a:pPr lvl="0" algn="ctr" defTabSz="914378" rtl="0">
                          <a:buNone/>
                        </a:pPr>
                        <a:endParaRPr lang="en-US" sz="900" b="0" i="0" u="none" strike="noStrike" kern="1200" cap="none" spc="0" normalizeH="0" baseline="0">
                          <a:ln>
                            <a:noFill/>
                          </a:ln>
                          <a:solidFill>
                            <a:srgbClr val="000000"/>
                          </a:solidFill>
                          <a:effectLst/>
                          <a:uLnTx/>
                          <a:uFillTx/>
                          <a:latin typeface="+mn-lt"/>
                          <a:ea typeface="+mn-ea"/>
                          <a:cs typeface="+mn-cs"/>
                        </a:endParaRPr>
                      </a:p>
                    </a:txBody>
                    <a:tcPr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900" b="0" i="0" u="none" strike="noStrike" kern="1200" cap="none" spc="0" normalizeH="0" baseline="0">
                            <a:ln>
                              <a:noFill/>
                            </a:ln>
                            <a:solidFill>
                              <a:srgbClr val="000000"/>
                            </a:solidFill>
                            <a:effectLst/>
                            <a:uLnTx/>
                            <a:uFillTx/>
                            <a:latin typeface="+mn-lt"/>
                            <a:ea typeface="+mn-ea"/>
                            <a:cs typeface="+mn-cs"/>
                          </a:rPr>
                          <a:t>ECR(Nera</a:t>
                        </a:r>
                        <a:r>
                          <a:rPr lang="zh-CN" altLang="en-US" sz="900" b="0" i="0" u="none" strike="noStrike" kern="1200" cap="none" spc="0" normalizeH="0" baseline="0">
                            <a:ln>
                              <a:noFill/>
                            </a:ln>
                            <a:solidFill>
                              <a:srgbClr val="000000"/>
                            </a:solidFill>
                            <a:effectLst/>
                            <a:uLnTx/>
                            <a:uFillTx/>
                            <a:latin typeface="+mn-lt"/>
                            <a:ea typeface="+mn-ea"/>
                            <a:cs typeface="+mn-cs"/>
                          </a:rPr>
                          <a:t>定性调查研究</a:t>
                        </a:r>
                        <a:r>
                          <a:rPr lang="en-US" altLang="zh-CN" sz="900" b="0" i="0" u="none" strike="noStrike" kern="1200" cap="none" spc="0" normalizeH="0" baseline="0">
                            <a:ln>
                              <a:noFill/>
                            </a:ln>
                            <a:solidFill>
                              <a:srgbClr val="000000"/>
                            </a:solidFill>
                            <a:effectLst/>
                            <a:uLnTx/>
                            <a:uFillTx/>
                            <a:latin typeface="+mn-lt"/>
                            <a:ea typeface="+mn-ea"/>
                            <a:cs typeface="+mn-cs"/>
                          </a:rPr>
                          <a:t>)</a:t>
                        </a:r>
                        <a:endParaRPr lang="zh-CN" altLang="zh-CN" sz="900" b="0" i="0" u="none" strike="noStrike" kern="1200" cap="none" spc="0" normalizeH="0" baseline="0">
                          <a:ln>
                            <a:noFill/>
                          </a:ln>
                          <a:solidFill>
                            <a:srgbClr val="000000"/>
                          </a:solidFill>
                          <a:effectLst/>
                          <a:uLnTx/>
                          <a:uFillTx/>
                          <a:latin typeface="+mn-lt"/>
                          <a:ea typeface="+mn-ea"/>
                          <a:cs typeface="+mn-cs"/>
                        </a:endParaRPr>
                      </a:p>
                    </a:txBody>
                    <a:tcPr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CN" sz="900" b="0" i="0" u="none" strike="noStrike" kern="1200" cap="none" spc="0" normalizeH="0" baseline="0">
                          <a:ln>
                            <a:noFill/>
                          </a:ln>
                          <a:solidFill>
                            <a:srgbClr val="000000"/>
                          </a:solidFill>
                          <a:effectLst/>
                          <a:uLnTx/>
                          <a:uFillTx/>
                          <a:latin typeface="+mn-lt"/>
                          <a:ea typeface="+mn-ea"/>
                          <a:cs typeface="+mn-cs"/>
                        </a:endParaRPr>
                      </a:p>
                    </a:txBody>
                    <a:tcPr anchor="ctr">
                      <a:solidFill>
                        <a:schemeClr val="bg1">
                          <a:lumMod val="85000"/>
                        </a:schemeClr>
                      </a:solidFill>
                    </a:tcPr>
                  </a:tc>
                  <a:tc>
                    <a:txBody>
                      <a:bodyPr/>
                      <a:lstStyle/>
                      <a:p>
                        <a:pPr lvl="0">
                          <a:buNone/>
                        </a:pPr>
                        <a:endParaRPr lang="en-US" sz="900"/>
                      </a:p>
                    </a:txBody>
                    <a:tcPr anchor="ctr">
                      <a:solidFill>
                        <a:schemeClr val="bg1">
                          <a:lumMod val="85000"/>
                        </a:schemeClr>
                      </a:solidFill>
                    </a:tcPr>
                  </a:tc>
                  <a:tc>
                    <a:txBody>
                      <a:bodyPr/>
                      <a:lstStyle/>
                      <a:p>
                        <a:pPr marL="171450" marR="0" lvl="0" indent="-171450" algn="l" rtl="0" eaLnBrk="1" fontAlgn="auto" latinLnBrk="0" hangingPunct="1">
                          <a:lnSpc>
                            <a:spcPct val="100000"/>
                          </a:lnSpc>
                          <a:spcBef>
                            <a:spcPts val="0"/>
                          </a:spcBef>
                          <a:spcAft>
                            <a:spcPts val="0"/>
                          </a:spcAft>
                          <a:buClrTx/>
                          <a:buSzTx/>
                          <a:buFont typeface="Wingdings"/>
                          <a:buChar char="ü"/>
                        </a:pPr>
                        <a:r>
                          <a:rPr lang="en-US" altLang="zh-CN" sz="900" b="0" u="none" strike="noStrike" kern="1200" cap="none" spc="0" normalizeH="0" baseline="0" noProof="0">
                            <a:ln>
                              <a:noFill/>
                            </a:ln>
                            <a:solidFill>
                              <a:schemeClr val="tx1"/>
                            </a:solidFill>
                            <a:effectLst/>
                            <a:uLnTx/>
                            <a:uFillTx/>
                            <a:latin typeface="+mn-lt"/>
                            <a:ea typeface="+mn-ea"/>
                            <a:cs typeface="+mn-cs"/>
                          </a:rPr>
                          <a:t>Offline preparation and discussion on proposal before CEC</a:t>
                        </a:r>
                      </a:p>
                      <a:p>
                        <a:pPr marL="171450" marR="0" lvl="0" indent="-171450" algn="l" rtl="0" eaLnBrk="1" fontAlgn="auto" latinLnBrk="0" hangingPunct="1">
                          <a:lnSpc>
                            <a:spcPct val="100000"/>
                          </a:lnSpc>
                          <a:spcBef>
                            <a:spcPts val="0"/>
                          </a:spcBef>
                          <a:spcAft>
                            <a:spcPts val="0"/>
                          </a:spcAft>
                          <a:buClrTx/>
                          <a:buSzTx/>
                          <a:buFont typeface="Wingdings"/>
                          <a:buChar char="ü"/>
                        </a:pPr>
                        <a:r>
                          <a:rPr lang="en-US" altLang="zh-CN" sz="900" b="0" u="none" strike="noStrike" kern="1200" cap="none" spc="0" normalizeH="0" baseline="0" noProof="0" err="1">
                            <a:ln>
                              <a:noFill/>
                            </a:ln>
                            <a:solidFill>
                              <a:schemeClr val="tx1"/>
                            </a:solidFill>
                            <a:effectLst/>
                            <a:uLnTx/>
                            <a:uFillTx/>
                            <a:latin typeface="+mn-lt"/>
                            <a:ea typeface="+mn-ea"/>
                            <a:cs typeface="+mn-cs"/>
                          </a:rPr>
                          <a:t>Adhoc</a:t>
                        </a:r>
                        <a:r>
                          <a:rPr lang="en-US" altLang="zh-CN" sz="900" b="0" u="none" strike="noStrike" kern="1200" cap="none" spc="0" normalizeH="0" baseline="0" noProof="0">
                            <a:ln>
                              <a:noFill/>
                            </a:ln>
                            <a:solidFill>
                              <a:schemeClr val="tx1"/>
                            </a:solidFill>
                            <a:effectLst/>
                            <a:uLnTx/>
                            <a:uFillTx/>
                            <a:latin typeface="+mn-lt"/>
                            <a:ea typeface="+mn-ea"/>
                            <a:cs typeface="+mn-cs"/>
                          </a:rPr>
                          <a:t> CEC 0413</a:t>
                        </a:r>
                      </a:p>
                      <a:p>
                        <a:pPr marL="171450" marR="0" lvl="0" indent="-171450" algn="l" rtl="0" eaLnBrk="1" fontAlgn="auto" latinLnBrk="0" hangingPunct="1">
                          <a:lnSpc>
                            <a:spcPct val="100000"/>
                          </a:lnSpc>
                          <a:spcBef>
                            <a:spcPts val="0"/>
                          </a:spcBef>
                          <a:spcAft>
                            <a:spcPts val="0"/>
                          </a:spcAft>
                          <a:buClrTx/>
                          <a:buSzTx/>
                          <a:buFont typeface="Wingdings"/>
                          <a:buChar char="ü"/>
                        </a:pPr>
                        <a:endParaRPr lang="en-US" altLang="zh-CN" sz="900" b="0" u="none" strike="noStrike" kern="1200" cap="none" spc="0" normalizeH="0" baseline="0" noProof="0">
                          <a:ln>
                            <a:noFill/>
                          </a:ln>
                          <a:solidFill>
                            <a:schemeClr val="tx1"/>
                          </a:solidFill>
                          <a:effectLst/>
                          <a:uLnTx/>
                          <a:uFillTx/>
                          <a:latin typeface="+mn-lt"/>
                          <a:ea typeface="+mn-ea"/>
                          <a:cs typeface="+mn-cs"/>
                        </a:endParaRPr>
                      </a:p>
                    </a:txBody>
                    <a:tcPr anchor="ctr">
                      <a:solidFill>
                        <a:schemeClr val="bg1">
                          <a:lumMod val="85000"/>
                        </a:schemeClr>
                      </a:solidFill>
                    </a:tcPr>
                  </a:tc>
                  <a:tc>
                    <a:txBody>
                      <a:bodyPr/>
                      <a:lstStyle/>
                      <a:p>
                        <a:pPr lvl="0">
                          <a:buNone/>
                        </a:pPr>
                        <a:endParaRPr lang="zh-CN" altLang="en-US" sz="1400"/>
                      </a:p>
                    </a:txBody>
                    <a:tcPr marL="69607" marR="69607" marT="28575" marB="28575">
                      <a:solidFill>
                        <a:schemeClr val="bg1">
                          <a:lumMod val="85000"/>
                        </a:schemeClr>
                      </a:solidFill>
                    </a:tcPr>
                  </a:tc>
                  <a:extLst>
                    <a:ext uri="{0D108BD9-81ED-4DB2-BD59-A6C34878D82A}">
                      <a16:rowId xmlns:a16="http://schemas.microsoft.com/office/drawing/2014/main" val="2003735016"/>
                    </a:ext>
                  </a:extLst>
                </a:tr>
                <a:tr h="316987">
                  <a:tc>
                    <a:txBody>
                      <a:bodyPr/>
                      <a:lstStyle/>
                      <a:p>
                        <a:pPr lvl="0" algn="ctr">
                          <a:buNone/>
                        </a:pPr>
                        <a:endParaRPr lang="en-US" sz="900" b="0" i="0" u="none" strike="noStrike" kern="1200" cap="none" spc="0" normalizeH="0" baseline="0" noProof="0">
                          <a:ln>
                            <a:noFill/>
                          </a:ln>
                          <a:solidFill>
                            <a:srgbClr val="000000"/>
                          </a:solidFill>
                          <a:effectLst/>
                          <a:uLnTx/>
                          <a:uFillTx/>
                          <a:latin typeface="Boehringer Forward Text"/>
                        </a:endParaRPr>
                      </a:p>
                    </a:txBody>
                    <a:tcPr anchor="ctr">
                      <a:solidFill>
                        <a:schemeClr val="bg1">
                          <a:lumMod val="85000"/>
                        </a:schemeClr>
                      </a:solidFill>
                    </a:tcPr>
                  </a:tc>
                  <a:tc>
                    <a:txBody>
                      <a:bodyPr/>
                      <a:lstStyle/>
                      <a:p>
                        <a:pPr lvl="0" algn="ctr" defTabSz="914378" rtl="0">
                          <a:buNone/>
                        </a:pPr>
                        <a:endParaRPr lang="en-US" sz="900" b="0" i="0" u="none" strike="noStrike" kern="1200" cap="none" spc="0" normalizeH="0" baseline="0">
                          <a:ln>
                            <a:noFill/>
                          </a:ln>
                          <a:solidFill>
                            <a:srgbClr val="000000"/>
                          </a:solidFill>
                          <a:effectLst/>
                          <a:uLnTx/>
                          <a:uFillTx/>
                          <a:latin typeface="+mn-lt"/>
                          <a:ea typeface="+mn-ea"/>
                          <a:cs typeface="+mn-cs"/>
                        </a:endParaRPr>
                      </a:p>
                    </a:txBody>
                    <a:tcPr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900" b="0" i="0" u="none" strike="noStrike" kern="1200" cap="none" spc="0" normalizeH="0" baseline="0">
                            <a:ln>
                              <a:noFill/>
                            </a:ln>
                            <a:solidFill>
                              <a:srgbClr val="000000"/>
                            </a:solidFill>
                            <a:effectLst/>
                            <a:uLnTx/>
                            <a:uFillTx/>
                            <a:latin typeface="+mn-lt"/>
                            <a:ea typeface="+mn-ea"/>
                            <a:cs typeface="+mn-cs"/>
                          </a:rPr>
                          <a:t>EPI study of </a:t>
                        </a:r>
                        <a:r>
                          <a:rPr lang="en-US" altLang="zh-CN" sz="900" b="0" i="0" u="none" strike="noStrike" kern="1200" cap="none" spc="0" normalizeH="0" baseline="0" err="1">
                            <a:ln>
                              <a:noFill/>
                            </a:ln>
                            <a:solidFill>
                              <a:srgbClr val="000000"/>
                            </a:solidFill>
                            <a:effectLst/>
                            <a:uLnTx/>
                            <a:uFillTx/>
                            <a:latin typeface="+mn-lt"/>
                            <a:ea typeface="+mn-ea"/>
                            <a:cs typeface="+mn-cs"/>
                          </a:rPr>
                          <a:t>SSc</a:t>
                        </a:r>
                        <a:r>
                          <a:rPr lang="en-US" altLang="zh-CN" sz="900" b="0" i="0" u="none" strike="noStrike" kern="1200" cap="none" spc="0" normalizeH="0" baseline="0">
                            <a:ln>
                              <a:noFill/>
                            </a:ln>
                            <a:solidFill>
                              <a:srgbClr val="000000"/>
                            </a:solidFill>
                            <a:effectLst/>
                            <a:uLnTx/>
                            <a:uFillTx/>
                            <a:latin typeface="+mn-lt"/>
                            <a:ea typeface="+mn-ea"/>
                            <a:cs typeface="+mn-cs"/>
                          </a:rPr>
                          <a:t> </a:t>
                        </a:r>
                        <a:endParaRPr lang="zh-CN" altLang="zh-CN" sz="900" b="0" i="0" u="none" strike="noStrike" kern="1200" cap="none" spc="0" normalizeH="0" baseline="0">
                          <a:ln>
                            <a:noFill/>
                          </a:ln>
                          <a:solidFill>
                            <a:srgbClr val="000000"/>
                          </a:solidFill>
                          <a:effectLst/>
                          <a:uLnTx/>
                          <a:uFillTx/>
                          <a:latin typeface="+mn-lt"/>
                          <a:ea typeface="+mn-ea"/>
                          <a:cs typeface="+mn-cs"/>
                        </a:endParaRPr>
                      </a:p>
                    </a:txBody>
                    <a:tcPr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altLang="zh-CN" sz="900" b="0" i="0" u="none" strike="noStrike" kern="1200" cap="none" spc="0" normalizeH="0" baseline="0">
                          <a:ln>
                            <a:noFill/>
                          </a:ln>
                          <a:solidFill>
                            <a:srgbClr val="000000"/>
                          </a:solidFill>
                          <a:effectLst/>
                          <a:uLnTx/>
                          <a:uFillTx/>
                          <a:latin typeface="+mn-lt"/>
                          <a:ea typeface="+mn-ea"/>
                          <a:cs typeface="+mn-cs"/>
                        </a:endParaRPr>
                      </a:p>
                    </a:txBody>
                    <a:tcPr anchor="ctr">
                      <a:solidFill>
                        <a:schemeClr val="bg1">
                          <a:lumMod val="85000"/>
                        </a:schemeClr>
                      </a:solidFill>
                    </a:tcPr>
                  </a:tc>
                  <a:tc>
                    <a:txBody>
                      <a:bodyPr/>
                      <a:lstStyle/>
                      <a:p>
                        <a:pPr lvl="0">
                          <a:buNone/>
                        </a:pPr>
                        <a:endParaRPr lang="en-US" sz="900"/>
                      </a:p>
                    </a:txBody>
                    <a:tcPr anchor="ctr">
                      <a:solidFill>
                        <a:schemeClr val="bg1">
                          <a:lumMod val="8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Wingdings"/>
                          <a:buChar char="ü"/>
                          <a:tabLst/>
                          <a:defRPr/>
                        </a:pPr>
                        <a:r>
                          <a:rPr lang="en-US" altLang="zh-CN" sz="900" b="0" u="none" strike="noStrike" kern="1200" cap="none" spc="0" normalizeH="0" baseline="0" noProof="0">
                            <a:ln>
                              <a:noFill/>
                            </a:ln>
                            <a:solidFill>
                              <a:schemeClr val="tx1"/>
                            </a:solidFill>
                            <a:effectLst/>
                            <a:uLnTx/>
                            <a:uFillTx/>
                            <a:latin typeface="+mn-lt"/>
                            <a:ea typeface="+mn-ea"/>
                            <a:cs typeface="+mn-cs"/>
                          </a:rPr>
                          <a:t>Offline preparation and discussion on proposal before CEC</a:t>
                        </a:r>
                      </a:p>
                      <a:p>
                        <a:pPr marL="171450" marR="0" lvl="0" indent="-171450" algn="l" defTabSz="914400" rtl="0" eaLnBrk="1" fontAlgn="auto" latinLnBrk="0" hangingPunct="1">
                          <a:lnSpc>
                            <a:spcPct val="100000"/>
                          </a:lnSpc>
                          <a:spcBef>
                            <a:spcPts val="0"/>
                          </a:spcBef>
                          <a:spcAft>
                            <a:spcPts val="0"/>
                          </a:spcAft>
                          <a:buClrTx/>
                          <a:buSzTx/>
                          <a:buFont typeface="Wingdings"/>
                          <a:buChar char="ü"/>
                          <a:tabLst/>
                          <a:defRPr/>
                        </a:pPr>
                        <a:r>
                          <a:rPr lang="en-US" altLang="zh-CN" sz="900" b="0" u="none" strike="noStrike" kern="1200" cap="none" spc="0" normalizeH="0" baseline="0" noProof="0" err="1">
                            <a:ln>
                              <a:noFill/>
                            </a:ln>
                            <a:solidFill>
                              <a:schemeClr val="tx1"/>
                            </a:solidFill>
                            <a:effectLst/>
                            <a:uLnTx/>
                            <a:uFillTx/>
                            <a:latin typeface="+mn-lt"/>
                            <a:ea typeface="+mn-ea"/>
                            <a:cs typeface="+mn-cs"/>
                          </a:rPr>
                          <a:t>Adhoc</a:t>
                        </a:r>
                        <a:r>
                          <a:rPr lang="en-US" altLang="zh-CN" sz="900" b="0" u="none" strike="noStrike" kern="1200" cap="none" spc="0" normalizeH="0" baseline="0" noProof="0">
                            <a:ln>
                              <a:noFill/>
                            </a:ln>
                            <a:solidFill>
                              <a:schemeClr val="tx1"/>
                            </a:solidFill>
                            <a:effectLst/>
                            <a:uLnTx/>
                            <a:uFillTx/>
                            <a:latin typeface="+mn-lt"/>
                            <a:ea typeface="+mn-ea"/>
                            <a:cs typeface="+mn-cs"/>
                          </a:rPr>
                          <a:t> CEC 0413</a:t>
                        </a:r>
                      </a:p>
                      <a:p>
                        <a:pPr marL="171450" marR="0" lvl="0" indent="-171450" algn="l" defTabSz="914400" rtl="0" eaLnBrk="1" fontAlgn="auto" latinLnBrk="0" hangingPunct="1">
                          <a:lnSpc>
                            <a:spcPct val="100000"/>
                          </a:lnSpc>
                          <a:spcBef>
                            <a:spcPts val="0"/>
                          </a:spcBef>
                          <a:spcAft>
                            <a:spcPts val="0"/>
                          </a:spcAft>
                          <a:buClrTx/>
                          <a:buSzTx/>
                          <a:buFont typeface="Wingdings"/>
                          <a:buChar char="ü"/>
                          <a:tabLst/>
                          <a:defRPr/>
                        </a:pPr>
                        <a:endParaRPr lang="en-US" altLang="zh-CN" sz="900" b="0" u="none" strike="noStrike" kern="1200" cap="none" spc="0" normalizeH="0" baseline="0" noProof="0">
                          <a:ln>
                            <a:noFill/>
                          </a:ln>
                          <a:solidFill>
                            <a:schemeClr val="tx1"/>
                          </a:solidFill>
                          <a:effectLst/>
                          <a:uLnTx/>
                          <a:uFillTx/>
                          <a:latin typeface="+mn-lt"/>
                          <a:ea typeface="+mn-ea"/>
                          <a:cs typeface="+mn-cs"/>
                        </a:endParaRPr>
                      </a:p>
                    </a:txBody>
                    <a:tcPr anchor="ctr">
                      <a:solidFill>
                        <a:schemeClr val="bg1">
                          <a:lumMod val="85000"/>
                        </a:schemeClr>
                      </a:solidFill>
                    </a:tcPr>
                  </a:tc>
                  <a:tc>
                    <a:txBody>
                      <a:bodyPr/>
                      <a:lstStyle/>
                      <a:p>
                        <a:pPr lvl="0">
                          <a:buNone/>
                        </a:pPr>
                        <a:endParaRPr lang="zh-CN" altLang="en-US" sz="1400"/>
                      </a:p>
                    </a:txBody>
                    <a:tcPr marL="69607" marR="69607" marT="28575" marB="28575">
                      <a:solidFill>
                        <a:schemeClr val="bg1">
                          <a:lumMod val="85000"/>
                        </a:schemeClr>
                      </a:solidFill>
                    </a:tcPr>
                  </a:tc>
                  <a:extLst>
                    <a:ext uri="{0D108BD9-81ED-4DB2-BD59-A6C34878D82A}">
                      <a16:rowId xmlns:a16="http://schemas.microsoft.com/office/drawing/2014/main" val="1648604858"/>
                    </a:ext>
                  </a:extLst>
                </a:tr>
                <a:tr h="73630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900" b="1" i="0" u="none" strike="noStrike" kern="1200" cap="none" spc="0" normalizeH="0" baseline="0" noProof="0">
                            <a:ln>
                              <a:noFill/>
                            </a:ln>
                            <a:solidFill>
                              <a:srgbClr val="000000"/>
                            </a:solidFill>
                            <a:effectLst/>
                            <a:uLnTx/>
                            <a:uFillTx/>
                            <a:latin typeface="+mn-lt"/>
                          </a:rPr>
                          <a:t>Nerandomilast</a:t>
                        </a:r>
                        <a:endParaRPr lang="en-US" altLang="zh-CN" sz="900" b="0" i="0" u="none" strike="noStrike" kern="1200" cap="none" spc="0" normalizeH="0" baseline="0">
                          <a:ln>
                            <a:noFill/>
                          </a:ln>
                          <a:solidFill>
                            <a:srgbClr val="000000"/>
                          </a:solidFill>
                          <a:effectLst/>
                          <a:uLnTx/>
                          <a:uFillTx/>
                          <a:latin typeface="+mn-lt"/>
                          <a:ea typeface="+mn-ea"/>
                          <a:cs typeface="+mn-cs"/>
                        </a:endParaRPr>
                      </a:p>
                      <a:p>
                        <a:pPr lvl="0" algn="ctr">
                          <a:buNone/>
                        </a:pPr>
                        <a:r>
                          <a:rPr lang="en-US" sz="900" b="0" i="0" u="none" strike="noStrike" kern="1200" cap="none" spc="0" normalizeH="0" baseline="0" noProof="0">
                            <a:ln>
                              <a:noFill/>
                            </a:ln>
                            <a:solidFill>
                              <a:srgbClr val="000000"/>
                            </a:solidFill>
                            <a:effectLst/>
                            <a:uLnTx/>
                            <a:uFillTx/>
                            <a:latin typeface="+mn-lt"/>
                          </a:rPr>
                          <a:t>(Serum Exosome Combined with Radiomics to Predict Early Progressive Pulmonary Fibrosis)</a:t>
                        </a:r>
                      </a:p>
                      <a:p>
                        <a:pPr lvl="0" algn="ctr">
                          <a:buNone/>
                        </a:pPr>
                        <a:r>
                          <a:rPr lang="zh-CN" altLang="en-US" sz="800" b="1" i="0" u="none" strike="noStrike" kern="1200" cap="none" spc="0" normalizeH="0" baseline="0" noProof="0">
                            <a:ln>
                              <a:noFill/>
                            </a:ln>
                            <a:solidFill>
                              <a:srgbClr val="000000"/>
                            </a:solidFill>
                            <a:effectLst/>
                            <a:uLnTx/>
                            <a:uFillTx/>
                            <a:latin typeface="+mn-lt"/>
                          </a:rPr>
                          <a:t>（</a:t>
                        </a:r>
                        <a:r>
                          <a:rPr lang="en-US" altLang="zh-CN" sz="800" b="1" i="0" u="none" strike="noStrike" kern="1200" cap="none" spc="0" normalizeH="0" baseline="0" noProof="0">
                            <a:ln>
                              <a:noFill/>
                            </a:ln>
                            <a:solidFill>
                              <a:srgbClr val="000000"/>
                            </a:solidFill>
                            <a:effectLst/>
                            <a:uLnTx/>
                            <a:uFillTx/>
                            <a:latin typeface="+mn-lt"/>
                          </a:rPr>
                          <a:t>The first affiliated hospital of Guangzhou medical university</a:t>
                        </a:r>
                        <a:r>
                          <a:rPr lang="zh-CN" altLang="en-US" sz="800" b="1" i="0" u="none" strike="noStrike" kern="1200" cap="none" spc="0" normalizeH="0" baseline="0" noProof="0">
                            <a:ln>
                              <a:noFill/>
                            </a:ln>
                            <a:solidFill>
                              <a:srgbClr val="000000"/>
                            </a:solidFill>
                            <a:effectLst/>
                            <a:uLnTx/>
                            <a:uFillTx/>
                            <a:latin typeface="+mn-lt"/>
                          </a:rPr>
                          <a:t>，</a:t>
                        </a:r>
                        <a:r>
                          <a:rPr lang="en-US" altLang="zh-CN" sz="800" b="1" i="0" u="none" strike="noStrike" kern="1200" cap="none" spc="0" normalizeH="0" baseline="0" noProof="0">
                            <a:ln>
                              <a:noFill/>
                            </a:ln>
                            <a:solidFill>
                              <a:srgbClr val="000000"/>
                            </a:solidFill>
                            <a:effectLst/>
                            <a:uLnTx/>
                            <a:uFillTx/>
                            <a:latin typeface="+mn-lt"/>
                          </a:rPr>
                          <a:t>Prof. Han</a:t>
                        </a:r>
                        <a:r>
                          <a:rPr lang="zh-CN" altLang="en-US" sz="800" b="1" i="0" u="none" strike="noStrike" kern="1200" cap="none" spc="0" normalizeH="0" baseline="0" noProof="0">
                            <a:ln>
                              <a:noFill/>
                            </a:ln>
                            <a:solidFill>
                              <a:srgbClr val="000000"/>
                            </a:solidFill>
                            <a:effectLst/>
                            <a:uLnTx/>
                            <a:uFillTx/>
                            <a:latin typeface="+mn-lt"/>
                          </a:rPr>
                          <a:t>）</a:t>
                        </a:r>
                        <a:endParaRPr lang="en-US" sz="800" b="1" i="0" u="none" strike="noStrike" kern="1200" cap="none" spc="0" normalizeH="0" baseline="0" noProof="0">
                          <a:ln>
                            <a:noFill/>
                          </a:ln>
                          <a:solidFill>
                            <a:srgbClr val="000000"/>
                          </a:solidFill>
                          <a:effectLst/>
                          <a:uLnTx/>
                          <a:uFillTx/>
                          <a:latin typeface="+mn-lt"/>
                        </a:endParaRPr>
                      </a:p>
                    </a:txBody>
                    <a:tcPr anchor="ctr">
                      <a:solidFill>
                        <a:schemeClr val="bg1">
                          <a:lumMod val="85000"/>
                        </a:schemeClr>
                      </a:solidFill>
                    </a:tcPr>
                  </a:tc>
                  <a:tc>
                    <a:txBody>
                      <a:bodyPr/>
                      <a:lstStyle/>
                      <a:p>
                        <a:pPr lvl="0" algn="ctr" defTabSz="914378" rtl="0">
                          <a:buNone/>
                        </a:pPr>
                        <a:r>
                          <a:rPr lang="en-US" sz="900" b="0" i="0" u="none" strike="noStrike" kern="1200" cap="none" spc="0" normalizeH="0" baseline="0">
                            <a:ln>
                              <a:noFill/>
                            </a:ln>
                            <a:solidFill>
                              <a:srgbClr val="000000"/>
                            </a:solidFill>
                            <a:effectLst/>
                            <a:uLnTx/>
                            <a:uFillTx/>
                            <a:latin typeface="+mn-lt"/>
                            <a:ea typeface="+mn-ea"/>
                            <a:cs typeface="+mn-cs"/>
                          </a:rPr>
                          <a:t>PPF</a:t>
                        </a:r>
                      </a:p>
                    </a:txBody>
                    <a:tcPr anchor="ctr">
                      <a:solidFill>
                        <a:schemeClr val="bg1">
                          <a:lumMod val="85000"/>
                        </a:schemeClr>
                      </a:solidFill>
                    </a:tcPr>
                  </a:tc>
                  <a:tc>
                    <a:txBody>
                      <a:bodyPr/>
                      <a:lstStyle/>
                      <a:p>
                        <a:pPr lvl="0" algn="ctr" rtl="0">
                          <a:buNone/>
                        </a:pPr>
                        <a:r>
                          <a:rPr lang="en-US" altLang="zh-CN" sz="900" b="0" i="0" u="none" strike="noStrike" kern="1200" cap="none" spc="0" normalizeH="0" baseline="0">
                            <a:ln>
                              <a:noFill/>
                            </a:ln>
                            <a:solidFill>
                              <a:srgbClr val="000000"/>
                            </a:solidFill>
                            <a:effectLst/>
                            <a:uLnTx/>
                            <a:uFillTx/>
                            <a:latin typeface="+mn-lt"/>
                            <a:ea typeface="+mn-ea"/>
                            <a:cs typeface="+mn-cs"/>
                          </a:rPr>
                          <a:t>ECR (1305-0123)</a:t>
                        </a:r>
                      </a:p>
                      <a:p>
                        <a:pPr lvl="0" algn="ctr" rtl="0">
                          <a:buNone/>
                        </a:pPr>
                        <a:r>
                          <a:rPr lang="en-US" altLang="zh-CN" sz="900" b="0" i="0" u="none" strike="noStrike" kern="1200" cap="none" spc="0" normalizeH="0" baseline="0">
                            <a:ln>
                              <a:noFill/>
                            </a:ln>
                            <a:solidFill>
                              <a:srgbClr val="000000"/>
                            </a:solidFill>
                            <a:effectLst/>
                            <a:uLnTx/>
                            <a:uFillTx/>
                            <a:latin typeface="+mn-lt"/>
                            <a:ea typeface="+mn-ea"/>
                            <a:cs typeface="+mn-cs"/>
                          </a:rPr>
                          <a:t>(Dec2025-Dec2027, </a:t>
                        </a:r>
                        <a:endParaRPr lang="zh-CN" altLang="zh-CN" sz="900" b="0" i="0" u="none" strike="noStrike" kern="1200" cap="none" spc="0" normalizeH="0" baseline="0">
                          <a:ln>
                            <a:noFill/>
                          </a:ln>
                          <a:solidFill>
                            <a:srgbClr val="000000"/>
                          </a:solidFill>
                          <a:effectLst/>
                          <a:uLnTx/>
                          <a:uFillTx/>
                          <a:latin typeface="+mn-lt"/>
                          <a:ea typeface="+mn-ea"/>
                          <a:cs typeface="+mn-cs"/>
                        </a:endParaRPr>
                      </a:p>
                      <a:p>
                        <a:pPr lvl="0" algn="ctr">
                          <a:buNone/>
                        </a:pPr>
                        <a:r>
                          <a:rPr lang="en-US" altLang="zh-CN" sz="900" b="0" i="0" u="none" strike="noStrike" kern="1200" cap="none" spc="0" normalizeH="0" baseline="0">
                            <a:ln>
                              <a:noFill/>
                            </a:ln>
                            <a:solidFill>
                              <a:srgbClr val="000000"/>
                            </a:solidFill>
                            <a:effectLst/>
                            <a:uLnTx/>
                            <a:uFillTx/>
                            <a:latin typeface="+mn-lt"/>
                            <a:ea typeface="+mn-ea"/>
                            <a:cs typeface="+mn-cs"/>
                          </a:rPr>
                          <a:t>Jun2028)</a:t>
                        </a:r>
                        <a:endParaRPr lang="zh-CN" altLang="zh-CN" sz="900" b="0" i="0" u="none" strike="noStrike" kern="1200" cap="none" spc="0" normalizeH="0" baseline="0">
                          <a:ln>
                            <a:noFill/>
                          </a:ln>
                          <a:solidFill>
                            <a:srgbClr val="000000"/>
                          </a:solidFill>
                          <a:effectLst/>
                          <a:uLnTx/>
                          <a:uFillTx/>
                          <a:latin typeface="+mn-lt"/>
                          <a:ea typeface="+mn-ea"/>
                          <a:cs typeface="+mn-cs"/>
                        </a:endParaRPr>
                      </a:p>
                    </a:txBody>
                    <a:tcPr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900" b="0" i="0" u="none" strike="noStrike" kern="1200" cap="none" spc="0" normalizeH="0" baseline="0">
                            <a:ln>
                              <a:noFill/>
                            </a:ln>
                            <a:solidFill>
                              <a:srgbClr val="000000"/>
                            </a:solidFill>
                            <a:effectLst/>
                            <a:uLnTx/>
                            <a:uFillTx/>
                            <a:latin typeface="+mn-lt"/>
                            <a:ea typeface="+mn-ea"/>
                            <a:cs typeface="+mn-cs"/>
                          </a:rPr>
                          <a:t>Amendment EC approval </a:t>
                        </a:r>
                      </a:p>
                    </a:txBody>
                    <a:tcPr anchor="ctr">
                      <a:solidFill>
                        <a:schemeClr val="bg1">
                          <a:lumMod val="85000"/>
                        </a:schemeClr>
                      </a:solidFill>
                    </a:tcPr>
                  </a:tc>
                  <a:tc>
                    <a:txBody>
                      <a:bodyPr/>
                      <a:lstStyle/>
                      <a:p>
                        <a:pPr algn="ctr"/>
                        <a:r>
                          <a:rPr lang="en-US" altLang="zh-CN" sz="900"/>
                          <a:t>LPI</a:t>
                        </a:r>
                      </a:p>
                      <a:p>
                        <a:pPr algn="ctr"/>
                        <a:r>
                          <a:rPr lang="en-US" sz="900" b="0" i="0" u="none" strike="noStrike" noProof="0">
                            <a:solidFill>
                              <a:srgbClr val="000000"/>
                            </a:solidFill>
                            <a:latin typeface="Boehringer Forward Text"/>
                          </a:rPr>
                          <a:t> (Dec 2026)</a:t>
                        </a:r>
                        <a:endParaRPr lang="en-US" sz="900"/>
                      </a:p>
                    </a:txBody>
                    <a:tcPr anchor="ctr">
                      <a:solidFill>
                        <a:schemeClr val="bg1">
                          <a:lumMod val="8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altLang="zh-CN" sz="900" b="0" u="none" strike="noStrike" kern="1200" cap="none" spc="0" normalizeH="0" baseline="0" noProof="0">
                            <a:ln>
                              <a:noFill/>
                            </a:ln>
                            <a:solidFill>
                              <a:schemeClr val="bg1">
                                <a:lumMod val="65000"/>
                              </a:schemeClr>
                            </a:solidFill>
                            <a:effectLst/>
                            <a:uLnTx/>
                            <a:uFillTx/>
                            <a:latin typeface="+mn-lt"/>
                            <a:ea typeface="+mn-ea"/>
                            <a:cs typeface="+mn-cs"/>
                          </a:rPr>
                          <a:t>FPI completed on 20 Oct 2025</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lang="en-US" altLang="zh-CN" sz="900" b="0" u="none" strike="noStrike" kern="1200" cap="none" spc="0" normalizeH="0" baseline="0" noProof="0">
                            <a:ln>
                              <a:noFill/>
                            </a:ln>
                            <a:solidFill>
                              <a:schemeClr val="tx1"/>
                            </a:solidFill>
                            <a:effectLst/>
                            <a:uLnTx/>
                            <a:uFillTx/>
                            <a:latin typeface="+mn-lt"/>
                            <a:ea typeface="+mn-ea"/>
                            <a:cs typeface="+mn-cs"/>
                          </a:rPr>
                          <a:t>Enrollment progress: 178(+24)/325(actual/plan),</a:t>
                        </a:r>
                        <a:r>
                          <a:rPr lang="zh-CN" altLang="en-US" sz="900" b="0" u="none" strike="noStrike" kern="1200" cap="none" spc="0" normalizeH="0" baseline="0" noProof="0">
                            <a:ln>
                              <a:noFill/>
                            </a:ln>
                            <a:solidFill>
                              <a:schemeClr val="tx1"/>
                            </a:solidFill>
                            <a:effectLst/>
                            <a:uLnTx/>
                            <a:uFillTx/>
                            <a:latin typeface="+mn-lt"/>
                            <a:ea typeface="+mn-ea"/>
                            <a:cs typeface="+mn-cs"/>
                          </a:rPr>
                          <a:t> </a:t>
                        </a:r>
                        <a:r>
                          <a:rPr lang="en-US" altLang="zh-CN" sz="900" b="0" u="none" strike="noStrike" kern="1200" cap="none" spc="0" normalizeH="0" baseline="0" noProof="0">
                            <a:ln>
                              <a:noFill/>
                            </a:ln>
                            <a:solidFill>
                              <a:schemeClr val="tx1"/>
                            </a:solidFill>
                            <a:effectLst/>
                            <a:uLnTx/>
                            <a:uFillTx/>
                            <a:latin typeface="+mn-lt"/>
                            <a:ea typeface="+mn-ea"/>
                            <a:cs typeface="+mn-cs"/>
                          </a:rPr>
                          <a:t>till 16 Mar 2026;</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endParaRPr lang="en-US" altLang="zh-CN" sz="900" b="0" u="none" strike="noStrike" kern="1200" cap="none" spc="0" normalizeH="0" baseline="0" noProof="0">
                          <a:ln>
                            <a:noFill/>
                          </a:ln>
                          <a:solidFill>
                            <a:schemeClr val="tx1"/>
                          </a:solidFill>
                          <a:effectLst/>
                          <a:uLnTx/>
                          <a:uFillTx/>
                          <a:latin typeface="+mn-lt"/>
                          <a:ea typeface="+mn-ea"/>
                          <a:cs typeface="+mn-cs"/>
                        </a:endParaRPr>
                      </a:p>
                    </a:txBody>
                    <a:tcPr anchor="ctr">
                      <a:solidFill>
                        <a:schemeClr val="bg1">
                          <a:lumMod val="85000"/>
                        </a:schemeClr>
                      </a:solidFill>
                    </a:tcPr>
                  </a:tc>
                  <a:tc>
                    <a:txBody>
                      <a:bodyPr/>
                      <a:lstStyle/>
                      <a:p>
                        <a:pPr lvl="0">
                          <a:buNone/>
                        </a:pPr>
                        <a:endParaRPr lang="zh-CN" altLang="en-US" sz="1400"/>
                      </a:p>
                    </a:txBody>
                    <a:tcPr marL="69607" marR="69607" marT="28575" marB="28575">
                      <a:solidFill>
                        <a:schemeClr val="bg1">
                          <a:lumMod val="85000"/>
                        </a:schemeClr>
                      </a:solidFill>
                    </a:tcPr>
                  </a:tc>
                  <a:extLst>
                    <a:ext uri="{0D108BD9-81ED-4DB2-BD59-A6C34878D82A}">
                      <a16:rowId xmlns:a16="http://schemas.microsoft.com/office/drawing/2014/main" val="3070122549"/>
                    </a:ext>
                  </a:extLst>
                </a:tr>
              </a:tbl>
            </a:graphicData>
          </a:graphic>
        </p:graphicFrame>
        <p:sp>
          <p:nvSpPr>
            <p:cNvPr id="2" name="Flowchart: Connector 25">
              <a:extLst>
                <a:ext uri="{FF2B5EF4-FFF2-40B4-BE49-F238E27FC236}">
                  <a16:creationId xmlns:a16="http://schemas.microsoft.com/office/drawing/2014/main" id="{C48C1F9F-7EC5-10A5-7613-6367CC7CD20A}"/>
                </a:ext>
              </a:extLst>
            </p:cNvPr>
            <p:cNvSpPr/>
            <p:nvPr/>
          </p:nvSpPr>
          <p:spPr bwMode="gray">
            <a:xfrm>
              <a:off x="11987896" y="1187646"/>
              <a:ext cx="113759" cy="108000"/>
            </a:xfrm>
            <a:prstGeom prst="flowChartConnector">
              <a:avLst/>
            </a:prstGeom>
            <a:solidFill>
              <a:srgbClr val="00993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4" name="Flowchart: Connector 25">
              <a:extLst>
                <a:ext uri="{FF2B5EF4-FFF2-40B4-BE49-F238E27FC236}">
                  <a16:creationId xmlns:a16="http://schemas.microsoft.com/office/drawing/2014/main" id="{BC7F6BF5-E27F-CA8B-70BF-80B1F79CBD7B}"/>
                </a:ext>
              </a:extLst>
            </p:cNvPr>
            <p:cNvSpPr/>
            <p:nvPr/>
          </p:nvSpPr>
          <p:spPr bwMode="gray">
            <a:xfrm>
              <a:off x="11987896" y="1877926"/>
              <a:ext cx="113759" cy="108000"/>
            </a:xfrm>
            <a:prstGeom prst="flowChartConnector">
              <a:avLst/>
            </a:prstGeom>
            <a:solidFill>
              <a:srgbClr val="00993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6" name="Flowchart: Connector 25">
              <a:extLst>
                <a:ext uri="{FF2B5EF4-FFF2-40B4-BE49-F238E27FC236}">
                  <a16:creationId xmlns:a16="http://schemas.microsoft.com/office/drawing/2014/main" id="{159B8D05-A943-76DD-C193-4FA2F4183F9D}"/>
                </a:ext>
              </a:extLst>
            </p:cNvPr>
            <p:cNvSpPr/>
            <p:nvPr/>
          </p:nvSpPr>
          <p:spPr bwMode="gray">
            <a:xfrm>
              <a:off x="11996384" y="3117325"/>
              <a:ext cx="113759" cy="108000"/>
            </a:xfrm>
            <a:prstGeom prst="flowChartConnector">
              <a:avLst/>
            </a:prstGeom>
            <a:solidFill>
              <a:srgbClr val="00993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9" name="Flowchart: Connector 25">
              <a:extLst>
                <a:ext uri="{FF2B5EF4-FFF2-40B4-BE49-F238E27FC236}">
                  <a16:creationId xmlns:a16="http://schemas.microsoft.com/office/drawing/2014/main" id="{02308DC6-11F8-B51E-50C8-26E944240963}"/>
                </a:ext>
              </a:extLst>
            </p:cNvPr>
            <p:cNvSpPr/>
            <p:nvPr/>
          </p:nvSpPr>
          <p:spPr bwMode="gray">
            <a:xfrm>
              <a:off x="11996382" y="4785475"/>
              <a:ext cx="113759" cy="108000"/>
            </a:xfrm>
            <a:prstGeom prst="flowChartConnector">
              <a:avLst/>
            </a:prstGeom>
            <a:solidFill>
              <a:srgbClr val="00993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4" name="Flowchart: Connector 8">
              <a:extLst>
                <a:ext uri="{FF2B5EF4-FFF2-40B4-BE49-F238E27FC236}">
                  <a16:creationId xmlns:a16="http://schemas.microsoft.com/office/drawing/2014/main" id="{BE938731-3110-8ABB-40FA-73CA2C2B2220}"/>
                </a:ext>
              </a:extLst>
            </p:cNvPr>
            <p:cNvSpPr/>
            <p:nvPr/>
          </p:nvSpPr>
          <p:spPr bwMode="gray">
            <a:xfrm>
              <a:off x="12004898" y="2519378"/>
              <a:ext cx="108000" cy="108000"/>
            </a:xfrm>
            <a:prstGeom prst="flowChartConnector">
              <a:avLst/>
            </a:prstGeom>
            <a:solidFill>
              <a:schemeClr val="bg1"/>
            </a:solidFill>
            <a:ln w="28575">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solidFill>
                <a:effectLst/>
                <a:uLnTx/>
                <a:uFillTx/>
                <a:latin typeface="Boehringer Forward Text"/>
                <a:ea typeface="+mn-ea"/>
                <a:cs typeface="+mn-cs"/>
              </a:endParaRPr>
            </a:p>
          </p:txBody>
        </p:sp>
      </p:grpSp>
    </p:spTree>
    <p:extLst>
      <p:ext uri="{BB962C8B-B14F-4D97-AF65-F5344CB8AC3E}">
        <p14:creationId xmlns:p14="http://schemas.microsoft.com/office/powerpoint/2010/main" val="41812497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781985E-73CA-AAA4-7820-39F07851E775}"/>
            </a:ext>
          </a:extLst>
        </p:cNvPr>
        <p:cNvGrpSpPr/>
        <p:nvPr/>
      </p:nvGrpSpPr>
      <p:grpSpPr>
        <a:xfrm>
          <a:off x="0" y="0"/>
          <a:ext cx="0" cy="0"/>
          <a:chOff x="0" y="0"/>
          <a:chExt cx="0" cy="0"/>
        </a:xfrm>
      </p:grpSpPr>
      <p:sp>
        <p:nvSpPr>
          <p:cNvPr id="8" name="标题 4">
            <a:extLst>
              <a:ext uri="{FF2B5EF4-FFF2-40B4-BE49-F238E27FC236}">
                <a16:creationId xmlns:a16="http://schemas.microsoft.com/office/drawing/2014/main" id="{9FA2A418-31D5-2D83-0387-48B31BD28FBB}"/>
              </a:ext>
            </a:extLst>
          </p:cNvPr>
          <p:cNvSpPr>
            <a:spLocks noGrp="1"/>
          </p:cNvSpPr>
          <p:nvPr>
            <p:ph type="title"/>
          </p:nvPr>
        </p:nvSpPr>
        <p:spPr>
          <a:xfrm>
            <a:off x="82194" y="34119"/>
            <a:ext cx="11233151" cy="498768"/>
          </a:xfrm>
        </p:spPr>
        <p:txBody>
          <a:bodyPr/>
          <a:lstStyle/>
          <a:p>
            <a:r>
              <a:rPr lang="en-US" altLang="zh-CN" sz="2800"/>
              <a:t>Mature Product Overview – INFL</a:t>
            </a:r>
            <a:endParaRPr lang="en-US" altLang="zh-CN"/>
          </a:p>
        </p:txBody>
      </p:sp>
      <p:grpSp>
        <p:nvGrpSpPr>
          <p:cNvPr id="3" name="组合 2">
            <a:extLst>
              <a:ext uri="{FF2B5EF4-FFF2-40B4-BE49-F238E27FC236}">
                <a16:creationId xmlns:a16="http://schemas.microsoft.com/office/drawing/2014/main" id="{91B65559-BC38-F30B-58FB-E2B47184A87A}"/>
              </a:ext>
            </a:extLst>
          </p:cNvPr>
          <p:cNvGrpSpPr/>
          <p:nvPr/>
        </p:nvGrpSpPr>
        <p:grpSpPr>
          <a:xfrm>
            <a:off x="82194" y="532887"/>
            <a:ext cx="12101655" cy="2552698"/>
            <a:chOff x="90345" y="528396"/>
            <a:chExt cx="12101655" cy="2552698"/>
          </a:xfrm>
        </p:grpSpPr>
        <p:graphicFrame>
          <p:nvGraphicFramePr>
            <p:cNvPr id="22" name="Content Placeholder 3">
              <a:extLst>
                <a:ext uri="{FF2B5EF4-FFF2-40B4-BE49-F238E27FC236}">
                  <a16:creationId xmlns:a16="http://schemas.microsoft.com/office/drawing/2014/main" id="{3BDF1A01-12EF-4F37-D36C-4E6F0E192297}"/>
                </a:ext>
              </a:extLst>
            </p:cNvPr>
            <p:cNvGraphicFramePr>
              <a:graphicFrameLocks/>
            </p:cNvGraphicFramePr>
            <p:nvPr/>
          </p:nvGraphicFramePr>
          <p:xfrm>
            <a:off x="90345" y="528396"/>
            <a:ext cx="12101655" cy="2552698"/>
          </p:xfrm>
          <a:graphic>
            <a:graphicData uri="http://schemas.openxmlformats.org/drawingml/2006/table">
              <a:tbl>
                <a:tblPr firstRow="1" bandRow="1">
                  <a:tableStyleId>{21E4AEA4-8DFA-4A89-87EB-49C32662AFE0}</a:tableStyleId>
                </a:tblPr>
                <a:tblGrid>
                  <a:gridCol w="3318777">
                    <a:extLst>
                      <a:ext uri="{9D8B030D-6E8A-4147-A177-3AD203B41FA5}">
                        <a16:colId xmlns:a16="http://schemas.microsoft.com/office/drawing/2014/main" val="20000"/>
                      </a:ext>
                    </a:extLst>
                  </a:gridCol>
                  <a:gridCol w="755374">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974034">
                    <a:extLst>
                      <a:ext uri="{9D8B030D-6E8A-4147-A177-3AD203B41FA5}">
                        <a16:colId xmlns:a16="http://schemas.microsoft.com/office/drawing/2014/main" val="513430225"/>
                      </a:ext>
                    </a:extLst>
                  </a:gridCol>
                  <a:gridCol w="983974">
                    <a:extLst>
                      <a:ext uri="{9D8B030D-6E8A-4147-A177-3AD203B41FA5}">
                        <a16:colId xmlns:a16="http://schemas.microsoft.com/office/drawing/2014/main" val="20004"/>
                      </a:ext>
                    </a:extLst>
                  </a:gridCol>
                  <a:gridCol w="4423595">
                    <a:extLst>
                      <a:ext uri="{9D8B030D-6E8A-4147-A177-3AD203B41FA5}">
                        <a16:colId xmlns:a16="http://schemas.microsoft.com/office/drawing/2014/main" val="20006"/>
                      </a:ext>
                    </a:extLst>
                  </a:gridCol>
                  <a:gridCol w="274301">
                    <a:extLst>
                      <a:ext uri="{9D8B030D-6E8A-4147-A177-3AD203B41FA5}">
                        <a16:colId xmlns:a16="http://schemas.microsoft.com/office/drawing/2014/main" val="2471513409"/>
                      </a:ext>
                    </a:extLst>
                  </a:gridCol>
                </a:tblGrid>
                <a:tr h="498089">
                  <a:tc>
                    <a:txBody>
                      <a:bodyPr/>
                      <a:lstStyle>
                        <a:lvl1pPr marL="0" algn="l" defTabSz="1219170" rtl="0" eaLnBrk="1" latinLnBrk="0" hangingPunct="1">
                          <a:defRPr sz="2400" b="1" kern="1200">
                            <a:solidFill>
                              <a:schemeClr val="lt1"/>
                            </a:solidFill>
                            <a:latin typeface="Calibri"/>
                          </a:defRPr>
                        </a:lvl1pPr>
                        <a:lvl2pPr marL="609585" algn="l" defTabSz="1219170" rtl="0" eaLnBrk="1" latinLnBrk="0" hangingPunct="1">
                          <a:defRPr sz="2400" b="1" kern="1200">
                            <a:solidFill>
                              <a:schemeClr val="lt1"/>
                            </a:solidFill>
                            <a:latin typeface="Calibri"/>
                          </a:defRPr>
                        </a:lvl2pPr>
                        <a:lvl3pPr marL="1219170" algn="l" defTabSz="1219170" rtl="0" eaLnBrk="1" latinLnBrk="0" hangingPunct="1">
                          <a:defRPr sz="2400" b="1" kern="1200">
                            <a:solidFill>
                              <a:schemeClr val="lt1"/>
                            </a:solidFill>
                            <a:latin typeface="Calibri"/>
                          </a:defRPr>
                        </a:lvl3pPr>
                        <a:lvl4pPr marL="1828754" algn="l" defTabSz="1219170" rtl="0" eaLnBrk="1" latinLnBrk="0" hangingPunct="1">
                          <a:defRPr sz="2400" b="1" kern="1200">
                            <a:solidFill>
                              <a:schemeClr val="lt1"/>
                            </a:solidFill>
                            <a:latin typeface="Calibri"/>
                          </a:defRPr>
                        </a:lvl4pPr>
                        <a:lvl5pPr marL="2438339" algn="l" defTabSz="1219170" rtl="0" eaLnBrk="1" latinLnBrk="0" hangingPunct="1">
                          <a:defRPr sz="2400" b="1" kern="1200">
                            <a:solidFill>
                              <a:schemeClr val="lt1"/>
                            </a:solidFill>
                            <a:latin typeface="Calibri"/>
                          </a:defRPr>
                        </a:lvl5pPr>
                        <a:lvl6pPr marL="3047924" algn="l" defTabSz="1219170" rtl="0" eaLnBrk="1" latinLnBrk="0" hangingPunct="1">
                          <a:defRPr sz="2400" b="1" kern="1200">
                            <a:solidFill>
                              <a:schemeClr val="lt1"/>
                            </a:solidFill>
                            <a:latin typeface="Calibri"/>
                          </a:defRPr>
                        </a:lvl6pPr>
                        <a:lvl7pPr marL="3657509" algn="l" defTabSz="1219170" rtl="0" eaLnBrk="1" latinLnBrk="0" hangingPunct="1">
                          <a:defRPr sz="2400" b="1" kern="1200">
                            <a:solidFill>
                              <a:schemeClr val="lt1"/>
                            </a:solidFill>
                            <a:latin typeface="Calibri"/>
                          </a:defRPr>
                        </a:lvl7pPr>
                        <a:lvl8pPr marL="4267093" algn="l" defTabSz="1219170" rtl="0" eaLnBrk="1" latinLnBrk="0" hangingPunct="1">
                          <a:defRPr sz="2400" b="1" kern="1200">
                            <a:solidFill>
                              <a:schemeClr val="lt1"/>
                            </a:solidFill>
                            <a:latin typeface="Calibri"/>
                          </a:defRPr>
                        </a:lvl8pPr>
                        <a:lvl9pPr marL="4876678" algn="l" defTabSz="1219170" rtl="0" eaLnBrk="1" latinLnBrk="0" hangingPunct="1">
                          <a:defRPr sz="2400" b="1" kern="1200">
                            <a:solidFill>
                              <a:schemeClr val="lt1"/>
                            </a:solidFill>
                            <a:latin typeface="Calibr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kern="1200">
                            <a:solidFill>
                              <a:schemeClr val="bg1"/>
                            </a:solidFill>
                            <a:latin typeface="Calibri"/>
                            <a:ea typeface="+mn-ea"/>
                            <a:cs typeface="+mn-cs"/>
                          </a:rPr>
                          <a:t>Product/Study</a:t>
                        </a:r>
                      </a:p>
                    </a:txBody>
                    <a:tcPr marL="92811" marR="92811" marT="38100" marB="38100" anchor="ctr">
                      <a:solidFill>
                        <a:schemeClr val="bg2">
                          <a:lumMod val="75000"/>
                          <a:lumOff val="25000"/>
                        </a:schemeClr>
                      </a:solidFill>
                    </a:tcPr>
                  </a:tc>
                  <a:tc>
                    <a:txBody>
                      <a:bodyPr/>
                      <a:lstStyle>
                        <a:lvl1pPr marL="0" algn="l" defTabSz="1219170" rtl="0" eaLnBrk="1" latinLnBrk="0" hangingPunct="1">
                          <a:defRPr sz="2400" b="1" kern="1200">
                            <a:solidFill>
                              <a:schemeClr val="lt1"/>
                            </a:solidFill>
                            <a:latin typeface="Calibri"/>
                          </a:defRPr>
                        </a:lvl1pPr>
                        <a:lvl2pPr marL="609585" algn="l" defTabSz="1219170" rtl="0" eaLnBrk="1" latinLnBrk="0" hangingPunct="1">
                          <a:defRPr sz="2400" b="1" kern="1200">
                            <a:solidFill>
                              <a:schemeClr val="lt1"/>
                            </a:solidFill>
                            <a:latin typeface="Calibri"/>
                          </a:defRPr>
                        </a:lvl2pPr>
                        <a:lvl3pPr marL="1219170" algn="l" defTabSz="1219170" rtl="0" eaLnBrk="1" latinLnBrk="0" hangingPunct="1">
                          <a:defRPr sz="2400" b="1" kern="1200">
                            <a:solidFill>
                              <a:schemeClr val="lt1"/>
                            </a:solidFill>
                            <a:latin typeface="Calibri"/>
                          </a:defRPr>
                        </a:lvl3pPr>
                        <a:lvl4pPr marL="1828754" algn="l" defTabSz="1219170" rtl="0" eaLnBrk="1" latinLnBrk="0" hangingPunct="1">
                          <a:defRPr sz="2400" b="1" kern="1200">
                            <a:solidFill>
                              <a:schemeClr val="lt1"/>
                            </a:solidFill>
                            <a:latin typeface="Calibri"/>
                          </a:defRPr>
                        </a:lvl4pPr>
                        <a:lvl5pPr marL="2438339" algn="l" defTabSz="1219170" rtl="0" eaLnBrk="1" latinLnBrk="0" hangingPunct="1">
                          <a:defRPr sz="2400" b="1" kern="1200">
                            <a:solidFill>
                              <a:schemeClr val="lt1"/>
                            </a:solidFill>
                            <a:latin typeface="Calibri"/>
                          </a:defRPr>
                        </a:lvl5pPr>
                        <a:lvl6pPr marL="3047924" algn="l" defTabSz="1219170" rtl="0" eaLnBrk="1" latinLnBrk="0" hangingPunct="1">
                          <a:defRPr sz="2400" b="1" kern="1200">
                            <a:solidFill>
                              <a:schemeClr val="lt1"/>
                            </a:solidFill>
                            <a:latin typeface="Calibri"/>
                          </a:defRPr>
                        </a:lvl6pPr>
                        <a:lvl7pPr marL="3657509" algn="l" defTabSz="1219170" rtl="0" eaLnBrk="1" latinLnBrk="0" hangingPunct="1">
                          <a:defRPr sz="2400" b="1" kern="1200">
                            <a:solidFill>
                              <a:schemeClr val="lt1"/>
                            </a:solidFill>
                            <a:latin typeface="Calibri"/>
                          </a:defRPr>
                        </a:lvl7pPr>
                        <a:lvl8pPr marL="4267093" algn="l" defTabSz="1219170" rtl="0" eaLnBrk="1" latinLnBrk="0" hangingPunct="1">
                          <a:defRPr sz="2400" b="1" kern="1200">
                            <a:solidFill>
                              <a:schemeClr val="lt1"/>
                            </a:solidFill>
                            <a:latin typeface="Calibri"/>
                          </a:defRPr>
                        </a:lvl8pPr>
                        <a:lvl9pPr marL="4876678" algn="l" defTabSz="1219170" rtl="0" eaLnBrk="1" latinLnBrk="0" hangingPunct="1">
                          <a:defRPr sz="2400" b="1" kern="1200">
                            <a:solidFill>
                              <a:schemeClr val="lt1"/>
                            </a:solidFill>
                            <a:latin typeface="Calibr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kern="1200">
                            <a:solidFill>
                              <a:schemeClr val="bg1"/>
                            </a:solidFill>
                            <a:latin typeface="Calibri"/>
                            <a:ea typeface="+mn-ea"/>
                            <a:cs typeface="+mn-cs"/>
                          </a:rPr>
                          <a:t>Indication</a:t>
                        </a:r>
                      </a:p>
                    </a:txBody>
                    <a:tcPr marL="92811" marR="92811" marT="38100" marB="38100" anchor="ctr">
                      <a:solidFill>
                        <a:schemeClr val="bg2">
                          <a:lumMod val="75000"/>
                          <a:lumOff val="25000"/>
                        </a:schemeClr>
                      </a:solidFill>
                    </a:tcPr>
                  </a:tc>
                  <a:tc>
                    <a:txBody>
                      <a:bodyPr/>
                      <a:lstStyle>
                        <a:lvl1pPr marL="0" algn="l" defTabSz="1219170" rtl="0" eaLnBrk="1" latinLnBrk="0" hangingPunct="1">
                          <a:defRPr sz="2400" b="1" kern="1200">
                            <a:solidFill>
                              <a:schemeClr val="lt1"/>
                            </a:solidFill>
                            <a:latin typeface="Calibri"/>
                          </a:defRPr>
                        </a:lvl1pPr>
                        <a:lvl2pPr marL="609585" algn="l" defTabSz="1219170" rtl="0" eaLnBrk="1" latinLnBrk="0" hangingPunct="1">
                          <a:defRPr sz="2400" b="1" kern="1200">
                            <a:solidFill>
                              <a:schemeClr val="lt1"/>
                            </a:solidFill>
                            <a:latin typeface="Calibri"/>
                          </a:defRPr>
                        </a:lvl2pPr>
                        <a:lvl3pPr marL="1219170" algn="l" defTabSz="1219170" rtl="0" eaLnBrk="1" latinLnBrk="0" hangingPunct="1">
                          <a:defRPr sz="2400" b="1" kern="1200">
                            <a:solidFill>
                              <a:schemeClr val="lt1"/>
                            </a:solidFill>
                            <a:latin typeface="Calibri"/>
                          </a:defRPr>
                        </a:lvl3pPr>
                        <a:lvl4pPr marL="1828754" algn="l" defTabSz="1219170" rtl="0" eaLnBrk="1" latinLnBrk="0" hangingPunct="1">
                          <a:defRPr sz="2400" b="1" kern="1200">
                            <a:solidFill>
                              <a:schemeClr val="lt1"/>
                            </a:solidFill>
                            <a:latin typeface="Calibri"/>
                          </a:defRPr>
                        </a:lvl4pPr>
                        <a:lvl5pPr marL="2438339" algn="l" defTabSz="1219170" rtl="0" eaLnBrk="1" latinLnBrk="0" hangingPunct="1">
                          <a:defRPr sz="2400" b="1" kern="1200">
                            <a:solidFill>
                              <a:schemeClr val="lt1"/>
                            </a:solidFill>
                            <a:latin typeface="Calibri"/>
                          </a:defRPr>
                        </a:lvl5pPr>
                        <a:lvl6pPr marL="3047924" algn="l" defTabSz="1219170" rtl="0" eaLnBrk="1" latinLnBrk="0" hangingPunct="1">
                          <a:defRPr sz="2400" b="1" kern="1200">
                            <a:solidFill>
                              <a:schemeClr val="lt1"/>
                            </a:solidFill>
                            <a:latin typeface="Calibri"/>
                          </a:defRPr>
                        </a:lvl6pPr>
                        <a:lvl7pPr marL="3657509" algn="l" defTabSz="1219170" rtl="0" eaLnBrk="1" latinLnBrk="0" hangingPunct="1">
                          <a:defRPr sz="2400" b="1" kern="1200">
                            <a:solidFill>
                              <a:schemeClr val="lt1"/>
                            </a:solidFill>
                            <a:latin typeface="Calibri"/>
                          </a:defRPr>
                        </a:lvl7pPr>
                        <a:lvl8pPr marL="4267093" algn="l" defTabSz="1219170" rtl="0" eaLnBrk="1" latinLnBrk="0" hangingPunct="1">
                          <a:defRPr sz="2400" b="1" kern="1200">
                            <a:solidFill>
                              <a:schemeClr val="lt1"/>
                            </a:solidFill>
                            <a:latin typeface="Calibri"/>
                          </a:defRPr>
                        </a:lvl8pPr>
                        <a:lvl9pPr marL="4876678" algn="l" defTabSz="1219170" rtl="0" eaLnBrk="1" latinLnBrk="0" hangingPunct="1">
                          <a:defRPr sz="2400" b="1" kern="1200">
                            <a:solidFill>
                              <a:schemeClr val="lt1"/>
                            </a:solidFill>
                            <a:latin typeface="Calibri"/>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kern="1200">
                            <a:solidFill>
                              <a:schemeClr val="bg1"/>
                            </a:solidFill>
                          </a:rPr>
                          <a:t>Study type</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kern="1200">
                            <a:solidFill>
                              <a:schemeClr val="bg1"/>
                            </a:solidFill>
                          </a:rPr>
                          <a:t>(Study</a:t>
                        </a:r>
                        <a:r>
                          <a:rPr lang="en-US" altLang="zh-CN" sz="1000" kern="1200" baseline="0">
                            <a:solidFill>
                              <a:schemeClr val="bg1"/>
                            </a:solidFill>
                          </a:rPr>
                          <a:t> no.: FPI-LPO, CTR</a:t>
                        </a:r>
                        <a:r>
                          <a:rPr lang="en-US" altLang="zh-CN" sz="1000" kern="1200">
                            <a:solidFill>
                              <a:schemeClr val="bg1"/>
                            </a:solidFill>
                          </a:rPr>
                          <a:t>)</a:t>
                        </a:r>
                        <a:endParaRPr lang="zh-CN" altLang="en-US" sz="1000" kern="1200">
                          <a:solidFill>
                            <a:schemeClr val="bg1"/>
                          </a:solidFill>
                          <a:latin typeface="Calibri"/>
                          <a:ea typeface="+mn-ea"/>
                          <a:cs typeface="+mn-cs"/>
                        </a:endParaRPr>
                      </a:p>
                    </a:txBody>
                    <a:tcPr marL="69608" marR="69608" marT="34290" marB="34290" anchor="ctr">
                      <a:solidFill>
                        <a:schemeClr val="bg2">
                          <a:lumMod val="75000"/>
                          <a:lumOff val="2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kern="1200">
                            <a:solidFill>
                              <a:schemeClr val="bg1"/>
                            </a:solidFill>
                          </a:rPr>
                          <a:t>Current Status</a:t>
                        </a:r>
                        <a:endParaRPr lang="zh-CN" altLang="en-US" sz="1000" b="1" kern="1200">
                          <a:solidFill>
                            <a:schemeClr val="bg1"/>
                          </a:solidFill>
                          <a:latin typeface="Calibri"/>
                          <a:ea typeface="+mn-ea"/>
                          <a:cs typeface="+mn-cs"/>
                        </a:endParaRPr>
                      </a:p>
                    </a:txBody>
                    <a:tcPr marL="69608" marR="69608" marT="34290" marB="34290" anchor="ctr">
                      <a:solidFill>
                        <a:schemeClr val="bg2">
                          <a:lumMod val="75000"/>
                          <a:lumOff val="25000"/>
                        </a:schemeClr>
                      </a:solidFill>
                    </a:tcPr>
                  </a:tc>
                  <a:tc>
                    <a:txBody>
                      <a:bodyPr/>
                      <a:lstStyle/>
                      <a:p>
                        <a:pPr marL="0" marR="0" lvl="0" indent="0" algn="l" rtl="0" eaLnBrk="1" fontAlgn="auto" latinLnBrk="0" hangingPunct="1">
                          <a:lnSpc>
                            <a:spcPct val="100000"/>
                          </a:lnSpc>
                          <a:spcBef>
                            <a:spcPts val="0"/>
                          </a:spcBef>
                          <a:spcAft>
                            <a:spcPts val="0"/>
                          </a:spcAft>
                          <a:buFontTx/>
                          <a:buNone/>
                        </a:pPr>
                        <a:r>
                          <a:rPr lang="en-US" altLang="zh-CN" sz="1000" b="1" kern="1200">
                            <a:solidFill>
                              <a:schemeClr val="bg1"/>
                            </a:solidFill>
                          </a:rPr>
                          <a:t> Next Mile-stone</a:t>
                        </a:r>
                        <a:endParaRPr lang="zh-CN" altLang="en-US" sz="1000" b="1" kern="1200">
                          <a:solidFill>
                            <a:schemeClr val="bg1"/>
                          </a:solidFill>
                          <a:latin typeface="Calibri"/>
                          <a:ea typeface="+mn-ea"/>
                          <a:cs typeface="+mn-cs"/>
                        </a:endParaRPr>
                      </a:p>
                    </a:txBody>
                    <a:tcPr marL="69608" marR="69608" marT="34290" marB="34290" anchor="ctr">
                      <a:solidFill>
                        <a:schemeClr val="bg2">
                          <a:lumMod val="75000"/>
                          <a:lumOff val="25000"/>
                        </a:schemeClr>
                      </a:solidFill>
                    </a:tcPr>
                  </a:tc>
                  <a:tc>
                    <a:txBody>
                      <a:bodyPr/>
                      <a:lstStyle>
                        <a:lvl1pPr marL="0" algn="l" defTabSz="1219170" rtl="0" eaLnBrk="1" latinLnBrk="0" hangingPunct="1">
                          <a:defRPr sz="2400" b="1" kern="1200">
                            <a:solidFill>
                              <a:schemeClr val="lt1"/>
                            </a:solidFill>
                            <a:latin typeface="Calibri"/>
                          </a:defRPr>
                        </a:lvl1pPr>
                        <a:lvl2pPr marL="609585" algn="l" defTabSz="1219170" rtl="0" eaLnBrk="1" latinLnBrk="0" hangingPunct="1">
                          <a:defRPr sz="2400" b="1" kern="1200">
                            <a:solidFill>
                              <a:schemeClr val="lt1"/>
                            </a:solidFill>
                            <a:latin typeface="Calibri"/>
                          </a:defRPr>
                        </a:lvl2pPr>
                        <a:lvl3pPr marL="1219170" algn="l" defTabSz="1219170" rtl="0" eaLnBrk="1" latinLnBrk="0" hangingPunct="1">
                          <a:defRPr sz="2400" b="1" kern="1200">
                            <a:solidFill>
                              <a:schemeClr val="lt1"/>
                            </a:solidFill>
                            <a:latin typeface="Calibri"/>
                          </a:defRPr>
                        </a:lvl3pPr>
                        <a:lvl4pPr marL="1828754" algn="l" defTabSz="1219170" rtl="0" eaLnBrk="1" latinLnBrk="0" hangingPunct="1">
                          <a:defRPr sz="2400" b="1" kern="1200">
                            <a:solidFill>
                              <a:schemeClr val="lt1"/>
                            </a:solidFill>
                            <a:latin typeface="Calibri"/>
                          </a:defRPr>
                        </a:lvl4pPr>
                        <a:lvl5pPr marL="2438339" algn="l" defTabSz="1219170" rtl="0" eaLnBrk="1" latinLnBrk="0" hangingPunct="1">
                          <a:defRPr sz="2400" b="1" kern="1200">
                            <a:solidFill>
                              <a:schemeClr val="lt1"/>
                            </a:solidFill>
                            <a:latin typeface="Calibri"/>
                          </a:defRPr>
                        </a:lvl5pPr>
                        <a:lvl6pPr marL="3047924" algn="l" defTabSz="1219170" rtl="0" eaLnBrk="1" latinLnBrk="0" hangingPunct="1">
                          <a:defRPr sz="2400" b="1" kern="1200">
                            <a:solidFill>
                              <a:schemeClr val="lt1"/>
                            </a:solidFill>
                            <a:latin typeface="Calibri"/>
                          </a:defRPr>
                        </a:lvl6pPr>
                        <a:lvl7pPr marL="3657509" algn="l" defTabSz="1219170" rtl="0" eaLnBrk="1" latinLnBrk="0" hangingPunct="1">
                          <a:defRPr sz="2400" b="1" kern="1200">
                            <a:solidFill>
                              <a:schemeClr val="lt1"/>
                            </a:solidFill>
                            <a:latin typeface="Calibri"/>
                          </a:defRPr>
                        </a:lvl7pPr>
                        <a:lvl8pPr marL="4267093" algn="l" defTabSz="1219170" rtl="0" eaLnBrk="1" latinLnBrk="0" hangingPunct="1">
                          <a:defRPr sz="2400" b="1" kern="1200">
                            <a:solidFill>
                              <a:schemeClr val="lt1"/>
                            </a:solidFill>
                            <a:latin typeface="Calibri"/>
                          </a:defRPr>
                        </a:lvl8pPr>
                        <a:lvl9pPr marL="4876678" algn="l" defTabSz="1219170" rtl="0" eaLnBrk="1" latinLnBrk="0" hangingPunct="1">
                          <a:defRPr sz="2400" b="1" kern="1200">
                            <a:solidFill>
                              <a:schemeClr val="lt1"/>
                            </a:solidFill>
                            <a:latin typeface="Calibri"/>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kern="1200">
                            <a:solidFill>
                              <a:schemeClr val="bg1"/>
                            </a:solidFill>
                          </a:rPr>
                          <a:t>Key Updates</a:t>
                        </a:r>
                        <a:endParaRPr lang="zh-CN" altLang="en-US" sz="1000" kern="1200">
                          <a:solidFill>
                            <a:schemeClr val="bg1"/>
                          </a:solidFill>
                          <a:latin typeface="Calibri"/>
                          <a:ea typeface="+mn-ea"/>
                          <a:cs typeface="+mn-cs"/>
                        </a:endParaRPr>
                      </a:p>
                    </a:txBody>
                    <a:tcPr marL="69608" marR="69608" marT="34290" marB="34290" anchor="ctr">
                      <a:solidFill>
                        <a:schemeClr val="bg2">
                          <a:lumMod val="75000"/>
                          <a:lumOff val="25000"/>
                        </a:schemeClr>
                      </a:solidFill>
                    </a:tcPr>
                  </a:tc>
                  <a:tc>
                    <a:txBody>
                      <a:bodyPr/>
                      <a:lstStyle/>
                      <a:p>
                        <a:endParaRPr lang="zh-CN" altLang="en-US" sz="1400"/>
                      </a:p>
                    </a:txBody>
                    <a:tcPr marL="69608" marR="69608" marT="34290" marB="34290" anchor="ctr">
                      <a:solidFill>
                        <a:schemeClr val="bg2">
                          <a:lumMod val="75000"/>
                          <a:lumOff val="25000"/>
                        </a:schemeClr>
                      </a:solidFill>
                    </a:tcPr>
                  </a:tc>
                  <a:extLst>
                    <a:ext uri="{0D108BD9-81ED-4DB2-BD59-A6C34878D82A}">
                      <a16:rowId xmlns:a16="http://schemas.microsoft.com/office/drawing/2014/main" val="10000"/>
                    </a:ext>
                  </a:extLst>
                </a:tr>
                <a:tr h="59193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900" b="1" err="1"/>
                          <a:t>Ofev</a:t>
                        </a:r>
                        <a:endParaRPr lang="en-US" altLang="zh-CN" sz="900" b="1"/>
                      </a:p>
                      <a:p>
                        <a:pPr marL="0" marR="0" lvl="0" indent="0" algn="ctr" rtl="0" eaLnBrk="1" fontAlgn="auto" latinLnBrk="0" hangingPunct="1">
                          <a:lnSpc>
                            <a:spcPct val="100000"/>
                          </a:lnSpc>
                          <a:spcBef>
                            <a:spcPts val="0"/>
                          </a:spcBef>
                          <a:spcAft>
                            <a:spcPts val="0"/>
                          </a:spcAft>
                          <a:buClrTx/>
                          <a:buSzTx/>
                          <a:buFontTx/>
                          <a:buNone/>
                        </a:pPr>
                        <a:r>
                          <a:rPr kumimoji="0" lang="en-US" altLang="zh-CN" sz="900" b="0" u="none" strike="noStrike" kern="1200" cap="none" spc="0" normalizeH="0" baseline="0">
                            <a:ln>
                              <a:noFill/>
                            </a:ln>
                            <a:solidFill>
                              <a:srgbClr val="000000"/>
                            </a:solidFill>
                            <a:effectLst/>
                            <a:uLnTx/>
                            <a:uFillTx/>
                          </a:rPr>
                          <a:t>(China IPF Registry Study (PORTRAY) </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900" b="1" i="0" u="none" strike="noStrike" kern="1200" cap="none" spc="0" normalizeH="0" baseline="0" noProof="0">
                            <a:ln>
                              <a:noFill/>
                            </a:ln>
                            <a:solidFill>
                              <a:srgbClr val="000000"/>
                            </a:solidFill>
                            <a:effectLst/>
                            <a:uLnTx/>
                            <a:uFillTx/>
                            <a:latin typeface="+mn-lt"/>
                          </a:rPr>
                          <a:t>(China-Japan friendship hospital, </a:t>
                        </a:r>
                        <a:r>
                          <a:rPr lang="en-US" altLang="zh-CN" sz="900" b="1" i="0" u="none" strike="noStrike" kern="1200" cap="none" spc="0" normalizeH="0" baseline="0" noProof="0" err="1">
                            <a:ln>
                              <a:noFill/>
                            </a:ln>
                            <a:solidFill>
                              <a:srgbClr val="000000"/>
                            </a:solidFill>
                            <a:effectLst/>
                            <a:uLnTx/>
                            <a:uFillTx/>
                            <a:latin typeface="+mn-lt"/>
                          </a:rPr>
                          <a:t>Prof.Dai</a:t>
                        </a:r>
                        <a:r>
                          <a:rPr lang="en-US" altLang="zh-CN" sz="900" b="1" i="0" u="none" strike="noStrike" kern="1200" cap="none" spc="0" normalizeH="0" baseline="0" noProof="0">
                            <a:ln>
                              <a:noFill/>
                            </a:ln>
                            <a:solidFill>
                              <a:srgbClr val="000000"/>
                            </a:solidFill>
                            <a:effectLst/>
                            <a:uLnTx/>
                            <a:uFillTx/>
                            <a:latin typeface="+mn-lt"/>
                          </a:rPr>
                          <a:t>)</a:t>
                        </a:r>
                        <a:endParaRPr kumimoji="0" lang="en-US" altLang="zh-CN" sz="900" b="0" u="none" strike="noStrike" kern="1200" cap="none" spc="0" normalizeH="0" baseline="0">
                          <a:ln>
                            <a:noFill/>
                          </a:ln>
                          <a:solidFill>
                            <a:srgbClr val="000000"/>
                          </a:solidFill>
                          <a:effectLst/>
                          <a:uLnTx/>
                          <a:uFillTx/>
                        </a:endParaRPr>
                      </a:p>
                      <a:p>
                        <a:pPr marL="0" marR="0" lvl="0" indent="0" algn="ctr" rtl="0" eaLnBrk="1" fontAlgn="auto" latinLnBrk="0" hangingPunct="1">
                          <a:lnSpc>
                            <a:spcPct val="100000"/>
                          </a:lnSpc>
                          <a:spcBef>
                            <a:spcPts val="0"/>
                          </a:spcBef>
                          <a:spcAft>
                            <a:spcPts val="0"/>
                          </a:spcAft>
                          <a:buClrTx/>
                          <a:buSzTx/>
                          <a:buFontTx/>
                          <a:buNone/>
                        </a:pPr>
                        <a:endParaRPr kumimoji="0" lang="en-US" altLang="zh-CN" sz="900" b="0" i="0" u="none" strike="noStrike" kern="1200" cap="none" spc="0" normalizeH="0" baseline="0">
                          <a:ln>
                            <a:noFill/>
                          </a:ln>
                          <a:solidFill>
                            <a:srgbClr val="000000"/>
                          </a:solidFill>
                          <a:effectLst/>
                          <a:uLnTx/>
                          <a:uFillTx/>
                          <a:latin typeface="Calibri"/>
                          <a:ea typeface="+mn-ea"/>
                          <a:cs typeface="Calibri"/>
                        </a:endParaRPr>
                      </a:p>
                    </a:txBody>
                    <a:tcPr marL="92811" marR="92811" marT="38100" marB="38100" anchor="ctr">
                      <a:solidFill>
                        <a:schemeClr val="bg1">
                          <a:lumMod val="85000"/>
                        </a:schemeClr>
                      </a:solidFill>
                    </a:tcPr>
                  </a:tc>
                  <a:tc>
                    <a:txBody>
                      <a:bodyPr/>
                      <a:lstStyle/>
                      <a:p>
                        <a:pPr marL="0" marR="0" lvl="0" indent="0" algn="ctr" rtl="0" eaLnBrk="1" fontAlgn="auto" latinLnBrk="0" hangingPunct="1">
                          <a:lnSpc>
                            <a:spcPct val="100000"/>
                          </a:lnSpc>
                          <a:spcBef>
                            <a:spcPts val="0"/>
                          </a:spcBef>
                          <a:spcAft>
                            <a:spcPts val="0"/>
                          </a:spcAft>
                          <a:buClrTx/>
                          <a:buSzTx/>
                          <a:buFontTx/>
                          <a:buNone/>
                        </a:pPr>
                        <a:r>
                          <a:rPr kumimoji="0" lang="en-US" altLang="zh-CN" sz="900" b="0" u="none" strike="noStrike" kern="1200" cap="none" spc="0" normalizeH="0" baseline="0">
                            <a:ln>
                              <a:noFill/>
                            </a:ln>
                            <a:solidFill>
                              <a:srgbClr val="000000"/>
                            </a:solidFill>
                            <a:effectLst/>
                            <a:uLnTx/>
                            <a:uFillTx/>
                          </a:rPr>
                          <a:t>IPF</a:t>
                        </a:r>
                        <a:r>
                          <a:rPr lang="en-US" altLang="zh-CN" sz="900" b="0" u="none" strike="noStrike" kern="1200" cap="none" spc="0" normalizeH="0" baseline="0">
                            <a:ln>
                              <a:noFill/>
                            </a:ln>
                            <a:solidFill>
                              <a:srgbClr val="000000"/>
                            </a:solidFill>
                            <a:effectLst/>
                            <a:uLnTx/>
                            <a:uFillTx/>
                          </a:rPr>
                          <a:t> </a:t>
                        </a:r>
                        <a:endParaRPr kumimoji="0" lang="en-US" altLang="zh-CN" sz="900" b="0" i="0" u="none" strike="noStrike" kern="1200" cap="none" spc="0" normalizeH="0" baseline="0">
                          <a:ln>
                            <a:noFill/>
                          </a:ln>
                          <a:solidFill>
                            <a:srgbClr val="000000"/>
                          </a:solidFill>
                          <a:effectLst/>
                          <a:uLnTx/>
                          <a:uFillTx/>
                          <a:latin typeface="Calibri"/>
                          <a:ea typeface="+mn-ea"/>
                          <a:cs typeface="Calibri"/>
                        </a:endParaRPr>
                      </a:p>
                    </a:txBody>
                    <a:tcPr marL="92811" marR="92811" marT="38100" marB="38100"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900" b="0" u="none" strike="noStrike" kern="1200" cap="none" spc="0" normalizeH="0" baseline="0">
                            <a:ln>
                              <a:noFill/>
                            </a:ln>
                            <a:solidFill>
                              <a:srgbClr val="000000"/>
                            </a:solidFill>
                            <a:effectLst/>
                            <a:uLnTx/>
                            <a:uFillTx/>
                          </a:rPr>
                          <a:t>IIS (1199-0302)</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900" b="0" u="none" strike="noStrike" kern="1200" cap="none" spc="0" normalizeH="0" baseline="0">
                            <a:ln>
                              <a:noFill/>
                            </a:ln>
                            <a:solidFill>
                              <a:srgbClr val="000000"/>
                            </a:solidFill>
                            <a:effectLst/>
                            <a:uLnTx/>
                            <a:uFillTx/>
                          </a:rPr>
                          <a:t>(Jul2018-July2026,July2027)</a:t>
                        </a:r>
                        <a:endParaRPr kumimoji="0" lang="zh-CN" altLang="en-US" sz="900" b="0" i="0" u="none" strike="noStrike" kern="1200" cap="none" spc="0" normalizeH="0" baseline="0">
                          <a:ln>
                            <a:noFill/>
                          </a:ln>
                          <a:solidFill>
                            <a:srgbClr val="000000"/>
                          </a:solidFill>
                          <a:effectLst/>
                          <a:uLnTx/>
                          <a:uFillTx/>
                          <a:latin typeface="Calibri"/>
                          <a:ea typeface="+mn-ea"/>
                          <a:cs typeface="Calibri"/>
                        </a:endParaRPr>
                      </a:p>
                    </a:txBody>
                    <a:tcPr marL="92811" marR="92811" marT="38100" marB="38100"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900" b="0" u="none" strike="noStrike" kern="1200" cap="none" spc="0" normalizeH="0" baseline="0" noProof="0">
                            <a:ln>
                              <a:noFill/>
                            </a:ln>
                            <a:solidFill>
                              <a:srgbClr val="000000"/>
                            </a:solidFill>
                            <a:effectLst/>
                            <a:uLnTx/>
                            <a:uFillTx/>
                          </a:rPr>
                          <a:t>Follow up</a:t>
                        </a:r>
                        <a:endParaRPr kumimoji="0" lang="en-US" altLang="zh-CN" sz="900" b="0" i="0" u="none" strike="noStrike" kern="1200" cap="none" spc="0" normalizeH="0" baseline="0" noProof="0">
                          <a:ln>
                            <a:noFill/>
                          </a:ln>
                          <a:solidFill>
                            <a:srgbClr val="000000"/>
                          </a:solidFill>
                          <a:effectLst/>
                          <a:uLnTx/>
                          <a:uFillTx/>
                          <a:latin typeface="Calibri"/>
                          <a:ea typeface="+mn-ea"/>
                          <a:cs typeface="Calibri"/>
                        </a:endParaRPr>
                      </a:p>
                    </a:txBody>
                    <a:tcPr marL="92811" marR="92811" marT="38100" marB="38100"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900" b="0" u="none" strike="noStrike" kern="1200" cap="none" spc="0" normalizeH="0" baseline="0" noProof="0">
                            <a:ln>
                              <a:noFill/>
                            </a:ln>
                            <a:solidFill>
                              <a:srgbClr val="000000"/>
                            </a:solidFill>
                            <a:effectLst/>
                            <a:uLnTx/>
                            <a:uFillTx/>
                          </a:rPr>
                          <a:t>LPO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900" b="0" u="none" strike="noStrike" kern="1200" cap="none" spc="0" normalizeH="0" baseline="0" noProof="0">
                            <a:ln>
                              <a:noFill/>
                            </a:ln>
                            <a:solidFill>
                              <a:srgbClr val="000000"/>
                            </a:solidFill>
                            <a:effectLst/>
                            <a:uLnTx/>
                            <a:uFillTx/>
                          </a:rPr>
                          <a:t>(Jul 2026)</a:t>
                        </a:r>
                        <a:endParaRPr kumimoji="0" lang="zh-CN" altLang="en-US" sz="900" b="0" i="0" u="none" strike="noStrike" kern="1200" cap="none" spc="0" normalizeH="0" baseline="0" noProof="0">
                          <a:ln>
                            <a:noFill/>
                          </a:ln>
                          <a:solidFill>
                            <a:srgbClr val="000000"/>
                          </a:solidFill>
                          <a:effectLst/>
                          <a:uLnTx/>
                          <a:uFillTx/>
                          <a:latin typeface="Calibri"/>
                          <a:ea typeface="+mn-ea"/>
                          <a:cs typeface="Calibri"/>
                        </a:endParaRPr>
                      </a:p>
                    </a:txBody>
                    <a:tcPr marL="92811" marR="92811" marT="38100" marB="38100" anchor="ctr">
                      <a:solidFill>
                        <a:schemeClr val="bg1">
                          <a:lumMod val="85000"/>
                        </a:schemeClr>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altLang="zh-CN" sz="900" b="0" i="0" u="none" strike="noStrike" kern="1200" cap="none" spc="0" normalizeH="0" baseline="0" noProof="0">
                            <a:ln>
                              <a:noFill/>
                            </a:ln>
                            <a:solidFill>
                              <a:prstClr val="black"/>
                            </a:solidFill>
                            <a:effectLst/>
                            <a:uLnTx/>
                            <a:uFillTx/>
                            <a:latin typeface="+mn-lt"/>
                            <a:ea typeface="+mn-ea"/>
                            <a:cs typeface="+mn-cs"/>
                          </a:rPr>
                          <a:t>Follow-up visit report will be sent to BI at the early of Apr2026;</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altLang="zh-CN" sz="900" b="0" i="0" u="none" strike="noStrike" kern="1200" cap="none" spc="0" normalizeH="0" baseline="0" noProof="0">
                            <a:ln>
                              <a:noFill/>
                            </a:ln>
                            <a:solidFill>
                              <a:prstClr val="black"/>
                            </a:solidFill>
                            <a:effectLst/>
                            <a:uLnTx/>
                            <a:uFillTx/>
                            <a:latin typeface="+mn-lt"/>
                            <a:ea typeface="+mn-ea"/>
                            <a:cs typeface="+mn-cs"/>
                          </a:rPr>
                          <a:t>CDC link</a:t>
                        </a:r>
                        <a:r>
                          <a:rPr kumimoji="0" lang="zh-CN" altLang="en-US" sz="900" b="0" i="0" u="none" strike="noStrike" kern="1200" cap="none" spc="0" normalizeH="0" baseline="0" noProof="0">
                            <a:ln>
                              <a:noFill/>
                            </a:ln>
                            <a:solidFill>
                              <a:prstClr val="black"/>
                            </a:solidFill>
                            <a:effectLst/>
                            <a:uLnTx/>
                            <a:uFillTx/>
                            <a:latin typeface="+mn-lt"/>
                            <a:ea typeface="+mn-ea"/>
                            <a:cs typeface="+mn-cs"/>
                          </a:rPr>
                          <a:t>：</a:t>
                        </a:r>
                        <a:r>
                          <a:rPr kumimoji="0" lang="en-US" altLang="zh-CN" sz="900" b="0" i="0" u="none" strike="noStrike" kern="1200" cap="none" spc="0" normalizeH="0" baseline="0" noProof="0">
                            <a:ln>
                              <a:noFill/>
                            </a:ln>
                            <a:solidFill>
                              <a:prstClr val="black"/>
                            </a:solidFill>
                            <a:effectLst/>
                            <a:uLnTx/>
                            <a:uFillTx/>
                            <a:latin typeface="+mn-lt"/>
                            <a:ea typeface="+mn-ea"/>
                            <a:cs typeface="+mn-cs"/>
                          </a:rPr>
                          <a:t>under negotiation between investigator and sponsor</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altLang="zh-CN" sz="900" b="0" i="0" u="none" strike="noStrike" kern="1200" cap="none" spc="0" normalizeH="0" baseline="0" noProof="0">
                            <a:ln>
                              <a:noFill/>
                            </a:ln>
                            <a:solidFill>
                              <a:prstClr val="black"/>
                            </a:solidFill>
                            <a:effectLst/>
                            <a:uLnTx/>
                            <a:uFillTx/>
                            <a:latin typeface="+mn-lt"/>
                            <a:ea typeface="+mn-ea"/>
                            <a:cs typeface="+mn-cs"/>
                          </a:rPr>
                          <a:t>Publication for baseline data : Under revision as Prof. Dai</a:t>
                        </a:r>
                        <a:r>
                          <a:rPr kumimoji="0" lang="zh-CN" altLang="en-US" sz="900" b="0" i="0" u="none" strike="noStrike" kern="1200" cap="none" spc="0" normalizeH="0" baseline="0" noProof="0">
                            <a:ln>
                              <a:noFill/>
                            </a:ln>
                            <a:solidFill>
                              <a:prstClr val="black"/>
                            </a:solidFill>
                            <a:effectLst/>
                            <a:uLnTx/>
                            <a:uFillTx/>
                            <a:latin typeface="+mn-lt"/>
                            <a:ea typeface="+mn-ea"/>
                            <a:cs typeface="+mn-cs"/>
                          </a:rPr>
                          <a:t>‘</a:t>
                        </a:r>
                        <a:r>
                          <a:rPr kumimoji="0" lang="en-US" altLang="zh-CN" sz="900" b="0" i="0" u="none" strike="noStrike" kern="1200" cap="none" spc="0" normalizeH="0" baseline="0" noProof="0">
                            <a:ln>
                              <a:noFill/>
                            </a:ln>
                            <a:solidFill>
                              <a:prstClr val="black"/>
                            </a:solidFill>
                            <a:effectLst/>
                            <a:uLnTx/>
                            <a:uFillTx/>
                            <a:latin typeface="+mn-lt"/>
                            <a:ea typeface="+mn-ea"/>
                            <a:cs typeface="+mn-cs"/>
                          </a:rPr>
                          <a:t>s comments</a:t>
                        </a:r>
                      </a:p>
                    </a:txBody>
                    <a:tcPr marL="92811" marR="92811" marT="38100" marB="38100" anchor="ctr">
                      <a:solidFill>
                        <a:schemeClr val="bg1">
                          <a:lumMod val="85000"/>
                        </a:schemeClr>
                      </a:solidFill>
                    </a:tcPr>
                  </a:tc>
                  <a:tc>
                    <a:txBody>
                      <a:bodyPr/>
                      <a:lstStyle/>
                      <a:p>
                        <a:pPr lvl="0">
                          <a:buNone/>
                        </a:pPr>
                        <a:endParaRPr lang="zh-CN" altLang="en-US" sz="1400"/>
                      </a:p>
                    </a:txBody>
                    <a:tcPr marL="69607" marR="69607" marT="28575" marB="28575">
                      <a:solidFill>
                        <a:schemeClr val="bg1">
                          <a:lumMod val="85000"/>
                        </a:schemeClr>
                      </a:solidFill>
                    </a:tcPr>
                  </a:tc>
                  <a:extLst>
                    <a:ext uri="{0D108BD9-81ED-4DB2-BD59-A6C34878D82A}">
                      <a16:rowId xmlns:a16="http://schemas.microsoft.com/office/drawing/2014/main" val="1151076552"/>
                    </a:ext>
                  </a:extLst>
                </a:tr>
                <a:tr h="591930">
                  <a:tc>
                    <a:txBody>
                      <a:bodyPr/>
                      <a:lstStyle/>
                      <a:p>
                        <a:pPr marL="0" lvl="0" indent="0" algn="ctr">
                          <a:lnSpc>
                            <a:spcPct val="100000"/>
                          </a:lnSpc>
                          <a:spcBef>
                            <a:spcPts val="0"/>
                          </a:spcBef>
                          <a:spcAft>
                            <a:spcPts val="0"/>
                          </a:spcAft>
                          <a:buNone/>
                        </a:pPr>
                        <a:r>
                          <a:rPr lang="en-US" sz="900" b="0" i="0" u="none" strike="noStrike" kern="1200" cap="none" spc="0" normalizeH="0" baseline="0" noProof="0">
                            <a:ln>
                              <a:noFill/>
                            </a:ln>
                            <a:solidFill>
                              <a:srgbClr val="000000"/>
                            </a:solidFill>
                            <a:effectLst/>
                            <a:uLnTx/>
                            <a:uFillTx/>
                            <a:latin typeface="Arial"/>
                          </a:rPr>
                          <a:t>multimodal for detection of early IPF</a:t>
                        </a:r>
                      </a:p>
                      <a:p>
                        <a:pPr marL="0" lvl="0" indent="0" algn="ctr">
                          <a:lnSpc>
                            <a:spcPct val="100000"/>
                          </a:lnSpc>
                          <a:spcBef>
                            <a:spcPts val="0"/>
                          </a:spcBef>
                          <a:spcAft>
                            <a:spcPts val="0"/>
                          </a:spcAft>
                          <a:buNone/>
                        </a:pPr>
                        <a:r>
                          <a:rPr lang="en-US" sz="900" b="0" i="0" u="none" strike="noStrike" kern="1200" cap="none" spc="0" normalizeH="0" baseline="0" noProof="0">
                            <a:ln>
                              <a:noFill/>
                            </a:ln>
                            <a:solidFill>
                              <a:srgbClr val="000000"/>
                            </a:solidFill>
                            <a:effectLst/>
                            <a:uLnTx/>
                            <a:uFillTx/>
                            <a:latin typeface="Arial"/>
                          </a:rPr>
                          <a:t>(</a:t>
                        </a:r>
                        <a:r>
                          <a:rPr lang="en-US" sz="900" b="1" i="0" u="none" strike="noStrike" kern="1200" cap="none" spc="0" normalizeH="0" baseline="0" noProof="0">
                            <a:ln>
                              <a:noFill/>
                            </a:ln>
                            <a:solidFill>
                              <a:srgbClr val="000000"/>
                            </a:solidFill>
                            <a:effectLst/>
                            <a:uLnTx/>
                            <a:uFillTx/>
                          </a:rPr>
                          <a:t>Shanghai Chest Hospital, Prof. Li</a:t>
                        </a:r>
                        <a:r>
                          <a:rPr lang="en-US" sz="900" b="1" i="0" u="none" strike="noStrike" kern="1200" cap="none" spc="0" normalizeH="0" baseline="0" noProof="0">
                            <a:ln>
                              <a:noFill/>
                            </a:ln>
                            <a:solidFill>
                              <a:srgbClr val="000000"/>
                            </a:solidFill>
                            <a:effectLst/>
                            <a:uLnTx/>
                            <a:uFillTx/>
                            <a:latin typeface="Arial"/>
                          </a:rPr>
                          <a:t> </a:t>
                        </a:r>
                        <a:r>
                          <a:rPr lang="en-US" sz="900" b="0" i="0" u="none" strike="noStrike" kern="1200" cap="none" spc="0" normalizeH="0" baseline="0" noProof="0">
                            <a:ln>
                              <a:noFill/>
                            </a:ln>
                            <a:solidFill>
                              <a:srgbClr val="000000"/>
                            </a:solidFill>
                            <a:effectLst/>
                            <a:uLnTx/>
                            <a:uFillTx/>
                            <a:latin typeface="Arial"/>
                          </a:rPr>
                          <a:t>)</a:t>
                        </a:r>
                      </a:p>
                    </a:txBody>
                    <a:tcPr marL="92811" marR="92811" marT="38099" marB="38099" anchor="ctr">
                      <a:solidFill>
                        <a:schemeClr val="bg1">
                          <a:lumMod val="85000"/>
                        </a:schemeClr>
                      </a:solidFill>
                    </a:tcPr>
                  </a:tc>
                  <a:tc>
                    <a:txBody>
                      <a:bodyPr/>
                      <a:lstStyle/>
                      <a:p>
                        <a:pPr marL="0" lvl="0" indent="0" algn="ctr">
                          <a:lnSpc>
                            <a:spcPct val="100000"/>
                          </a:lnSpc>
                          <a:spcBef>
                            <a:spcPts val="0"/>
                          </a:spcBef>
                          <a:spcAft>
                            <a:spcPts val="0"/>
                          </a:spcAft>
                          <a:buNone/>
                        </a:pPr>
                        <a:r>
                          <a:rPr lang="en-US" sz="900" b="0" i="0" u="none" strike="noStrike" kern="1200" cap="none" spc="0" normalizeH="0" baseline="0" noProof="0">
                            <a:ln>
                              <a:noFill/>
                            </a:ln>
                            <a:solidFill>
                              <a:srgbClr val="000000"/>
                            </a:solidFill>
                            <a:effectLst/>
                            <a:uLnTx/>
                            <a:uFillTx/>
                            <a:latin typeface="Boehringer Forward Text"/>
                          </a:rPr>
                          <a:t>IPF </a:t>
                        </a:r>
                        <a:endParaRPr kumimoji="0" lang="zh-CN" altLang="en-US" sz="900"/>
                      </a:p>
                    </a:txBody>
                    <a:tcPr marL="92811" marR="92811" marT="38099" marB="38099" anchor="ctr">
                      <a:solidFill>
                        <a:schemeClr val="bg1">
                          <a:lumMod val="85000"/>
                        </a:schemeClr>
                      </a:solidFill>
                    </a:tcPr>
                  </a:tc>
                  <a:tc>
                    <a:txBody>
                      <a:bodyPr/>
                      <a:lstStyle/>
                      <a:p>
                        <a:pPr marL="0" marR="0" lvl="0" indent="0" algn="ctr">
                          <a:lnSpc>
                            <a:spcPct val="100000"/>
                          </a:lnSpc>
                          <a:spcBef>
                            <a:spcPts val="0"/>
                          </a:spcBef>
                          <a:spcAft>
                            <a:spcPts val="0"/>
                          </a:spcAft>
                          <a:buNone/>
                        </a:pPr>
                        <a:r>
                          <a:rPr lang="en-US" sz="900" b="0" i="0" u="none" strike="noStrike" kern="1200" cap="none" spc="0" normalizeH="0" baseline="0" noProof="0">
                            <a:ln>
                              <a:noFill/>
                            </a:ln>
                            <a:solidFill>
                              <a:srgbClr val="000000"/>
                            </a:solidFill>
                            <a:effectLst/>
                            <a:uLnTx/>
                            <a:uFillTx/>
                            <a:latin typeface="Boehringer Forward Text"/>
                          </a:rPr>
                          <a:t>IIS (1305-0161)</a:t>
                        </a:r>
                      </a:p>
                      <a:p>
                        <a:pPr marL="0" marR="0" lvl="0" indent="0" algn="ctr" defTabSz="914400">
                          <a:lnSpc>
                            <a:spcPct val="100000"/>
                          </a:lnSpc>
                          <a:spcBef>
                            <a:spcPts val="0"/>
                          </a:spcBef>
                          <a:spcAft>
                            <a:spcPts val="0"/>
                          </a:spcAft>
                          <a:buNone/>
                          <a:tabLst/>
                          <a:defRPr/>
                        </a:pPr>
                        <a:r>
                          <a:rPr lang="en-US" sz="900" b="0" i="0" u="none" strike="noStrike" kern="1200" cap="none" spc="0" normalizeH="0" baseline="0" noProof="0">
                            <a:ln>
                              <a:noFill/>
                            </a:ln>
                            <a:solidFill>
                              <a:srgbClr val="000000"/>
                            </a:solidFill>
                            <a:effectLst/>
                            <a:uLnTx/>
                            <a:uFillTx/>
                            <a:latin typeface="Boehringer Forward Text"/>
                          </a:rPr>
                          <a:t>(Jul2018-July2026,July2027)</a:t>
                        </a:r>
                        <a:endParaRPr kumimoji="0" lang="en-US" sz="900"/>
                      </a:p>
                    </a:txBody>
                    <a:tcPr marL="92811" marR="92811" marT="38099" marB="38099" anchor="ctr">
                      <a:solidFill>
                        <a:schemeClr val="bg1">
                          <a:lumMod val="85000"/>
                        </a:schemeClr>
                      </a:solidFill>
                    </a:tcPr>
                  </a:tc>
                  <a:tc>
                    <a:txBody>
                      <a:bodyPr/>
                      <a:lstStyle/>
                      <a:p>
                        <a:pPr marL="0" lvl="0" indent="0" algn="ctr">
                          <a:lnSpc>
                            <a:spcPct val="100000"/>
                          </a:lnSpc>
                          <a:spcBef>
                            <a:spcPts val="0"/>
                          </a:spcBef>
                          <a:spcAft>
                            <a:spcPts val="0"/>
                          </a:spcAft>
                          <a:buNone/>
                        </a:pPr>
                        <a:r>
                          <a:rPr lang="en-US" sz="900" b="0" i="0" u="none" strike="noStrike" kern="1200" cap="none" spc="0" normalizeH="0" baseline="0" noProof="0">
                            <a:ln>
                              <a:noFill/>
                            </a:ln>
                            <a:solidFill>
                              <a:srgbClr val="000000"/>
                            </a:solidFill>
                            <a:effectLst/>
                            <a:uLnTx/>
                            <a:uFillTx/>
                            <a:latin typeface="Boehringer Forward Text"/>
                          </a:rPr>
                          <a:t>Protocol approval</a:t>
                        </a:r>
                        <a:endParaRPr lang="zh-CN" altLang="en-US" sz="900"/>
                      </a:p>
                      <a:p>
                        <a:pPr marL="0" lvl="0" indent="0" algn="ctr">
                          <a:lnSpc>
                            <a:spcPct val="100000"/>
                          </a:lnSpc>
                          <a:spcBef>
                            <a:spcPts val="0"/>
                          </a:spcBef>
                          <a:spcAft>
                            <a:spcPts val="0"/>
                          </a:spcAft>
                          <a:buNone/>
                        </a:pPr>
                        <a:r>
                          <a:rPr lang="en-US" sz="900" b="0" i="0" u="none" strike="noStrike" kern="1200" cap="none" spc="0" normalizeH="0" baseline="0" noProof="0">
                            <a:ln>
                              <a:noFill/>
                            </a:ln>
                            <a:solidFill>
                              <a:srgbClr val="000000"/>
                            </a:solidFill>
                            <a:effectLst/>
                            <a:uLnTx/>
                            <a:uFillTx/>
                            <a:latin typeface="Boehringer Forward Text"/>
                          </a:rPr>
                          <a:t> (Apr 2026)</a:t>
                        </a:r>
                        <a:endParaRPr kumimoji="0" lang="zh-CN" sz="900"/>
                      </a:p>
                    </a:txBody>
                    <a:tcPr marL="92811" marR="92811" marT="38099" marB="38099" anchor="ctr">
                      <a:solidFill>
                        <a:schemeClr val="bg1">
                          <a:lumMod val="85000"/>
                        </a:schemeClr>
                      </a:solidFill>
                    </a:tcPr>
                  </a:tc>
                  <a:tc>
                    <a:txBody>
                      <a:bodyPr/>
                      <a:lstStyle/>
                      <a:p>
                        <a:pPr marL="0" lvl="0" indent="0" algn="ctr">
                          <a:lnSpc>
                            <a:spcPct val="100000"/>
                          </a:lnSpc>
                          <a:spcBef>
                            <a:spcPts val="0"/>
                          </a:spcBef>
                          <a:spcAft>
                            <a:spcPts val="0"/>
                          </a:spcAft>
                          <a:buNone/>
                        </a:pPr>
                        <a:r>
                          <a:rPr lang="en-US" sz="900" b="0" i="0" u="none" strike="noStrike" kern="1200" cap="none" spc="0" normalizeH="0" baseline="0" noProof="0">
                            <a:ln>
                              <a:noFill/>
                            </a:ln>
                            <a:solidFill>
                              <a:srgbClr val="000000"/>
                            </a:solidFill>
                            <a:effectLst/>
                            <a:uLnTx/>
                            <a:uFillTx/>
                            <a:latin typeface="Boehringer Forward Text"/>
                          </a:rPr>
                          <a:t>Contract </a:t>
                        </a:r>
                        <a:endParaRPr lang="zh-CN" altLang="en-US" sz="900"/>
                      </a:p>
                      <a:p>
                        <a:pPr marL="0" lvl="0" indent="0" algn="ctr">
                          <a:lnSpc>
                            <a:spcPct val="100000"/>
                          </a:lnSpc>
                          <a:spcBef>
                            <a:spcPts val="0"/>
                          </a:spcBef>
                          <a:spcAft>
                            <a:spcPts val="0"/>
                          </a:spcAft>
                          <a:buNone/>
                        </a:pPr>
                        <a:r>
                          <a:rPr lang="en-US" sz="900" b="0" i="0" u="none" strike="noStrike" kern="1200" cap="none" spc="0" normalizeH="0" baseline="0" noProof="0">
                            <a:ln>
                              <a:noFill/>
                            </a:ln>
                            <a:solidFill>
                              <a:srgbClr val="000000"/>
                            </a:solidFill>
                            <a:effectLst/>
                            <a:uLnTx/>
                            <a:uFillTx/>
                            <a:latin typeface="Boehringer Forward Text"/>
                          </a:rPr>
                          <a:t>(Nov 2026)</a:t>
                        </a:r>
                        <a:endParaRPr kumimoji="0" lang="zh-CN" altLang="en-US" sz="900"/>
                      </a:p>
                    </a:txBody>
                    <a:tcPr marL="92811" marR="92811" marT="38099" marB="38099" anchor="ctr">
                      <a:solidFill>
                        <a:schemeClr val="bg1">
                          <a:lumMod val="85000"/>
                        </a:schemeClr>
                      </a:solidFill>
                    </a:tcPr>
                  </a:tc>
                  <a:tc>
                    <a:txBody>
                      <a:bodyPr/>
                      <a:lstStyle/>
                      <a:p>
                        <a:pPr marL="171450" marR="0" lvl="0" indent="-171450" algn="l">
                          <a:lnSpc>
                            <a:spcPct val="100000"/>
                          </a:lnSpc>
                          <a:spcBef>
                            <a:spcPts val="0"/>
                          </a:spcBef>
                          <a:spcAft>
                            <a:spcPts val="0"/>
                          </a:spcAft>
                          <a:buClr>
                            <a:srgbClr val="000000"/>
                          </a:buClr>
                          <a:buFont typeface="Arial,Sans-Serif"/>
                          <a:buChar char="•"/>
                        </a:pPr>
                        <a:r>
                          <a:rPr kumimoji="0" lang="en-US" sz="900" b="0" i="0" u="none" strike="noStrike" kern="1200" cap="none" spc="0" normalizeH="0" baseline="0" noProof="0">
                            <a:ln>
                              <a:noFill/>
                            </a:ln>
                            <a:solidFill>
                              <a:schemeClr val="bg1">
                                <a:lumMod val="49000"/>
                              </a:schemeClr>
                            </a:solidFill>
                            <a:effectLst/>
                            <a:uLnTx/>
                            <a:uFillTx/>
                            <a:latin typeface="+mn-lt"/>
                            <a:ea typeface="+mn-ea"/>
                            <a:cs typeface="+mn-cs"/>
                          </a:rPr>
                          <a:t>CEC approval on </a:t>
                        </a:r>
                        <a:r>
                          <a:rPr lang="en-US" sz="900" b="0" i="0" u="none" strike="noStrike" kern="1200" cap="none" spc="0" normalizeH="0" baseline="0" noProof="0">
                            <a:ln>
                              <a:noFill/>
                            </a:ln>
                            <a:solidFill>
                              <a:schemeClr val="bg1">
                                <a:lumMod val="49000"/>
                              </a:schemeClr>
                            </a:solidFill>
                            <a:effectLst/>
                            <a:uLnTx/>
                            <a:uFillTx/>
                            <a:latin typeface="Boehringer Forward Text"/>
                          </a:rPr>
                          <a:t>1 Sep 2025</a:t>
                        </a:r>
                        <a:r>
                          <a:rPr lang="en-US" sz="900" b="0" i="0" u="none" strike="noStrike" kern="1200" cap="none" spc="0" normalizeH="0" baseline="0" noProof="0">
                            <a:ln>
                              <a:noFill/>
                            </a:ln>
                            <a:solidFill>
                              <a:schemeClr val="bg1">
                                <a:lumMod val="49000"/>
                              </a:schemeClr>
                            </a:solidFill>
                            <a:effectLst/>
                            <a:uLnTx/>
                            <a:uFillTx/>
                            <a:latin typeface="+mn-lt"/>
                            <a:ea typeface="+mn-ea"/>
                            <a:cs typeface="+mn-cs"/>
                          </a:rPr>
                          <a:t> </a:t>
                        </a:r>
                        <a:endParaRPr kumimoji="0" lang="en-US" sz="900" b="0" i="0" u="none" strike="noStrike" kern="1200" cap="none" spc="0" normalizeH="0" baseline="0" noProof="0">
                          <a:ln>
                            <a:noFill/>
                          </a:ln>
                          <a:solidFill>
                            <a:schemeClr val="bg1">
                              <a:lumMod val="49000"/>
                            </a:schemeClr>
                          </a:solidFill>
                          <a:effectLst/>
                          <a:uLnTx/>
                          <a:uFillTx/>
                          <a:latin typeface="+mn-lt"/>
                          <a:ea typeface="+mn-ea"/>
                          <a:cs typeface="+mn-cs"/>
                        </a:endParaRPr>
                      </a:p>
                      <a:p>
                        <a:pPr marL="171450" marR="0" lvl="0" indent="-171450" algn="l">
                          <a:lnSpc>
                            <a:spcPct val="100000"/>
                          </a:lnSpc>
                          <a:spcBef>
                            <a:spcPts val="0"/>
                          </a:spcBef>
                          <a:spcAft>
                            <a:spcPts val="0"/>
                          </a:spcAft>
                          <a:buClr>
                            <a:srgbClr val="000000"/>
                          </a:buClr>
                          <a:buFont typeface="Arial,Sans-Serif"/>
                          <a:buChar char="•"/>
                        </a:pPr>
                        <a:r>
                          <a:rPr lang="en-US" sz="900" b="0" i="0" u="none" strike="noStrike" kern="1200" cap="none" spc="0" normalizeH="0" baseline="0" noProof="0">
                            <a:ln>
                              <a:noFill/>
                            </a:ln>
                            <a:solidFill>
                              <a:prstClr val="black"/>
                            </a:solidFill>
                            <a:effectLst/>
                            <a:uLnTx/>
                            <a:uFillTx/>
                            <a:latin typeface="+mn-lt"/>
                            <a:ea typeface="+mn-ea"/>
                            <a:cs typeface="+mn-cs"/>
                          </a:rPr>
                          <a:t>Global proposal approved on 3 Nov 2025</a:t>
                        </a:r>
                      </a:p>
                      <a:p>
                        <a:pPr marL="171450" marR="0" lvl="0" indent="-171450" algn="l">
                          <a:lnSpc>
                            <a:spcPct val="100000"/>
                          </a:lnSpc>
                          <a:spcBef>
                            <a:spcPts val="0"/>
                          </a:spcBef>
                          <a:spcAft>
                            <a:spcPts val="0"/>
                          </a:spcAft>
                          <a:buClr>
                            <a:srgbClr val="000000"/>
                          </a:buClr>
                          <a:buFont typeface="Arial,Sans-Serif"/>
                          <a:buChar char="•"/>
                        </a:pPr>
                        <a:r>
                          <a:rPr lang="en-US" sz="900" b="0" i="0" u="none" strike="noStrike" kern="1200" cap="none" spc="0" normalizeH="0" baseline="0" noProof="0">
                            <a:ln>
                              <a:noFill/>
                            </a:ln>
                            <a:solidFill>
                              <a:srgbClr val="000000"/>
                            </a:solidFill>
                            <a:effectLst/>
                            <a:uLnTx/>
                            <a:uFillTx/>
                            <a:latin typeface="Boehringer Forward Text"/>
                          </a:rPr>
                          <a:t>Prop</a:t>
                        </a:r>
                        <a:r>
                          <a:rPr lang="en-US" sz="900" b="0" i="0" u="none" strike="noStrike" kern="1200" cap="none" spc="0" normalizeH="0" baseline="0" noProof="0">
                            <a:ln>
                              <a:noFill/>
                            </a:ln>
                            <a:solidFill>
                              <a:schemeClr val="dk1"/>
                            </a:solidFill>
                            <a:effectLst/>
                            <a:uLnTx/>
                            <a:uFillTx/>
                            <a:latin typeface="Boehringer Forward Text"/>
                          </a:rPr>
                          <a:t>osa</a:t>
                        </a:r>
                        <a:r>
                          <a:rPr lang="en-US" sz="900" b="0" i="0" u="none" strike="noStrike" kern="1200" cap="none" spc="0" normalizeH="0" baseline="0" noProof="0">
                            <a:ln>
                              <a:noFill/>
                            </a:ln>
                            <a:solidFill>
                              <a:srgbClr val="000000"/>
                            </a:solidFill>
                            <a:effectLst/>
                            <a:uLnTx/>
                            <a:uFillTx/>
                            <a:latin typeface="Boehringer Forward Text"/>
                          </a:rPr>
                          <a:t>l released on 24 Nov2025 </a:t>
                        </a:r>
                      </a:p>
                      <a:p>
                        <a:pPr marL="171450" marR="0" lvl="0" indent="-171450" algn="l">
                          <a:lnSpc>
                            <a:spcPct val="100000"/>
                          </a:lnSpc>
                          <a:spcBef>
                            <a:spcPts val="0"/>
                          </a:spcBef>
                          <a:spcAft>
                            <a:spcPts val="0"/>
                          </a:spcAft>
                          <a:buClr>
                            <a:srgbClr val="000000"/>
                          </a:buClr>
                          <a:buFont typeface="Arial,Sans-Serif"/>
                          <a:buChar char="•"/>
                        </a:pPr>
                        <a:r>
                          <a:rPr lang="en-US" sz="900" b="0" i="0" u="none" strike="noStrike" kern="1200" cap="none" spc="0" normalizeH="0" baseline="0" noProof="0">
                            <a:ln>
                              <a:noFill/>
                            </a:ln>
                            <a:solidFill>
                              <a:srgbClr val="000000"/>
                            </a:solidFill>
                            <a:effectLst/>
                            <a:uLnTx/>
                            <a:uFillTx/>
                            <a:latin typeface="Boehringer Forward Text"/>
                          </a:rPr>
                          <a:t>Protocol approval on 12 Feb 2026</a:t>
                        </a:r>
                      </a:p>
                      <a:p>
                        <a:pPr marL="171450" marR="0" lvl="0" indent="-171450" algn="l">
                          <a:lnSpc>
                            <a:spcPct val="100000"/>
                          </a:lnSpc>
                          <a:spcBef>
                            <a:spcPts val="0"/>
                          </a:spcBef>
                          <a:spcAft>
                            <a:spcPts val="0"/>
                          </a:spcAft>
                          <a:buClr>
                            <a:srgbClr val="000000"/>
                          </a:buClr>
                          <a:buFont typeface="Arial,Sans-Serif"/>
                          <a:buChar char="•"/>
                        </a:pPr>
                        <a:r>
                          <a:rPr lang="en-US" altLang="zh-CN" sz="900"/>
                          <a:t>Contract awaiting the investigator's first-round feedback.</a:t>
                        </a:r>
                        <a:endParaRPr lang="en-US" sz="900" b="0" i="0" u="none" strike="noStrike" kern="1200" cap="none" spc="0" normalizeH="0" baseline="0" noProof="0">
                          <a:ln>
                            <a:noFill/>
                          </a:ln>
                          <a:solidFill>
                            <a:srgbClr val="000000"/>
                          </a:solidFill>
                          <a:effectLst/>
                          <a:uLnTx/>
                          <a:uFillTx/>
                          <a:latin typeface="Boehringer Forward Text"/>
                        </a:endParaRPr>
                      </a:p>
                    </a:txBody>
                    <a:tcPr marL="92811" marR="92811" marT="38099" marB="38099" anchor="ctr">
                      <a:solidFill>
                        <a:schemeClr val="bg1">
                          <a:lumMod val="85000"/>
                        </a:schemeClr>
                      </a:solidFill>
                    </a:tcPr>
                  </a:tc>
                  <a:tc>
                    <a:txBody>
                      <a:bodyPr/>
                      <a:lstStyle/>
                      <a:p>
                        <a:pPr lvl="0">
                          <a:buNone/>
                        </a:pPr>
                        <a:endParaRPr lang="zh-CN" altLang="en-US" sz="1400"/>
                      </a:p>
                    </a:txBody>
                    <a:tcPr marL="69607" marR="69607" marT="28575" marB="28575">
                      <a:solidFill>
                        <a:schemeClr val="bg1">
                          <a:lumMod val="85000"/>
                        </a:schemeClr>
                      </a:solidFill>
                    </a:tcPr>
                  </a:tc>
                  <a:extLst>
                    <a:ext uri="{0D108BD9-81ED-4DB2-BD59-A6C34878D82A}">
                      <a16:rowId xmlns:a16="http://schemas.microsoft.com/office/drawing/2014/main" val="4039099261"/>
                    </a:ext>
                  </a:extLst>
                </a:tr>
                <a:tr h="59193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900" b="1" i="0" u="none" strike="noStrike" kern="1200" cap="none" spc="0" normalizeH="0" baseline="0" noProof="0">
                            <a:ln>
                              <a:noFill/>
                            </a:ln>
                            <a:solidFill>
                              <a:srgbClr val="000000"/>
                            </a:solidFill>
                            <a:effectLst/>
                            <a:uLnTx/>
                            <a:uFillTx/>
                            <a:latin typeface="+mn-lt"/>
                          </a:rPr>
                          <a:t>Nerandomilast</a:t>
                        </a:r>
                        <a:endParaRPr lang="en-US" altLang="zh-CN" sz="900" b="0" i="0" u="none" strike="noStrike" kern="1200" cap="none" spc="0" normalizeH="0" baseline="0">
                          <a:ln>
                            <a:noFill/>
                          </a:ln>
                          <a:solidFill>
                            <a:srgbClr val="000000"/>
                          </a:solidFill>
                          <a:effectLst/>
                          <a:uLnTx/>
                          <a:uFillTx/>
                          <a:latin typeface="+mn-lt"/>
                          <a:ea typeface="+mn-ea"/>
                          <a:cs typeface="+mn-cs"/>
                        </a:endParaRPr>
                      </a:p>
                      <a:p>
                        <a:pPr lvl="0" algn="ctr">
                          <a:buNone/>
                        </a:pPr>
                        <a:r>
                          <a:rPr kumimoji="0" lang="en-US" altLang="zh-CN" sz="900" b="0" u="none" strike="noStrike" kern="1200" cap="none" spc="0" normalizeH="0" baseline="0">
                            <a:ln>
                              <a:noFill/>
                            </a:ln>
                            <a:solidFill>
                              <a:srgbClr val="000000"/>
                            </a:solidFill>
                            <a:effectLst/>
                            <a:uLnTx/>
                            <a:uFillTx/>
                            <a:latin typeface="+mn-lt"/>
                            <a:ea typeface="+mn-ea"/>
                            <a:cs typeface="+mn-cs"/>
                          </a:rPr>
                          <a:t>Biomarker Changes in High-Risk IIM-ILD Patients Treated with Nera plus IS</a:t>
                        </a:r>
                      </a:p>
                      <a:p>
                        <a:pPr lvl="0" algn="ctr">
                          <a:buNone/>
                        </a:pPr>
                        <a:r>
                          <a:rPr kumimoji="0" lang="en-US" sz="900" b="1" u="none" strike="noStrike" kern="1200" cap="none" spc="0" normalizeH="0" baseline="0" noProof="0">
                            <a:ln>
                              <a:noFill/>
                            </a:ln>
                            <a:solidFill>
                              <a:srgbClr val="000000"/>
                            </a:solidFill>
                            <a:effectLst/>
                            <a:uLnTx/>
                            <a:uFillTx/>
                            <a:latin typeface="+mn-lt"/>
                            <a:ea typeface="+mn-ea"/>
                            <a:cs typeface="+mn-cs"/>
                          </a:rPr>
                          <a:t>(Renji hospital, Prof. Ye)</a:t>
                        </a:r>
                      </a:p>
                    </a:txBody>
                    <a:tcPr anchor="ctr">
                      <a:solidFill>
                        <a:schemeClr val="bg1">
                          <a:lumMod val="85000"/>
                        </a:schemeClr>
                      </a:solidFill>
                    </a:tcPr>
                  </a:tc>
                  <a:tc>
                    <a:txBody>
                      <a:bodyPr/>
                      <a:lstStyle/>
                      <a:p>
                        <a:pPr lvl="0" algn="ctr" defTabSz="914378" rtl="0">
                          <a:buNone/>
                        </a:pPr>
                        <a:r>
                          <a:rPr lang="en-US" sz="900" b="0" i="0" u="none" strike="noStrike" kern="1200" cap="none" spc="0" normalizeH="0" baseline="0">
                            <a:ln>
                              <a:noFill/>
                            </a:ln>
                            <a:solidFill>
                              <a:srgbClr val="000000"/>
                            </a:solidFill>
                            <a:effectLst/>
                            <a:uLnTx/>
                            <a:uFillTx/>
                            <a:latin typeface="+mn-lt"/>
                            <a:ea typeface="+mn-ea"/>
                            <a:cs typeface="+mn-cs"/>
                          </a:rPr>
                          <a:t>IIM-ILD</a:t>
                        </a:r>
                      </a:p>
                    </a:txBody>
                    <a:tcPr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900" b="0" i="0" u="none" strike="noStrike" kern="1200" cap="none" spc="0" normalizeH="0" baseline="0">
                            <a:ln>
                              <a:noFill/>
                            </a:ln>
                            <a:solidFill>
                              <a:srgbClr val="000000"/>
                            </a:solidFill>
                            <a:effectLst/>
                            <a:uLnTx/>
                            <a:uFillTx/>
                            <a:latin typeface="+mn-lt"/>
                            <a:ea typeface="+mn-ea"/>
                            <a:cs typeface="+mn-cs"/>
                          </a:rPr>
                          <a:t>IIS ()</a:t>
                        </a:r>
                        <a:endParaRPr lang="zh-CN" altLang="zh-CN" sz="900" b="0" i="0" u="none" strike="noStrike" kern="1200" cap="none" spc="0" normalizeH="0" baseline="0">
                          <a:ln>
                            <a:noFill/>
                          </a:ln>
                          <a:solidFill>
                            <a:srgbClr val="000000"/>
                          </a:solidFill>
                          <a:effectLst/>
                          <a:uLnTx/>
                          <a:uFillTx/>
                          <a:latin typeface="+mn-lt"/>
                          <a:ea typeface="+mn-ea"/>
                          <a:cs typeface="+mn-cs"/>
                        </a:endParaRPr>
                      </a:p>
                    </a:txBody>
                    <a:tcPr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900" b="0" i="0" u="none" strike="noStrike" kern="1200" cap="none" spc="0" normalizeH="0" baseline="0">
                            <a:ln>
                              <a:noFill/>
                            </a:ln>
                            <a:solidFill>
                              <a:srgbClr val="000000"/>
                            </a:solidFill>
                            <a:effectLst/>
                            <a:uLnTx/>
                            <a:uFillTx/>
                            <a:latin typeface="+mn-lt"/>
                            <a:ea typeface="+mn-ea"/>
                            <a:cs typeface="+mn-cs"/>
                          </a:rPr>
                          <a:t>Proposal submit</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900" b="0" i="0" u="none" strike="noStrike" kern="1200" cap="none" spc="0" normalizeH="0" baseline="0">
                            <a:ln>
                              <a:noFill/>
                            </a:ln>
                            <a:solidFill>
                              <a:srgbClr val="000000"/>
                            </a:solidFill>
                            <a:effectLst/>
                            <a:uLnTx/>
                            <a:uFillTx/>
                            <a:latin typeface="+mn-lt"/>
                            <a:ea typeface="+mn-ea"/>
                            <a:cs typeface="+mn-cs"/>
                          </a:rPr>
                          <a:t>(Feb2026)</a:t>
                        </a:r>
                      </a:p>
                    </a:txBody>
                    <a:tcPr anchor="ctr">
                      <a:solidFill>
                        <a:schemeClr val="bg1">
                          <a:lumMod val="85000"/>
                        </a:schemeClr>
                      </a:solidFill>
                    </a:tcPr>
                  </a:tc>
                  <a:tc>
                    <a:txBody>
                      <a:bodyPr/>
                      <a:lstStyle/>
                      <a:p>
                        <a:pPr lvl="0" algn="ctr">
                          <a:buNone/>
                        </a:pPr>
                        <a:r>
                          <a:rPr lang="en-US" sz="900"/>
                          <a:t>Proposal release</a:t>
                        </a:r>
                      </a:p>
                      <a:p>
                        <a:pPr lvl="0" algn="ctr">
                          <a:buNone/>
                        </a:pPr>
                        <a:r>
                          <a:rPr lang="en-US" sz="900"/>
                          <a:t>(May2026)</a:t>
                        </a:r>
                      </a:p>
                    </a:txBody>
                    <a:tcPr anchor="ctr">
                      <a:solidFill>
                        <a:schemeClr val="bg1">
                          <a:lumMod val="85000"/>
                        </a:schemeClr>
                      </a:solidFill>
                    </a:tcPr>
                  </a:tc>
                  <a:tc>
                    <a:txBody>
                      <a:bodyPr/>
                      <a:lstStyle/>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ü"/>
                        </a:pPr>
                        <a:r>
                          <a:rPr lang="en-US" altLang="zh-CN" sz="900" b="0" u="none" strike="noStrike" kern="1200" cap="none" spc="0" normalizeH="0" baseline="0" noProof="0">
                            <a:ln>
                              <a:noFill/>
                            </a:ln>
                            <a:solidFill>
                              <a:schemeClr val="tx1"/>
                            </a:solidFill>
                            <a:effectLst/>
                            <a:uLnTx/>
                            <a:uFillTx/>
                            <a:latin typeface="+mn-lt"/>
                            <a:ea typeface="+mn-ea"/>
                            <a:cs typeface="+mn-cs"/>
                          </a:rPr>
                          <a:t>PEC approval on 20260209</a:t>
                        </a:r>
                      </a:p>
                      <a:p>
                        <a:pPr marL="171450" marR="0" lvl="0" indent="-171450" algn="l" rtl="0" eaLnBrk="1" fontAlgn="auto" latinLnBrk="0" hangingPunct="1">
                          <a:lnSpc>
                            <a:spcPct val="100000"/>
                          </a:lnSpc>
                          <a:spcBef>
                            <a:spcPts val="0"/>
                          </a:spcBef>
                          <a:spcAft>
                            <a:spcPts val="0"/>
                          </a:spcAft>
                          <a:buClrTx/>
                          <a:buSzTx/>
                          <a:buFont typeface="Wingdings" panose="05000000000000000000" pitchFamily="2" charset="2"/>
                          <a:buChar char="ü"/>
                        </a:pPr>
                        <a:r>
                          <a:rPr lang="en-US" altLang="zh-CN" sz="900" b="0" u="none" strike="noStrike" kern="1200" cap="none" spc="0" normalizeH="0" baseline="0" noProof="0">
                            <a:ln>
                              <a:noFill/>
                            </a:ln>
                            <a:solidFill>
                              <a:schemeClr val="tx1"/>
                            </a:solidFill>
                            <a:effectLst/>
                            <a:uLnTx/>
                            <a:uFillTx/>
                            <a:latin typeface="+mn-lt"/>
                            <a:ea typeface="+mn-ea"/>
                            <a:cs typeface="+mn-cs"/>
                          </a:rPr>
                          <a:t>Proposal submit on 0317 and was locally approved on 0318.</a:t>
                        </a:r>
                      </a:p>
                      <a:p>
                        <a:pPr marL="171450" marR="0" lvl="0" indent="-171450" algn="l">
                          <a:lnSpc>
                            <a:spcPct val="100000"/>
                          </a:lnSpc>
                          <a:spcBef>
                            <a:spcPts val="0"/>
                          </a:spcBef>
                          <a:spcAft>
                            <a:spcPts val="0"/>
                          </a:spcAft>
                          <a:buClrTx/>
                          <a:buSzTx/>
                          <a:buFont typeface="Wingdings" panose="05000000000000000000" pitchFamily="2" charset="2"/>
                          <a:buChar char="ü"/>
                        </a:pPr>
                        <a:r>
                          <a:rPr lang="en-US" altLang="zh-CN" sz="900" b="0" u="none" strike="noStrike" kern="1200" cap="none" spc="0" normalizeH="0" baseline="0" noProof="0">
                            <a:ln>
                              <a:noFill/>
                            </a:ln>
                            <a:solidFill>
                              <a:schemeClr val="tx1"/>
                            </a:solidFill>
                            <a:effectLst/>
                            <a:uLnTx/>
                            <a:uFillTx/>
                            <a:latin typeface="+mn-lt"/>
                            <a:ea typeface="+mn-ea"/>
                            <a:cs typeface="+mn-cs"/>
                          </a:rPr>
                          <a:t>Global proposal approve and release process. </a:t>
                        </a:r>
                      </a:p>
                      <a:p>
                        <a:pPr marL="171450" marR="0" lvl="0" indent="-171450" algn="l">
                          <a:lnSpc>
                            <a:spcPct val="100000"/>
                          </a:lnSpc>
                          <a:spcBef>
                            <a:spcPts val="0"/>
                          </a:spcBef>
                          <a:spcAft>
                            <a:spcPts val="0"/>
                          </a:spcAft>
                          <a:buClrTx/>
                          <a:buSzTx/>
                          <a:buFont typeface="Wingdings" panose="05000000000000000000" pitchFamily="2" charset="2"/>
                          <a:buChar char="ü"/>
                        </a:pPr>
                        <a:r>
                          <a:rPr lang="en-US" altLang="zh-CN" sz="900" b="0" u="none" strike="noStrike" kern="1200" cap="none" spc="0" normalizeH="0" baseline="0" noProof="0">
                            <a:ln>
                              <a:noFill/>
                            </a:ln>
                            <a:solidFill>
                              <a:schemeClr val="tx1"/>
                            </a:solidFill>
                            <a:effectLst/>
                            <a:uLnTx/>
                            <a:uFillTx/>
                            <a:latin typeface="+mn-lt"/>
                            <a:ea typeface="+mn-ea"/>
                            <a:cs typeface="+mn-cs"/>
                          </a:rPr>
                          <a:t>AMP</a:t>
                        </a:r>
                        <a:r>
                          <a:rPr lang="zh-CN" altLang="en-US" sz="900" b="0" u="none" strike="noStrike" kern="1200" cap="none" spc="0" normalizeH="0" baseline="0" noProof="0">
                            <a:ln>
                              <a:noFill/>
                            </a:ln>
                            <a:solidFill>
                              <a:schemeClr val="tx1"/>
                            </a:solidFill>
                            <a:effectLst/>
                            <a:uLnTx/>
                            <a:uFillTx/>
                            <a:latin typeface="+mn-lt"/>
                            <a:ea typeface="+mn-ea"/>
                            <a:cs typeface="+mn-cs"/>
                          </a:rPr>
                          <a:t> </a:t>
                        </a:r>
                        <a:r>
                          <a:rPr lang="en-US" altLang="zh-CN" sz="900" b="0" u="none" strike="noStrike" kern="1200" cap="none" spc="0" normalizeH="0" baseline="0" noProof="0">
                            <a:ln>
                              <a:noFill/>
                            </a:ln>
                            <a:solidFill>
                              <a:schemeClr val="tx1"/>
                            </a:solidFill>
                            <a:effectLst/>
                            <a:uLnTx/>
                            <a:uFillTx/>
                            <a:latin typeface="+mn-lt"/>
                            <a:ea typeface="+mn-ea"/>
                            <a:cs typeface="+mn-cs"/>
                          </a:rPr>
                          <a:t>applied in Mar by email from MA</a:t>
                        </a:r>
                      </a:p>
                    </a:txBody>
                    <a:tcPr anchor="ctr">
                      <a:solidFill>
                        <a:schemeClr val="bg1">
                          <a:lumMod val="85000"/>
                        </a:schemeClr>
                      </a:solidFill>
                    </a:tcPr>
                  </a:tc>
                  <a:tc>
                    <a:txBody>
                      <a:bodyPr/>
                      <a:lstStyle/>
                      <a:p>
                        <a:pPr lvl="0">
                          <a:buNone/>
                        </a:pPr>
                        <a:endParaRPr lang="zh-CN" altLang="en-US" sz="1400"/>
                      </a:p>
                    </a:txBody>
                    <a:tcPr marL="69607" marR="69607" marT="28575" marB="28575">
                      <a:solidFill>
                        <a:schemeClr val="bg1">
                          <a:lumMod val="85000"/>
                        </a:schemeClr>
                      </a:solidFill>
                    </a:tcPr>
                  </a:tc>
                  <a:extLst>
                    <a:ext uri="{0D108BD9-81ED-4DB2-BD59-A6C34878D82A}">
                      <a16:rowId xmlns:a16="http://schemas.microsoft.com/office/drawing/2014/main" val="1696713566"/>
                    </a:ext>
                  </a:extLst>
                </a:tr>
              </a:tbl>
            </a:graphicData>
          </a:graphic>
        </p:graphicFrame>
        <p:sp>
          <p:nvSpPr>
            <p:cNvPr id="2" name="Flowchart: Connector 25">
              <a:extLst>
                <a:ext uri="{FF2B5EF4-FFF2-40B4-BE49-F238E27FC236}">
                  <a16:creationId xmlns:a16="http://schemas.microsoft.com/office/drawing/2014/main" id="{8A2C8C6F-E5C6-5161-8ABF-4E973598869B}"/>
                </a:ext>
              </a:extLst>
            </p:cNvPr>
            <p:cNvSpPr/>
            <p:nvPr/>
          </p:nvSpPr>
          <p:spPr bwMode="gray">
            <a:xfrm>
              <a:off x="11987896" y="1285006"/>
              <a:ext cx="113759" cy="108000"/>
            </a:xfrm>
            <a:prstGeom prst="flowChartConnector">
              <a:avLst/>
            </a:prstGeom>
            <a:solidFill>
              <a:srgbClr val="00993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4" name="Flowchart: Connector 25">
              <a:extLst>
                <a:ext uri="{FF2B5EF4-FFF2-40B4-BE49-F238E27FC236}">
                  <a16:creationId xmlns:a16="http://schemas.microsoft.com/office/drawing/2014/main" id="{1C3451B2-B6D7-7DFA-4659-062EBB103D53}"/>
                </a:ext>
              </a:extLst>
            </p:cNvPr>
            <p:cNvSpPr/>
            <p:nvPr/>
          </p:nvSpPr>
          <p:spPr bwMode="gray">
            <a:xfrm>
              <a:off x="11987896" y="1930160"/>
              <a:ext cx="113759" cy="108000"/>
            </a:xfrm>
            <a:prstGeom prst="flowChartConnector">
              <a:avLst/>
            </a:prstGeom>
            <a:solidFill>
              <a:srgbClr val="00993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6" name="Flowchart: Connector 25">
              <a:extLst>
                <a:ext uri="{FF2B5EF4-FFF2-40B4-BE49-F238E27FC236}">
                  <a16:creationId xmlns:a16="http://schemas.microsoft.com/office/drawing/2014/main" id="{07C240BA-F309-4804-222C-1F9591C40823}"/>
                </a:ext>
              </a:extLst>
            </p:cNvPr>
            <p:cNvSpPr/>
            <p:nvPr/>
          </p:nvSpPr>
          <p:spPr bwMode="gray">
            <a:xfrm>
              <a:off x="11983470" y="2622002"/>
              <a:ext cx="113759" cy="108000"/>
            </a:xfrm>
            <a:prstGeom prst="flowChartConnector">
              <a:avLst/>
            </a:prstGeom>
            <a:solidFill>
              <a:srgbClr val="00993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solidFill>
                <a:effectLst/>
                <a:uLnTx/>
                <a:uFillTx/>
                <a:latin typeface="Boehringer Forward Text"/>
                <a:ea typeface="+mn-ea"/>
                <a:cs typeface="+mn-cs"/>
              </a:endParaRPr>
            </a:p>
          </p:txBody>
        </p:sp>
      </p:grpSp>
    </p:spTree>
    <p:extLst>
      <p:ext uri="{BB962C8B-B14F-4D97-AF65-F5344CB8AC3E}">
        <p14:creationId xmlns:p14="http://schemas.microsoft.com/office/powerpoint/2010/main" val="41475572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F744C-4A7A-DAFF-15D5-6D20D5998967}"/>
              </a:ext>
            </a:extLst>
          </p:cNvPr>
          <p:cNvSpPr>
            <a:spLocks noGrp="1"/>
          </p:cNvSpPr>
          <p:nvPr>
            <p:ph type="ctrTitle"/>
          </p:nvPr>
        </p:nvSpPr>
        <p:spPr/>
        <p:txBody>
          <a:bodyPr/>
          <a:lstStyle/>
          <a:p>
            <a:r>
              <a:rPr lang="de-DE"/>
              <a:t>Update Nerandomilast</a:t>
            </a:r>
            <a:endParaRPr lang="en-US"/>
          </a:p>
        </p:txBody>
      </p:sp>
      <p:sp>
        <p:nvSpPr>
          <p:cNvPr id="4" name="Footer Placeholder 3">
            <a:extLst>
              <a:ext uri="{FF2B5EF4-FFF2-40B4-BE49-F238E27FC236}">
                <a16:creationId xmlns:a16="http://schemas.microsoft.com/office/drawing/2014/main" id="{6ED5021E-1AC3-0E0C-D7C8-89B9CD912841}"/>
              </a:ext>
            </a:extLst>
          </p:cNvPr>
          <p:cNvSpPr>
            <a:spLocks noGrp="1"/>
          </p:cNvSpPr>
          <p:nvPr>
            <p:ph type="ftr" sz="quarter" idx="19"/>
          </p:nvPr>
        </p:nvSpPr>
        <p:spPr/>
        <p:txBody>
          <a:bodyPr/>
          <a:lstStyle/>
          <a:p>
            <a:r>
              <a:rPr lang="en-US" sz="1050"/>
              <a:t>ONLY FOR INTERNAL USE</a:t>
            </a:r>
          </a:p>
        </p:txBody>
      </p:sp>
    </p:spTree>
    <p:extLst>
      <p:ext uri="{BB962C8B-B14F-4D97-AF65-F5344CB8AC3E}">
        <p14:creationId xmlns:p14="http://schemas.microsoft.com/office/powerpoint/2010/main" val="8989388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ACF0D96-72D6-07A4-24EE-51E1DF071D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0B656F-7CD0-E54C-3656-8102F16678F2}"/>
              </a:ext>
            </a:extLst>
          </p:cNvPr>
          <p:cNvSpPr>
            <a:spLocks noGrp="1"/>
          </p:cNvSpPr>
          <p:nvPr>
            <p:ph type="title"/>
          </p:nvPr>
        </p:nvSpPr>
        <p:spPr>
          <a:xfrm>
            <a:off x="479422" y="257447"/>
            <a:ext cx="11233151" cy="720000"/>
          </a:xfrm>
        </p:spPr>
        <p:txBody>
          <a:bodyPr/>
          <a:lstStyle/>
          <a:p>
            <a:r>
              <a:rPr lang="de-DE"/>
              <a:t>Overview: China Development Plan - Nerandomilast</a:t>
            </a:r>
            <a:endParaRPr lang="en-US"/>
          </a:p>
        </p:txBody>
      </p:sp>
      <p:graphicFrame>
        <p:nvGraphicFramePr>
          <p:cNvPr id="7" name="Content Placeholder 6">
            <a:extLst>
              <a:ext uri="{FF2B5EF4-FFF2-40B4-BE49-F238E27FC236}">
                <a16:creationId xmlns:a16="http://schemas.microsoft.com/office/drawing/2014/main" id="{D7E27480-1679-0344-9A81-D4198C283A1C}"/>
              </a:ext>
            </a:extLst>
          </p:cNvPr>
          <p:cNvGraphicFramePr>
            <a:graphicFrameLocks noGrp="1"/>
          </p:cNvGraphicFramePr>
          <p:nvPr>
            <p:ph idx="1"/>
          </p:nvPr>
        </p:nvGraphicFramePr>
        <p:xfrm>
          <a:off x="588279" y="832735"/>
          <a:ext cx="11232000" cy="5192530"/>
        </p:xfrm>
        <a:graphic>
          <a:graphicData uri="http://schemas.openxmlformats.org/drawingml/2006/table">
            <a:tbl>
              <a:tblPr firstRow="1" bandRow="1">
                <a:tableStyleId>{5C22544A-7EE6-4342-B048-85BDC9FD1C3A}</a:tableStyleId>
              </a:tblPr>
              <a:tblGrid>
                <a:gridCol w="2111378">
                  <a:extLst>
                    <a:ext uri="{9D8B030D-6E8A-4147-A177-3AD203B41FA5}">
                      <a16:colId xmlns:a16="http://schemas.microsoft.com/office/drawing/2014/main" val="1992561350"/>
                    </a:ext>
                  </a:extLst>
                </a:gridCol>
                <a:gridCol w="4177732">
                  <a:extLst>
                    <a:ext uri="{9D8B030D-6E8A-4147-A177-3AD203B41FA5}">
                      <a16:colId xmlns:a16="http://schemas.microsoft.com/office/drawing/2014/main" val="286813749"/>
                    </a:ext>
                  </a:extLst>
                </a:gridCol>
                <a:gridCol w="2953168">
                  <a:extLst>
                    <a:ext uri="{9D8B030D-6E8A-4147-A177-3AD203B41FA5}">
                      <a16:colId xmlns:a16="http://schemas.microsoft.com/office/drawing/2014/main" val="3820105433"/>
                    </a:ext>
                  </a:extLst>
                </a:gridCol>
                <a:gridCol w="1989722">
                  <a:extLst>
                    <a:ext uri="{9D8B030D-6E8A-4147-A177-3AD203B41FA5}">
                      <a16:colId xmlns:a16="http://schemas.microsoft.com/office/drawing/2014/main" val="1944790202"/>
                    </a:ext>
                  </a:extLst>
                </a:gridCol>
              </a:tblGrid>
              <a:tr h="414906">
                <a:tc>
                  <a:txBody>
                    <a:bodyPr/>
                    <a:lstStyle/>
                    <a:p>
                      <a:pPr algn="ctr"/>
                      <a:r>
                        <a:rPr lang="en-US" sz="1400">
                          <a:solidFill>
                            <a:schemeClr val="tx1"/>
                          </a:solidFill>
                        </a:rPr>
                        <a:t>Projects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algn="ctr"/>
                      <a:r>
                        <a:rPr lang="en-US" sz="1400">
                          <a:solidFill>
                            <a:schemeClr val="tx1"/>
                          </a:solidFill>
                        </a:rPr>
                        <a:t>Study ID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algn="ctr"/>
                      <a:r>
                        <a:rPr lang="en-US" sz="1400">
                          <a:solidFill>
                            <a:schemeClr val="tx1"/>
                          </a:solidFill>
                        </a:rPr>
                        <a:t>Current status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algn="ctr"/>
                      <a:r>
                        <a:rPr lang="en-US" sz="1400">
                          <a:solidFill>
                            <a:schemeClr val="tx1"/>
                          </a:solidFill>
                        </a:rPr>
                        <a:t>NDA approval (best case)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2190815718"/>
                  </a:ext>
                </a:extLst>
              </a:tr>
              <a:tr h="529090">
                <a:tc rowSpan="3">
                  <a:txBody>
                    <a:bodyPr/>
                    <a:lstStyle/>
                    <a:p>
                      <a:pPr algn="ctr"/>
                      <a:r>
                        <a:rPr lang="en-US" sz="1400" b="1"/>
                        <a:t>IPF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400">
                          <a:solidFill>
                            <a:schemeClr val="accent3">
                              <a:lumMod val="50000"/>
                            </a:schemeClr>
                          </a:solidFill>
                        </a:rPr>
                        <a:t>1305-0024</a:t>
                      </a:r>
                    </a:p>
                    <a:p>
                      <a:pPr algn="ctr"/>
                      <a:r>
                        <a:rPr lang="en-US" sz="1400"/>
                        <a:t>Phase 1 CN </a:t>
                      </a:r>
                      <a:r>
                        <a:rPr lang="en-US" altLang="zh-CN" sz="1400"/>
                        <a:t>PK study</a:t>
                      </a:r>
                      <a:endParaRPr lang="en-US" sz="1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r>
                        <a:rPr lang="en-US" sz="1400"/>
                        <a:t>Completed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r>
                        <a:rPr lang="en-US" sz="140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909382106"/>
                  </a:ext>
                </a:extLst>
              </a:tr>
              <a:tr h="471957">
                <a:tc vMerge="1">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lang="en-US" sz="1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1400">
                          <a:solidFill>
                            <a:schemeClr val="accent3">
                              <a:lumMod val="50000"/>
                            </a:schemeClr>
                          </a:solidFill>
                        </a:rPr>
                        <a:t>1305-0014</a:t>
                      </a:r>
                    </a:p>
                    <a:p>
                      <a:pPr marL="0" marR="0" lvl="0" indent="0" algn="ctr" defTabSz="914377" rtl="0" eaLnBrk="1" fontAlgn="auto" latinLnBrk="0" hangingPunct="1">
                        <a:lnSpc>
                          <a:spcPct val="100000"/>
                        </a:lnSpc>
                        <a:spcBef>
                          <a:spcPts val="0"/>
                        </a:spcBef>
                        <a:spcAft>
                          <a:spcPts val="0"/>
                        </a:spcAft>
                        <a:buClrTx/>
                        <a:buSzTx/>
                        <a:buFontTx/>
                        <a:buNone/>
                        <a:tabLst/>
                        <a:defRPr/>
                      </a:pPr>
                      <a:r>
                        <a:rPr lang="en-US" sz="1400"/>
                        <a:t>FIBRONEER-IPF, ph3, IPF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r>
                        <a:rPr lang="en-US" sz="1400"/>
                        <a:t>NDA approved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r>
                        <a:rPr lang="en-US" sz="1400">
                          <a:solidFill>
                            <a:schemeClr val="tx1"/>
                          </a:solidFill>
                        </a:rPr>
                        <a:t>US: Oct 7, 2025</a:t>
                      </a:r>
                    </a:p>
                    <a:p>
                      <a:r>
                        <a:rPr lang="en-US" altLang="zh-CN" sz="1400">
                          <a:solidFill>
                            <a:schemeClr val="tx1"/>
                          </a:solidFill>
                        </a:rPr>
                        <a:t>CN: Oct 21, 2025</a:t>
                      </a:r>
                      <a:endParaRPr lang="en-US" sz="14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229978621"/>
                  </a:ext>
                </a:extLst>
              </a:tr>
              <a:tr h="471957">
                <a:tc vMerge="1">
                  <a:txBody>
                    <a:bodyPr/>
                    <a:lstStyle/>
                    <a:p>
                      <a:pPr algn="ctr"/>
                      <a:endParaRPr lang="en-US" sz="14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altLang="zh-CN" sz="1400">
                          <a:solidFill>
                            <a:schemeClr val="accent3">
                              <a:lumMod val="50000"/>
                            </a:schemeClr>
                          </a:solidFill>
                        </a:rPr>
                        <a:t>1305-0031</a:t>
                      </a:r>
                    </a:p>
                    <a:p>
                      <a:pPr algn="ctr"/>
                      <a:r>
                        <a:rPr lang="en-US" altLang="zh-CN" sz="1400"/>
                        <a:t>FIBRONEER-ON, ph3 OLE, IPF + PPF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altLang="zh-CN" sz="1400"/>
                        <a:t>Follow-up ongoing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81285676"/>
                  </a:ext>
                </a:extLst>
              </a:tr>
              <a:tr h="471957">
                <a:tc rowSpan="3">
                  <a:txBody>
                    <a:bodyPr/>
                    <a:lstStyle/>
                    <a:p>
                      <a:pPr algn="ctr"/>
                      <a:r>
                        <a:rPr lang="en-US" altLang="zh-CN" sz="1400" b="1"/>
                        <a:t>PPF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altLang="zh-CN" sz="1400">
                          <a:solidFill>
                            <a:schemeClr val="accent3">
                              <a:lumMod val="50000"/>
                            </a:schemeClr>
                          </a:solidFill>
                        </a:rPr>
                        <a:t>1305-0023</a:t>
                      </a:r>
                    </a:p>
                    <a:p>
                      <a:pPr algn="ctr"/>
                      <a:r>
                        <a:rPr lang="en-US" altLang="zh-CN" sz="1400"/>
                        <a:t>FIBRONEER-ILD, ph3, PPF</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altLang="zh-CN" sz="1400">
                          <a:solidFill>
                            <a:schemeClr val="tx1"/>
                          </a:solidFill>
                        </a:rPr>
                        <a:t>NDA approved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r>
                        <a:rPr lang="en-US" altLang="zh-CN" sz="1400">
                          <a:solidFill>
                            <a:schemeClr val="tx1"/>
                          </a:solidFill>
                        </a:rPr>
                        <a:t>US: Dec 19, 2025</a:t>
                      </a:r>
                    </a:p>
                    <a:p>
                      <a:r>
                        <a:rPr lang="en-US" altLang="zh-CN" sz="1400">
                          <a:solidFill>
                            <a:schemeClr val="tx1"/>
                          </a:solidFill>
                        </a:rPr>
                        <a:t>CN: Dec 9, 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344612170"/>
                  </a:ext>
                </a:extLst>
              </a:tr>
              <a:tr h="471957">
                <a:tc vMerge="1">
                  <a:txBody>
                    <a:bodyPr/>
                    <a:lstStyle/>
                    <a:p>
                      <a:pPr algn="ctr"/>
                      <a:endParaRPr lang="en-US" altLang="zh-CN" sz="14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altLang="zh-CN" sz="1400">
                          <a:solidFill>
                            <a:schemeClr val="accent3">
                              <a:lumMod val="50000"/>
                            </a:schemeClr>
                          </a:solidFill>
                        </a:rPr>
                        <a:t>1305-0046</a:t>
                      </a:r>
                    </a:p>
                    <a:p>
                      <a:pPr algn="ctr"/>
                      <a:r>
                        <a:rPr lang="en-US" altLang="zh-CN" sz="1400"/>
                        <a:t>FIBRONEER-SARD, ph3b, SARD-ILD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t>Recruitment ongoing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30334655"/>
                  </a:ext>
                </a:extLst>
              </a:tr>
              <a:tr h="471957">
                <a:tc vMerge="1">
                  <a:txBody>
                    <a:bodyPr/>
                    <a:lstStyle/>
                    <a:p>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altLang="zh-CN" sz="1400" kern="1200">
                          <a:solidFill>
                            <a:schemeClr val="accent3">
                              <a:lumMod val="50000"/>
                            </a:schemeClr>
                          </a:solidFill>
                          <a:latin typeface="+mn-lt"/>
                          <a:ea typeface="+mn-ea"/>
                          <a:cs typeface="+mn-cs"/>
                        </a:rPr>
                        <a:t>1305-0152</a:t>
                      </a:r>
                    </a:p>
                    <a:p>
                      <a:pPr algn="ctr"/>
                      <a:r>
                        <a:rPr lang="en-US" altLang="zh-CN" sz="1400">
                          <a:solidFill>
                            <a:schemeClr val="tx1"/>
                          </a:solidFill>
                        </a:rPr>
                        <a:t>FIBRONEER-ACT, ph3b, non-IPF fibrosing ILD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400">
                          <a:solidFill>
                            <a:schemeClr val="tx1"/>
                          </a:solidFill>
                        </a:rPr>
                        <a:t>CTA under preparation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72533125"/>
                  </a:ext>
                </a:extLst>
              </a:tr>
              <a:tr h="471957">
                <a:tc>
                  <a:txBody>
                    <a:bodyPr/>
                    <a:lstStyle/>
                    <a:p>
                      <a:pPr algn="ctr"/>
                      <a:r>
                        <a:rPr lang="en-US" altLang="zh-CN" sz="1400" b="1"/>
                        <a:t>chILD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altLang="zh-CN" sz="1400">
                          <a:solidFill>
                            <a:schemeClr val="accent3">
                              <a:lumMod val="50000"/>
                            </a:schemeClr>
                          </a:solidFill>
                        </a:rPr>
                        <a:t>1305-0022</a:t>
                      </a:r>
                    </a:p>
                    <a:p>
                      <a:pPr algn="ctr"/>
                      <a:r>
                        <a:rPr lang="en-US" altLang="zh-CN" sz="1400"/>
                        <a:t>Ph3, chILD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solidFill>
                            <a:schemeClr val="tx1"/>
                          </a:solidFill>
                        </a:rPr>
                        <a:t>CTA under review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400"/>
                        <a:t>US:</a:t>
                      </a:r>
                      <a:r>
                        <a:rPr lang="zh-CN" altLang="en-US" sz="1400"/>
                        <a:t> </a:t>
                      </a:r>
                      <a:r>
                        <a:rPr lang="en-US" altLang="zh-CN" sz="1400"/>
                        <a:t>Mar</a:t>
                      </a:r>
                      <a:r>
                        <a:rPr lang="zh-CN" altLang="en-US" sz="1400"/>
                        <a:t> </a:t>
                      </a:r>
                      <a:r>
                        <a:rPr lang="en-US" altLang="zh-CN" sz="1400"/>
                        <a:t>2030 </a:t>
                      </a:r>
                    </a:p>
                    <a:p>
                      <a:r>
                        <a:rPr lang="en-US" sz="1400"/>
                        <a:t>CN: Aug 2030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12230577"/>
                  </a:ext>
                </a:extLst>
              </a:tr>
              <a:tr h="471957">
                <a:tc>
                  <a:txBody>
                    <a:bodyPr/>
                    <a:lstStyle/>
                    <a:p>
                      <a:pPr algn="ctr"/>
                      <a:r>
                        <a:rPr lang="en-US" altLang="zh-CN" sz="1400" b="1"/>
                        <a:t>SSc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altLang="zh-CN" sz="1400">
                          <a:solidFill>
                            <a:schemeClr val="accent3">
                              <a:lumMod val="50000"/>
                            </a:schemeClr>
                          </a:solidFill>
                        </a:rPr>
                        <a:t>1305-0052</a:t>
                      </a:r>
                    </a:p>
                    <a:p>
                      <a:pPr algn="ctr"/>
                      <a:r>
                        <a:rPr lang="en-US" altLang="zh-CN" sz="1400"/>
                        <a:t>Ph3, SSc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400">
                          <a:solidFill>
                            <a:schemeClr val="tx1"/>
                          </a:solidFill>
                        </a:rPr>
                        <a:t>CTA submitted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t>US: Feb 2031</a:t>
                      </a:r>
                    </a:p>
                    <a:p>
                      <a:r>
                        <a:rPr lang="en-US" sz="1400"/>
                        <a:t>CN: Jul 2031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79713492"/>
                  </a:ext>
                </a:extLst>
              </a:tr>
              <a:tr h="471957">
                <a:tc>
                  <a:txBody>
                    <a:bodyPr/>
                    <a:lstStyle/>
                    <a:p>
                      <a:pPr algn="ctr"/>
                      <a:r>
                        <a:rPr lang="en-US" altLang="zh-CN" sz="1400" b="1"/>
                        <a:t>IIM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altLang="zh-CN" sz="1400">
                          <a:solidFill>
                            <a:schemeClr val="accent3">
                              <a:lumMod val="50000"/>
                            </a:schemeClr>
                          </a:solidFill>
                        </a:rPr>
                        <a:t>1305-0146</a:t>
                      </a:r>
                    </a:p>
                    <a:p>
                      <a:pPr algn="ctr"/>
                      <a:r>
                        <a:rPr lang="en-US" altLang="zh-CN" sz="1400">
                          <a:solidFill>
                            <a:schemeClr val="tx1"/>
                          </a:solidFill>
                        </a:rPr>
                        <a:t>Ph3</a:t>
                      </a:r>
                      <a:r>
                        <a:rPr lang="en-US" altLang="zh-CN" sz="1400"/>
                        <a:t>, IIM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t>Pre-IND mtg request submitted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a:t>US: Mar 2031</a:t>
                      </a:r>
                    </a:p>
                    <a:p>
                      <a:r>
                        <a:rPr lang="en-US" sz="1400"/>
                        <a:t>CN: Aug 2031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95002728"/>
                  </a:ext>
                </a:extLst>
              </a:tr>
            </a:tbl>
          </a:graphicData>
        </a:graphic>
      </p:graphicFrame>
      <p:sp>
        <p:nvSpPr>
          <p:cNvPr id="4" name="Text Placeholder 3">
            <a:extLst>
              <a:ext uri="{FF2B5EF4-FFF2-40B4-BE49-F238E27FC236}">
                <a16:creationId xmlns:a16="http://schemas.microsoft.com/office/drawing/2014/main" id="{F8D1F357-A996-AFAD-EA41-5A644CD145B5}"/>
              </a:ext>
            </a:extLst>
          </p:cNvPr>
          <p:cNvSpPr>
            <a:spLocks noGrp="1"/>
          </p:cNvSpPr>
          <p:nvPr>
            <p:ph type="body" sz="quarter" idx="13"/>
          </p:nvPr>
        </p:nvSpPr>
        <p:spPr>
          <a:xfrm>
            <a:off x="479425" y="6170908"/>
            <a:ext cx="11232000" cy="144000"/>
          </a:xfrm>
        </p:spPr>
        <p:txBody>
          <a:bodyPr/>
          <a:lstStyle/>
          <a:p>
            <a:endParaRPr lang="en-US"/>
          </a:p>
        </p:txBody>
      </p:sp>
      <p:sp>
        <p:nvSpPr>
          <p:cNvPr id="6" name="Slide Number Placeholder 5">
            <a:extLst>
              <a:ext uri="{FF2B5EF4-FFF2-40B4-BE49-F238E27FC236}">
                <a16:creationId xmlns:a16="http://schemas.microsoft.com/office/drawing/2014/main" id="{469E0BBA-36B8-5498-E3B1-AB5BC18B54B4}"/>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Tree>
    <p:extLst>
      <p:ext uri="{BB962C8B-B14F-4D97-AF65-F5344CB8AC3E}">
        <p14:creationId xmlns:p14="http://schemas.microsoft.com/office/powerpoint/2010/main" val="13827241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CB0E5DF-17D6-E626-F5CC-2CD2B4DF55BF}"/>
              </a:ext>
            </a:extLst>
          </p:cNvPr>
          <p:cNvSpPr>
            <a:spLocks noGrp="1"/>
          </p:cNvSpPr>
          <p:nvPr>
            <p:ph type="title"/>
          </p:nvPr>
        </p:nvSpPr>
        <p:spPr>
          <a:xfrm>
            <a:off x="479441" y="352710"/>
            <a:ext cx="11233151" cy="720000"/>
          </a:xfrm>
        </p:spPr>
        <p:txBody>
          <a:bodyPr/>
          <a:lstStyle/>
          <a:p>
            <a:r>
              <a:rPr lang="en-US" altLang="zh-CN"/>
              <a:t>CCDS/China LPI update</a:t>
            </a:r>
            <a:endParaRPr lang="zh-CN" altLang="en-US"/>
          </a:p>
        </p:txBody>
      </p:sp>
      <p:sp>
        <p:nvSpPr>
          <p:cNvPr id="4" name="页脚占位符 3">
            <a:extLst>
              <a:ext uri="{FF2B5EF4-FFF2-40B4-BE49-F238E27FC236}">
                <a16:creationId xmlns:a16="http://schemas.microsoft.com/office/drawing/2014/main" id="{3B6038AC-CE4A-F650-6182-1DEDE809FB9A}"/>
              </a:ext>
            </a:extLst>
          </p:cNvPr>
          <p:cNvSpPr>
            <a:spLocks noGrp="1"/>
          </p:cNvSpPr>
          <p:nvPr>
            <p:ph type="ftr" sz="quarter" idx="10"/>
          </p:nvPr>
        </p:nvSpPr>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a:ea typeface="+mn-ea"/>
                <a:cs typeface="+mn-cs"/>
              </a:rPr>
              <a:t>Presentation title    |    ONLY FOR INTERNAL USE</a:t>
            </a:r>
          </a:p>
        </p:txBody>
      </p:sp>
      <p:sp>
        <p:nvSpPr>
          <p:cNvPr id="5" name="灯片编号占位符 4">
            <a:extLst>
              <a:ext uri="{FF2B5EF4-FFF2-40B4-BE49-F238E27FC236}">
                <a16:creationId xmlns:a16="http://schemas.microsoft.com/office/drawing/2014/main" id="{0556AB83-09E7-603C-DA16-689FDFC6BA6C}"/>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graphicFrame>
        <p:nvGraphicFramePr>
          <p:cNvPr id="6" name="表格 5">
            <a:extLst>
              <a:ext uri="{FF2B5EF4-FFF2-40B4-BE49-F238E27FC236}">
                <a16:creationId xmlns:a16="http://schemas.microsoft.com/office/drawing/2014/main" id="{BBBEB2C6-6339-79D7-C75C-25599F9D81CA}"/>
              </a:ext>
            </a:extLst>
          </p:cNvPr>
          <p:cNvGraphicFramePr>
            <a:graphicFrameLocks noGrp="1"/>
          </p:cNvGraphicFramePr>
          <p:nvPr/>
        </p:nvGraphicFramePr>
        <p:xfrm>
          <a:off x="566773" y="1072710"/>
          <a:ext cx="11058454" cy="3049185"/>
        </p:xfrm>
        <a:graphic>
          <a:graphicData uri="http://schemas.openxmlformats.org/drawingml/2006/table">
            <a:tbl>
              <a:tblPr firstRow="1" firstCol="1" bandRow="1">
                <a:tableStyleId>{9D7B26C5-4107-4FEC-AEDC-1716B250A1EF}</a:tableStyleId>
              </a:tblPr>
              <a:tblGrid>
                <a:gridCol w="3079046">
                  <a:extLst>
                    <a:ext uri="{9D8B030D-6E8A-4147-A177-3AD203B41FA5}">
                      <a16:colId xmlns:a16="http://schemas.microsoft.com/office/drawing/2014/main" val="928738505"/>
                    </a:ext>
                  </a:extLst>
                </a:gridCol>
                <a:gridCol w="7979408">
                  <a:extLst>
                    <a:ext uri="{9D8B030D-6E8A-4147-A177-3AD203B41FA5}">
                      <a16:colId xmlns:a16="http://schemas.microsoft.com/office/drawing/2014/main" val="311114584"/>
                    </a:ext>
                  </a:extLst>
                </a:gridCol>
              </a:tblGrid>
              <a:tr h="252403">
                <a:tc>
                  <a:txBody>
                    <a:bodyPr/>
                    <a:lstStyle/>
                    <a:p>
                      <a:pPr marL="0" algn="l" defTabSz="914400" rtl="0" eaLnBrk="1" latinLnBrk="0" hangingPunct="1">
                        <a:lnSpc>
                          <a:spcPct val="150000"/>
                        </a:lnSpc>
                        <a:buNone/>
                      </a:pPr>
                      <a:r>
                        <a:rPr lang="en-US" altLang="zh-CN" sz="1400" b="1" kern="1200">
                          <a:solidFill>
                            <a:schemeClr val="tx1"/>
                          </a:solidFill>
                          <a:effectLst/>
                          <a:latin typeface="+mn-lt"/>
                          <a:ea typeface="+mn-ea"/>
                          <a:cs typeface="+mn-cs"/>
                        </a:rPr>
                        <a:t>Dispatch date </a:t>
                      </a:r>
                      <a:endParaRPr lang="zh-CN" altLang="en-US" sz="1400" b="1" kern="1200">
                        <a:solidFill>
                          <a:schemeClr val="tx1"/>
                        </a:solidFill>
                        <a:effectLst/>
                        <a:latin typeface="+mn-lt"/>
                        <a:ea typeface="+mn-ea"/>
                        <a:cs typeface="+mn-cs"/>
                      </a:endParaRPr>
                    </a:p>
                  </a:txBody>
                  <a:tcPr marL="68580" marR="68580" marT="0" marB="0"/>
                </a:tc>
                <a:tc>
                  <a:txBody>
                    <a:bodyPr/>
                    <a:lstStyle/>
                    <a:p>
                      <a:pPr marL="0" algn="l" defTabSz="914400" rtl="0" eaLnBrk="1" latinLnBrk="0" hangingPunct="1">
                        <a:lnSpc>
                          <a:spcPct val="150000"/>
                        </a:lnSpc>
                        <a:buNone/>
                      </a:pPr>
                      <a:r>
                        <a:rPr lang="en-US" altLang="zh-CN" sz="1400" b="0" kern="1200">
                          <a:solidFill>
                            <a:schemeClr val="tx1"/>
                          </a:solidFill>
                          <a:effectLst/>
                          <a:latin typeface="+mn-lt"/>
                          <a:ea typeface="+mn-ea"/>
                          <a:cs typeface="+mn-cs"/>
                        </a:rPr>
                        <a:t>18 February 2026</a:t>
                      </a:r>
                      <a:endParaRPr lang="zh-CN" altLang="en-US" sz="1400" b="0" kern="1200">
                        <a:solidFill>
                          <a:schemeClr val="tx1"/>
                        </a:solidFill>
                        <a:effectLst/>
                        <a:latin typeface="+mn-lt"/>
                        <a:ea typeface="+mn-ea"/>
                        <a:cs typeface="+mn-cs"/>
                      </a:endParaRPr>
                    </a:p>
                  </a:txBody>
                  <a:tcPr marL="68580" marR="68580" marT="0" marB="0"/>
                </a:tc>
                <a:extLst>
                  <a:ext uri="{0D108BD9-81ED-4DB2-BD59-A6C34878D82A}">
                    <a16:rowId xmlns:a16="http://schemas.microsoft.com/office/drawing/2014/main" val="471423037"/>
                  </a:ext>
                </a:extLst>
              </a:tr>
              <a:tr h="252403">
                <a:tc>
                  <a:txBody>
                    <a:bodyPr/>
                    <a:lstStyle/>
                    <a:p>
                      <a:pPr>
                        <a:lnSpc>
                          <a:spcPct val="150000"/>
                        </a:lnSpc>
                        <a:buNone/>
                      </a:pPr>
                      <a:r>
                        <a:rPr lang="en-US" sz="1400">
                          <a:effectLst/>
                        </a:rPr>
                        <a:t>CCDS/CC IFU version</a:t>
                      </a:r>
                      <a:endParaRPr lang="zh-CN" sz="1400">
                        <a:effectLst/>
                        <a:latin typeface="Calibri" panose="020F0502020204030204" pitchFamily="34" charset="0"/>
                        <a:ea typeface="SimSun" panose="02010600030101010101" pitchFamily="2" charset="-122"/>
                      </a:endParaRPr>
                    </a:p>
                  </a:txBody>
                  <a:tcPr marL="68580" marR="68580" marT="0" marB="0"/>
                </a:tc>
                <a:tc>
                  <a:txBody>
                    <a:bodyPr/>
                    <a:lstStyle/>
                    <a:p>
                      <a:pPr>
                        <a:lnSpc>
                          <a:spcPct val="150000"/>
                        </a:lnSpc>
                        <a:buNone/>
                      </a:pPr>
                      <a:r>
                        <a:rPr lang="en-US" sz="1400">
                          <a:effectLst/>
                        </a:rPr>
                        <a:t>0306-04</a:t>
                      </a:r>
                      <a:endParaRPr lang="zh-CN" sz="1400">
                        <a:effectLst/>
                        <a:latin typeface="Calibri" panose="020F0502020204030204" pitchFamily="34" charset="0"/>
                        <a:ea typeface="SimSun" panose="02010600030101010101" pitchFamily="2" charset="-122"/>
                      </a:endParaRPr>
                    </a:p>
                  </a:txBody>
                  <a:tcPr marL="68580" marR="68580" marT="0" marB="0"/>
                </a:tc>
                <a:extLst>
                  <a:ext uri="{0D108BD9-81ED-4DB2-BD59-A6C34878D82A}">
                    <a16:rowId xmlns:a16="http://schemas.microsoft.com/office/drawing/2014/main" val="2438112343"/>
                  </a:ext>
                </a:extLst>
              </a:tr>
              <a:tr h="252403">
                <a:tc>
                  <a:txBody>
                    <a:bodyPr/>
                    <a:lstStyle/>
                    <a:p>
                      <a:pPr>
                        <a:lnSpc>
                          <a:spcPct val="150000"/>
                        </a:lnSpc>
                        <a:buNone/>
                      </a:pPr>
                      <a:r>
                        <a:rPr lang="en-US" sz="1400">
                          <a:effectLst/>
                        </a:rPr>
                        <a:t>Urgency Level</a:t>
                      </a:r>
                      <a:endParaRPr lang="zh-CN" sz="1400">
                        <a:effectLst/>
                        <a:latin typeface="Calibri" panose="020F0502020204030204" pitchFamily="34" charset="0"/>
                        <a:ea typeface="SimSun" panose="02010600030101010101" pitchFamily="2" charset="-122"/>
                      </a:endParaRPr>
                    </a:p>
                  </a:txBody>
                  <a:tcPr marL="68580" marR="68580" marT="0" marB="0"/>
                </a:tc>
                <a:tc>
                  <a:txBody>
                    <a:bodyPr/>
                    <a:lstStyle/>
                    <a:p>
                      <a:pPr>
                        <a:lnSpc>
                          <a:spcPct val="150000"/>
                        </a:lnSpc>
                        <a:buNone/>
                      </a:pPr>
                      <a:r>
                        <a:rPr lang="en-US" sz="1400" b="1">
                          <a:solidFill>
                            <a:schemeClr val="tx2"/>
                          </a:solidFill>
                          <a:effectLst/>
                        </a:rPr>
                        <a:t>URGENCY LEVEL 2</a:t>
                      </a:r>
                      <a:endParaRPr lang="zh-CN" sz="1400" b="1">
                        <a:solidFill>
                          <a:schemeClr val="tx2"/>
                        </a:solidFill>
                        <a:effectLst/>
                        <a:latin typeface="Calibri" panose="020F0502020204030204" pitchFamily="34" charset="0"/>
                        <a:ea typeface="SimSun" panose="02010600030101010101" pitchFamily="2" charset="-122"/>
                      </a:endParaRPr>
                    </a:p>
                  </a:txBody>
                  <a:tcPr marL="68580" marR="68580" marT="0" marB="0"/>
                </a:tc>
                <a:extLst>
                  <a:ext uri="{0D108BD9-81ED-4DB2-BD59-A6C34878D82A}">
                    <a16:rowId xmlns:a16="http://schemas.microsoft.com/office/drawing/2014/main" val="1943223425"/>
                  </a:ext>
                </a:extLst>
              </a:tr>
              <a:tr h="1090601">
                <a:tc>
                  <a:txBody>
                    <a:bodyPr/>
                    <a:lstStyle/>
                    <a:p>
                      <a:pPr>
                        <a:lnSpc>
                          <a:spcPct val="125000"/>
                        </a:lnSpc>
                        <a:buNone/>
                      </a:pPr>
                      <a:r>
                        <a:rPr lang="en-US" sz="1400">
                          <a:effectLst/>
                        </a:rPr>
                        <a:t>Rationale for the update</a:t>
                      </a:r>
                      <a:endParaRPr lang="zh-CN" sz="1400">
                        <a:effectLst/>
                        <a:latin typeface="Calibri" panose="020F0502020204030204" pitchFamily="34" charset="0"/>
                        <a:ea typeface="SimSun" panose="02010600030101010101" pitchFamily="2" charset="-122"/>
                      </a:endParaRPr>
                    </a:p>
                  </a:txBody>
                  <a:tcPr marL="68580" marR="68580" marT="0" marB="0"/>
                </a:tc>
                <a:tc>
                  <a:txBody>
                    <a:bodyPr/>
                    <a:lstStyle/>
                    <a:p>
                      <a:pPr marL="342900" lvl="0" indent="-342900" algn="just">
                        <a:lnSpc>
                          <a:spcPct val="125000"/>
                        </a:lnSpc>
                        <a:buSzPts val="1100"/>
                        <a:buFont typeface="Symbol" panose="05050102010706020507" pitchFamily="18" charset="2"/>
                        <a:buChar char=""/>
                      </a:pPr>
                      <a:r>
                        <a:rPr lang="en-US" sz="1400">
                          <a:effectLst/>
                        </a:rPr>
                        <a:t>For the update in Dosage and in Interactions: Integration of results from drug-drug interaction studies 1305-0119 and 1305-0113 for concomitant use with strong or moderate CYP3A inducers.</a:t>
                      </a:r>
                      <a:endParaRPr lang="zh-CN" sz="1400">
                        <a:effectLst/>
                      </a:endParaRPr>
                    </a:p>
                    <a:p>
                      <a:pPr marL="342900" lvl="0" indent="-342900" algn="l">
                        <a:lnSpc>
                          <a:spcPct val="125000"/>
                        </a:lnSpc>
                        <a:spcAft>
                          <a:spcPts val="1000"/>
                        </a:spcAft>
                        <a:buSzPts val="1100"/>
                        <a:buFont typeface="Symbol" panose="05050102010706020507" pitchFamily="18" charset="2"/>
                        <a:buChar char=""/>
                      </a:pPr>
                      <a:r>
                        <a:rPr lang="en-US" sz="1400">
                          <a:effectLst/>
                        </a:rPr>
                        <a:t>Additional edits to enhance accuracy and clarity*</a:t>
                      </a:r>
                      <a:endParaRPr lang="zh-CN" sz="1400">
                        <a:solidFill>
                          <a:srgbClr val="000000"/>
                        </a:solidFill>
                        <a:effectLst/>
                        <a:latin typeface="Calibri" panose="020F0502020204030204" pitchFamily="34" charset="0"/>
                        <a:ea typeface="SimSun" panose="02010600030101010101" pitchFamily="2" charset="-122"/>
                      </a:endParaRPr>
                    </a:p>
                  </a:txBody>
                  <a:tcPr marL="68580" marR="68580" marT="0" marB="0"/>
                </a:tc>
                <a:extLst>
                  <a:ext uri="{0D108BD9-81ED-4DB2-BD59-A6C34878D82A}">
                    <a16:rowId xmlns:a16="http://schemas.microsoft.com/office/drawing/2014/main" val="2920843667"/>
                  </a:ext>
                </a:extLst>
              </a:tr>
              <a:tr h="1090601">
                <a:tc>
                  <a:txBody>
                    <a:bodyPr/>
                    <a:lstStyle/>
                    <a:p>
                      <a:pPr marL="0" algn="l" defTabSz="914400" rtl="0" eaLnBrk="1" latinLnBrk="0" hangingPunct="1">
                        <a:lnSpc>
                          <a:spcPct val="125000"/>
                        </a:lnSpc>
                        <a:buNone/>
                      </a:pPr>
                      <a:r>
                        <a:rPr lang="en-US" altLang="zh-CN" sz="1400" b="1" kern="1200">
                          <a:solidFill>
                            <a:schemeClr val="tx1"/>
                          </a:solidFill>
                          <a:effectLst/>
                          <a:latin typeface="+mn-lt"/>
                          <a:ea typeface="+mn-ea"/>
                          <a:cs typeface="+mn-cs"/>
                        </a:rPr>
                        <a:t>Submission plan </a:t>
                      </a:r>
                      <a:endParaRPr lang="zh-CN" altLang="en-US" sz="1400" b="1" kern="1200">
                        <a:solidFill>
                          <a:schemeClr val="tx1"/>
                        </a:solidFill>
                        <a:effectLst/>
                        <a:latin typeface="+mn-lt"/>
                        <a:ea typeface="+mn-ea"/>
                        <a:cs typeface="+mn-cs"/>
                      </a:endParaRPr>
                    </a:p>
                  </a:txBody>
                  <a:tcPr marL="68580" marR="68580" marT="0" marB="0"/>
                </a:tc>
                <a:tc>
                  <a:txBody>
                    <a:bodyPr/>
                    <a:lstStyle/>
                    <a:p>
                      <a:pPr marL="342900" lvl="0" indent="-342900" algn="just" defTabSz="914400" rtl="0" eaLnBrk="1" latinLnBrk="0" hangingPunct="1">
                        <a:lnSpc>
                          <a:spcPct val="125000"/>
                        </a:lnSpc>
                        <a:spcAft>
                          <a:spcPts val="1000"/>
                        </a:spcAft>
                        <a:buSzPts val="1100"/>
                        <a:buFont typeface="Symbol" panose="05050102010706020507" pitchFamily="18" charset="2"/>
                        <a:buChar char=""/>
                      </a:pPr>
                      <a:r>
                        <a:rPr lang="en-US" altLang="zh-CN" sz="1400" kern="1200">
                          <a:solidFill>
                            <a:schemeClr val="tx1"/>
                          </a:solidFill>
                          <a:effectLst/>
                          <a:latin typeface="+mn-lt"/>
                          <a:ea typeface="+mn-ea"/>
                          <a:cs typeface="+mn-cs"/>
                        </a:rPr>
                        <a:t>US: sub in Mar 2026 and  implemented  in Sept 2026</a:t>
                      </a:r>
                    </a:p>
                    <a:p>
                      <a:pPr marL="342900" lvl="0" indent="-342900" algn="just" defTabSz="914400" rtl="0" eaLnBrk="1" latinLnBrk="0" hangingPunct="1">
                        <a:lnSpc>
                          <a:spcPct val="125000"/>
                        </a:lnSpc>
                        <a:spcAft>
                          <a:spcPts val="1000"/>
                        </a:spcAft>
                        <a:buSzPts val="1100"/>
                        <a:buFont typeface="Symbol" panose="05050102010706020507" pitchFamily="18" charset="2"/>
                        <a:buChar char=""/>
                      </a:pPr>
                      <a:r>
                        <a:rPr lang="en-US" altLang="zh-CN" sz="1400" kern="1200">
                          <a:solidFill>
                            <a:schemeClr val="tx1"/>
                          </a:solidFill>
                          <a:effectLst/>
                          <a:latin typeface="+mn-lt"/>
                          <a:ea typeface="+mn-ea"/>
                          <a:cs typeface="+mn-cs"/>
                        </a:rPr>
                        <a:t>EU: sub during MA review and implemented with MA approval </a:t>
                      </a:r>
                    </a:p>
                    <a:p>
                      <a:pPr marL="342900" lvl="0" indent="-342900" algn="just" defTabSz="914400" rtl="0" eaLnBrk="1" latinLnBrk="0" hangingPunct="1">
                        <a:lnSpc>
                          <a:spcPct val="125000"/>
                        </a:lnSpc>
                        <a:spcAft>
                          <a:spcPts val="1000"/>
                        </a:spcAft>
                        <a:buSzPts val="1100"/>
                        <a:buFont typeface="Symbol" panose="05050102010706020507" pitchFamily="18" charset="2"/>
                        <a:buChar char=""/>
                      </a:pPr>
                      <a:r>
                        <a:rPr lang="en-US" altLang="zh-CN" sz="1400" b="1" kern="1200">
                          <a:solidFill>
                            <a:schemeClr val="tx1"/>
                          </a:solidFill>
                          <a:effectLst/>
                          <a:latin typeface="+mn-lt"/>
                          <a:ea typeface="+mn-ea"/>
                          <a:cs typeface="+mn-cs"/>
                        </a:rPr>
                        <a:t>CN: submission planned by end of Mar and approval around Aug 2026</a:t>
                      </a:r>
                      <a:endParaRPr lang="zh-CN" altLang="en-US" sz="1400" b="1" kern="1200">
                        <a:solidFill>
                          <a:schemeClr val="tx1"/>
                        </a:solidFill>
                        <a:effectLst/>
                        <a:latin typeface="+mn-lt"/>
                        <a:ea typeface="+mn-ea"/>
                        <a:cs typeface="+mn-cs"/>
                      </a:endParaRPr>
                    </a:p>
                  </a:txBody>
                  <a:tcPr marL="68580" marR="68580" marT="0" marB="0"/>
                </a:tc>
                <a:extLst>
                  <a:ext uri="{0D108BD9-81ED-4DB2-BD59-A6C34878D82A}">
                    <a16:rowId xmlns:a16="http://schemas.microsoft.com/office/drawing/2014/main" val="149100503"/>
                  </a:ext>
                </a:extLst>
              </a:tr>
            </a:tbl>
          </a:graphicData>
        </a:graphic>
      </p:graphicFrame>
      <p:sp>
        <p:nvSpPr>
          <p:cNvPr id="8" name="文本框 7">
            <a:extLst>
              <a:ext uri="{FF2B5EF4-FFF2-40B4-BE49-F238E27FC236}">
                <a16:creationId xmlns:a16="http://schemas.microsoft.com/office/drawing/2014/main" id="{D181EF22-A531-48D1-4763-EC3762384789}"/>
              </a:ext>
            </a:extLst>
          </p:cNvPr>
          <p:cNvSpPr txBox="1"/>
          <p:nvPr/>
        </p:nvSpPr>
        <p:spPr bwMode="gray">
          <a:xfrm>
            <a:off x="566773" y="5185126"/>
            <a:ext cx="11058454" cy="60016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100" b="0" i="0" u="none" strike="noStrike" kern="1200" cap="none" spc="0" normalizeH="0" baseline="0" noProof="0">
                <a:ln>
                  <a:noFill/>
                </a:ln>
                <a:solidFill>
                  <a:prstClr val="black"/>
                </a:solidFill>
                <a:effectLst/>
                <a:uLnTx/>
                <a:uFillTx/>
                <a:latin typeface="Boehringer Forward Text"/>
                <a:ea typeface="+mn-ea"/>
                <a:cs typeface="+mn-cs"/>
              </a:rPr>
              <a:t>* Add the subgroup result for primary endpoint in FIBRONEER-IPF.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100" b="0" i="0" u="none" strike="noStrike" kern="1200" cap="none" spc="0" normalizeH="0" baseline="0" noProof="0">
                <a:ln>
                  <a:noFill/>
                </a:ln>
                <a:solidFill>
                  <a:prstClr val="black"/>
                </a:solidFill>
                <a:effectLst/>
                <a:uLnTx/>
                <a:uFillTx/>
                <a:latin typeface="Boehringer Forward Text"/>
                <a:ea typeface="+mn-ea"/>
                <a:cs typeface="+mn-cs"/>
              </a:rPr>
              <a:t>* Change the description of exposure duration to observation time in [clinical trial] section.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100" b="0" i="0" u="none" strike="noStrike" kern="1200" cap="none" spc="0" normalizeH="0" baseline="0" noProof="0">
                <a:ln>
                  <a:noFill/>
                </a:ln>
                <a:solidFill>
                  <a:prstClr val="black"/>
                </a:solidFill>
                <a:effectLst/>
                <a:uLnTx/>
                <a:uFillTx/>
                <a:latin typeface="Boehringer Forward Text"/>
                <a:ea typeface="+mn-ea"/>
                <a:cs typeface="+mn-cs"/>
              </a:rPr>
              <a:t>* Clarification on non-clinical and PK study result.</a:t>
            </a:r>
          </a:p>
        </p:txBody>
      </p:sp>
      <p:sp>
        <p:nvSpPr>
          <p:cNvPr id="7" name="文本框 6">
            <a:extLst>
              <a:ext uri="{FF2B5EF4-FFF2-40B4-BE49-F238E27FC236}">
                <a16:creationId xmlns:a16="http://schemas.microsoft.com/office/drawing/2014/main" id="{F2B39861-CE40-EAAE-1122-0BC9E5826BB4}"/>
              </a:ext>
            </a:extLst>
          </p:cNvPr>
          <p:cNvSpPr txBox="1"/>
          <p:nvPr/>
        </p:nvSpPr>
        <p:spPr bwMode="gray">
          <a:xfrm>
            <a:off x="566773" y="4407659"/>
            <a:ext cx="11145819" cy="660630"/>
          </a:xfrm>
          <a:prstGeom prst="rect">
            <a:avLst/>
          </a:prstGeom>
          <a:noFill/>
        </p:spPr>
        <p:txBody>
          <a:bodyPr wrap="square" lIns="0" tIns="0" rIns="0" bIns="0" rtlCol="0">
            <a:spAutoFit/>
          </a:bodyPr>
          <a:lstStyle/>
          <a:p>
            <a:pPr marL="180000" indent="-180000">
              <a:lnSpc>
                <a:spcPct val="140000"/>
              </a:lnSpc>
              <a:buFont typeface="Arial" panose="020B0604020202020204" pitchFamily="34" charset="0"/>
              <a:buChar char="•"/>
            </a:pPr>
            <a:r>
              <a:rPr lang="en-US" altLang="zh-CN" sz="1600" b="1">
                <a:solidFill>
                  <a:srgbClr val="00E47C"/>
                </a:solidFill>
                <a:latin typeface="Boehringer Forward Text" panose="020B0504030403020204" pitchFamily="2" charset="0"/>
              </a:rPr>
              <a:t>The revised LPI proposal was submitted to CDE on March 31st, with acceptance notice on April 17th. Approval is anticipated by August 12th.</a:t>
            </a:r>
            <a:endParaRPr lang="zh-CN" altLang="en-US" sz="1600" b="1">
              <a:solidFill>
                <a:schemeClr val="tx2"/>
              </a:solidFill>
            </a:endParaRPr>
          </a:p>
        </p:txBody>
      </p:sp>
    </p:spTree>
    <p:extLst>
      <p:ext uri="{BB962C8B-B14F-4D97-AF65-F5344CB8AC3E}">
        <p14:creationId xmlns:p14="http://schemas.microsoft.com/office/powerpoint/2010/main" val="13576304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a:xfrm>
            <a:off x="345790" y="259919"/>
            <a:ext cx="11233151" cy="720000"/>
          </a:xfrm>
        </p:spPr>
        <p:txBody>
          <a:bodyPr>
            <a:normAutofit fontScale="90000"/>
          </a:bodyPr>
          <a:lstStyle/>
          <a:p>
            <a:r>
              <a:rPr lang="en-US" altLang="zh-CN" sz="2400" b="0" i="1">
                <a:solidFill>
                  <a:schemeClr val="tx1"/>
                </a:solidFill>
              </a:rPr>
              <a:t>Nerandomilast (PDE4b inhibitor): </a:t>
            </a:r>
            <a:r>
              <a:rPr lang="en-US" altLang="zh-CN" sz="2400" b="0">
                <a:solidFill>
                  <a:schemeClr val="tx1"/>
                </a:solidFill>
              </a:rPr>
              <a:t>Idiopathic Pulmonary Fibrosis(IPF) and Progressive Pulmonary Fibrosis (PPF) Development Plan</a:t>
            </a:r>
            <a:endParaRPr lang="zh-CN" altLang="en-US" sz="2400" b="0">
              <a:solidFill>
                <a:schemeClr val="tx1"/>
              </a:solidFill>
            </a:endParaRPr>
          </a:p>
        </p:txBody>
      </p:sp>
      <p:cxnSp>
        <p:nvCxnSpPr>
          <p:cNvPr id="9" name="Straight Connector 8">
            <a:extLst>
              <a:ext uri="{FF2B5EF4-FFF2-40B4-BE49-F238E27FC236}">
                <a16:creationId xmlns:a16="http://schemas.microsoft.com/office/drawing/2014/main" id="{9C165100-0114-4167-8FF0-BFF01B293D04}"/>
              </a:ext>
            </a:extLst>
          </p:cNvPr>
          <p:cNvCxnSpPr>
            <a:cxnSpLocks/>
          </p:cNvCxnSpPr>
          <p:nvPr/>
        </p:nvCxnSpPr>
        <p:spPr bwMode="auto">
          <a:xfrm flipH="1">
            <a:off x="23368" y="3628677"/>
            <a:ext cx="1216800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17" name="OTLSHAPE_T_e17f3958430f4cff8650518c93c7635e_StartDate">
            <a:extLst>
              <a:ext uri="{FF2B5EF4-FFF2-40B4-BE49-F238E27FC236}">
                <a16:creationId xmlns:a16="http://schemas.microsoft.com/office/drawing/2014/main" id="{9224C17E-1AA1-4096-A3FD-25D6FD8BA444}"/>
              </a:ext>
            </a:extLst>
          </p:cNvPr>
          <p:cNvSpPr txBox="1"/>
          <p:nvPr>
            <p:custDataLst>
              <p:tags r:id="rId1"/>
            </p:custDataLst>
          </p:nvPr>
        </p:nvSpPr>
        <p:spPr>
          <a:xfrm>
            <a:off x="1308165" y="1799121"/>
            <a:ext cx="1116936" cy="138499"/>
          </a:xfrm>
          <a:prstGeom prst="rect">
            <a:avLst/>
          </a:prstGeom>
          <a:noFill/>
        </p:spPr>
        <p:txBody>
          <a:bodyPr vert="horz" wrap="square" lIns="0" tIns="0" rIns="0" bIns="0" rtlCol="0" anchor="ctr" anchorCtr="0">
            <a:spAutoFit/>
          </a:bodyPr>
          <a:lstStyle>
            <a:defPPr>
              <a:defRPr lang="de-DE"/>
            </a:defPPr>
            <a:lvl1pPr marR="0" lvl="0" indent="0" algn="ctr" defTabSz="914355" fontAlgn="auto">
              <a:lnSpc>
                <a:spcPct val="100000"/>
              </a:lnSpc>
              <a:spcBef>
                <a:spcPts val="0"/>
              </a:spcBef>
              <a:spcAft>
                <a:spcPts val="0"/>
              </a:spcAft>
              <a:buClrTx/>
              <a:buSzTx/>
              <a:buFontTx/>
              <a:buNone/>
              <a:tabLst/>
              <a:defRPr kumimoji="0" sz="675" b="1" i="0" u="none" strike="noStrike" cap="none" spc="0" normalizeH="0" baseline="0">
                <a:ln>
                  <a:noFill/>
                </a:ln>
                <a:solidFill>
                  <a:srgbClr val="44546A"/>
                </a:solidFill>
                <a:effectLst/>
                <a:uLnTx/>
                <a:uFillTx/>
                <a:latin typeface="Calibri" panose="020F0502020204030204" pitchFamily="34" charset="0"/>
                <a:cs typeface="Calibri" panose="020F0502020204030204" pitchFamily="34" charset="0"/>
              </a:defRPr>
            </a:lvl1p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Sep 26 </a:t>
            </a:r>
            <a:endParaRPr kumimoji="0" lang="zh-CN" altLang="en-US"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graphicFrame>
        <p:nvGraphicFramePr>
          <p:cNvPr id="49" name="Table 48">
            <a:extLst>
              <a:ext uri="{FF2B5EF4-FFF2-40B4-BE49-F238E27FC236}">
                <a16:creationId xmlns:a16="http://schemas.microsoft.com/office/drawing/2014/main" id="{EB1832F7-86BE-4DEE-91F1-447638E4A957}"/>
              </a:ext>
            </a:extLst>
          </p:cNvPr>
          <p:cNvGraphicFramePr>
            <a:graphicFrameLocks noGrp="1"/>
          </p:cNvGraphicFramePr>
          <p:nvPr/>
        </p:nvGraphicFramePr>
        <p:xfrm>
          <a:off x="241017" y="1001167"/>
          <a:ext cx="11700087" cy="685800"/>
        </p:xfrm>
        <a:graphic>
          <a:graphicData uri="http://schemas.openxmlformats.org/drawingml/2006/table">
            <a:tbl>
              <a:tblPr firstRow="1" bandRow="1"/>
              <a:tblGrid>
                <a:gridCol w="557147">
                  <a:extLst>
                    <a:ext uri="{9D8B030D-6E8A-4147-A177-3AD203B41FA5}">
                      <a16:colId xmlns:a16="http://schemas.microsoft.com/office/drawing/2014/main" val="3411862845"/>
                    </a:ext>
                  </a:extLst>
                </a:gridCol>
                <a:gridCol w="557147">
                  <a:extLst>
                    <a:ext uri="{9D8B030D-6E8A-4147-A177-3AD203B41FA5}">
                      <a16:colId xmlns:a16="http://schemas.microsoft.com/office/drawing/2014/main" val="2851474774"/>
                    </a:ext>
                  </a:extLst>
                </a:gridCol>
                <a:gridCol w="557147">
                  <a:extLst>
                    <a:ext uri="{9D8B030D-6E8A-4147-A177-3AD203B41FA5}">
                      <a16:colId xmlns:a16="http://schemas.microsoft.com/office/drawing/2014/main" val="107595344"/>
                    </a:ext>
                  </a:extLst>
                </a:gridCol>
                <a:gridCol w="557147">
                  <a:extLst>
                    <a:ext uri="{9D8B030D-6E8A-4147-A177-3AD203B41FA5}">
                      <a16:colId xmlns:a16="http://schemas.microsoft.com/office/drawing/2014/main" val="1666999431"/>
                    </a:ext>
                  </a:extLst>
                </a:gridCol>
                <a:gridCol w="557147">
                  <a:extLst>
                    <a:ext uri="{9D8B030D-6E8A-4147-A177-3AD203B41FA5}">
                      <a16:colId xmlns:a16="http://schemas.microsoft.com/office/drawing/2014/main" val="3696607442"/>
                    </a:ext>
                  </a:extLst>
                </a:gridCol>
                <a:gridCol w="557147">
                  <a:extLst>
                    <a:ext uri="{9D8B030D-6E8A-4147-A177-3AD203B41FA5}">
                      <a16:colId xmlns:a16="http://schemas.microsoft.com/office/drawing/2014/main" val="223989776"/>
                    </a:ext>
                  </a:extLst>
                </a:gridCol>
                <a:gridCol w="557147">
                  <a:extLst>
                    <a:ext uri="{9D8B030D-6E8A-4147-A177-3AD203B41FA5}">
                      <a16:colId xmlns:a16="http://schemas.microsoft.com/office/drawing/2014/main" val="124731204"/>
                    </a:ext>
                  </a:extLst>
                </a:gridCol>
                <a:gridCol w="557147">
                  <a:extLst>
                    <a:ext uri="{9D8B030D-6E8A-4147-A177-3AD203B41FA5}">
                      <a16:colId xmlns:a16="http://schemas.microsoft.com/office/drawing/2014/main" val="3066978585"/>
                    </a:ext>
                  </a:extLst>
                </a:gridCol>
                <a:gridCol w="557147">
                  <a:extLst>
                    <a:ext uri="{9D8B030D-6E8A-4147-A177-3AD203B41FA5}">
                      <a16:colId xmlns:a16="http://schemas.microsoft.com/office/drawing/2014/main" val="1064917641"/>
                    </a:ext>
                  </a:extLst>
                </a:gridCol>
                <a:gridCol w="557147">
                  <a:extLst>
                    <a:ext uri="{9D8B030D-6E8A-4147-A177-3AD203B41FA5}">
                      <a16:colId xmlns:a16="http://schemas.microsoft.com/office/drawing/2014/main" val="4221117315"/>
                    </a:ext>
                  </a:extLst>
                </a:gridCol>
                <a:gridCol w="557147">
                  <a:extLst>
                    <a:ext uri="{9D8B030D-6E8A-4147-A177-3AD203B41FA5}">
                      <a16:colId xmlns:a16="http://schemas.microsoft.com/office/drawing/2014/main" val="3266065341"/>
                    </a:ext>
                  </a:extLst>
                </a:gridCol>
                <a:gridCol w="557147">
                  <a:extLst>
                    <a:ext uri="{9D8B030D-6E8A-4147-A177-3AD203B41FA5}">
                      <a16:colId xmlns:a16="http://schemas.microsoft.com/office/drawing/2014/main" val="2374051224"/>
                    </a:ext>
                  </a:extLst>
                </a:gridCol>
                <a:gridCol w="557147">
                  <a:extLst>
                    <a:ext uri="{9D8B030D-6E8A-4147-A177-3AD203B41FA5}">
                      <a16:colId xmlns:a16="http://schemas.microsoft.com/office/drawing/2014/main" val="1840388365"/>
                    </a:ext>
                  </a:extLst>
                </a:gridCol>
                <a:gridCol w="557147">
                  <a:extLst>
                    <a:ext uri="{9D8B030D-6E8A-4147-A177-3AD203B41FA5}">
                      <a16:colId xmlns:a16="http://schemas.microsoft.com/office/drawing/2014/main" val="267750830"/>
                    </a:ext>
                  </a:extLst>
                </a:gridCol>
                <a:gridCol w="557147">
                  <a:extLst>
                    <a:ext uri="{9D8B030D-6E8A-4147-A177-3AD203B41FA5}">
                      <a16:colId xmlns:a16="http://schemas.microsoft.com/office/drawing/2014/main" val="3966469970"/>
                    </a:ext>
                  </a:extLst>
                </a:gridCol>
                <a:gridCol w="557147">
                  <a:extLst>
                    <a:ext uri="{9D8B030D-6E8A-4147-A177-3AD203B41FA5}">
                      <a16:colId xmlns:a16="http://schemas.microsoft.com/office/drawing/2014/main" val="2522973146"/>
                    </a:ext>
                  </a:extLst>
                </a:gridCol>
                <a:gridCol w="557147">
                  <a:extLst>
                    <a:ext uri="{9D8B030D-6E8A-4147-A177-3AD203B41FA5}">
                      <a16:colId xmlns:a16="http://schemas.microsoft.com/office/drawing/2014/main" val="3852236956"/>
                    </a:ext>
                  </a:extLst>
                </a:gridCol>
                <a:gridCol w="557147">
                  <a:extLst>
                    <a:ext uri="{9D8B030D-6E8A-4147-A177-3AD203B41FA5}">
                      <a16:colId xmlns:a16="http://schemas.microsoft.com/office/drawing/2014/main" val="2684703990"/>
                    </a:ext>
                  </a:extLst>
                </a:gridCol>
                <a:gridCol w="557147">
                  <a:extLst>
                    <a:ext uri="{9D8B030D-6E8A-4147-A177-3AD203B41FA5}">
                      <a16:colId xmlns:a16="http://schemas.microsoft.com/office/drawing/2014/main" val="493228184"/>
                    </a:ext>
                  </a:extLst>
                </a:gridCol>
                <a:gridCol w="557147">
                  <a:extLst>
                    <a:ext uri="{9D8B030D-6E8A-4147-A177-3AD203B41FA5}">
                      <a16:colId xmlns:a16="http://schemas.microsoft.com/office/drawing/2014/main" val="1381913138"/>
                    </a:ext>
                  </a:extLst>
                </a:gridCol>
                <a:gridCol w="557147">
                  <a:extLst>
                    <a:ext uri="{9D8B030D-6E8A-4147-A177-3AD203B41FA5}">
                      <a16:colId xmlns:a16="http://schemas.microsoft.com/office/drawing/2014/main" val="2981130253"/>
                    </a:ext>
                  </a:extLst>
                </a:gridCol>
              </a:tblGrid>
              <a:tr h="259080">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2022</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solidFill>
                          <a:schemeClr val="bg1"/>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2023</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2024</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2025</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2026</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2027</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426720">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Q1</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Q1</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722476245"/>
                  </a:ext>
                </a:extLst>
              </a:tr>
            </a:tbl>
          </a:graphicData>
        </a:graphic>
      </p:graphicFrame>
      <p:sp>
        <p:nvSpPr>
          <p:cNvPr id="50" name="Isosceles Triangle 49"/>
          <p:cNvSpPr/>
          <p:nvPr/>
        </p:nvSpPr>
        <p:spPr>
          <a:xfrm rot="16200000" flipH="1">
            <a:off x="-196097" y="1273616"/>
            <a:ext cx="648393" cy="227349"/>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899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51" name="Isosceles Triangle 50"/>
          <p:cNvSpPr/>
          <p:nvPr/>
        </p:nvSpPr>
        <p:spPr>
          <a:xfrm rot="5400000">
            <a:off x="11730582" y="1254664"/>
            <a:ext cx="648393" cy="227349"/>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899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44" name="TextBox 43"/>
          <p:cNvSpPr txBox="1"/>
          <p:nvPr/>
        </p:nvSpPr>
        <p:spPr>
          <a:xfrm>
            <a:off x="5165" y="1921837"/>
            <a:ext cx="572911" cy="328423"/>
          </a:xfrm>
          <a:prstGeom prst="rect">
            <a:avLst/>
          </a:prstGeom>
          <a:noFill/>
          <a:ln>
            <a:solidFill>
              <a:schemeClr val="accent1"/>
            </a:solidFill>
          </a:ln>
        </p:spPr>
        <p:txBody>
          <a:bodyPr wrap="square" lIns="0" tIns="0" rIns="0" bIns="0" rtlCol="0">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Ph3-1305.14</a:t>
            </a:r>
          </a:p>
        </p:txBody>
      </p:sp>
      <p:sp>
        <p:nvSpPr>
          <p:cNvPr id="45" name="TextBox 44"/>
          <p:cNvSpPr txBox="1"/>
          <p:nvPr/>
        </p:nvSpPr>
        <p:spPr>
          <a:xfrm>
            <a:off x="33122" y="4039274"/>
            <a:ext cx="619207" cy="328423"/>
          </a:xfrm>
          <a:prstGeom prst="rect">
            <a:avLst/>
          </a:prstGeom>
          <a:noFill/>
          <a:ln>
            <a:solidFill>
              <a:schemeClr val="accent1"/>
            </a:solidFill>
          </a:ln>
        </p:spPr>
        <p:txBody>
          <a:bodyPr wrap="square" lIns="0" tIns="0" rIns="0" bIns="0" rtlCol="0">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Ph3-</a:t>
            </a:r>
          </a:p>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1305.14</a:t>
            </a:r>
          </a:p>
        </p:txBody>
      </p:sp>
      <p:sp>
        <p:nvSpPr>
          <p:cNvPr id="46" name="OTLSHAPE_T_e17f3958430f4cff8650518c93c7635e_Shape">
            <a:extLst>
              <a:ext uri="{FF2B5EF4-FFF2-40B4-BE49-F238E27FC236}">
                <a16:creationId xmlns:a16="http://schemas.microsoft.com/office/drawing/2014/main" id="{B4E8BEE0-0EB3-40D8-9AA2-B2BC6D502A8C}"/>
              </a:ext>
            </a:extLst>
          </p:cNvPr>
          <p:cNvSpPr/>
          <p:nvPr>
            <p:custDataLst>
              <p:tags r:id="rId2"/>
            </p:custDataLst>
          </p:nvPr>
        </p:nvSpPr>
        <p:spPr bwMode="auto">
          <a:xfrm>
            <a:off x="1912685" y="1967416"/>
            <a:ext cx="1561459" cy="256032"/>
          </a:xfrm>
          <a:prstGeom prst="roundRect">
            <a:avLst/>
          </a:prstGeom>
          <a:solidFill>
            <a:srgbClr val="CDE2E5"/>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8990" rtl="0" eaLnBrk="0" fontAlgn="base" latinLnBrk="0" hangingPunct="0">
              <a:lnSpc>
                <a:spcPct val="100000"/>
              </a:lnSpc>
              <a:spcBef>
                <a:spcPct val="0"/>
              </a:spcBef>
              <a:spcAft>
                <a:spcPct val="0"/>
              </a:spcAft>
              <a:buClrTx/>
              <a:buSzTx/>
              <a:buFontTx/>
              <a:buNone/>
              <a:tabLst/>
              <a:defRPr/>
            </a:pPr>
            <a:endParaRPr kumimoji="0" lang="zh-CN" altLang="en-US" sz="10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47" name="Star: 4 Points 143">
            <a:extLst>
              <a:ext uri="{FF2B5EF4-FFF2-40B4-BE49-F238E27FC236}">
                <a16:creationId xmlns:a16="http://schemas.microsoft.com/office/drawing/2014/main" id="{B361C849-6669-4EC4-A9AD-EB1BCC463147}"/>
              </a:ext>
            </a:extLst>
          </p:cNvPr>
          <p:cNvSpPr/>
          <p:nvPr/>
        </p:nvSpPr>
        <p:spPr bwMode="auto">
          <a:xfrm>
            <a:off x="1809973" y="2139105"/>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41"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53" name="Rectangle 52"/>
          <p:cNvSpPr/>
          <p:nvPr/>
        </p:nvSpPr>
        <p:spPr>
          <a:xfrm>
            <a:off x="1734815" y="2243401"/>
            <a:ext cx="365805" cy="246221"/>
          </a:xfrm>
          <a:prstGeom prst="rect">
            <a:avLst/>
          </a:prstGeom>
        </p:spPr>
        <p:txBody>
          <a:bodyPr wrap="none">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FSS</a:t>
            </a:r>
            <a:endParaRPr kumimoji="0" lang="zh-CN" altLang="en-US" sz="10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58" name="OTLSHAPE_T_e17f3958430f4cff8650518c93c7635e_StartDate">
            <a:extLst>
              <a:ext uri="{FF2B5EF4-FFF2-40B4-BE49-F238E27FC236}">
                <a16:creationId xmlns:a16="http://schemas.microsoft.com/office/drawing/2014/main" id="{9224C17E-1AA1-4096-A3FD-25D6FD8BA444}"/>
              </a:ext>
            </a:extLst>
          </p:cNvPr>
          <p:cNvSpPr txBox="1"/>
          <p:nvPr>
            <p:custDataLst>
              <p:tags r:id="rId3"/>
            </p:custDataLst>
          </p:nvPr>
        </p:nvSpPr>
        <p:spPr>
          <a:xfrm>
            <a:off x="6279637" y="2324306"/>
            <a:ext cx="682623" cy="143565"/>
          </a:xfrm>
          <a:prstGeom prst="rect">
            <a:avLst/>
          </a:prstGeom>
          <a:noFill/>
        </p:spPr>
        <p:txBody>
          <a:bodyPr vert="horz" wrap="square" lIns="0" tIns="0" rIns="0" bIns="0" rtlCol="0" anchor="ctr" anchorCtr="0">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Dec 2024</a:t>
            </a:r>
            <a:endParaRPr kumimoji="0" lang="zh-CN" altLang="en-US" sz="933"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59" name="OTLSHAPE_T_5a934a26f311425e8ebaa0f45e6533ad_Shape">
            <a:extLst>
              <a:ext uri="{FF2B5EF4-FFF2-40B4-BE49-F238E27FC236}">
                <a16:creationId xmlns:a16="http://schemas.microsoft.com/office/drawing/2014/main" id="{A1E70551-578A-4B35-ACAC-04BA6E603952}"/>
              </a:ext>
            </a:extLst>
          </p:cNvPr>
          <p:cNvSpPr/>
          <p:nvPr>
            <p:custDataLst>
              <p:tags r:id="rId4"/>
            </p:custDataLst>
          </p:nvPr>
        </p:nvSpPr>
        <p:spPr bwMode="auto">
          <a:xfrm>
            <a:off x="2386887" y="4070685"/>
            <a:ext cx="1101580" cy="256032"/>
          </a:xfrm>
          <a:prstGeom prst="roundRect">
            <a:avLst/>
          </a:prstGeom>
          <a:solidFill>
            <a:srgbClr val="CDE2E5"/>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8990" rtl="0" eaLnBrk="0" fontAlgn="base" latinLnBrk="0" hangingPunct="0">
              <a:lnSpc>
                <a:spcPct val="100000"/>
              </a:lnSpc>
              <a:spcBef>
                <a:spcPct val="0"/>
              </a:spcBef>
              <a:spcAft>
                <a:spcPct val="0"/>
              </a:spcAft>
              <a:buClrTx/>
              <a:buSzTx/>
              <a:buFontTx/>
              <a:buNone/>
              <a:tabLst/>
              <a:defRPr/>
            </a:pPr>
            <a:endParaRPr kumimoji="0" lang="en-US" altLang="zh-CN" sz="10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60" name="OTLSHAPE_T_e17f3958430f4cff8650518c93c7635e_StartDate">
            <a:extLst>
              <a:ext uri="{FF2B5EF4-FFF2-40B4-BE49-F238E27FC236}">
                <a16:creationId xmlns:a16="http://schemas.microsoft.com/office/drawing/2014/main" id="{9224C17E-1AA1-4096-A3FD-25D6FD8BA444}"/>
              </a:ext>
            </a:extLst>
          </p:cNvPr>
          <p:cNvSpPr txBox="1"/>
          <p:nvPr>
            <p:custDataLst>
              <p:tags r:id="rId5"/>
            </p:custDataLst>
          </p:nvPr>
        </p:nvSpPr>
        <p:spPr>
          <a:xfrm>
            <a:off x="2218417" y="4055136"/>
            <a:ext cx="1153931" cy="287130"/>
          </a:xfrm>
          <a:prstGeom prst="rect">
            <a:avLst/>
          </a:prstGeom>
          <a:noFill/>
        </p:spPr>
        <p:txBody>
          <a:bodyPr vert="horz" wrap="square" lIns="0" tIns="0" rIns="0" bIns="0" rtlCol="0" anchor="ctr" anchorCtr="0">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 CN ML N=97</a:t>
            </a:r>
          </a:p>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 TW: N=22</a:t>
            </a:r>
            <a:endParaRPr kumimoji="0" lang="en-US" altLang="zh-CN" sz="933" b="1" i="0" u="none" strike="noStrike" kern="1200" cap="none" spc="0" normalizeH="0" baseline="0" noProof="0">
              <a:ln>
                <a:noFill/>
              </a:ln>
              <a:solidFill>
                <a:srgbClr val="FF0000"/>
              </a:solidFill>
              <a:effectLst/>
              <a:uLnTx/>
              <a:uFillTx/>
              <a:latin typeface="Calibri" panose="020F0502020204030204" pitchFamily="34" charset="0"/>
              <a:ea typeface="+mn-ea"/>
              <a:cs typeface="Calibri" panose="020F0502020204030204" pitchFamily="34" charset="0"/>
            </a:endParaRPr>
          </a:p>
        </p:txBody>
      </p:sp>
      <p:sp>
        <p:nvSpPr>
          <p:cNvPr id="61" name="TextBox 25"/>
          <p:cNvSpPr txBox="1"/>
          <p:nvPr/>
        </p:nvSpPr>
        <p:spPr>
          <a:xfrm>
            <a:off x="27035" y="5926930"/>
            <a:ext cx="619207" cy="328423"/>
          </a:xfrm>
          <a:prstGeom prst="rect">
            <a:avLst/>
          </a:prstGeom>
          <a:noFill/>
          <a:ln>
            <a:solidFill>
              <a:schemeClr val="accent1"/>
            </a:solidFill>
          </a:ln>
        </p:spPr>
        <p:txBody>
          <a:bodyPr wrap="square" lIns="0" tIns="0" rIns="0" bIns="0" rtlCol="0">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China PK 1305.24</a:t>
            </a:r>
          </a:p>
        </p:txBody>
      </p:sp>
      <p:sp>
        <p:nvSpPr>
          <p:cNvPr id="73" name="OTLSHAPE_T_e17f3958430f4cff8650518c93c7635e_StartDate">
            <a:extLst>
              <a:ext uri="{FF2B5EF4-FFF2-40B4-BE49-F238E27FC236}">
                <a16:creationId xmlns:a16="http://schemas.microsoft.com/office/drawing/2014/main" id="{9224C17E-1AA1-4096-A3FD-25D6FD8BA444}"/>
              </a:ext>
            </a:extLst>
          </p:cNvPr>
          <p:cNvSpPr txBox="1"/>
          <p:nvPr>
            <p:custDataLst>
              <p:tags r:id="rId6"/>
            </p:custDataLst>
          </p:nvPr>
        </p:nvSpPr>
        <p:spPr>
          <a:xfrm>
            <a:off x="1835755" y="2014345"/>
            <a:ext cx="1570228" cy="138499"/>
          </a:xfrm>
          <a:prstGeom prst="rect">
            <a:avLst/>
          </a:prstGeom>
          <a:noFill/>
        </p:spPr>
        <p:txBody>
          <a:bodyPr vert="horz" wrap="square" lIns="0" tIns="0" rIns="0" bIns="0" rtlCol="0" anchor="ctr" anchorCtr="0">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IPF N=1077</a:t>
            </a:r>
          </a:p>
        </p:txBody>
      </p:sp>
      <p:sp>
        <p:nvSpPr>
          <p:cNvPr id="74" name="Rectangle 37"/>
          <p:cNvSpPr/>
          <p:nvPr/>
        </p:nvSpPr>
        <p:spPr>
          <a:xfrm>
            <a:off x="6968253" y="1956939"/>
            <a:ext cx="925720" cy="276999"/>
          </a:xfrm>
          <a:prstGeom prst="rect">
            <a:avLst/>
          </a:prstGeom>
          <a:noFill/>
        </p:spPr>
        <p:txBody>
          <a:bodyPr vert="horz" wrap="square" lIns="0" tIns="0" rIns="0" bIns="0" rtlCol="0" anchor="ctr" anchorCtr="0">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US NDA Sub </a:t>
            </a:r>
          </a:p>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7 Feb 2025</a:t>
            </a:r>
            <a:endParaRPr kumimoji="0" lang="zh-CN" altLang="en-US"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76" name="Rectangle 37"/>
          <p:cNvSpPr/>
          <p:nvPr/>
        </p:nvSpPr>
        <p:spPr>
          <a:xfrm>
            <a:off x="8322359" y="1956939"/>
            <a:ext cx="1356487" cy="276999"/>
          </a:xfrm>
          <a:prstGeom prst="rect">
            <a:avLst/>
          </a:prstGeom>
          <a:noFill/>
        </p:spPr>
        <p:txBody>
          <a:bodyPr vert="horz" wrap="square" lIns="0" tIns="0" rIns="0" bIns="0" rtlCol="0" anchor="ctr" anchorCtr="0">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US NDA appr.</a:t>
            </a:r>
          </a:p>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7 Oct 2025</a:t>
            </a:r>
            <a:endParaRPr kumimoji="0" lang="zh-CN" altLang="en-US"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82" name="OTLSHAPE_T_e17f3958430f4cff8650518c93c7635e_Shape">
            <a:extLst>
              <a:ext uri="{FF2B5EF4-FFF2-40B4-BE49-F238E27FC236}">
                <a16:creationId xmlns:a16="http://schemas.microsoft.com/office/drawing/2014/main" id="{BB8CA441-CAF3-49DE-9132-10328C7407DA}"/>
              </a:ext>
            </a:extLst>
          </p:cNvPr>
          <p:cNvSpPr/>
          <p:nvPr>
            <p:custDataLst>
              <p:tags r:id="rId7"/>
            </p:custDataLst>
          </p:nvPr>
        </p:nvSpPr>
        <p:spPr bwMode="auto">
          <a:xfrm>
            <a:off x="7293599" y="4070686"/>
            <a:ext cx="1429783" cy="233066"/>
          </a:xfrm>
          <a:prstGeom prst="round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8990" rtl="0" eaLnBrk="0" fontAlgn="base" latinLnBrk="0" hangingPunct="0">
              <a:lnSpc>
                <a:spcPct val="100000"/>
              </a:lnSpc>
              <a:spcBef>
                <a:spcPct val="0"/>
              </a:spcBef>
              <a:spcAft>
                <a:spcPct val="0"/>
              </a:spcAft>
              <a:buClrTx/>
              <a:buSzTx/>
              <a:buFontTx/>
              <a:buNone/>
              <a:tabLst/>
              <a:defRPr/>
            </a:pPr>
            <a:r>
              <a:rPr kumimoji="0" lang="en-US" altLang="zh-CN" sz="867"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NDA review for IPF</a:t>
            </a:r>
            <a:endParaRPr kumimoji="0" lang="zh-CN" altLang="en-US" sz="867"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83" name="Rectangle 37"/>
          <p:cNvSpPr/>
          <p:nvPr/>
        </p:nvSpPr>
        <p:spPr>
          <a:xfrm>
            <a:off x="6948878" y="4337255"/>
            <a:ext cx="649537" cy="221536"/>
          </a:xfrm>
          <a:prstGeom prst="rect">
            <a:avLst/>
          </a:prstGeom>
        </p:spPr>
        <p:txBody>
          <a:bodyPr wrap="none">
            <a:spAutoFit/>
          </a:bodyPr>
          <a:lstStyle/>
          <a:p>
            <a:pPr marL="0" marR="0" lvl="0" indent="0" algn="ctr" defTabSz="1218990" rtl="0" eaLnBrk="1" fontAlgn="auto" latinLnBrk="0" hangingPunct="1">
              <a:lnSpc>
                <a:spcPct val="9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NDA Sub </a:t>
            </a:r>
          </a:p>
        </p:txBody>
      </p:sp>
      <p:sp>
        <p:nvSpPr>
          <p:cNvPr id="85" name="Rectangle 37"/>
          <p:cNvSpPr/>
          <p:nvPr/>
        </p:nvSpPr>
        <p:spPr>
          <a:xfrm>
            <a:off x="8558308" y="4326065"/>
            <a:ext cx="713657" cy="221536"/>
          </a:xfrm>
          <a:prstGeom prst="rect">
            <a:avLst/>
          </a:prstGeom>
        </p:spPr>
        <p:txBody>
          <a:bodyPr wrap="none">
            <a:spAutoFit/>
          </a:bodyPr>
          <a:lstStyle/>
          <a:p>
            <a:pPr marL="0" marR="0" lvl="0" indent="0" algn="ctr" defTabSz="1218990" rtl="0" eaLnBrk="1" fontAlgn="auto" latinLnBrk="0" hangingPunct="1">
              <a:lnSpc>
                <a:spcPct val="9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NDA Appr.</a:t>
            </a:r>
            <a:endParaRPr kumimoji="0" lang="zh-CN" altLang="en-US" sz="933"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87" name="OTLSHAPE_M_39ea6ebc19a94c9fab6ef5006c31df58_Shape">
            <a:extLst>
              <a:ext uri="{FF2B5EF4-FFF2-40B4-BE49-F238E27FC236}">
                <a16:creationId xmlns:a16="http://schemas.microsoft.com/office/drawing/2014/main" id="{A0625694-4FCE-4EE7-92E6-C9D58783651F}"/>
              </a:ext>
            </a:extLst>
          </p:cNvPr>
          <p:cNvSpPr/>
          <p:nvPr>
            <p:custDataLst>
              <p:tags r:id="rId8"/>
            </p:custDataLst>
          </p:nvPr>
        </p:nvSpPr>
        <p:spPr bwMode="auto">
          <a:xfrm rot="16200000">
            <a:off x="7278057" y="4300977"/>
            <a:ext cx="99631"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marL="0" marR="0" lvl="0" indent="0" algn="l" defTabSz="914241" rtl="0" eaLnBrk="0" fontAlgn="base" latinLnBrk="0" hangingPunct="0">
              <a:lnSpc>
                <a:spcPct val="100000"/>
              </a:lnSpc>
              <a:spcBef>
                <a:spcPct val="0"/>
              </a:spcBef>
              <a:spcAft>
                <a:spcPct val="0"/>
              </a:spcAft>
              <a:buClrTx/>
              <a:buSzTx/>
              <a:buFontTx/>
              <a:buNone/>
              <a:tabLst/>
              <a:defRPr/>
            </a:pPr>
            <a:endParaRPr kumimoji="0" lang="zh-CN" altLang="en-US" sz="36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88" name="五角星 55"/>
          <p:cNvSpPr>
            <a:spLocks noChangeAspect="1"/>
          </p:cNvSpPr>
          <p:nvPr/>
        </p:nvSpPr>
        <p:spPr bwMode="auto">
          <a:xfrm>
            <a:off x="8648365" y="4246173"/>
            <a:ext cx="146125" cy="128492"/>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marL="0" marR="0" lvl="0" indent="0" algn="l" defTabSz="1218990" rtl="0" eaLnBrk="0" fontAlgn="auto" latinLnBrk="0" hangingPunct="0">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FF0000"/>
              </a:solidFill>
              <a:effectLst/>
              <a:uLnTx/>
              <a:uFillTx/>
              <a:latin typeface="BISansOpti"/>
              <a:ea typeface="+mn-ea"/>
              <a:cs typeface="+mn-cs"/>
            </a:endParaRPr>
          </a:p>
        </p:txBody>
      </p:sp>
      <p:sp>
        <p:nvSpPr>
          <p:cNvPr id="91" name="Freeform: Shape 152">
            <a:extLst>
              <a:ext uri="{FF2B5EF4-FFF2-40B4-BE49-F238E27FC236}">
                <a16:creationId xmlns:a16="http://schemas.microsoft.com/office/drawing/2014/main" id="{808EC121-D3B7-4E05-908F-C8EFBD0CB71E}"/>
              </a:ext>
            </a:extLst>
          </p:cNvPr>
          <p:cNvSpPr/>
          <p:nvPr/>
        </p:nvSpPr>
        <p:spPr bwMode="auto">
          <a:xfrm>
            <a:off x="33227" y="3657552"/>
            <a:ext cx="1030308" cy="254541"/>
          </a:xfrm>
          <a:custGeom>
            <a:avLst/>
            <a:gdLst>
              <a:gd name="connsiteX0" fmla="*/ 95453 w 852935"/>
              <a:gd name="connsiteY0" fmla="*/ 0 h 190906"/>
              <a:gd name="connsiteX1" fmla="*/ 852935 w 852935"/>
              <a:gd name="connsiteY1" fmla="*/ 0 h 190906"/>
              <a:gd name="connsiteX2" fmla="*/ 852935 w 852935"/>
              <a:gd name="connsiteY2" fmla="*/ 190906 h 190906"/>
              <a:gd name="connsiteX3" fmla="*/ 95453 w 852935"/>
              <a:gd name="connsiteY3" fmla="*/ 190906 h 190906"/>
              <a:gd name="connsiteX4" fmla="*/ 0 w 852935"/>
              <a:gd name="connsiteY4" fmla="*/ 95453 h 190906"/>
              <a:gd name="connsiteX5" fmla="*/ 95453 w 852935"/>
              <a:gd name="connsiteY5" fmla="*/ 0 h 190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2935" h="190906">
                <a:moveTo>
                  <a:pt x="95453" y="0"/>
                </a:moveTo>
                <a:lnTo>
                  <a:pt x="852935" y="0"/>
                </a:lnTo>
                <a:lnTo>
                  <a:pt x="852935" y="190906"/>
                </a:lnTo>
                <a:lnTo>
                  <a:pt x="95453" y="190906"/>
                </a:lnTo>
                <a:cubicBezTo>
                  <a:pt x="42736" y="190906"/>
                  <a:pt x="0" y="148170"/>
                  <a:pt x="0" y="95453"/>
                </a:cubicBezTo>
                <a:cubicBezTo>
                  <a:pt x="0" y="42736"/>
                  <a:pt x="42736" y="0"/>
                  <a:pt x="95453" y="0"/>
                </a:cubicBezTo>
                <a:close/>
              </a:path>
            </a:pathLst>
          </a:custGeom>
          <a:solidFill>
            <a:srgbClr val="00467E"/>
          </a:solidFill>
          <a:ln w="9525" cap="flat" cmpd="sng" algn="ctr">
            <a:solidFill>
              <a:srgbClr val="00467E"/>
            </a:solidFill>
            <a:prstDash val="solid"/>
            <a:round/>
            <a:headEnd type="none" w="med" len="med"/>
            <a:tailEnd type="none" w="med" len="med"/>
          </a:ln>
          <a:effectLst/>
        </p:spPr>
        <p:txBody>
          <a:bodyPr vert="horz" wrap="square" lIns="487680" tIns="45720" rIns="91440" bIns="45720" numCol="1" rtlCol="0" anchor="ctr" anchorCtr="0" compatLnSpc="1">
            <a:prstTxWarp prst="textNoShape">
              <a:avLst/>
            </a:prstTxWarp>
            <a:noAutofit/>
          </a:bodyPr>
          <a:lstStyle/>
          <a:p>
            <a:pPr marL="0" marR="0" lvl="0" indent="0" algn="l" defTabSz="1218990" rtl="0" eaLnBrk="0" fontAlgn="base" latinLnBrk="0" hangingPunct="0">
              <a:lnSpc>
                <a:spcPct val="100000"/>
              </a:lnSpc>
              <a:spcBef>
                <a:spcPct val="0"/>
              </a:spcBef>
              <a:spcAft>
                <a:spcPct val="0"/>
              </a:spcAft>
              <a:buClrTx/>
              <a:buSzTx/>
              <a:buFontTx/>
              <a:buNone/>
              <a:tabLst/>
              <a:defRPr/>
            </a:pPr>
            <a:r>
              <a:rPr kumimoji="0" lang="en-US" altLang="zh-CN" sz="1100" b="1" i="0" u="none" strike="noStrike" kern="0" cap="none" spc="0" normalizeH="0" baseline="0" noProof="0">
                <a:ln>
                  <a:noFill/>
                </a:ln>
                <a:solidFill>
                  <a:srgbClr val="FFFFFF"/>
                </a:solidFill>
                <a:effectLst/>
                <a:uLnTx/>
                <a:uFillTx/>
                <a:latin typeface="BISans" panose="02000503040000020004"/>
                <a:ea typeface="+mn-ea"/>
                <a:cs typeface="Calibri" panose="020F0502020204030204" pitchFamily="34" charset="0"/>
              </a:rPr>
              <a:t>China</a:t>
            </a:r>
            <a:endParaRPr kumimoji="0" lang="zh-CN" altLang="en-US" sz="1100" b="1" i="0" u="none" strike="noStrike" kern="0" cap="none" spc="0" normalizeH="0" baseline="0" noProof="0">
              <a:ln>
                <a:noFill/>
              </a:ln>
              <a:solidFill>
                <a:srgbClr val="FFFFFF"/>
              </a:solidFill>
              <a:effectLst/>
              <a:uLnTx/>
              <a:uFillTx/>
              <a:latin typeface="BISans" panose="02000503040000020004"/>
              <a:ea typeface="+mn-ea"/>
              <a:cs typeface="Calibri" panose="020F0502020204030204" pitchFamily="34" charset="0"/>
            </a:endParaRPr>
          </a:p>
        </p:txBody>
      </p:sp>
      <p:sp>
        <p:nvSpPr>
          <p:cNvPr id="92" name="Oval 134">
            <a:extLst>
              <a:ext uri="{FF2B5EF4-FFF2-40B4-BE49-F238E27FC236}">
                <a16:creationId xmlns:a16="http://schemas.microsoft.com/office/drawing/2014/main" id="{FEFADB89-8F35-407D-93F6-37544172D655}"/>
              </a:ext>
            </a:extLst>
          </p:cNvPr>
          <p:cNvSpPr/>
          <p:nvPr/>
        </p:nvSpPr>
        <p:spPr>
          <a:xfrm>
            <a:off x="17404" y="3561212"/>
            <a:ext cx="447229" cy="447229"/>
          </a:xfrm>
          <a:prstGeom prst="ellipse">
            <a:avLst/>
          </a:prstGeom>
          <a:solidFill>
            <a:schemeClr val="bg1"/>
          </a:solidFill>
          <a:ln w="12700">
            <a:noFill/>
          </a:ln>
          <a:effectLst>
            <a:outerShdw blurRad="38100" sx="102000" sy="102000" algn="ctr"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marL="0" marR="0" lvl="0" indent="0" algn="l" defTabSz="121899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FFFFFF"/>
              </a:solidFill>
              <a:effectLst/>
              <a:uLnTx/>
              <a:uFillTx/>
              <a:latin typeface="BISans" panose="02000503040000020004"/>
              <a:ea typeface="+mn-ea"/>
              <a:cs typeface="+mn-cs"/>
            </a:endParaRPr>
          </a:p>
        </p:txBody>
      </p:sp>
      <p:pic>
        <p:nvPicPr>
          <p:cNvPr id="94" name="Picture 2" descr="Image result for China flag circle png">
            <a:extLst>
              <a:ext uri="{FF2B5EF4-FFF2-40B4-BE49-F238E27FC236}">
                <a16:creationId xmlns:a16="http://schemas.microsoft.com/office/drawing/2014/main" id="{5D0DAFC1-B389-482F-96F8-F1B93ED1C479}"/>
              </a:ext>
            </a:extLst>
          </p:cNvPr>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53626" y="3597428"/>
            <a:ext cx="374799" cy="374797"/>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p:cNvPicPr>
            <a:picLocks noChangeAspect="1"/>
          </p:cNvPicPr>
          <p:nvPr/>
        </p:nvPicPr>
        <p:blipFill>
          <a:blip r:embed="rId43"/>
          <a:stretch>
            <a:fillRect/>
          </a:stretch>
        </p:blipFill>
        <p:spPr>
          <a:xfrm>
            <a:off x="-84702" y="1642166"/>
            <a:ext cx="854956" cy="418383"/>
          </a:xfrm>
          <a:prstGeom prst="rect">
            <a:avLst/>
          </a:prstGeom>
        </p:spPr>
      </p:pic>
      <p:sp>
        <p:nvSpPr>
          <p:cNvPr id="99" name="OTLSHAPE_T_e17f3958430f4cff8650518c93c7635e_Shape">
            <a:extLst>
              <a:ext uri="{FF2B5EF4-FFF2-40B4-BE49-F238E27FC236}">
                <a16:creationId xmlns:a16="http://schemas.microsoft.com/office/drawing/2014/main" id="{5049FDD9-83E6-4A4F-8AB0-B6468EF67093}"/>
              </a:ext>
            </a:extLst>
          </p:cNvPr>
          <p:cNvSpPr/>
          <p:nvPr>
            <p:custDataLst>
              <p:tags r:id="rId9"/>
            </p:custDataLst>
          </p:nvPr>
        </p:nvSpPr>
        <p:spPr bwMode="auto">
          <a:xfrm>
            <a:off x="1319503" y="4070685"/>
            <a:ext cx="1066332" cy="256032"/>
          </a:xfrm>
          <a:prstGeom prst="roundRect">
            <a:avLst>
              <a:gd name="adj" fmla="val 16667"/>
            </a:avLst>
          </a:prstGeom>
          <a:solidFill>
            <a:srgbClr val="E3DFEF"/>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8990" rtl="0" eaLnBrk="0" fontAlgn="base" latinLnBrk="0" hangingPunct="0">
              <a:lnSpc>
                <a:spcPct val="100000"/>
              </a:lnSpc>
              <a:spcBef>
                <a:spcPct val="0"/>
              </a:spcBef>
              <a:spcAft>
                <a:spcPct val="0"/>
              </a:spcAft>
              <a:buClrTx/>
              <a:buSzTx/>
              <a:buFontTx/>
              <a:buNone/>
              <a:tabLst/>
              <a:defRPr/>
            </a:pPr>
            <a:r>
              <a:rPr kumimoji="0" lang="en-US" altLang="zh-CN" sz="7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CTA Review + EC + HGRAC + 1</a:t>
            </a:r>
            <a:r>
              <a:rPr kumimoji="0" lang="en-US" altLang="zh-CN" sz="700" b="1" i="0" u="none" strike="noStrike" kern="1200" cap="none" spc="0" normalizeH="0" baseline="30000" noProof="0">
                <a:ln>
                  <a:noFill/>
                </a:ln>
                <a:solidFill>
                  <a:srgbClr val="000000"/>
                </a:solidFill>
                <a:effectLst/>
                <a:uLnTx/>
                <a:uFillTx/>
                <a:latin typeface="Calibri" panose="020F0502020204030204" pitchFamily="34" charset="0"/>
                <a:ea typeface="+mn-ea"/>
                <a:cs typeface="Calibri" panose="020F0502020204030204" pitchFamily="34" charset="0"/>
              </a:rPr>
              <a:t>st</a:t>
            </a:r>
            <a:r>
              <a:rPr kumimoji="0" lang="en-US" altLang="zh-CN" sz="7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 SIV (5.5 M)</a:t>
            </a:r>
            <a:endParaRPr kumimoji="0" lang="zh-CN" altLang="en-US" sz="7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04" name="OTLSHAPE_T_e17f3958430f4cff8650518c93c7635e_StartDate">
            <a:extLst>
              <a:ext uri="{FF2B5EF4-FFF2-40B4-BE49-F238E27FC236}">
                <a16:creationId xmlns:a16="http://schemas.microsoft.com/office/drawing/2014/main" id="{58012D24-2A78-4B92-BDFA-20F74DD93256}"/>
              </a:ext>
            </a:extLst>
          </p:cNvPr>
          <p:cNvSpPr txBox="1"/>
          <p:nvPr>
            <p:custDataLst>
              <p:tags r:id="rId10"/>
            </p:custDataLst>
          </p:nvPr>
        </p:nvSpPr>
        <p:spPr>
          <a:xfrm>
            <a:off x="1799859" y="3917453"/>
            <a:ext cx="1153932" cy="143565"/>
          </a:xfrm>
          <a:prstGeom prst="rect">
            <a:avLst/>
          </a:prstGeom>
          <a:noFill/>
        </p:spPr>
        <p:txBody>
          <a:bodyPr vert="horz" wrap="square" lIns="0" tIns="0" rIns="0" bIns="0" rtlCol="0" anchor="ctr" anchorCtr="0">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Dec2022</a:t>
            </a:r>
            <a:endParaRPr kumimoji="0" lang="zh-CN" altLang="en-US" sz="933"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105" name="OTLSHAPE_M_39ea6ebc19a94c9fab6ef5006c31df58_Title">
            <a:extLst>
              <a:ext uri="{FF2B5EF4-FFF2-40B4-BE49-F238E27FC236}">
                <a16:creationId xmlns:a16="http://schemas.microsoft.com/office/drawing/2014/main" id="{1D0ED006-D44E-4D1C-8839-8F7897971E09}"/>
              </a:ext>
            </a:extLst>
          </p:cNvPr>
          <p:cNvSpPr txBox="1"/>
          <p:nvPr>
            <p:custDataLst>
              <p:tags r:id="rId11"/>
            </p:custDataLst>
          </p:nvPr>
        </p:nvSpPr>
        <p:spPr>
          <a:xfrm>
            <a:off x="1129407" y="4398811"/>
            <a:ext cx="420116" cy="138499"/>
          </a:xfrm>
          <a:prstGeom prst="rect">
            <a:avLst/>
          </a:prstGeom>
          <a:noFill/>
        </p:spPr>
        <p:txBody>
          <a:bodyPr vert="horz" wrap="square" lIns="0" tIns="0" rIns="0" bIns="0" rtlCol="0" anchor="ctr" anchorCtr="0">
            <a:spAutoFit/>
          </a:bodyPr>
          <a:lstStyle>
            <a:defPPr>
              <a:defRPr lang="de-DE"/>
            </a:defPPr>
            <a:lvl1pPr marR="0" lvl="0" indent="0" algn="ctr" defTabSz="914355" fontAlgn="auto">
              <a:lnSpc>
                <a:spcPct val="100000"/>
              </a:lnSpc>
              <a:spcBef>
                <a:spcPts val="0"/>
              </a:spcBef>
              <a:spcAft>
                <a:spcPts val="0"/>
              </a:spcAft>
              <a:buClrTx/>
              <a:buSzTx/>
              <a:buFontTx/>
              <a:buNone/>
              <a:tabLst/>
              <a:defRPr kumimoji="0" sz="675" b="1" i="0" u="none" strike="noStrike" cap="none" spc="0" normalizeH="0" baseline="0">
                <a:ln>
                  <a:noFill/>
                </a:ln>
                <a:solidFill>
                  <a:srgbClr val="44546A"/>
                </a:solidFill>
                <a:effectLst/>
                <a:uLnTx/>
                <a:uFillTx/>
                <a:latin typeface="Calibri" panose="020F0502020204030204" pitchFamily="34" charset="0"/>
                <a:cs typeface="Calibri" panose="020F0502020204030204" pitchFamily="34" charset="0"/>
              </a:defRPr>
            </a:lvl1p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CTA Sub</a:t>
            </a:r>
            <a:endParaRPr kumimoji="0" lang="zh-CN" altLang="en-US"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106" name="Star: 4 Points 143">
            <a:extLst>
              <a:ext uri="{FF2B5EF4-FFF2-40B4-BE49-F238E27FC236}">
                <a16:creationId xmlns:a16="http://schemas.microsoft.com/office/drawing/2014/main" id="{78762943-3D50-4383-BC81-A892F9C28375}"/>
              </a:ext>
            </a:extLst>
          </p:cNvPr>
          <p:cNvSpPr/>
          <p:nvPr/>
        </p:nvSpPr>
        <p:spPr bwMode="auto">
          <a:xfrm>
            <a:off x="2287217" y="4212845"/>
            <a:ext cx="184243" cy="256032"/>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41"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07" name="Rectangle 106">
            <a:extLst>
              <a:ext uri="{FF2B5EF4-FFF2-40B4-BE49-F238E27FC236}">
                <a16:creationId xmlns:a16="http://schemas.microsoft.com/office/drawing/2014/main" id="{98BCD354-4B05-464E-948A-3F4AEFBB5BF8}"/>
              </a:ext>
            </a:extLst>
          </p:cNvPr>
          <p:cNvSpPr/>
          <p:nvPr/>
        </p:nvSpPr>
        <p:spPr>
          <a:xfrm>
            <a:off x="2143766" y="5001321"/>
            <a:ext cx="445956" cy="215444"/>
          </a:xfrm>
          <a:prstGeom prst="rect">
            <a:avLst/>
          </a:prstGeom>
        </p:spPr>
        <p:txBody>
          <a:bodyPr wrap="none">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mn-cs"/>
              </a:rPr>
              <a:t>1</a:t>
            </a:r>
            <a:r>
              <a:rPr kumimoji="0" lang="en-US" altLang="zh-CN" sz="800" b="1" i="0" u="none" strike="noStrike" kern="1200" cap="none" spc="0" normalizeH="0" baseline="30000" noProof="0">
                <a:ln>
                  <a:noFill/>
                </a:ln>
                <a:solidFill>
                  <a:srgbClr val="44546A"/>
                </a:solidFill>
                <a:effectLst/>
                <a:uLnTx/>
                <a:uFillTx/>
                <a:latin typeface="Calibri" panose="020F0502020204030204" pitchFamily="34" charset="0"/>
                <a:ea typeface="+mn-ea"/>
                <a:cs typeface="+mn-cs"/>
              </a:rPr>
              <a:t>st</a:t>
            </a: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mn-cs"/>
              </a:rPr>
              <a:t> SIV</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133" name="OTLSHAPE_T_e17f3958430f4cff8650518c93c7635e_StartDate">
            <a:extLst>
              <a:ext uri="{FF2B5EF4-FFF2-40B4-BE49-F238E27FC236}">
                <a16:creationId xmlns:a16="http://schemas.microsoft.com/office/drawing/2014/main" id="{E7356F44-C9B6-483B-BEA4-627D5EC02291}"/>
              </a:ext>
            </a:extLst>
          </p:cNvPr>
          <p:cNvSpPr txBox="1"/>
          <p:nvPr>
            <p:custDataLst>
              <p:tags r:id="rId12"/>
            </p:custDataLst>
          </p:nvPr>
        </p:nvSpPr>
        <p:spPr>
          <a:xfrm>
            <a:off x="921834" y="3917453"/>
            <a:ext cx="778311" cy="143565"/>
          </a:xfrm>
          <a:prstGeom prst="rect">
            <a:avLst/>
          </a:prstGeom>
          <a:noFill/>
        </p:spPr>
        <p:txBody>
          <a:bodyPr vert="horz" wrap="square" lIns="0" tIns="0" rIns="0" bIns="0" rtlCol="0" anchor="ctr" anchorCtr="0">
            <a:spAutoFit/>
          </a:bodyPr>
          <a:lstStyle>
            <a:defPPr>
              <a:defRPr lang="de-DE"/>
            </a:defPPr>
            <a:lvl1pPr marR="0" lvl="0" indent="0" algn="ctr" defTabSz="914355" fontAlgn="auto">
              <a:lnSpc>
                <a:spcPct val="100000"/>
              </a:lnSpc>
              <a:spcBef>
                <a:spcPts val="0"/>
              </a:spcBef>
              <a:spcAft>
                <a:spcPts val="0"/>
              </a:spcAft>
              <a:buClrTx/>
              <a:buSzTx/>
              <a:buFontTx/>
              <a:buNone/>
              <a:tabLst/>
              <a:defRPr kumimoji="0" sz="675" b="1" i="0" u="none" strike="noStrike" cap="none" spc="0" normalizeH="0" baseline="0">
                <a:ln>
                  <a:noFill/>
                </a:ln>
                <a:solidFill>
                  <a:srgbClr val="44546A"/>
                </a:solidFill>
                <a:effectLst/>
                <a:uLnTx/>
                <a:uFillTx/>
                <a:latin typeface="Calibri" panose="020F0502020204030204" pitchFamily="34" charset="0"/>
                <a:cs typeface="Calibri" panose="020F0502020204030204" pitchFamily="34" charset="0"/>
              </a:defRPr>
            </a:lvl1p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Jul2022 </a:t>
            </a:r>
            <a:endParaRPr kumimoji="0" lang="zh-CN" altLang="en-US" sz="933"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135" name="OTLSHAPE_T_e17f3958430f4cff8650518c93c7635e_Shape">
            <a:extLst>
              <a:ext uri="{FF2B5EF4-FFF2-40B4-BE49-F238E27FC236}">
                <a16:creationId xmlns:a16="http://schemas.microsoft.com/office/drawing/2014/main" id="{856E6EFB-19BA-463B-BA51-2CC7710D0A18}"/>
              </a:ext>
            </a:extLst>
          </p:cNvPr>
          <p:cNvSpPr/>
          <p:nvPr>
            <p:custDataLst>
              <p:tags r:id="rId13"/>
            </p:custDataLst>
          </p:nvPr>
        </p:nvSpPr>
        <p:spPr bwMode="auto">
          <a:xfrm>
            <a:off x="2112608" y="2466560"/>
            <a:ext cx="2226309" cy="256032"/>
          </a:xfrm>
          <a:prstGeom prst="roundRect">
            <a:avLst/>
          </a:prstGeom>
          <a:solidFill>
            <a:srgbClr val="CDE2E5"/>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8990" rtl="0" eaLnBrk="0" fontAlgn="base" latinLnBrk="0" hangingPunct="0">
              <a:lnSpc>
                <a:spcPct val="100000"/>
              </a:lnSpc>
              <a:spcBef>
                <a:spcPct val="0"/>
              </a:spcBef>
              <a:spcAft>
                <a:spcPct val="0"/>
              </a:spcAft>
              <a:buClrTx/>
              <a:buSzTx/>
              <a:buFontTx/>
              <a:buNone/>
              <a:tabLst/>
              <a:defRPr/>
            </a:pPr>
            <a:endParaRPr kumimoji="0" lang="zh-CN" altLang="en-US" sz="10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36" name="Star: 4 Points 143">
            <a:extLst>
              <a:ext uri="{FF2B5EF4-FFF2-40B4-BE49-F238E27FC236}">
                <a16:creationId xmlns:a16="http://schemas.microsoft.com/office/drawing/2014/main" id="{EB0D7CD9-9939-4001-94C5-9E99ECAF630C}"/>
              </a:ext>
            </a:extLst>
          </p:cNvPr>
          <p:cNvSpPr/>
          <p:nvPr/>
        </p:nvSpPr>
        <p:spPr bwMode="auto">
          <a:xfrm>
            <a:off x="2020485" y="2558551"/>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41"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41" name="OTLSHAPE_T_e17f3958430f4cff8650518c93c7635e_StartDate">
            <a:extLst>
              <a:ext uri="{FF2B5EF4-FFF2-40B4-BE49-F238E27FC236}">
                <a16:creationId xmlns:a16="http://schemas.microsoft.com/office/drawing/2014/main" id="{C528D282-DF6E-4A71-AD30-AB1D347B83D4}"/>
              </a:ext>
            </a:extLst>
          </p:cNvPr>
          <p:cNvSpPr txBox="1"/>
          <p:nvPr>
            <p:custDataLst>
              <p:tags r:id="rId14"/>
            </p:custDataLst>
          </p:nvPr>
        </p:nvSpPr>
        <p:spPr>
          <a:xfrm>
            <a:off x="1916560" y="2496197"/>
            <a:ext cx="2023093" cy="138499"/>
          </a:xfrm>
          <a:prstGeom prst="rect">
            <a:avLst/>
          </a:prstGeom>
          <a:noFill/>
        </p:spPr>
        <p:txBody>
          <a:bodyPr vert="horz" wrap="square" lIns="0" tIns="0" rIns="0" bIns="0" rtlCol="0" anchor="ctr" anchorCtr="0">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PF-ILD  N=1078</a:t>
            </a:r>
          </a:p>
        </p:txBody>
      </p:sp>
      <p:sp>
        <p:nvSpPr>
          <p:cNvPr id="134" name="TextBox 133">
            <a:extLst>
              <a:ext uri="{FF2B5EF4-FFF2-40B4-BE49-F238E27FC236}">
                <a16:creationId xmlns:a16="http://schemas.microsoft.com/office/drawing/2014/main" id="{E6DC675E-0C04-4313-97B8-84D2678DBE97}"/>
              </a:ext>
            </a:extLst>
          </p:cNvPr>
          <p:cNvSpPr txBox="1"/>
          <p:nvPr/>
        </p:nvSpPr>
        <p:spPr>
          <a:xfrm>
            <a:off x="5159" y="2331733"/>
            <a:ext cx="572912" cy="328423"/>
          </a:xfrm>
          <a:prstGeom prst="rect">
            <a:avLst/>
          </a:prstGeom>
          <a:noFill/>
          <a:ln>
            <a:solidFill>
              <a:schemeClr val="accent1"/>
            </a:solidFill>
          </a:ln>
        </p:spPr>
        <p:txBody>
          <a:bodyPr wrap="square" lIns="0" tIns="0" rIns="0" bIns="0" rtlCol="0">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Ph3-1305.23</a:t>
            </a:r>
          </a:p>
        </p:txBody>
      </p:sp>
      <p:sp>
        <p:nvSpPr>
          <p:cNvPr id="140" name="OTLSHAPE_T_5a934a26f311425e8ebaa0f45e6533ad_Shape">
            <a:extLst>
              <a:ext uri="{FF2B5EF4-FFF2-40B4-BE49-F238E27FC236}">
                <a16:creationId xmlns:a16="http://schemas.microsoft.com/office/drawing/2014/main" id="{56560FC4-DB5B-41E3-9237-69F6A7E81E2E}"/>
              </a:ext>
            </a:extLst>
          </p:cNvPr>
          <p:cNvSpPr/>
          <p:nvPr/>
        </p:nvSpPr>
        <p:spPr bwMode="auto">
          <a:xfrm>
            <a:off x="2708952" y="5947977"/>
            <a:ext cx="396677" cy="256032"/>
          </a:xfrm>
          <a:prstGeom prst="roundRect">
            <a:avLst/>
          </a:prstGeom>
          <a:solidFill>
            <a:srgbClr val="CDE2E5"/>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625318"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CN PK</a:t>
            </a:r>
          </a:p>
        </p:txBody>
      </p:sp>
      <p:sp>
        <p:nvSpPr>
          <p:cNvPr id="142" name="OTLSHAPE_T_e17f3958430f4cff8650518c93c7635e_StartDate">
            <a:extLst>
              <a:ext uri="{FF2B5EF4-FFF2-40B4-BE49-F238E27FC236}">
                <a16:creationId xmlns:a16="http://schemas.microsoft.com/office/drawing/2014/main" id="{6329237E-1681-4696-BDB0-6255283DD983}"/>
              </a:ext>
            </a:extLst>
          </p:cNvPr>
          <p:cNvSpPr txBox="1"/>
          <p:nvPr>
            <p:custDataLst>
              <p:tags r:id="rId15"/>
            </p:custDataLst>
          </p:nvPr>
        </p:nvSpPr>
        <p:spPr>
          <a:xfrm>
            <a:off x="2881748" y="5853951"/>
            <a:ext cx="714785" cy="123111"/>
          </a:xfrm>
          <a:prstGeom prst="rect">
            <a:avLst/>
          </a:prstGeom>
          <a:noFill/>
        </p:spPr>
        <p:txBody>
          <a:bodyPr vert="horz" wrap="square" lIns="0" tIns="0" rIns="0" bIns="0" rtlCol="0" anchor="ctr" anchorCtr="0">
            <a:spAutoFit/>
          </a:bodyPr>
          <a:lstStyle/>
          <a:p>
            <a:pPr marL="0" marR="0" lvl="0" indent="0" algn="ctr" defTabSz="1625318"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mn-cs"/>
              </a:rPr>
              <a:t>17Mar2023 </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145" name="Rectangle 144">
            <a:extLst>
              <a:ext uri="{FF2B5EF4-FFF2-40B4-BE49-F238E27FC236}">
                <a16:creationId xmlns:a16="http://schemas.microsoft.com/office/drawing/2014/main" id="{716D490F-B071-418A-B7C9-1886E7F0509B}"/>
              </a:ext>
            </a:extLst>
          </p:cNvPr>
          <p:cNvSpPr/>
          <p:nvPr/>
        </p:nvSpPr>
        <p:spPr>
          <a:xfrm>
            <a:off x="2459946" y="6212645"/>
            <a:ext cx="320922" cy="215444"/>
          </a:xfrm>
          <a:prstGeom prst="rect">
            <a:avLst/>
          </a:prstGeom>
        </p:spPr>
        <p:txBody>
          <a:bodyPr wrap="none">
            <a:spAutoFit/>
          </a:bodyPr>
          <a:lstStyle/>
          <a:p>
            <a:pPr marL="0" marR="0" lvl="0" indent="0" algn="ctr" defTabSz="1625318"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mn-cs"/>
              </a:rPr>
              <a:t>SIV</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147" name="OTLSHAPE_T_e17f3958430f4cff8650518c93c7635e_Shape">
            <a:extLst>
              <a:ext uri="{FF2B5EF4-FFF2-40B4-BE49-F238E27FC236}">
                <a16:creationId xmlns:a16="http://schemas.microsoft.com/office/drawing/2014/main" id="{044DF5FF-B247-45DE-9B99-1E7986EB35F6}"/>
              </a:ext>
            </a:extLst>
          </p:cNvPr>
          <p:cNvSpPr/>
          <p:nvPr>
            <p:custDataLst>
              <p:tags r:id="rId16"/>
            </p:custDataLst>
          </p:nvPr>
        </p:nvSpPr>
        <p:spPr bwMode="auto">
          <a:xfrm>
            <a:off x="1359622" y="5948513"/>
            <a:ext cx="1349551" cy="256032"/>
          </a:xfrm>
          <a:prstGeom prst="roundRect">
            <a:avLst/>
          </a:prstGeom>
          <a:solidFill>
            <a:srgbClr val="E3DFEF"/>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1" rIns="91440" bIns="45721" numCol="1" rtlCol="0" anchor="ctr" anchorCtr="0" compatLnSpc="1">
            <a:prstTxWarp prst="textNoShape">
              <a:avLst/>
            </a:prstTxWarp>
          </a:bodyPr>
          <a:lstStyle/>
          <a:p>
            <a:pPr marL="0" marR="0" lvl="0" indent="0" algn="ctr" defTabSz="1625318" rtl="0" eaLnBrk="0" fontAlgn="base" latinLnBrk="0" hangingPunct="0">
              <a:lnSpc>
                <a:spcPct val="100000"/>
              </a:lnSpc>
              <a:spcBef>
                <a:spcPct val="0"/>
              </a:spcBef>
              <a:spcAft>
                <a:spcPct val="0"/>
              </a:spcAft>
              <a:buClrTx/>
              <a:buSzTx/>
              <a:buFontTx/>
              <a:buNone/>
              <a:tabLst/>
              <a:defRPr/>
            </a:pPr>
            <a:r>
              <a:rPr kumimoji="0" lang="en-US" altLang="zh-CN" sz="600" b="1" i="0" u="none" strike="noStrike" kern="1200" cap="none" spc="0" normalizeH="0" baseline="0" noProof="0">
                <a:ln>
                  <a:noFill/>
                </a:ln>
                <a:solidFill>
                  <a:srgbClr val="000000"/>
                </a:solidFill>
                <a:effectLst/>
                <a:uLnTx/>
                <a:uFillTx/>
                <a:latin typeface="Verdana" charset="0"/>
                <a:ea typeface="+mn-ea"/>
                <a:cs typeface="+mn-cs"/>
              </a:rPr>
              <a:t>CTA Review + EC + HGRAC (6M)</a:t>
            </a:r>
            <a:endParaRPr kumimoji="0" lang="zh-CN" altLang="en-US" sz="600" b="1" i="0" u="none" strike="noStrike" kern="1200" cap="none" spc="0" normalizeH="0" baseline="0" noProof="0">
              <a:ln>
                <a:noFill/>
              </a:ln>
              <a:solidFill>
                <a:srgbClr val="000000"/>
              </a:solidFill>
              <a:effectLst/>
              <a:uLnTx/>
              <a:uFillTx/>
              <a:latin typeface="Verdana" charset="0"/>
              <a:ea typeface="+mn-ea"/>
              <a:cs typeface="+mn-cs"/>
            </a:endParaRPr>
          </a:p>
        </p:txBody>
      </p:sp>
      <p:sp>
        <p:nvSpPr>
          <p:cNvPr id="148" name="Star: 4 Points 143">
            <a:extLst>
              <a:ext uri="{FF2B5EF4-FFF2-40B4-BE49-F238E27FC236}">
                <a16:creationId xmlns:a16="http://schemas.microsoft.com/office/drawing/2014/main" id="{C881F4DD-D410-4C1F-9628-350DA558708E}"/>
              </a:ext>
            </a:extLst>
          </p:cNvPr>
          <p:cNvSpPr/>
          <p:nvPr/>
        </p:nvSpPr>
        <p:spPr bwMode="auto">
          <a:xfrm>
            <a:off x="2619503" y="6139831"/>
            <a:ext cx="177820" cy="164148"/>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rtlCol="0" anchor="t" anchorCtr="0" compatLnSpc="1">
            <a:prstTxWarp prst="textNoShape">
              <a:avLst/>
            </a:prstTxWarp>
          </a:bodyPr>
          <a:lstStyle/>
          <a:p>
            <a:pPr marL="0" marR="0" lvl="0" indent="0" algn="l" defTabSz="1218958" rtl="0" eaLnBrk="0" fontAlgn="base" latinLnBrk="0" hangingPunct="0">
              <a:lnSpc>
                <a:spcPct val="100000"/>
              </a:lnSpc>
              <a:spcBef>
                <a:spcPct val="0"/>
              </a:spcBef>
              <a:spcAft>
                <a:spcPct val="0"/>
              </a:spcAft>
              <a:buClrTx/>
              <a:buSzTx/>
              <a:buFontTx/>
              <a:buNone/>
              <a:tabLst/>
              <a:defRPr/>
            </a:pPr>
            <a:endParaRPr kumimoji="0" lang="zh-CN" altLang="en-US" sz="1867" b="0" i="0" u="none" strike="noStrike" kern="1200" cap="none" spc="0" normalizeH="0" baseline="0" noProof="0">
              <a:ln>
                <a:noFill/>
              </a:ln>
              <a:solidFill>
                <a:srgbClr val="000000"/>
              </a:solidFill>
              <a:effectLst/>
              <a:uLnTx/>
              <a:uFillTx/>
              <a:latin typeface="Verdana" charset="0"/>
              <a:ea typeface="+mn-ea"/>
              <a:cs typeface="+mn-cs"/>
            </a:endParaRPr>
          </a:p>
        </p:txBody>
      </p:sp>
      <p:sp>
        <p:nvSpPr>
          <p:cNvPr id="153" name="Rectangle 152">
            <a:extLst>
              <a:ext uri="{FF2B5EF4-FFF2-40B4-BE49-F238E27FC236}">
                <a16:creationId xmlns:a16="http://schemas.microsoft.com/office/drawing/2014/main" id="{2594AFD7-EBD3-4EE7-B08A-2023938BDB7B}"/>
              </a:ext>
            </a:extLst>
          </p:cNvPr>
          <p:cNvSpPr/>
          <p:nvPr/>
        </p:nvSpPr>
        <p:spPr>
          <a:xfrm>
            <a:off x="2976308" y="6212645"/>
            <a:ext cx="351378" cy="215444"/>
          </a:xfrm>
          <a:prstGeom prst="rect">
            <a:avLst/>
          </a:prstGeom>
        </p:spPr>
        <p:txBody>
          <a:bodyPr wrap="none">
            <a:spAutoFit/>
          </a:bodyPr>
          <a:lstStyle/>
          <a:p>
            <a:pPr marL="0" marR="0" lvl="0" indent="0" algn="ctr" defTabSz="1625318"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mn-cs"/>
              </a:rPr>
              <a:t>LPO</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155" name="OTLSHAPE_T_e17f3958430f4cff8650518c93c7635e_StartDate">
            <a:extLst>
              <a:ext uri="{FF2B5EF4-FFF2-40B4-BE49-F238E27FC236}">
                <a16:creationId xmlns:a16="http://schemas.microsoft.com/office/drawing/2014/main" id="{26B3E208-A368-4F0B-95D0-585EA32D5B38}"/>
              </a:ext>
            </a:extLst>
          </p:cNvPr>
          <p:cNvSpPr txBox="1"/>
          <p:nvPr>
            <p:custDataLst>
              <p:tags r:id="rId17"/>
            </p:custDataLst>
          </p:nvPr>
        </p:nvSpPr>
        <p:spPr>
          <a:xfrm>
            <a:off x="2304568" y="5853951"/>
            <a:ext cx="718269" cy="123111"/>
          </a:xfrm>
          <a:prstGeom prst="rect">
            <a:avLst/>
          </a:prstGeom>
          <a:noFill/>
        </p:spPr>
        <p:txBody>
          <a:bodyPr vert="horz" wrap="square" lIns="0" tIns="0" rIns="0" bIns="0" rtlCol="0" anchor="ctr" anchorCtr="0">
            <a:spAutoFit/>
          </a:bodyPr>
          <a:lstStyle/>
          <a:p>
            <a:pPr marL="0" marR="0" lvl="0" indent="0" algn="ctr" defTabSz="1625318"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mn-cs"/>
              </a:rPr>
              <a:t>13 Jan 2023</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156" name="Star: 4 Points 143">
            <a:extLst>
              <a:ext uri="{FF2B5EF4-FFF2-40B4-BE49-F238E27FC236}">
                <a16:creationId xmlns:a16="http://schemas.microsoft.com/office/drawing/2014/main" id="{0C4AD61E-5347-438E-837A-B7B5DFD0B928}"/>
              </a:ext>
            </a:extLst>
          </p:cNvPr>
          <p:cNvSpPr/>
          <p:nvPr/>
        </p:nvSpPr>
        <p:spPr bwMode="auto">
          <a:xfrm>
            <a:off x="3578265" y="6000305"/>
            <a:ext cx="161187" cy="151376"/>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rtlCol="0" anchor="t" anchorCtr="0" compatLnSpc="1">
            <a:prstTxWarp prst="textNoShape">
              <a:avLst/>
            </a:prstTxWarp>
          </a:bodyPr>
          <a:lstStyle/>
          <a:p>
            <a:pPr marL="0" marR="0" lvl="0" indent="0" algn="l" defTabSz="1218988" rtl="0" eaLnBrk="0" fontAlgn="base" latinLnBrk="0" hangingPunct="0">
              <a:lnSpc>
                <a:spcPct val="100000"/>
              </a:lnSpc>
              <a:spcBef>
                <a:spcPct val="0"/>
              </a:spcBef>
              <a:spcAft>
                <a:spcPct val="0"/>
              </a:spcAft>
              <a:buClrTx/>
              <a:buSzTx/>
              <a:buFontTx/>
              <a:buNone/>
              <a:tabLst/>
              <a:defRPr/>
            </a:pPr>
            <a:endParaRPr kumimoji="0" lang="zh-CN" altLang="en-US" sz="1867"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57" name="Rectangle 156">
            <a:extLst>
              <a:ext uri="{FF2B5EF4-FFF2-40B4-BE49-F238E27FC236}">
                <a16:creationId xmlns:a16="http://schemas.microsoft.com/office/drawing/2014/main" id="{B0CE4069-8EAE-4A17-ABA2-E0CD5232A7CD}"/>
              </a:ext>
            </a:extLst>
          </p:cNvPr>
          <p:cNvSpPr/>
          <p:nvPr/>
        </p:nvSpPr>
        <p:spPr>
          <a:xfrm>
            <a:off x="4329694" y="6212645"/>
            <a:ext cx="791137" cy="215444"/>
          </a:xfrm>
          <a:prstGeom prst="rect">
            <a:avLst/>
          </a:prstGeom>
        </p:spPr>
        <p:txBody>
          <a:bodyPr wrap="square">
            <a:spAutoFit/>
          </a:bodyPr>
          <a:lstStyle/>
          <a:p>
            <a:pPr marL="0" marR="0" lvl="0" indent="0" algn="ctr" defTabSz="1625318"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mn-cs"/>
              </a:rPr>
              <a:t>CTR</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158" name="OTLSHAPE_M_39ea6ebc19a94c9fab6ef5006c31df58_Title">
            <a:extLst>
              <a:ext uri="{FF2B5EF4-FFF2-40B4-BE49-F238E27FC236}">
                <a16:creationId xmlns:a16="http://schemas.microsoft.com/office/drawing/2014/main" id="{77C8127B-3EAF-4AD1-A39C-6C0D5E30EB66}"/>
              </a:ext>
            </a:extLst>
          </p:cNvPr>
          <p:cNvSpPr txBox="1"/>
          <p:nvPr>
            <p:custDataLst>
              <p:tags r:id="rId18"/>
            </p:custDataLst>
          </p:nvPr>
        </p:nvSpPr>
        <p:spPr>
          <a:xfrm>
            <a:off x="1085421" y="6263974"/>
            <a:ext cx="928200" cy="143565"/>
          </a:xfrm>
          <a:prstGeom prst="rect">
            <a:avLst/>
          </a:prstGeom>
          <a:noFill/>
        </p:spPr>
        <p:txBody>
          <a:bodyPr vert="horz" wrap="square" lIns="0" tIns="0" rIns="0" bIns="0" rtlCol="0" anchor="ctr" anchorCtr="0">
            <a:spAutoFit/>
          </a:bodyPr>
          <a:lstStyle/>
          <a:p>
            <a:pPr marL="0" marR="0" lvl="0" indent="0" algn="l" defTabSz="1218990" rtl="0" eaLnBrk="1" fontAlgn="auto" latinLnBrk="0" hangingPunct="1">
              <a:lnSpc>
                <a:spcPct val="10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CTA Sub</a:t>
            </a:r>
            <a:endParaRPr kumimoji="0" lang="zh-CN" altLang="en-US" sz="933"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cxnSp>
        <p:nvCxnSpPr>
          <p:cNvPr id="164" name="Straight Arrow Connector 163">
            <a:extLst>
              <a:ext uri="{FF2B5EF4-FFF2-40B4-BE49-F238E27FC236}">
                <a16:creationId xmlns:a16="http://schemas.microsoft.com/office/drawing/2014/main" id="{A827C8E1-C06E-4B9F-9ABC-4069A88B5F1E}"/>
              </a:ext>
            </a:extLst>
          </p:cNvPr>
          <p:cNvCxnSpPr>
            <a:cxnSpLocks/>
          </p:cNvCxnSpPr>
          <p:nvPr/>
        </p:nvCxnSpPr>
        <p:spPr>
          <a:xfrm flipV="1">
            <a:off x="1311207" y="4246173"/>
            <a:ext cx="6468" cy="189391"/>
          </a:xfrm>
          <a:prstGeom prst="straightConnector1">
            <a:avLst/>
          </a:prstGeom>
          <a:ln w="9525">
            <a:solidFill>
              <a:srgbClr val="003366"/>
            </a:solidFill>
            <a:prstDash val="dashDot"/>
            <a:tailEnd type="triangle"/>
          </a:ln>
        </p:spPr>
        <p:style>
          <a:lnRef idx="1">
            <a:schemeClr val="accent1"/>
          </a:lnRef>
          <a:fillRef idx="0">
            <a:schemeClr val="accent1"/>
          </a:fillRef>
          <a:effectRef idx="0">
            <a:schemeClr val="accent1"/>
          </a:effectRef>
          <a:fontRef idx="minor">
            <a:schemeClr val="tx1"/>
          </a:fontRef>
        </p:style>
      </p:cxnSp>
      <p:sp>
        <p:nvSpPr>
          <p:cNvPr id="175" name="TextBox 174">
            <a:extLst>
              <a:ext uri="{FF2B5EF4-FFF2-40B4-BE49-F238E27FC236}">
                <a16:creationId xmlns:a16="http://schemas.microsoft.com/office/drawing/2014/main" id="{8C9854DC-0DCD-46ED-BAB7-E76341141C87}"/>
              </a:ext>
            </a:extLst>
          </p:cNvPr>
          <p:cNvSpPr txBox="1"/>
          <p:nvPr/>
        </p:nvSpPr>
        <p:spPr>
          <a:xfrm>
            <a:off x="5453957" y="1799121"/>
            <a:ext cx="1061393" cy="138499"/>
          </a:xfrm>
          <a:prstGeom prst="rect">
            <a:avLst/>
          </a:prstGeom>
          <a:noFill/>
        </p:spPr>
        <p:txBody>
          <a:bodyPr vert="horz" wrap="square" lIns="0" tIns="0" rIns="0" bIns="0" rtlCol="0" anchor="ctr" anchorCtr="0">
            <a:spAutoFit/>
          </a:bodyPr>
          <a:lstStyle>
            <a:defPPr>
              <a:defRPr lang="de-DE"/>
            </a:defPPr>
            <a:lvl1pPr marR="0" lvl="0" indent="0" algn="ctr" defTabSz="914355" fontAlgn="auto">
              <a:lnSpc>
                <a:spcPct val="100000"/>
              </a:lnSpc>
              <a:spcBef>
                <a:spcPts val="0"/>
              </a:spcBef>
              <a:spcAft>
                <a:spcPts val="0"/>
              </a:spcAft>
              <a:buClrTx/>
              <a:buSzTx/>
              <a:buFontTx/>
              <a:buNone/>
              <a:tabLst/>
              <a:defRPr kumimoji="0" sz="675" b="1" i="0" u="none" strike="noStrike" cap="none" spc="0" normalizeH="0" baseline="0">
                <a:ln>
                  <a:noFill/>
                </a:ln>
                <a:solidFill>
                  <a:srgbClr val="44546A"/>
                </a:solidFill>
                <a:effectLst/>
                <a:uLnTx/>
                <a:uFillTx/>
                <a:latin typeface="Calibri" panose="020F0502020204030204" pitchFamily="34" charset="0"/>
                <a:cs typeface="Calibri" panose="020F0502020204030204" pitchFamily="34" charset="0"/>
              </a:defRPr>
            </a:lvl1p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Aug 2024</a:t>
            </a:r>
            <a:endParaRPr kumimoji="0" lang="zh-CN" altLang="en-US"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177" name="矩形 20">
            <a:extLst>
              <a:ext uri="{FF2B5EF4-FFF2-40B4-BE49-F238E27FC236}">
                <a16:creationId xmlns:a16="http://schemas.microsoft.com/office/drawing/2014/main" id="{718BFF50-FC3B-4CF8-8EB0-766A236EDC49}"/>
              </a:ext>
            </a:extLst>
          </p:cNvPr>
          <p:cNvSpPr/>
          <p:nvPr/>
        </p:nvSpPr>
        <p:spPr>
          <a:xfrm>
            <a:off x="3479205" y="1967416"/>
            <a:ext cx="2638307" cy="256032"/>
          </a:xfrm>
          <a:prstGeom prst="rect">
            <a:avLst/>
          </a:prstGeom>
          <a:pattFill prst="pct25">
            <a:fgClr>
              <a:srgbClr val="1AAA42"/>
            </a:fgClr>
            <a:bgClr>
              <a:srgbClr val="FFFFFF"/>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p:spPr>
        <p:txBody>
          <a:bodyPr vert="horz" wrap="square" lIns="91440" tIns="45720" rIns="91440" bIns="45720" numCol="1" rtlCol="0" anchor="t" anchorCtr="0" compatLnSpc="1">
            <a:prstTxWarp prst="textNoShape">
              <a:avLst/>
            </a:prstTxWarp>
          </a:bodyP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altLang="zh-CN" sz="933" b="1" i="0" u="none" strike="noStrike" kern="1200" cap="none" spc="-7" normalizeH="0" baseline="0" noProof="0">
              <a:ln>
                <a:noFill/>
              </a:ln>
              <a:solidFill>
                <a:srgbClr val="000000"/>
              </a:solidFill>
              <a:effectLst/>
              <a:uLnTx/>
              <a:uFillTx/>
              <a:latin typeface="Calibri" panose="020F0502020204030204" pitchFamily="34" charset="0"/>
              <a:ea typeface="等线" panose="02010600030101010101" pitchFamily="2" charset="-122"/>
              <a:cs typeface="+mn-cs"/>
            </a:endParaRPr>
          </a:p>
        </p:txBody>
      </p:sp>
      <p:sp>
        <p:nvSpPr>
          <p:cNvPr id="187" name="矩形 20">
            <a:extLst>
              <a:ext uri="{FF2B5EF4-FFF2-40B4-BE49-F238E27FC236}">
                <a16:creationId xmlns:a16="http://schemas.microsoft.com/office/drawing/2014/main" id="{54C3CD3D-74E9-4F1C-B583-BF34095EBDDD}"/>
              </a:ext>
            </a:extLst>
          </p:cNvPr>
          <p:cNvSpPr/>
          <p:nvPr/>
        </p:nvSpPr>
        <p:spPr>
          <a:xfrm>
            <a:off x="3489161" y="4070685"/>
            <a:ext cx="2612559" cy="256032"/>
          </a:xfrm>
          <a:prstGeom prst="rect">
            <a:avLst/>
          </a:prstGeom>
          <a:pattFill prst="pct25">
            <a:fgClr>
              <a:srgbClr val="1AAA42"/>
            </a:fgClr>
            <a:bgClr>
              <a:srgbClr val="FFFFFF"/>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p:spPr>
        <p:txBody>
          <a:bodyPr vert="horz" wrap="square" lIns="91440" tIns="45720" rIns="91440" bIns="45720" numCol="1" rtlCol="0" anchor="t" anchorCtr="0" compatLnSpc="1">
            <a:prstTxWarp prst="textNoShape">
              <a:avLst/>
            </a:prstTxWarp>
          </a:bodyP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altLang="zh-CN" sz="1100" b="1" i="0" u="none" strike="noStrike" kern="1200" cap="none" spc="-7" normalizeH="0" baseline="0" noProof="0">
              <a:ln>
                <a:noFill/>
              </a:ln>
              <a:solidFill>
                <a:srgbClr val="000000"/>
              </a:solidFill>
              <a:effectLst/>
              <a:uLnTx/>
              <a:uFillTx/>
              <a:latin typeface="Calibri" panose="020F0502020204030204" pitchFamily="34" charset="0"/>
              <a:ea typeface="等线" panose="02010600030101010101" pitchFamily="2" charset="-122"/>
              <a:cs typeface="+mn-cs"/>
            </a:endParaRPr>
          </a:p>
        </p:txBody>
      </p:sp>
      <p:sp>
        <p:nvSpPr>
          <p:cNvPr id="193" name="矩形 20">
            <a:extLst>
              <a:ext uri="{FF2B5EF4-FFF2-40B4-BE49-F238E27FC236}">
                <a16:creationId xmlns:a16="http://schemas.microsoft.com/office/drawing/2014/main" id="{5E5EC571-5521-484E-9BCD-2D5E8B97FAEF}"/>
              </a:ext>
            </a:extLst>
          </p:cNvPr>
          <p:cNvSpPr/>
          <p:nvPr/>
        </p:nvSpPr>
        <p:spPr>
          <a:xfrm>
            <a:off x="4336014" y="2466560"/>
            <a:ext cx="2352687" cy="256032"/>
          </a:xfrm>
          <a:prstGeom prst="rect">
            <a:avLst/>
          </a:prstGeom>
          <a:pattFill prst="pct25">
            <a:fgClr>
              <a:srgbClr val="1AAA42"/>
            </a:fgClr>
            <a:bgClr>
              <a:srgbClr val="FFFFFF"/>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p:spPr>
        <p:txBody>
          <a:bodyPr vert="horz" wrap="square" lIns="91440" tIns="45720" rIns="91440" bIns="45720" numCol="1" rtlCol="0" anchor="t" anchorCtr="0" compatLnSpc="1">
            <a:prstTxWarp prst="textNoShape">
              <a:avLst/>
            </a:prstTxWarp>
          </a:bodyP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altLang="zh-CN" sz="933" b="1" i="0" u="none" strike="noStrike" kern="1200" cap="none" spc="-7" normalizeH="0" baseline="0" noProof="0">
              <a:ln>
                <a:noFill/>
              </a:ln>
              <a:solidFill>
                <a:srgbClr val="000000"/>
              </a:solidFill>
              <a:effectLst/>
              <a:uLnTx/>
              <a:uFillTx/>
              <a:latin typeface="Calibri" panose="020F0502020204030204" pitchFamily="34" charset="0"/>
              <a:ea typeface="等线" panose="02010600030101010101" pitchFamily="2" charset="-122"/>
              <a:cs typeface="+mn-cs"/>
            </a:endParaRPr>
          </a:p>
        </p:txBody>
      </p:sp>
      <p:sp>
        <p:nvSpPr>
          <p:cNvPr id="194" name="Star: 4 Points 143">
            <a:extLst>
              <a:ext uri="{FF2B5EF4-FFF2-40B4-BE49-F238E27FC236}">
                <a16:creationId xmlns:a16="http://schemas.microsoft.com/office/drawing/2014/main" id="{922E381F-4E62-4E9B-8D26-68341FDDD10E}"/>
              </a:ext>
            </a:extLst>
          </p:cNvPr>
          <p:cNvSpPr/>
          <p:nvPr/>
        </p:nvSpPr>
        <p:spPr bwMode="auto">
          <a:xfrm>
            <a:off x="6598537" y="2600735"/>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41"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71" name="TextBox 170">
            <a:extLst>
              <a:ext uri="{FF2B5EF4-FFF2-40B4-BE49-F238E27FC236}">
                <a16:creationId xmlns:a16="http://schemas.microsoft.com/office/drawing/2014/main" id="{9DAEED67-FF51-4933-8DB9-DF126144E833}"/>
              </a:ext>
            </a:extLst>
          </p:cNvPr>
          <p:cNvSpPr txBox="1"/>
          <p:nvPr/>
        </p:nvSpPr>
        <p:spPr>
          <a:xfrm>
            <a:off x="29051" y="4728590"/>
            <a:ext cx="599316" cy="328423"/>
          </a:xfrm>
          <a:prstGeom prst="rect">
            <a:avLst/>
          </a:prstGeom>
          <a:noFill/>
          <a:ln>
            <a:solidFill>
              <a:schemeClr val="accent1"/>
            </a:solidFill>
          </a:ln>
        </p:spPr>
        <p:txBody>
          <a:bodyPr wrap="square" lIns="0" tIns="0" rIns="0" bIns="0" rtlCol="0">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Ph3-</a:t>
            </a:r>
          </a:p>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1305.23</a:t>
            </a:r>
          </a:p>
        </p:txBody>
      </p:sp>
      <p:sp>
        <p:nvSpPr>
          <p:cNvPr id="178" name="OTLSHAPE_T_5a934a26f311425e8ebaa0f45e6533ad_Shape">
            <a:extLst>
              <a:ext uri="{FF2B5EF4-FFF2-40B4-BE49-F238E27FC236}">
                <a16:creationId xmlns:a16="http://schemas.microsoft.com/office/drawing/2014/main" id="{4FB961C9-880F-4E2E-90FB-A3920EBE6C27}"/>
              </a:ext>
            </a:extLst>
          </p:cNvPr>
          <p:cNvSpPr/>
          <p:nvPr>
            <p:custDataLst>
              <p:tags r:id="rId19"/>
            </p:custDataLst>
          </p:nvPr>
        </p:nvSpPr>
        <p:spPr bwMode="auto">
          <a:xfrm>
            <a:off x="2335816" y="4763413"/>
            <a:ext cx="2014437" cy="256032"/>
          </a:xfrm>
          <a:prstGeom prst="roundRect">
            <a:avLst/>
          </a:prstGeom>
          <a:solidFill>
            <a:srgbClr val="CDE2E5"/>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8990" rtl="0" eaLnBrk="0" fontAlgn="base" latinLnBrk="0" hangingPunct="0">
              <a:lnSpc>
                <a:spcPct val="100000"/>
              </a:lnSpc>
              <a:spcBef>
                <a:spcPct val="0"/>
              </a:spcBef>
              <a:spcAft>
                <a:spcPct val="0"/>
              </a:spcAft>
              <a:buClrTx/>
              <a:buSzTx/>
              <a:buFontTx/>
              <a:buNone/>
              <a:tabLst/>
              <a:defRPr/>
            </a:pPr>
            <a:endParaRPr kumimoji="0" lang="en-US" altLang="zh-CN" sz="10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79" name="OTLSHAPE_T_e17f3958430f4cff8650518c93c7635e_StartDate">
            <a:extLst>
              <a:ext uri="{FF2B5EF4-FFF2-40B4-BE49-F238E27FC236}">
                <a16:creationId xmlns:a16="http://schemas.microsoft.com/office/drawing/2014/main" id="{22D4F8F6-6B2A-46A3-8080-17031A334CD4}"/>
              </a:ext>
            </a:extLst>
          </p:cNvPr>
          <p:cNvSpPr txBox="1"/>
          <p:nvPr>
            <p:custDataLst>
              <p:tags r:id="rId20"/>
            </p:custDataLst>
          </p:nvPr>
        </p:nvSpPr>
        <p:spPr>
          <a:xfrm>
            <a:off x="2383971" y="4822186"/>
            <a:ext cx="1950676" cy="138499"/>
          </a:xfrm>
          <a:prstGeom prst="rect">
            <a:avLst/>
          </a:prstGeom>
          <a:noFill/>
        </p:spPr>
        <p:txBody>
          <a:bodyPr vert="horz" wrap="square" lIns="0" tIns="0" rIns="0" bIns="0" rtlCol="0" anchor="ctr" anchorCtr="0">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Allocated China ML N=155, TW: N=28</a:t>
            </a:r>
            <a:endParaRPr kumimoji="0" lang="en-US" altLang="zh-CN" sz="900" b="1" i="0" u="none" strike="noStrike" kern="1200" cap="none" spc="0" normalizeH="0" baseline="0" noProof="0">
              <a:ln>
                <a:noFill/>
              </a:ln>
              <a:solidFill>
                <a:srgbClr val="FF0000"/>
              </a:solidFill>
              <a:effectLst/>
              <a:uLnTx/>
              <a:uFillTx/>
              <a:latin typeface="Calibri" panose="020F0502020204030204" pitchFamily="34" charset="0"/>
              <a:ea typeface="+mn-ea"/>
              <a:cs typeface="Calibri" panose="020F0502020204030204" pitchFamily="34" charset="0"/>
            </a:endParaRPr>
          </a:p>
        </p:txBody>
      </p:sp>
      <p:sp>
        <p:nvSpPr>
          <p:cNvPr id="180" name="OTLSHAPE_T_e17f3958430f4cff8650518c93c7635e_Shape">
            <a:extLst>
              <a:ext uri="{FF2B5EF4-FFF2-40B4-BE49-F238E27FC236}">
                <a16:creationId xmlns:a16="http://schemas.microsoft.com/office/drawing/2014/main" id="{30C063E1-605D-410A-8356-38A4C4188B49}"/>
              </a:ext>
            </a:extLst>
          </p:cNvPr>
          <p:cNvSpPr/>
          <p:nvPr>
            <p:custDataLst>
              <p:tags r:id="rId21"/>
            </p:custDataLst>
          </p:nvPr>
        </p:nvSpPr>
        <p:spPr bwMode="auto">
          <a:xfrm>
            <a:off x="1317641" y="4745817"/>
            <a:ext cx="1066331" cy="256032"/>
          </a:xfrm>
          <a:prstGeom prst="roundRect">
            <a:avLst>
              <a:gd name="adj" fmla="val 16667"/>
            </a:avLst>
          </a:prstGeom>
          <a:solidFill>
            <a:srgbClr val="E3DFEF"/>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8990" rtl="0" eaLnBrk="0" fontAlgn="base" latinLnBrk="0" hangingPunct="0">
              <a:lnSpc>
                <a:spcPct val="100000"/>
              </a:lnSpc>
              <a:spcBef>
                <a:spcPct val="0"/>
              </a:spcBef>
              <a:spcAft>
                <a:spcPct val="0"/>
              </a:spcAft>
              <a:buClrTx/>
              <a:buSzTx/>
              <a:buFontTx/>
              <a:buNone/>
              <a:tabLst/>
              <a:defRPr/>
            </a:pPr>
            <a:r>
              <a:rPr kumimoji="0" lang="en-US" altLang="zh-CN" sz="7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CTA Review + EC + HGRAC + 1</a:t>
            </a:r>
            <a:r>
              <a:rPr kumimoji="0" lang="en-US" altLang="zh-CN" sz="700" b="1" i="0" u="none" strike="noStrike" kern="1200" cap="none" spc="0" normalizeH="0" baseline="30000" noProof="0">
                <a:ln>
                  <a:noFill/>
                </a:ln>
                <a:solidFill>
                  <a:srgbClr val="000000"/>
                </a:solidFill>
                <a:effectLst/>
                <a:uLnTx/>
                <a:uFillTx/>
                <a:latin typeface="Calibri" panose="020F0502020204030204" pitchFamily="34" charset="0"/>
                <a:ea typeface="+mn-ea"/>
                <a:cs typeface="Calibri" panose="020F0502020204030204" pitchFamily="34" charset="0"/>
              </a:rPr>
              <a:t>st</a:t>
            </a:r>
            <a:r>
              <a:rPr kumimoji="0" lang="en-US" altLang="zh-CN" sz="7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 SIV (5.5 M)</a:t>
            </a:r>
            <a:endParaRPr kumimoji="0" lang="zh-CN" altLang="en-US" sz="7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86" name="OTLSHAPE_M_39ea6ebc19a94c9fab6ef5006c31df58_Title">
            <a:extLst>
              <a:ext uri="{FF2B5EF4-FFF2-40B4-BE49-F238E27FC236}">
                <a16:creationId xmlns:a16="http://schemas.microsoft.com/office/drawing/2014/main" id="{F899E66B-74E2-45B9-A247-7F7EA3B56782}"/>
              </a:ext>
            </a:extLst>
          </p:cNvPr>
          <p:cNvSpPr txBox="1"/>
          <p:nvPr>
            <p:custDataLst>
              <p:tags r:id="rId22"/>
            </p:custDataLst>
          </p:nvPr>
        </p:nvSpPr>
        <p:spPr>
          <a:xfrm>
            <a:off x="1301415" y="5059253"/>
            <a:ext cx="420116" cy="138499"/>
          </a:xfrm>
          <a:prstGeom prst="rect">
            <a:avLst/>
          </a:prstGeom>
          <a:noFill/>
        </p:spPr>
        <p:txBody>
          <a:bodyPr vert="horz" wrap="square" lIns="0" tIns="0" rIns="0" bIns="0" rtlCol="0" anchor="ctr" anchorCtr="0">
            <a:spAutoFit/>
          </a:bodyPr>
          <a:lstStyle/>
          <a:p>
            <a:pPr marL="0" marR="0" lvl="0" indent="0" algn="l" defTabSz="121899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CTA Sub</a:t>
            </a:r>
            <a:endParaRPr kumimoji="0" lang="zh-CN" altLang="en-US"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190" name="Star: 4 Points 143">
            <a:extLst>
              <a:ext uri="{FF2B5EF4-FFF2-40B4-BE49-F238E27FC236}">
                <a16:creationId xmlns:a16="http://schemas.microsoft.com/office/drawing/2014/main" id="{6F6B4F14-A3D2-4FA1-86B3-8304A47D7D4A}"/>
              </a:ext>
            </a:extLst>
          </p:cNvPr>
          <p:cNvSpPr/>
          <p:nvPr/>
        </p:nvSpPr>
        <p:spPr bwMode="auto">
          <a:xfrm>
            <a:off x="2258801" y="4864683"/>
            <a:ext cx="184243" cy="256032"/>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41"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99" name="矩形 20">
            <a:extLst>
              <a:ext uri="{FF2B5EF4-FFF2-40B4-BE49-F238E27FC236}">
                <a16:creationId xmlns:a16="http://schemas.microsoft.com/office/drawing/2014/main" id="{9C9F6343-6681-48DE-87B4-44D633461EF0}"/>
              </a:ext>
            </a:extLst>
          </p:cNvPr>
          <p:cNvSpPr/>
          <p:nvPr/>
        </p:nvSpPr>
        <p:spPr>
          <a:xfrm>
            <a:off x="4319793" y="4755172"/>
            <a:ext cx="2368908" cy="251920"/>
          </a:xfrm>
          <a:prstGeom prst="rect">
            <a:avLst/>
          </a:prstGeom>
          <a:pattFill prst="pct25">
            <a:fgClr>
              <a:srgbClr val="1AAA42"/>
            </a:fgClr>
            <a:bgClr>
              <a:srgbClr val="FFFFFF"/>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p:spPr>
        <p:txBody>
          <a:bodyPr vert="horz" wrap="square" lIns="91440" tIns="45720" rIns="91440" bIns="45720" numCol="1" rtlCol="0" anchor="t" anchorCtr="0" compatLnSpc="1">
            <a:prstTxWarp prst="textNoShape">
              <a:avLst/>
            </a:prstTxWarp>
          </a:bodyP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altLang="zh-CN" sz="1100" b="1" i="0" u="none" strike="noStrike" kern="1200" cap="none" spc="-7" normalizeH="0" baseline="0" noProof="0">
              <a:ln>
                <a:noFill/>
              </a:ln>
              <a:solidFill>
                <a:srgbClr val="000000"/>
              </a:solidFill>
              <a:effectLst/>
              <a:uLnTx/>
              <a:uFillTx/>
              <a:latin typeface="Calibri" panose="020F0502020204030204" pitchFamily="34" charset="0"/>
              <a:ea typeface="等线" panose="02010600030101010101" pitchFamily="2" charset="-122"/>
              <a:cs typeface="+mn-cs"/>
            </a:endParaRPr>
          </a:p>
        </p:txBody>
      </p:sp>
      <p:sp>
        <p:nvSpPr>
          <p:cNvPr id="206" name="五角星 55">
            <a:extLst>
              <a:ext uri="{FF2B5EF4-FFF2-40B4-BE49-F238E27FC236}">
                <a16:creationId xmlns:a16="http://schemas.microsoft.com/office/drawing/2014/main" id="{B5E91E3E-1E01-43EF-9E8C-7C6A6F4DA617}"/>
              </a:ext>
            </a:extLst>
          </p:cNvPr>
          <p:cNvSpPr>
            <a:spLocks noChangeAspect="1"/>
          </p:cNvSpPr>
          <p:nvPr/>
        </p:nvSpPr>
        <p:spPr bwMode="auto">
          <a:xfrm>
            <a:off x="7013279" y="2031187"/>
            <a:ext cx="146125" cy="128492"/>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marL="0" marR="0" lvl="0" indent="0" algn="l" defTabSz="1218990" rtl="0" eaLnBrk="0" fontAlgn="auto" latinLnBrk="0" hangingPunct="0">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FF0000"/>
              </a:solidFill>
              <a:effectLst/>
              <a:uLnTx/>
              <a:uFillTx/>
              <a:latin typeface="BISansOpti"/>
              <a:ea typeface="+mn-ea"/>
              <a:cs typeface="+mn-cs"/>
            </a:endParaRPr>
          </a:p>
        </p:txBody>
      </p:sp>
      <p:sp>
        <p:nvSpPr>
          <p:cNvPr id="172" name="OTLSHAPE_T_e17f3958430f4cff8650518c93c7635e_StartDate">
            <a:extLst>
              <a:ext uri="{FF2B5EF4-FFF2-40B4-BE49-F238E27FC236}">
                <a16:creationId xmlns:a16="http://schemas.microsoft.com/office/drawing/2014/main" id="{175CEA2E-5B4C-44ED-B320-D7230A14AC3B}"/>
              </a:ext>
            </a:extLst>
          </p:cNvPr>
          <p:cNvSpPr txBox="1"/>
          <p:nvPr>
            <p:custDataLst>
              <p:tags r:id="rId23"/>
            </p:custDataLst>
          </p:nvPr>
        </p:nvSpPr>
        <p:spPr>
          <a:xfrm>
            <a:off x="3415344" y="5853951"/>
            <a:ext cx="714785" cy="123111"/>
          </a:xfrm>
          <a:prstGeom prst="rect">
            <a:avLst/>
          </a:prstGeom>
          <a:noFill/>
        </p:spPr>
        <p:txBody>
          <a:bodyPr vert="horz" wrap="square" lIns="0" tIns="0" rIns="0" bIns="0" rtlCol="0" anchor="ctr" anchorCtr="0">
            <a:spAutoFit/>
          </a:bodyPr>
          <a:lstStyle/>
          <a:p>
            <a:pPr marL="0" marR="0" lvl="0" indent="0" algn="ctr" defTabSz="1625318"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mn-cs"/>
              </a:rPr>
              <a:t>14Jul2023</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191" name="Rectangle 37">
            <a:extLst>
              <a:ext uri="{FF2B5EF4-FFF2-40B4-BE49-F238E27FC236}">
                <a16:creationId xmlns:a16="http://schemas.microsoft.com/office/drawing/2014/main" id="{7582EEDD-A9E0-4CC5-8B0C-2A6BFC6C869F}"/>
              </a:ext>
            </a:extLst>
          </p:cNvPr>
          <p:cNvSpPr/>
          <p:nvPr/>
        </p:nvSpPr>
        <p:spPr>
          <a:xfrm>
            <a:off x="4459081" y="5853951"/>
            <a:ext cx="639491" cy="123111"/>
          </a:xfrm>
          <a:prstGeom prst="rect">
            <a:avLst/>
          </a:prstGeom>
          <a:noFill/>
        </p:spPr>
        <p:txBody>
          <a:bodyPr vert="horz" wrap="square" lIns="0" tIns="0" rIns="0" bIns="0" rtlCol="0" anchor="ctr" anchorCtr="0">
            <a:spAutoFit/>
          </a:bodyPr>
          <a:lstStyle/>
          <a:p>
            <a:pPr marL="0" marR="0" lvl="0" indent="0" algn="ctr" defTabSz="1625318"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mn-cs"/>
              </a:rPr>
              <a:t>Jan 2024 </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7" name="TextBox 6">
            <a:extLst>
              <a:ext uri="{FF2B5EF4-FFF2-40B4-BE49-F238E27FC236}">
                <a16:creationId xmlns:a16="http://schemas.microsoft.com/office/drawing/2014/main" id="{E9DC4527-9B66-4450-86F5-689D3C73A610}"/>
              </a:ext>
            </a:extLst>
          </p:cNvPr>
          <p:cNvSpPr txBox="1"/>
          <p:nvPr/>
        </p:nvSpPr>
        <p:spPr>
          <a:xfrm>
            <a:off x="10665488" y="5593806"/>
            <a:ext cx="1511117" cy="1600438"/>
          </a:xfrm>
          <a:prstGeom prst="rect">
            <a:avLst/>
          </a:prstGeom>
          <a:noFill/>
        </p:spPr>
        <p:txBody>
          <a:bodyPr wrap="square" lIns="0" tIns="0" rIns="0" bIns="0" rtlCol="0">
            <a:spAutoFit/>
          </a:bodyPr>
          <a:lstStyle/>
          <a:p>
            <a:pPr marL="0" marR="0" lvl="0" indent="0" algn="l" defTabSz="121905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FFFFFF">
                    <a:lumMod val="50000"/>
                  </a:srgbClr>
                </a:solidFill>
                <a:effectLst/>
                <a:uLnTx/>
                <a:uFillTx/>
                <a:latin typeface="BISansCond"/>
                <a:ea typeface="+mn-ea"/>
                <a:cs typeface="+mn-cs"/>
              </a:rPr>
              <a:t>LSS: Last subject screening</a:t>
            </a:r>
          </a:p>
          <a:p>
            <a:pPr marL="0" marR="0" lvl="0" indent="0" algn="l" defTabSz="121905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FFFFFF">
                    <a:lumMod val="50000"/>
                  </a:srgbClr>
                </a:solidFill>
                <a:effectLst/>
                <a:uLnTx/>
                <a:uFillTx/>
                <a:latin typeface="BISansCond"/>
                <a:ea typeface="+mn-ea"/>
                <a:cs typeface="+mn-cs"/>
              </a:rPr>
              <a:t>LSLV: Last subject last visit</a:t>
            </a:r>
          </a:p>
          <a:p>
            <a:pPr marL="0" marR="0" lvl="0" indent="0" algn="l" defTabSz="121905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FFFFFF">
                    <a:lumMod val="50000"/>
                  </a:srgbClr>
                </a:solidFill>
                <a:effectLst/>
                <a:uLnTx/>
                <a:uFillTx/>
                <a:latin typeface="BISansCond"/>
                <a:ea typeface="+mn-ea"/>
                <a:cs typeface="+mn-cs"/>
              </a:rPr>
              <a:t>DBL: database lock</a:t>
            </a:r>
          </a:p>
          <a:p>
            <a:pPr marL="0" marR="0" lvl="0" indent="0" algn="l" defTabSz="121905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FFFFFF">
                    <a:lumMod val="50000"/>
                  </a:srgbClr>
                </a:solidFill>
                <a:effectLst/>
                <a:uLnTx/>
                <a:uFillTx/>
                <a:latin typeface="BISansCond"/>
                <a:ea typeface="+mn-ea"/>
                <a:cs typeface="+mn-cs"/>
              </a:rPr>
              <a:t>HAI: Healthy authority interaction</a:t>
            </a:r>
          </a:p>
          <a:p>
            <a:pPr marL="0" marR="0" lvl="0" indent="0" algn="l" defTabSz="121905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FFFFFF">
                    <a:lumMod val="50000"/>
                  </a:srgbClr>
                </a:solidFill>
                <a:effectLst/>
                <a:uLnTx/>
                <a:uFillTx/>
                <a:latin typeface="BISansCond"/>
                <a:ea typeface="+mn-ea"/>
                <a:cs typeface="+mn-cs"/>
              </a:rPr>
              <a:t>INN: International Nonproprietary Names</a:t>
            </a:r>
          </a:p>
          <a:p>
            <a:pPr marL="0" marR="0" lvl="0" indent="0" algn="l" defTabSz="121905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err="1">
                <a:ln>
                  <a:noFill/>
                </a:ln>
                <a:solidFill>
                  <a:srgbClr val="FFFFFF">
                    <a:lumMod val="50000"/>
                  </a:srgbClr>
                </a:solidFill>
                <a:effectLst/>
                <a:uLnTx/>
                <a:uFillTx/>
                <a:latin typeface="BISansCond"/>
                <a:ea typeface="+mn-ea"/>
                <a:cs typeface="+mn-cs"/>
              </a:rPr>
              <a:t>ChP</a:t>
            </a:r>
            <a:r>
              <a:rPr kumimoji="0" lang="en-US" altLang="zh-CN" sz="800" b="0" i="0" u="none" strike="noStrike" kern="1200" cap="none" spc="0" normalizeH="0" baseline="0" noProof="0">
                <a:ln>
                  <a:noFill/>
                </a:ln>
                <a:solidFill>
                  <a:srgbClr val="FFFFFF">
                    <a:lumMod val="50000"/>
                  </a:srgbClr>
                </a:solidFill>
                <a:effectLst/>
                <a:uLnTx/>
                <a:uFillTx/>
                <a:latin typeface="BISansCond"/>
                <a:ea typeface="+mn-ea"/>
                <a:cs typeface="+mn-cs"/>
              </a:rPr>
              <a:t>: Chinese Pharmacopoeia Commission</a:t>
            </a:r>
          </a:p>
          <a:p>
            <a:pPr marL="0" marR="0" lvl="0" indent="0" algn="l" defTabSz="121905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FFFFFF">
                    <a:lumMod val="50000"/>
                  </a:srgbClr>
                </a:solidFill>
                <a:effectLst/>
                <a:uLnTx/>
                <a:uFillTx/>
                <a:latin typeface="BISansCond"/>
                <a:ea typeface="+mn-ea"/>
                <a:cs typeface="+mn-cs"/>
              </a:rPr>
              <a:t>BE: Bioequivalence</a:t>
            </a:r>
          </a:p>
          <a:p>
            <a:pPr marL="0" marR="0" lvl="0" indent="0" algn="l" defTabSz="121905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FFFFFF">
                    <a:lumMod val="50000"/>
                  </a:srgbClr>
                </a:solidFill>
                <a:effectLst/>
                <a:uLnTx/>
                <a:uFillTx/>
                <a:latin typeface="BISansCond"/>
                <a:ea typeface="+mn-ea"/>
                <a:cs typeface="+mn-cs"/>
              </a:rPr>
              <a:t>OLE: Open label extension</a:t>
            </a:r>
          </a:p>
          <a:p>
            <a:pPr marL="0" marR="0" lvl="0" indent="0" algn="l" defTabSz="1219050" rtl="0" eaLnBrk="1" fontAlgn="auto" latinLnBrk="0" hangingPunct="1">
              <a:lnSpc>
                <a:spcPct val="100000"/>
              </a:lnSpc>
              <a:spcBef>
                <a:spcPts val="0"/>
              </a:spcBef>
              <a:spcAft>
                <a:spcPts val="0"/>
              </a:spcAft>
              <a:buClrTx/>
              <a:buSzTx/>
              <a:buFontTx/>
              <a:buNone/>
              <a:tabLst/>
              <a:defRPr/>
            </a:pPr>
            <a:endParaRPr kumimoji="0" lang="en-US" altLang="zh-CN" sz="800" b="0" i="0" u="none" strike="noStrike" kern="1200" cap="none" spc="0" normalizeH="0" baseline="0" noProof="0">
              <a:ln>
                <a:noFill/>
              </a:ln>
              <a:solidFill>
                <a:srgbClr val="FFFFFF">
                  <a:lumMod val="50000"/>
                </a:srgbClr>
              </a:solidFill>
              <a:effectLst/>
              <a:uLnTx/>
              <a:uFillTx/>
              <a:latin typeface="BISansCond"/>
              <a:ea typeface="+mn-ea"/>
              <a:cs typeface="+mn-cs"/>
            </a:endParaRPr>
          </a:p>
          <a:p>
            <a:pPr marL="0" marR="0" lvl="0" indent="0" algn="l" defTabSz="1219050" rtl="0" eaLnBrk="1" fontAlgn="auto" latinLnBrk="0" hangingPunct="1">
              <a:lnSpc>
                <a:spcPct val="100000"/>
              </a:lnSpc>
              <a:spcBef>
                <a:spcPts val="0"/>
              </a:spcBef>
              <a:spcAft>
                <a:spcPts val="0"/>
              </a:spcAft>
              <a:buClrTx/>
              <a:buSzTx/>
              <a:buFontTx/>
              <a:buNone/>
              <a:tabLst/>
              <a:defRPr/>
            </a:pPr>
            <a:endParaRPr kumimoji="0" lang="en-US" altLang="zh-CN" sz="800" b="0" i="0" u="none" strike="noStrike" kern="1200" cap="none" spc="0" normalizeH="0" baseline="0" noProof="0">
              <a:ln>
                <a:noFill/>
              </a:ln>
              <a:solidFill>
                <a:srgbClr val="FFFFFF">
                  <a:lumMod val="50000"/>
                </a:srgbClr>
              </a:solidFill>
              <a:effectLst/>
              <a:uLnTx/>
              <a:uFillTx/>
              <a:latin typeface="BISansCond"/>
              <a:ea typeface="+mn-ea"/>
              <a:cs typeface="+mn-cs"/>
            </a:endParaRPr>
          </a:p>
          <a:p>
            <a:pPr marL="0" marR="0" lvl="0" indent="0" algn="l" defTabSz="1219050" rtl="0" eaLnBrk="1" fontAlgn="auto" latinLnBrk="0" hangingPunct="1">
              <a:lnSpc>
                <a:spcPct val="100000"/>
              </a:lnSpc>
              <a:spcBef>
                <a:spcPts val="0"/>
              </a:spcBef>
              <a:spcAft>
                <a:spcPts val="0"/>
              </a:spcAft>
              <a:buClrTx/>
              <a:buSzTx/>
              <a:buFontTx/>
              <a:buNone/>
              <a:tabLst/>
              <a:defRPr/>
            </a:pPr>
            <a:endParaRPr kumimoji="0" lang="en-US" altLang="zh-CN" sz="800" b="0" i="0" u="none" strike="noStrike" kern="1200" cap="none" spc="0" normalizeH="0" baseline="0" noProof="0">
              <a:ln>
                <a:noFill/>
              </a:ln>
              <a:solidFill>
                <a:srgbClr val="FFFFFF">
                  <a:lumMod val="50000"/>
                </a:srgbClr>
              </a:solidFill>
              <a:effectLst/>
              <a:uLnTx/>
              <a:uFillTx/>
              <a:latin typeface="BISansCond"/>
              <a:ea typeface="+mn-ea"/>
              <a:cs typeface="+mn-cs"/>
            </a:endParaRPr>
          </a:p>
        </p:txBody>
      </p:sp>
      <p:sp>
        <p:nvSpPr>
          <p:cNvPr id="198" name="Rectangle 37">
            <a:extLst>
              <a:ext uri="{FF2B5EF4-FFF2-40B4-BE49-F238E27FC236}">
                <a16:creationId xmlns:a16="http://schemas.microsoft.com/office/drawing/2014/main" id="{1774BA4C-C416-48F1-818F-A2111977357D}"/>
              </a:ext>
            </a:extLst>
          </p:cNvPr>
          <p:cNvSpPr/>
          <p:nvPr/>
        </p:nvSpPr>
        <p:spPr>
          <a:xfrm>
            <a:off x="7014831" y="3858088"/>
            <a:ext cx="784189" cy="221536"/>
          </a:xfrm>
          <a:prstGeom prst="rect">
            <a:avLst/>
          </a:prstGeom>
        </p:spPr>
        <p:txBody>
          <a:bodyPr wrap="none">
            <a:spAutoFit/>
          </a:bodyPr>
          <a:lstStyle/>
          <a:p>
            <a:pPr marL="0" marR="0" lvl="0" indent="0" algn="ctr" defTabSz="1218990" rtl="0" eaLnBrk="1" fontAlgn="auto" latinLnBrk="0" hangingPunct="1">
              <a:lnSpc>
                <a:spcPct val="9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19 Feb 2025</a:t>
            </a:r>
            <a:endParaRPr kumimoji="0" lang="zh-CN" altLang="en-US" sz="933"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grpSp>
        <p:nvGrpSpPr>
          <p:cNvPr id="203" name="Group 202">
            <a:extLst>
              <a:ext uri="{FF2B5EF4-FFF2-40B4-BE49-F238E27FC236}">
                <a16:creationId xmlns:a16="http://schemas.microsoft.com/office/drawing/2014/main" id="{3855D1D5-D3D2-4F97-9E67-F3646B91ACCC}"/>
              </a:ext>
            </a:extLst>
          </p:cNvPr>
          <p:cNvGrpSpPr/>
          <p:nvPr/>
        </p:nvGrpSpPr>
        <p:grpSpPr>
          <a:xfrm>
            <a:off x="9798142" y="1316190"/>
            <a:ext cx="546747" cy="5281891"/>
            <a:chOff x="2078680" y="1211749"/>
            <a:chExt cx="546747" cy="3961415"/>
          </a:xfrm>
        </p:grpSpPr>
        <p:cxnSp>
          <p:nvCxnSpPr>
            <p:cNvPr id="204" name="Straight Connector 203">
              <a:extLst>
                <a:ext uri="{FF2B5EF4-FFF2-40B4-BE49-F238E27FC236}">
                  <a16:creationId xmlns:a16="http://schemas.microsoft.com/office/drawing/2014/main" id="{02E9FED2-5A70-4BF1-B54F-D99842DB23FA}"/>
                </a:ext>
              </a:extLst>
            </p:cNvPr>
            <p:cNvCxnSpPr>
              <a:cxnSpLocks/>
            </p:cNvCxnSpPr>
            <p:nvPr/>
          </p:nvCxnSpPr>
          <p:spPr bwMode="auto">
            <a:xfrm flipV="1">
              <a:off x="2134059" y="1398191"/>
              <a:ext cx="0" cy="3774973"/>
            </a:xfrm>
            <a:prstGeom prst="line">
              <a:avLst/>
            </a:prstGeom>
            <a:solidFill>
              <a:schemeClr val="accent1"/>
            </a:solidFill>
            <a:ln w="6350" cap="flat" cmpd="sng" algn="ctr">
              <a:solidFill>
                <a:srgbClr val="FF0000"/>
              </a:solidFill>
              <a:prstDash val="sysDot"/>
              <a:round/>
              <a:headEnd type="none" w="med" len="med"/>
              <a:tailEnd type="none" w="med" len="med"/>
            </a:ln>
            <a:effectLst/>
          </p:spPr>
        </p:cxnSp>
        <p:sp>
          <p:nvSpPr>
            <p:cNvPr id="207" name="OTLSHAPE_T_e17f3958430f4cff8650518c93c7635e_StartDate">
              <a:extLst>
                <a:ext uri="{FF2B5EF4-FFF2-40B4-BE49-F238E27FC236}">
                  <a16:creationId xmlns:a16="http://schemas.microsoft.com/office/drawing/2014/main" id="{967EFA37-DFAA-46BF-84D0-CD7B5F281FB4}"/>
                </a:ext>
              </a:extLst>
            </p:cNvPr>
            <p:cNvSpPr txBox="1"/>
            <p:nvPr>
              <p:custDataLst>
                <p:tags r:id="rId39"/>
              </p:custDataLst>
            </p:nvPr>
          </p:nvSpPr>
          <p:spPr>
            <a:xfrm>
              <a:off x="2078680" y="1211749"/>
              <a:ext cx="546747" cy="246317"/>
            </a:xfrm>
            <a:prstGeom prst="rect">
              <a:avLst/>
            </a:prstGeom>
            <a:noFill/>
            <a:ln w="12700">
              <a:noFill/>
            </a:ln>
          </p:spPr>
          <p:txBody>
            <a:bodyPr vert="horz" wrap="square" lIns="0" tIns="0" rIns="0" bIns="0" rtlCol="0" anchor="ctr" anchorCtr="0">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1067" b="1" i="0" u="none" strike="noStrike" kern="1200" cap="none" spc="0" normalizeH="0" baseline="0" noProof="0">
                  <a:ln>
                    <a:noFill/>
                  </a:ln>
                  <a:solidFill>
                    <a:srgbClr val="FF0000"/>
                  </a:solidFill>
                  <a:effectLst/>
                  <a:uLnTx/>
                  <a:uFillTx/>
                  <a:latin typeface="Calibri" panose="020F0502020204030204" pitchFamily="34" charset="0"/>
                  <a:ea typeface="+mn-ea"/>
                  <a:cs typeface="Calibri" panose="020F0502020204030204" pitchFamily="34" charset="0"/>
                </a:rPr>
                <a:t>We are here</a:t>
              </a:r>
              <a:endParaRPr kumimoji="0" lang="zh-CN" altLang="en-US" sz="1067" b="1" i="0" u="none" strike="noStrike" kern="1200" cap="none" spc="0" normalizeH="0" baseline="0" noProof="0">
                <a:ln>
                  <a:noFill/>
                </a:ln>
                <a:solidFill>
                  <a:srgbClr val="FF0000"/>
                </a:solidFill>
                <a:effectLst/>
                <a:uLnTx/>
                <a:uFillTx/>
                <a:latin typeface="Calibri" panose="020F0502020204030204" pitchFamily="34" charset="0"/>
                <a:ea typeface="+mn-ea"/>
                <a:cs typeface="Calibri" panose="020F0502020204030204" pitchFamily="34" charset="0"/>
              </a:endParaRPr>
            </a:p>
          </p:txBody>
        </p:sp>
      </p:grpSp>
      <p:sp>
        <p:nvSpPr>
          <p:cNvPr id="210" name="OTLSHAPE_T_e17f3958430f4cff8650518c93c7635e_StartDate">
            <a:extLst>
              <a:ext uri="{FF2B5EF4-FFF2-40B4-BE49-F238E27FC236}">
                <a16:creationId xmlns:a16="http://schemas.microsoft.com/office/drawing/2014/main" id="{6A0574E4-9366-44A4-B234-500AE40A94DA}"/>
              </a:ext>
            </a:extLst>
          </p:cNvPr>
          <p:cNvSpPr txBox="1"/>
          <p:nvPr>
            <p:custDataLst>
              <p:tags r:id="rId24"/>
            </p:custDataLst>
          </p:nvPr>
        </p:nvSpPr>
        <p:spPr>
          <a:xfrm>
            <a:off x="2066552" y="2326845"/>
            <a:ext cx="354653" cy="138499"/>
          </a:xfrm>
          <a:prstGeom prst="rect">
            <a:avLst/>
          </a:prstGeom>
          <a:noFill/>
        </p:spPr>
        <p:txBody>
          <a:bodyPr vert="horz" wrap="square" lIns="0" tIns="0" rIns="0" bIns="0" rtlCol="0" anchor="ctr" anchorCtr="0">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Nov 8 </a:t>
            </a:r>
            <a:endParaRPr kumimoji="0" lang="zh-CN" altLang="en-US" sz="900" b="1" i="0" u="none" strike="sng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181" name="Star: 4 Points 143">
            <a:extLst>
              <a:ext uri="{FF2B5EF4-FFF2-40B4-BE49-F238E27FC236}">
                <a16:creationId xmlns:a16="http://schemas.microsoft.com/office/drawing/2014/main" id="{027EAF24-5C8B-4E99-BBC9-EBA7F47C0C77}"/>
              </a:ext>
            </a:extLst>
          </p:cNvPr>
          <p:cNvSpPr/>
          <p:nvPr/>
        </p:nvSpPr>
        <p:spPr bwMode="auto">
          <a:xfrm>
            <a:off x="4644665" y="6000305"/>
            <a:ext cx="161187" cy="151376"/>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rtlCol="0" anchor="t" anchorCtr="0" compatLnSpc="1">
            <a:prstTxWarp prst="textNoShape">
              <a:avLst/>
            </a:prstTxWarp>
          </a:bodyPr>
          <a:lstStyle/>
          <a:p>
            <a:pPr marL="0" marR="0" lvl="0" indent="0" algn="l" defTabSz="1218988" rtl="0" eaLnBrk="0" fontAlgn="base" latinLnBrk="0" hangingPunct="0">
              <a:lnSpc>
                <a:spcPct val="100000"/>
              </a:lnSpc>
              <a:spcBef>
                <a:spcPct val="0"/>
              </a:spcBef>
              <a:spcAft>
                <a:spcPct val="0"/>
              </a:spcAft>
              <a:buClrTx/>
              <a:buSzTx/>
              <a:buFontTx/>
              <a:buNone/>
              <a:tabLst/>
              <a:defRPr/>
            </a:pPr>
            <a:endParaRPr kumimoji="0" lang="zh-CN" altLang="en-US" sz="1867"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59" name="Rectangle 158">
            <a:extLst>
              <a:ext uri="{FF2B5EF4-FFF2-40B4-BE49-F238E27FC236}">
                <a16:creationId xmlns:a16="http://schemas.microsoft.com/office/drawing/2014/main" id="{6F53AC7D-E4E1-4EB0-B084-42057C763CB4}"/>
              </a:ext>
            </a:extLst>
          </p:cNvPr>
          <p:cNvSpPr/>
          <p:nvPr/>
        </p:nvSpPr>
        <p:spPr>
          <a:xfrm>
            <a:off x="3475207" y="6212645"/>
            <a:ext cx="349775" cy="215444"/>
          </a:xfrm>
          <a:prstGeom prst="rect">
            <a:avLst/>
          </a:prstGeom>
        </p:spPr>
        <p:txBody>
          <a:bodyPr wrap="none">
            <a:spAutoFit/>
          </a:bodyPr>
          <a:lstStyle/>
          <a:p>
            <a:pPr marL="0" marR="0" lvl="0" indent="0" algn="ctr" defTabSz="1625318"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mn-cs"/>
              </a:rPr>
              <a:t>DBL</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20" name="TextBox 19">
            <a:extLst>
              <a:ext uri="{FF2B5EF4-FFF2-40B4-BE49-F238E27FC236}">
                <a16:creationId xmlns:a16="http://schemas.microsoft.com/office/drawing/2014/main" id="{4DDF2D0E-0F2B-463E-42D1-3E0AB0F1BB9D}"/>
              </a:ext>
            </a:extLst>
          </p:cNvPr>
          <p:cNvSpPr txBox="1"/>
          <p:nvPr/>
        </p:nvSpPr>
        <p:spPr>
          <a:xfrm>
            <a:off x="3130276" y="1799121"/>
            <a:ext cx="683145" cy="138499"/>
          </a:xfrm>
          <a:prstGeom prst="rect">
            <a:avLst/>
          </a:prstGeom>
          <a:noFill/>
        </p:spPr>
        <p:txBody>
          <a:bodyPr vert="horz" wrap="square" lIns="0" tIns="0" rIns="0" bIns="0" rtlCol="0" anchor="ctr" anchorCtr="0">
            <a:spAutoFit/>
          </a:bodyPr>
          <a:lstStyle>
            <a:defPPr>
              <a:defRPr lang="de-DE"/>
            </a:defPPr>
            <a:lvl1pPr marR="0" lvl="0" indent="0" algn="ctr" defTabSz="914355" fontAlgn="auto">
              <a:lnSpc>
                <a:spcPct val="100000"/>
              </a:lnSpc>
              <a:spcBef>
                <a:spcPts val="0"/>
              </a:spcBef>
              <a:spcAft>
                <a:spcPts val="0"/>
              </a:spcAft>
              <a:buClrTx/>
              <a:buSzTx/>
              <a:buFontTx/>
              <a:buNone/>
              <a:tabLst/>
              <a:defRPr kumimoji="0" sz="675" b="1" i="0" u="none" strike="noStrike" cap="none" spc="0" normalizeH="0" baseline="0">
                <a:ln>
                  <a:noFill/>
                </a:ln>
                <a:solidFill>
                  <a:srgbClr val="44546A"/>
                </a:solidFill>
                <a:effectLst/>
                <a:uLnTx/>
                <a:uFillTx/>
                <a:latin typeface="Calibri" panose="020F0502020204030204" pitchFamily="34" charset="0"/>
                <a:cs typeface="Calibri" panose="020F0502020204030204" pitchFamily="34" charset="0"/>
              </a:defRPr>
            </a:lvl1p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5Jun 2023 </a:t>
            </a:r>
            <a:endParaRPr kumimoji="0" lang="zh-CN" altLang="en-US"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28" name="Rectangle 37">
            <a:extLst>
              <a:ext uri="{FF2B5EF4-FFF2-40B4-BE49-F238E27FC236}">
                <a16:creationId xmlns:a16="http://schemas.microsoft.com/office/drawing/2014/main" id="{0678D67F-8ECF-2C13-D442-892D21D7D831}"/>
              </a:ext>
            </a:extLst>
          </p:cNvPr>
          <p:cNvSpPr/>
          <p:nvPr/>
        </p:nvSpPr>
        <p:spPr>
          <a:xfrm>
            <a:off x="7753724" y="2393496"/>
            <a:ext cx="925720" cy="371512"/>
          </a:xfrm>
          <a:prstGeom prst="rect">
            <a:avLst/>
          </a:prstGeom>
        </p:spPr>
        <p:txBody>
          <a:bodyPr wrap="square">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907"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US NDA Sub </a:t>
            </a:r>
          </a:p>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907"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5 May 2025</a:t>
            </a:r>
            <a:endParaRPr kumimoji="0" lang="zh-CN" altLang="en-US" sz="907"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29" name="Rectangle 37">
            <a:extLst>
              <a:ext uri="{FF2B5EF4-FFF2-40B4-BE49-F238E27FC236}">
                <a16:creationId xmlns:a16="http://schemas.microsoft.com/office/drawing/2014/main" id="{2DA1563D-511F-5F1E-D85D-63C5D6DE00B0}"/>
              </a:ext>
            </a:extLst>
          </p:cNvPr>
          <p:cNvSpPr/>
          <p:nvPr/>
        </p:nvSpPr>
        <p:spPr>
          <a:xfrm>
            <a:off x="8683669" y="2207740"/>
            <a:ext cx="1175423" cy="371512"/>
          </a:xfrm>
          <a:prstGeom prst="rect">
            <a:avLst/>
          </a:prstGeom>
        </p:spPr>
        <p:txBody>
          <a:bodyPr wrap="square">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907"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US NDA appr.</a:t>
            </a:r>
          </a:p>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907"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19 Dec 2025</a:t>
            </a:r>
            <a:endParaRPr kumimoji="0" lang="zh-CN" altLang="en-US" sz="907"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33" name="OTLSHAPE_T_e17f3958430f4cff8650518c93c7635e_Shape">
            <a:extLst>
              <a:ext uri="{FF2B5EF4-FFF2-40B4-BE49-F238E27FC236}">
                <a16:creationId xmlns:a16="http://schemas.microsoft.com/office/drawing/2014/main" id="{82BD4B15-9383-5758-9556-56095A4933C5}"/>
              </a:ext>
            </a:extLst>
          </p:cNvPr>
          <p:cNvSpPr/>
          <p:nvPr>
            <p:custDataLst>
              <p:tags r:id="rId25"/>
            </p:custDataLst>
          </p:nvPr>
        </p:nvSpPr>
        <p:spPr bwMode="auto">
          <a:xfrm>
            <a:off x="7799021" y="4745818"/>
            <a:ext cx="1246466" cy="214868"/>
          </a:xfrm>
          <a:prstGeom prst="round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8990" rtl="0" eaLnBrk="0" fontAlgn="base" latinLnBrk="0" hangingPunct="0">
              <a:lnSpc>
                <a:spcPct val="100000"/>
              </a:lnSpc>
              <a:spcBef>
                <a:spcPct val="0"/>
              </a:spcBef>
              <a:spcAft>
                <a:spcPct val="0"/>
              </a:spcAft>
              <a:buClrTx/>
              <a:buSzTx/>
              <a:buFontTx/>
              <a:buNone/>
              <a:tabLst/>
              <a:defRPr/>
            </a:pPr>
            <a:r>
              <a:rPr kumimoji="0" lang="en-US" altLang="zh-CN" sz="867"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NDA review for PPF</a:t>
            </a:r>
            <a:endParaRPr kumimoji="0" lang="zh-CN" altLang="en-US" sz="867"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35" name="Rectangle 37">
            <a:extLst>
              <a:ext uri="{FF2B5EF4-FFF2-40B4-BE49-F238E27FC236}">
                <a16:creationId xmlns:a16="http://schemas.microsoft.com/office/drawing/2014/main" id="{A1017237-98EB-8D67-FF0A-93D859C34DF0}"/>
              </a:ext>
            </a:extLst>
          </p:cNvPr>
          <p:cNvSpPr/>
          <p:nvPr/>
        </p:nvSpPr>
        <p:spPr>
          <a:xfrm>
            <a:off x="7474251" y="5051626"/>
            <a:ext cx="649537" cy="221536"/>
          </a:xfrm>
          <a:prstGeom prst="rect">
            <a:avLst/>
          </a:prstGeom>
        </p:spPr>
        <p:txBody>
          <a:bodyPr wrap="none">
            <a:spAutoFit/>
          </a:bodyPr>
          <a:lstStyle/>
          <a:p>
            <a:pPr marL="0" marR="0" lvl="0" indent="0" algn="ctr" defTabSz="1218990" rtl="0" eaLnBrk="1" fontAlgn="auto" latinLnBrk="0" hangingPunct="1">
              <a:lnSpc>
                <a:spcPct val="9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NDA Sub </a:t>
            </a:r>
          </a:p>
        </p:txBody>
      </p:sp>
      <p:sp>
        <p:nvSpPr>
          <p:cNvPr id="37" name="OTLSHAPE_M_39ea6ebc19a94c9fab6ef5006c31df58_Shape">
            <a:extLst>
              <a:ext uri="{FF2B5EF4-FFF2-40B4-BE49-F238E27FC236}">
                <a16:creationId xmlns:a16="http://schemas.microsoft.com/office/drawing/2014/main" id="{C3F9AF42-C94B-37E9-E6E2-FF575D9C96F8}"/>
              </a:ext>
            </a:extLst>
          </p:cNvPr>
          <p:cNvSpPr/>
          <p:nvPr>
            <p:custDataLst>
              <p:tags r:id="rId26"/>
            </p:custDataLst>
          </p:nvPr>
        </p:nvSpPr>
        <p:spPr bwMode="auto">
          <a:xfrm rot="16200000">
            <a:off x="7753302" y="4971746"/>
            <a:ext cx="99631"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marL="0" marR="0" lvl="0" indent="0" algn="l" defTabSz="914241" rtl="0" eaLnBrk="0" fontAlgn="base" latinLnBrk="0" hangingPunct="0">
              <a:lnSpc>
                <a:spcPct val="100000"/>
              </a:lnSpc>
              <a:spcBef>
                <a:spcPct val="0"/>
              </a:spcBef>
              <a:spcAft>
                <a:spcPct val="0"/>
              </a:spcAft>
              <a:buClrTx/>
              <a:buSzTx/>
              <a:buFontTx/>
              <a:buNone/>
              <a:tabLst/>
              <a:defRPr/>
            </a:pPr>
            <a:endParaRPr kumimoji="0" lang="zh-CN" altLang="en-US" sz="36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42" name="五角星 55">
            <a:extLst>
              <a:ext uri="{FF2B5EF4-FFF2-40B4-BE49-F238E27FC236}">
                <a16:creationId xmlns:a16="http://schemas.microsoft.com/office/drawing/2014/main" id="{4E726A19-075B-3A54-7894-D97F074BCDCA}"/>
              </a:ext>
            </a:extLst>
          </p:cNvPr>
          <p:cNvSpPr>
            <a:spLocks noChangeAspect="1"/>
          </p:cNvSpPr>
          <p:nvPr/>
        </p:nvSpPr>
        <p:spPr bwMode="auto">
          <a:xfrm>
            <a:off x="9015389" y="4922989"/>
            <a:ext cx="146125" cy="128492"/>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marL="0" marR="0" lvl="0" indent="0" algn="l" defTabSz="1218990" rtl="0" eaLnBrk="0" fontAlgn="auto" latinLnBrk="0" hangingPunct="0">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FF0000"/>
              </a:solidFill>
              <a:effectLst/>
              <a:uLnTx/>
              <a:uFillTx/>
              <a:latin typeface="BISansOpti"/>
              <a:ea typeface="+mn-ea"/>
              <a:cs typeface="+mn-cs"/>
            </a:endParaRPr>
          </a:p>
        </p:txBody>
      </p:sp>
      <p:sp>
        <p:nvSpPr>
          <p:cNvPr id="48" name="TextBox 47">
            <a:extLst>
              <a:ext uri="{FF2B5EF4-FFF2-40B4-BE49-F238E27FC236}">
                <a16:creationId xmlns:a16="http://schemas.microsoft.com/office/drawing/2014/main" id="{1EF987DA-DAB2-2B64-5D0C-CB0161B90EF7}"/>
              </a:ext>
            </a:extLst>
          </p:cNvPr>
          <p:cNvSpPr txBox="1"/>
          <p:nvPr/>
        </p:nvSpPr>
        <p:spPr>
          <a:xfrm>
            <a:off x="25051" y="5291107"/>
            <a:ext cx="599316" cy="328423"/>
          </a:xfrm>
          <a:prstGeom prst="rect">
            <a:avLst/>
          </a:prstGeom>
          <a:noFill/>
          <a:ln>
            <a:solidFill>
              <a:schemeClr val="accent1"/>
            </a:solidFill>
          </a:ln>
        </p:spPr>
        <p:txBody>
          <a:bodyPr wrap="square" lIns="0" tIns="0" rIns="0" bIns="0" rtlCol="0">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Ph3 OLE-</a:t>
            </a:r>
          </a:p>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1305.31</a:t>
            </a:r>
          </a:p>
        </p:txBody>
      </p:sp>
      <p:sp>
        <p:nvSpPr>
          <p:cNvPr id="55" name="OTLSHAPE_T_5a934a26f311425e8ebaa0f45e6533ad_Shape">
            <a:extLst>
              <a:ext uri="{FF2B5EF4-FFF2-40B4-BE49-F238E27FC236}">
                <a16:creationId xmlns:a16="http://schemas.microsoft.com/office/drawing/2014/main" id="{DD0EB921-6E74-AECC-288A-E2EA7034C140}"/>
              </a:ext>
            </a:extLst>
          </p:cNvPr>
          <p:cNvSpPr/>
          <p:nvPr>
            <p:custDataLst>
              <p:tags r:id="rId27"/>
            </p:custDataLst>
          </p:nvPr>
        </p:nvSpPr>
        <p:spPr bwMode="auto">
          <a:xfrm>
            <a:off x="6283908" y="5270769"/>
            <a:ext cx="5150217" cy="256032"/>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8990" rtl="0" eaLnBrk="0" fontAlgn="base" latinLnBrk="0" hangingPunct="0">
              <a:lnSpc>
                <a:spcPct val="100000"/>
              </a:lnSpc>
              <a:spcBef>
                <a:spcPct val="0"/>
              </a:spcBef>
              <a:spcAft>
                <a:spcPct val="0"/>
              </a:spcAft>
              <a:buClrTx/>
              <a:buSzTx/>
              <a:buFontTx/>
              <a:buNone/>
              <a:tabLst/>
              <a:defRPr/>
            </a:pPr>
            <a:endParaRPr kumimoji="0" lang="en-US" altLang="zh-CN" sz="10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62" name="TextBox 61">
            <a:extLst>
              <a:ext uri="{FF2B5EF4-FFF2-40B4-BE49-F238E27FC236}">
                <a16:creationId xmlns:a16="http://schemas.microsoft.com/office/drawing/2014/main" id="{4A258BCD-DABE-44F5-0680-2B460D1F7C14}"/>
              </a:ext>
            </a:extLst>
          </p:cNvPr>
          <p:cNvSpPr txBox="1"/>
          <p:nvPr/>
        </p:nvSpPr>
        <p:spPr>
          <a:xfrm>
            <a:off x="5159" y="2741624"/>
            <a:ext cx="563820" cy="328423"/>
          </a:xfrm>
          <a:prstGeom prst="rect">
            <a:avLst/>
          </a:prstGeom>
          <a:noFill/>
          <a:ln>
            <a:solidFill>
              <a:schemeClr val="accent1"/>
            </a:solidFill>
          </a:ln>
        </p:spPr>
        <p:txBody>
          <a:bodyPr wrap="square" lIns="0" tIns="0" rIns="0" bIns="0" rtlCol="0">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Ph3 OLE-</a:t>
            </a:r>
          </a:p>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1305.31</a:t>
            </a:r>
          </a:p>
        </p:txBody>
      </p:sp>
      <p:sp>
        <p:nvSpPr>
          <p:cNvPr id="63" name="OTLSHAPE_T_5a934a26f311425e8ebaa0f45e6533ad_Shape">
            <a:extLst>
              <a:ext uri="{FF2B5EF4-FFF2-40B4-BE49-F238E27FC236}">
                <a16:creationId xmlns:a16="http://schemas.microsoft.com/office/drawing/2014/main" id="{7C0E7AFA-200A-4778-D5B9-A988983201CC}"/>
              </a:ext>
            </a:extLst>
          </p:cNvPr>
          <p:cNvSpPr/>
          <p:nvPr>
            <p:custDataLst>
              <p:tags r:id="rId28"/>
            </p:custDataLst>
          </p:nvPr>
        </p:nvSpPr>
        <p:spPr bwMode="auto">
          <a:xfrm>
            <a:off x="6303652" y="3053528"/>
            <a:ext cx="5130469" cy="256032"/>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8990" rtl="0" eaLnBrk="0" fontAlgn="base" latinLnBrk="0" hangingPunct="0">
              <a:lnSpc>
                <a:spcPct val="100000"/>
              </a:lnSpc>
              <a:spcBef>
                <a:spcPct val="0"/>
              </a:spcBef>
              <a:spcAft>
                <a:spcPct val="0"/>
              </a:spcAft>
              <a:buClrTx/>
              <a:buSzTx/>
              <a:buFontTx/>
              <a:buNone/>
              <a:tabLst/>
              <a:defRPr/>
            </a:pPr>
            <a:r>
              <a:rPr kumimoji="0" lang="en-US" altLang="zh-CN" sz="10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Ph3 OLE</a:t>
            </a:r>
          </a:p>
        </p:txBody>
      </p:sp>
      <p:sp>
        <p:nvSpPr>
          <p:cNvPr id="69" name="Rectangle 68">
            <a:extLst>
              <a:ext uri="{FF2B5EF4-FFF2-40B4-BE49-F238E27FC236}">
                <a16:creationId xmlns:a16="http://schemas.microsoft.com/office/drawing/2014/main" id="{7BF94B7E-4DC0-E432-67BF-F024DB92FB3F}"/>
              </a:ext>
            </a:extLst>
          </p:cNvPr>
          <p:cNvSpPr/>
          <p:nvPr/>
        </p:nvSpPr>
        <p:spPr>
          <a:xfrm>
            <a:off x="6131692" y="3271381"/>
            <a:ext cx="365805" cy="246221"/>
          </a:xfrm>
          <a:prstGeom prst="rect">
            <a:avLst/>
          </a:prstGeom>
        </p:spPr>
        <p:txBody>
          <a:bodyPr wrap="none">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FSS</a:t>
            </a:r>
            <a:endParaRPr kumimoji="0" lang="zh-CN" altLang="en-US" sz="10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71" name="OTLSHAPE_T_e17f3958430f4cff8650518c93c7635e_StartDate">
            <a:extLst>
              <a:ext uri="{FF2B5EF4-FFF2-40B4-BE49-F238E27FC236}">
                <a16:creationId xmlns:a16="http://schemas.microsoft.com/office/drawing/2014/main" id="{D841DA78-7606-1D97-59B3-AE4D7CC09436}"/>
              </a:ext>
            </a:extLst>
          </p:cNvPr>
          <p:cNvSpPr txBox="1"/>
          <p:nvPr>
            <p:custDataLst>
              <p:tags r:id="rId29"/>
            </p:custDataLst>
          </p:nvPr>
        </p:nvSpPr>
        <p:spPr>
          <a:xfrm>
            <a:off x="5713052" y="2899183"/>
            <a:ext cx="1116936" cy="138499"/>
          </a:xfrm>
          <a:prstGeom prst="rect">
            <a:avLst/>
          </a:prstGeom>
          <a:noFill/>
        </p:spPr>
        <p:txBody>
          <a:bodyPr vert="horz" wrap="square" lIns="0" tIns="0" rIns="0" bIns="0" rtlCol="0" anchor="ctr" anchorCtr="0">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26Sep 2024 </a:t>
            </a:r>
            <a:endParaRPr kumimoji="0" lang="zh-CN" altLang="en-US" sz="900" b="1" i="0" u="none" strike="sng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72" name="Star: 4 Points 143">
            <a:extLst>
              <a:ext uri="{FF2B5EF4-FFF2-40B4-BE49-F238E27FC236}">
                <a16:creationId xmlns:a16="http://schemas.microsoft.com/office/drawing/2014/main" id="{527D4B15-FE8F-E48E-738F-EFE8FA5A3CC8}"/>
              </a:ext>
            </a:extLst>
          </p:cNvPr>
          <p:cNvSpPr/>
          <p:nvPr/>
        </p:nvSpPr>
        <p:spPr bwMode="auto">
          <a:xfrm>
            <a:off x="11343185" y="3194914"/>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41"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75" name="Rectangle 74">
            <a:extLst>
              <a:ext uri="{FF2B5EF4-FFF2-40B4-BE49-F238E27FC236}">
                <a16:creationId xmlns:a16="http://schemas.microsoft.com/office/drawing/2014/main" id="{B91DF025-93D2-B8EE-EBE6-68E381642370}"/>
              </a:ext>
            </a:extLst>
          </p:cNvPr>
          <p:cNvSpPr/>
          <p:nvPr/>
        </p:nvSpPr>
        <p:spPr>
          <a:xfrm>
            <a:off x="11222917" y="3272461"/>
            <a:ext cx="396262" cy="246221"/>
          </a:xfrm>
          <a:prstGeom prst="rect">
            <a:avLst/>
          </a:prstGeom>
        </p:spPr>
        <p:txBody>
          <a:bodyPr wrap="none">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LSC </a:t>
            </a:r>
            <a:endParaRPr kumimoji="0" lang="zh-CN" altLang="en-US" sz="10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77" name="Star: 4 Points 143">
            <a:extLst>
              <a:ext uri="{FF2B5EF4-FFF2-40B4-BE49-F238E27FC236}">
                <a16:creationId xmlns:a16="http://schemas.microsoft.com/office/drawing/2014/main" id="{1D9E16AE-5B5B-2D3C-D4FF-5325DFC77B53}"/>
              </a:ext>
            </a:extLst>
          </p:cNvPr>
          <p:cNvSpPr/>
          <p:nvPr/>
        </p:nvSpPr>
        <p:spPr bwMode="auto">
          <a:xfrm>
            <a:off x="6221845" y="3166987"/>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41"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78" name="OTLSHAPE_T_e17f3958430f4cff8650518c93c7635e_StartDate">
            <a:extLst>
              <a:ext uri="{FF2B5EF4-FFF2-40B4-BE49-F238E27FC236}">
                <a16:creationId xmlns:a16="http://schemas.microsoft.com/office/drawing/2014/main" id="{FE5BCCC4-C8C9-E49C-6492-E3FF71C34E82}"/>
              </a:ext>
            </a:extLst>
          </p:cNvPr>
          <p:cNvSpPr txBox="1"/>
          <p:nvPr>
            <p:custDataLst>
              <p:tags r:id="rId30"/>
            </p:custDataLst>
          </p:nvPr>
        </p:nvSpPr>
        <p:spPr>
          <a:xfrm>
            <a:off x="10824161" y="2899183"/>
            <a:ext cx="1116936" cy="138499"/>
          </a:xfrm>
          <a:prstGeom prst="rect">
            <a:avLst/>
          </a:prstGeom>
          <a:noFill/>
        </p:spPr>
        <p:txBody>
          <a:bodyPr vert="horz" wrap="square" lIns="0" tIns="0" rIns="0" bIns="0" rtlCol="0" anchor="ctr" anchorCtr="0">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Jan 2027</a:t>
            </a:r>
            <a:endParaRPr kumimoji="0" lang="zh-CN" altLang="en-US" sz="900" b="1" i="0" u="none" strike="sng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79" name="OTLSHAPE_T_e17f3958430f4cff8650518c93c7635e_Shape">
            <a:extLst>
              <a:ext uri="{FF2B5EF4-FFF2-40B4-BE49-F238E27FC236}">
                <a16:creationId xmlns:a16="http://schemas.microsoft.com/office/drawing/2014/main" id="{9DC64F3E-B26E-A514-1D53-2A986DE14DE2}"/>
              </a:ext>
            </a:extLst>
          </p:cNvPr>
          <p:cNvSpPr/>
          <p:nvPr>
            <p:custDataLst>
              <p:tags r:id="rId31"/>
            </p:custDataLst>
          </p:nvPr>
        </p:nvSpPr>
        <p:spPr bwMode="auto">
          <a:xfrm>
            <a:off x="4225508" y="5264015"/>
            <a:ext cx="2051929" cy="256032"/>
          </a:xfrm>
          <a:prstGeom prst="roundRect">
            <a:avLst>
              <a:gd name="adj" fmla="val 16667"/>
            </a:avLst>
          </a:prstGeom>
          <a:solidFill>
            <a:srgbClr val="E3DFEF"/>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8990" rtl="0" eaLnBrk="0" fontAlgn="base" latinLnBrk="0" hangingPunct="0">
              <a:lnSpc>
                <a:spcPct val="100000"/>
              </a:lnSpc>
              <a:spcBef>
                <a:spcPct val="0"/>
              </a:spcBef>
              <a:spcAft>
                <a:spcPct val="0"/>
              </a:spcAft>
              <a:buClrTx/>
              <a:buSzTx/>
              <a:buFontTx/>
              <a:buNone/>
              <a:tabLst/>
              <a:defRPr/>
            </a:pPr>
            <a:r>
              <a:rPr kumimoji="0" lang="en-US" altLang="zh-CN" sz="7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CTA Review + EC + HGRAC + 1</a:t>
            </a:r>
            <a:r>
              <a:rPr kumimoji="0" lang="en-US" altLang="zh-CN" sz="700" b="1" i="0" u="none" strike="noStrike" kern="1200" cap="none" spc="0" normalizeH="0" baseline="30000" noProof="0">
                <a:ln>
                  <a:noFill/>
                </a:ln>
                <a:solidFill>
                  <a:srgbClr val="000000"/>
                </a:solidFill>
                <a:effectLst/>
                <a:uLnTx/>
                <a:uFillTx/>
                <a:latin typeface="Calibri" panose="020F0502020204030204" pitchFamily="34" charset="0"/>
                <a:ea typeface="+mn-ea"/>
                <a:cs typeface="Calibri" panose="020F0502020204030204" pitchFamily="34" charset="0"/>
              </a:rPr>
              <a:t>st</a:t>
            </a:r>
            <a:r>
              <a:rPr kumimoji="0" lang="en-US" altLang="zh-CN" sz="7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 SIV </a:t>
            </a:r>
            <a:endParaRPr kumimoji="0" lang="zh-CN" altLang="en-US" sz="7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80" name="OTLSHAPE_M_39ea6ebc19a94c9fab6ef5006c31df58_Shape">
            <a:extLst>
              <a:ext uri="{FF2B5EF4-FFF2-40B4-BE49-F238E27FC236}">
                <a16:creationId xmlns:a16="http://schemas.microsoft.com/office/drawing/2014/main" id="{389BBC32-9675-78D9-FFFE-557EA0955EAD}"/>
              </a:ext>
            </a:extLst>
          </p:cNvPr>
          <p:cNvSpPr/>
          <p:nvPr>
            <p:custDataLst>
              <p:tags r:id="rId32"/>
            </p:custDataLst>
          </p:nvPr>
        </p:nvSpPr>
        <p:spPr bwMode="auto">
          <a:xfrm rot="16200000">
            <a:off x="4200193" y="5474469"/>
            <a:ext cx="86735" cy="36105"/>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marL="0" marR="0" lvl="0" indent="0" algn="l" defTabSz="914241" rtl="0" eaLnBrk="0" fontAlgn="base" latinLnBrk="0" hangingPunct="0">
              <a:lnSpc>
                <a:spcPct val="100000"/>
              </a:lnSpc>
              <a:spcBef>
                <a:spcPct val="0"/>
              </a:spcBef>
              <a:spcAft>
                <a:spcPct val="0"/>
              </a:spcAft>
              <a:buClrTx/>
              <a:buSzTx/>
              <a:buFontTx/>
              <a:buNone/>
              <a:tabLst/>
              <a:defRPr/>
            </a:pPr>
            <a:endParaRPr kumimoji="0" lang="zh-CN" altLang="en-US" sz="32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84" name="OTLSHAPE_T_e17f3958430f4cff8650518c93c7635e_StartDate">
            <a:extLst>
              <a:ext uri="{FF2B5EF4-FFF2-40B4-BE49-F238E27FC236}">
                <a16:creationId xmlns:a16="http://schemas.microsoft.com/office/drawing/2014/main" id="{2D3C8809-1391-94E3-7672-5FF48D75368B}"/>
              </a:ext>
            </a:extLst>
          </p:cNvPr>
          <p:cNvSpPr txBox="1"/>
          <p:nvPr>
            <p:custDataLst>
              <p:tags r:id="rId33"/>
            </p:custDataLst>
          </p:nvPr>
        </p:nvSpPr>
        <p:spPr>
          <a:xfrm>
            <a:off x="4119695" y="2326845"/>
            <a:ext cx="589823" cy="138499"/>
          </a:xfrm>
          <a:prstGeom prst="rect">
            <a:avLst/>
          </a:prstGeom>
          <a:noFill/>
        </p:spPr>
        <p:txBody>
          <a:bodyPr vert="horz" wrap="square" lIns="0" tIns="0" rIns="0" bIns="0" rtlCol="0" anchor="ctr" anchorCtr="0">
            <a:spAutoFit/>
          </a:bodyPr>
          <a:lstStyle>
            <a:defPPr>
              <a:defRPr lang="de-DE"/>
            </a:defPPr>
            <a:lvl1pPr marR="0" lvl="0" indent="0" algn="ctr" defTabSz="914355" fontAlgn="auto">
              <a:lnSpc>
                <a:spcPct val="100000"/>
              </a:lnSpc>
              <a:spcBef>
                <a:spcPts val="0"/>
              </a:spcBef>
              <a:spcAft>
                <a:spcPts val="0"/>
              </a:spcAft>
              <a:buClrTx/>
              <a:buSzTx/>
              <a:buFontTx/>
              <a:buNone/>
              <a:tabLst/>
              <a:defRPr kumimoji="0" sz="675" b="1" i="0" u="none" strike="noStrike" cap="none" spc="0" normalizeH="0" baseline="0">
                <a:ln>
                  <a:noFill/>
                </a:ln>
                <a:solidFill>
                  <a:srgbClr val="44546A"/>
                </a:solidFill>
                <a:effectLst/>
                <a:uLnTx/>
                <a:uFillTx/>
                <a:latin typeface="Calibri" panose="020F0502020204030204" pitchFamily="34" charset="0"/>
                <a:cs typeface="Calibri" panose="020F0502020204030204" pitchFamily="34" charset="0"/>
              </a:defRPr>
            </a:lvl1p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F58A68"/>
                </a:solidFill>
                <a:effectLst/>
                <a:uLnTx/>
                <a:uFillTx/>
                <a:latin typeface="Calibri" panose="020F0502020204030204" pitchFamily="34" charset="0"/>
                <a:ea typeface="+mn-ea"/>
                <a:cs typeface="Calibri" panose="020F0502020204030204" pitchFamily="34" charset="0"/>
              </a:rPr>
              <a:t>1Nov2023 </a:t>
            </a:r>
            <a:endParaRPr kumimoji="0" lang="zh-CN" altLang="en-US" sz="900" b="1" i="0" u="none" strike="noStrike" kern="1200" cap="none" spc="0" normalizeH="0" baseline="0" noProof="0">
              <a:ln>
                <a:noFill/>
              </a:ln>
              <a:solidFill>
                <a:srgbClr val="F58A68"/>
              </a:solidFill>
              <a:effectLst/>
              <a:uLnTx/>
              <a:uFillTx/>
              <a:latin typeface="Calibri" panose="020F0502020204030204" pitchFamily="34" charset="0"/>
              <a:ea typeface="+mn-ea"/>
              <a:cs typeface="Calibri" panose="020F0502020204030204" pitchFamily="34" charset="0"/>
            </a:endParaRPr>
          </a:p>
        </p:txBody>
      </p:sp>
      <p:sp>
        <p:nvSpPr>
          <p:cNvPr id="90" name="OTLSHAPE_T_e17f3958430f4cff8650518c93c7635e_StartDate">
            <a:extLst>
              <a:ext uri="{FF2B5EF4-FFF2-40B4-BE49-F238E27FC236}">
                <a16:creationId xmlns:a16="http://schemas.microsoft.com/office/drawing/2014/main" id="{5897F635-B45E-7308-C37D-CD2E9EC952DF}"/>
              </a:ext>
            </a:extLst>
          </p:cNvPr>
          <p:cNvSpPr txBox="1"/>
          <p:nvPr>
            <p:custDataLst>
              <p:tags r:id="rId34"/>
            </p:custDataLst>
          </p:nvPr>
        </p:nvSpPr>
        <p:spPr>
          <a:xfrm>
            <a:off x="3867757" y="5152078"/>
            <a:ext cx="546849" cy="138499"/>
          </a:xfrm>
          <a:prstGeom prst="rect">
            <a:avLst/>
          </a:prstGeom>
          <a:noFill/>
        </p:spPr>
        <p:txBody>
          <a:bodyPr vert="horz" wrap="square" lIns="0" tIns="0" rIns="0" bIns="0" rtlCol="0" anchor="ctr" anchorCtr="0">
            <a:spAutoFit/>
          </a:bodyPr>
          <a:lstStyle>
            <a:defPPr>
              <a:defRPr lang="de-DE"/>
            </a:defPPr>
            <a:lvl1pPr marR="0" lvl="0" indent="0" algn="ctr" defTabSz="914355" fontAlgn="auto">
              <a:lnSpc>
                <a:spcPct val="100000"/>
              </a:lnSpc>
              <a:spcBef>
                <a:spcPts val="0"/>
              </a:spcBef>
              <a:spcAft>
                <a:spcPts val="0"/>
              </a:spcAft>
              <a:buClrTx/>
              <a:buSzTx/>
              <a:buFontTx/>
              <a:buNone/>
              <a:tabLst/>
              <a:defRPr kumimoji="0" sz="675" b="1" i="0" u="none" strike="noStrike" cap="none" spc="0" normalizeH="0" baseline="0">
                <a:ln>
                  <a:noFill/>
                </a:ln>
                <a:solidFill>
                  <a:srgbClr val="44546A"/>
                </a:solidFill>
                <a:effectLst/>
                <a:uLnTx/>
                <a:uFillTx/>
                <a:latin typeface="Calibri" panose="020F0502020204030204" pitchFamily="34" charset="0"/>
                <a:cs typeface="Calibri" panose="020F0502020204030204" pitchFamily="34" charset="0"/>
              </a:defRPr>
            </a:lvl1p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Sep 2023</a:t>
            </a:r>
            <a:endParaRPr kumimoji="0" lang="zh-CN" altLang="en-US"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3" name="Rectangle 2">
            <a:extLst>
              <a:ext uri="{FF2B5EF4-FFF2-40B4-BE49-F238E27FC236}">
                <a16:creationId xmlns:a16="http://schemas.microsoft.com/office/drawing/2014/main" id="{9861FAD8-4017-C6FB-86E4-B249A667963A}"/>
              </a:ext>
            </a:extLst>
          </p:cNvPr>
          <p:cNvSpPr/>
          <p:nvPr/>
        </p:nvSpPr>
        <p:spPr>
          <a:xfrm>
            <a:off x="6082667" y="5487613"/>
            <a:ext cx="365805" cy="246221"/>
          </a:xfrm>
          <a:prstGeom prst="rect">
            <a:avLst/>
          </a:prstGeom>
        </p:spPr>
        <p:txBody>
          <a:bodyPr wrap="none">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FSS</a:t>
            </a:r>
            <a:endParaRPr kumimoji="0" lang="zh-CN" altLang="en-US" sz="10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14" name="OTLSHAPE_T_e17f3958430f4cff8650518c93c7635e_StartDate">
            <a:extLst>
              <a:ext uri="{FF2B5EF4-FFF2-40B4-BE49-F238E27FC236}">
                <a16:creationId xmlns:a16="http://schemas.microsoft.com/office/drawing/2014/main" id="{68A7628B-AF88-08DF-84D1-853B37CB02C0}"/>
              </a:ext>
            </a:extLst>
          </p:cNvPr>
          <p:cNvSpPr txBox="1"/>
          <p:nvPr>
            <p:custDataLst>
              <p:tags r:id="rId35"/>
            </p:custDataLst>
          </p:nvPr>
        </p:nvSpPr>
        <p:spPr>
          <a:xfrm>
            <a:off x="5702821" y="5026044"/>
            <a:ext cx="1116936" cy="276999"/>
          </a:xfrm>
          <a:prstGeom prst="rect">
            <a:avLst/>
          </a:prstGeom>
          <a:noFill/>
        </p:spPr>
        <p:txBody>
          <a:bodyPr vert="horz" wrap="square" lIns="0" tIns="0" rIns="0" bIns="0" rtlCol="0" anchor="ctr" anchorCtr="0">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endPar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26Sep 2024 </a:t>
            </a:r>
            <a:endParaRPr kumimoji="0" lang="zh-CN" altLang="en-US" sz="900" b="1" i="0" u="none" strike="sng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18" name="Star: 4 Points 143">
            <a:extLst>
              <a:ext uri="{FF2B5EF4-FFF2-40B4-BE49-F238E27FC236}">
                <a16:creationId xmlns:a16="http://schemas.microsoft.com/office/drawing/2014/main" id="{492C1DCB-1659-B897-0118-F8252D0478DC}"/>
              </a:ext>
            </a:extLst>
          </p:cNvPr>
          <p:cNvSpPr/>
          <p:nvPr/>
        </p:nvSpPr>
        <p:spPr bwMode="auto">
          <a:xfrm>
            <a:off x="6203841" y="541918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41"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9" name="Star: 4 Points 143">
            <a:extLst>
              <a:ext uri="{FF2B5EF4-FFF2-40B4-BE49-F238E27FC236}">
                <a16:creationId xmlns:a16="http://schemas.microsoft.com/office/drawing/2014/main" id="{36EA8056-2554-1425-7431-A5439E424E9A}"/>
              </a:ext>
            </a:extLst>
          </p:cNvPr>
          <p:cNvSpPr/>
          <p:nvPr/>
        </p:nvSpPr>
        <p:spPr bwMode="auto">
          <a:xfrm>
            <a:off x="11336613" y="541918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41"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21" name="Rectangle 20">
            <a:extLst>
              <a:ext uri="{FF2B5EF4-FFF2-40B4-BE49-F238E27FC236}">
                <a16:creationId xmlns:a16="http://schemas.microsoft.com/office/drawing/2014/main" id="{F9469B6B-5AA9-DD39-A29A-A14BC5E44A95}"/>
              </a:ext>
            </a:extLst>
          </p:cNvPr>
          <p:cNvSpPr/>
          <p:nvPr/>
        </p:nvSpPr>
        <p:spPr>
          <a:xfrm>
            <a:off x="11184505" y="5517731"/>
            <a:ext cx="396262" cy="246221"/>
          </a:xfrm>
          <a:prstGeom prst="rect">
            <a:avLst/>
          </a:prstGeom>
        </p:spPr>
        <p:txBody>
          <a:bodyPr wrap="none">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LSC </a:t>
            </a:r>
            <a:endParaRPr kumimoji="0" lang="zh-CN" altLang="en-US" sz="10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25" name="OTLSHAPE_T_e17f3958430f4cff8650518c93c7635e_StartDate">
            <a:extLst>
              <a:ext uri="{FF2B5EF4-FFF2-40B4-BE49-F238E27FC236}">
                <a16:creationId xmlns:a16="http://schemas.microsoft.com/office/drawing/2014/main" id="{6492D9A5-40E8-4A55-8D6A-1F242C776C38}"/>
              </a:ext>
            </a:extLst>
          </p:cNvPr>
          <p:cNvSpPr txBox="1"/>
          <p:nvPr>
            <p:custDataLst>
              <p:tags r:id="rId36"/>
            </p:custDataLst>
          </p:nvPr>
        </p:nvSpPr>
        <p:spPr>
          <a:xfrm>
            <a:off x="10781725" y="5002852"/>
            <a:ext cx="1116936" cy="276999"/>
          </a:xfrm>
          <a:prstGeom prst="rect">
            <a:avLst/>
          </a:prstGeom>
          <a:noFill/>
        </p:spPr>
        <p:txBody>
          <a:bodyPr vert="horz" wrap="square" lIns="0" tIns="0" rIns="0" bIns="0" rtlCol="0" anchor="ctr" anchorCtr="0">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endPar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Jan 2027</a:t>
            </a:r>
            <a:endParaRPr kumimoji="0" lang="zh-CN" altLang="en-US" sz="900" b="1" i="0" u="none" strike="sng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8" name="Rectangle 7">
            <a:extLst>
              <a:ext uri="{FF2B5EF4-FFF2-40B4-BE49-F238E27FC236}">
                <a16:creationId xmlns:a16="http://schemas.microsoft.com/office/drawing/2014/main" id="{F420ADC8-AA2E-5293-DFFA-CAC8A7ACE401}"/>
              </a:ext>
            </a:extLst>
          </p:cNvPr>
          <p:cNvSpPr/>
          <p:nvPr/>
        </p:nvSpPr>
        <p:spPr>
          <a:xfrm>
            <a:off x="3273777" y="2201281"/>
            <a:ext cx="474368" cy="246221"/>
          </a:xfrm>
          <a:prstGeom prst="rect">
            <a:avLst/>
          </a:prstGeom>
        </p:spPr>
        <p:txBody>
          <a:bodyPr wrap="square">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LSS</a:t>
            </a:r>
            <a:endParaRPr kumimoji="0" lang="zh-CN" altLang="en-US" sz="10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10" name="Rectangle 9">
            <a:extLst>
              <a:ext uri="{FF2B5EF4-FFF2-40B4-BE49-F238E27FC236}">
                <a16:creationId xmlns:a16="http://schemas.microsoft.com/office/drawing/2014/main" id="{1A3A5071-FD4F-2F17-5277-6AA4E85C8E77}"/>
              </a:ext>
            </a:extLst>
          </p:cNvPr>
          <p:cNvSpPr/>
          <p:nvPr/>
        </p:nvSpPr>
        <p:spPr>
          <a:xfrm>
            <a:off x="5478520" y="2157780"/>
            <a:ext cx="1248281" cy="338554"/>
          </a:xfrm>
          <a:prstGeom prst="rect">
            <a:avLst/>
          </a:prstGeom>
        </p:spPr>
        <p:txBody>
          <a:bodyPr wrap="square">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Last patient Primary</a:t>
            </a:r>
          </a:p>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 endpoint</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32" name="Rectangle 37">
            <a:extLst>
              <a:ext uri="{FF2B5EF4-FFF2-40B4-BE49-F238E27FC236}">
                <a16:creationId xmlns:a16="http://schemas.microsoft.com/office/drawing/2014/main" id="{40A184B6-8C2D-B25A-2D4F-7AEE6E203284}"/>
              </a:ext>
            </a:extLst>
          </p:cNvPr>
          <p:cNvSpPr/>
          <p:nvPr/>
        </p:nvSpPr>
        <p:spPr>
          <a:xfrm>
            <a:off x="8545468" y="3860810"/>
            <a:ext cx="627096" cy="221536"/>
          </a:xfrm>
          <a:prstGeom prst="rect">
            <a:avLst/>
          </a:prstGeom>
        </p:spPr>
        <p:txBody>
          <a:bodyPr wrap="none">
            <a:spAutoFit/>
          </a:bodyPr>
          <a:lstStyle/>
          <a:p>
            <a:pPr marL="0" marR="0" lvl="0" indent="0" algn="ctr" defTabSz="1218990" rtl="0" eaLnBrk="1" fontAlgn="auto" latinLnBrk="0" hangingPunct="1">
              <a:lnSpc>
                <a:spcPct val="9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Oct 2025</a:t>
            </a:r>
            <a:endParaRPr kumimoji="0" lang="zh-CN" altLang="en-US" sz="933"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cxnSp>
        <p:nvCxnSpPr>
          <p:cNvPr id="34" name="Straight Arrow Connector 33">
            <a:extLst>
              <a:ext uri="{FF2B5EF4-FFF2-40B4-BE49-F238E27FC236}">
                <a16:creationId xmlns:a16="http://schemas.microsoft.com/office/drawing/2014/main" id="{E3C2EEC1-5DA7-0837-E900-DC9984231716}"/>
              </a:ext>
            </a:extLst>
          </p:cNvPr>
          <p:cNvCxnSpPr>
            <a:cxnSpLocks/>
          </p:cNvCxnSpPr>
          <p:nvPr/>
        </p:nvCxnSpPr>
        <p:spPr>
          <a:xfrm flipV="1">
            <a:off x="1313491" y="4898010"/>
            <a:ext cx="6468" cy="189391"/>
          </a:xfrm>
          <a:prstGeom prst="straightConnector1">
            <a:avLst/>
          </a:prstGeom>
          <a:ln w="9525">
            <a:solidFill>
              <a:srgbClr val="003366"/>
            </a:solidFill>
            <a:prstDash val="dashDot"/>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4EDE10C4-D8CD-C388-DA43-F4F6D3940E26}"/>
              </a:ext>
            </a:extLst>
          </p:cNvPr>
          <p:cNvCxnSpPr>
            <a:cxnSpLocks/>
          </p:cNvCxnSpPr>
          <p:nvPr/>
        </p:nvCxnSpPr>
        <p:spPr>
          <a:xfrm flipV="1">
            <a:off x="1359035" y="6141745"/>
            <a:ext cx="6468" cy="189391"/>
          </a:xfrm>
          <a:prstGeom prst="straightConnector1">
            <a:avLst/>
          </a:prstGeom>
          <a:ln w="9525">
            <a:solidFill>
              <a:srgbClr val="003366"/>
            </a:solidFill>
            <a:prstDash val="dashDot"/>
            <a:tailEnd type="triangle"/>
          </a:ln>
        </p:spPr>
        <p:style>
          <a:lnRef idx="1">
            <a:schemeClr val="accent1"/>
          </a:lnRef>
          <a:fillRef idx="0">
            <a:schemeClr val="accent1"/>
          </a:fillRef>
          <a:effectRef idx="0">
            <a:schemeClr val="accent1"/>
          </a:effectRef>
          <a:fontRef idx="minor">
            <a:schemeClr val="tx1"/>
          </a:fontRef>
        </p:style>
      </p:cxnSp>
      <p:sp>
        <p:nvSpPr>
          <p:cNvPr id="40" name="Star: 4 Points 143">
            <a:extLst>
              <a:ext uri="{FF2B5EF4-FFF2-40B4-BE49-F238E27FC236}">
                <a16:creationId xmlns:a16="http://schemas.microsoft.com/office/drawing/2014/main" id="{0643441F-4989-7E2F-1A2A-4C5FC228A22E}"/>
              </a:ext>
            </a:extLst>
          </p:cNvPr>
          <p:cNvSpPr/>
          <p:nvPr/>
        </p:nvSpPr>
        <p:spPr bwMode="auto">
          <a:xfrm>
            <a:off x="3031583" y="6157391"/>
            <a:ext cx="177820" cy="164148"/>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121920" tIns="60960" rIns="121920" bIns="60960" numCol="1" rtlCol="0" anchor="t" anchorCtr="0" compatLnSpc="1">
            <a:prstTxWarp prst="textNoShape">
              <a:avLst/>
            </a:prstTxWarp>
          </a:bodyPr>
          <a:lstStyle/>
          <a:p>
            <a:pPr marL="0" marR="0" lvl="0" indent="0" algn="l" defTabSz="1218958" rtl="0" eaLnBrk="0" fontAlgn="base" latinLnBrk="0" hangingPunct="0">
              <a:lnSpc>
                <a:spcPct val="100000"/>
              </a:lnSpc>
              <a:spcBef>
                <a:spcPct val="0"/>
              </a:spcBef>
              <a:spcAft>
                <a:spcPct val="0"/>
              </a:spcAft>
              <a:buClrTx/>
              <a:buSzTx/>
              <a:buFontTx/>
              <a:buNone/>
              <a:tabLst/>
              <a:defRPr/>
            </a:pPr>
            <a:endParaRPr kumimoji="0" lang="zh-CN" altLang="en-US" sz="1867" b="0" i="0" u="none" strike="noStrike" kern="1200" cap="none" spc="0" normalizeH="0" baseline="0" noProof="0">
              <a:ln>
                <a:noFill/>
              </a:ln>
              <a:solidFill>
                <a:srgbClr val="000000"/>
              </a:solidFill>
              <a:effectLst/>
              <a:uLnTx/>
              <a:uFillTx/>
              <a:latin typeface="Verdana" charset="0"/>
              <a:ea typeface="+mn-ea"/>
              <a:cs typeface="+mn-cs"/>
            </a:endParaRPr>
          </a:p>
        </p:txBody>
      </p:sp>
      <p:pic>
        <p:nvPicPr>
          <p:cNvPr id="52" name="Graphic 51" descr="Flag with solid fill">
            <a:extLst>
              <a:ext uri="{FF2B5EF4-FFF2-40B4-BE49-F238E27FC236}">
                <a16:creationId xmlns:a16="http://schemas.microsoft.com/office/drawing/2014/main" id="{D8E229BE-0E6D-08D7-DD03-DFA857222A2B}"/>
              </a:ext>
            </a:extLst>
          </p:cNvPr>
          <p:cNvPicPr>
            <a:picLocks noChangeAspect="1"/>
          </p:cNvPicPr>
          <p:nvPr/>
        </p:nvPicPr>
        <p:blipFill>
          <a:blip>
            <a:extLst>
              <a:ext uri="{96DAC541-7B7A-43D3-8B79-37D633B846F1}">
                <asvg:svgBlip xmlns:asvg="http://schemas.microsoft.com/office/drawing/2016/SVG/main" r:embed="rId44"/>
              </a:ext>
            </a:extLst>
          </a:blip>
          <a:stretch>
            <a:fillRect/>
          </a:stretch>
        </p:blipFill>
        <p:spPr>
          <a:xfrm>
            <a:off x="8398287" y="1998152"/>
            <a:ext cx="194560" cy="194560"/>
          </a:xfrm>
          <a:prstGeom prst="rect">
            <a:avLst/>
          </a:prstGeom>
        </p:spPr>
      </p:pic>
      <p:sp>
        <p:nvSpPr>
          <p:cNvPr id="54" name="五角星 55">
            <a:extLst>
              <a:ext uri="{FF2B5EF4-FFF2-40B4-BE49-F238E27FC236}">
                <a16:creationId xmlns:a16="http://schemas.microsoft.com/office/drawing/2014/main" id="{22014FB5-45BF-BC11-E10D-1C4D40AD192E}"/>
              </a:ext>
            </a:extLst>
          </p:cNvPr>
          <p:cNvSpPr>
            <a:spLocks noChangeAspect="1"/>
          </p:cNvSpPr>
          <p:nvPr/>
        </p:nvSpPr>
        <p:spPr bwMode="auto">
          <a:xfrm>
            <a:off x="7681624" y="2530331"/>
            <a:ext cx="146125" cy="128492"/>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marL="0" marR="0" lvl="0" indent="0" algn="l" defTabSz="1218990" rtl="0" eaLnBrk="0" fontAlgn="auto" latinLnBrk="0" hangingPunct="0">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FF0000"/>
              </a:solidFill>
              <a:effectLst/>
              <a:uLnTx/>
              <a:uFillTx/>
              <a:latin typeface="BISansOpti"/>
              <a:ea typeface="+mn-ea"/>
              <a:cs typeface="+mn-cs"/>
            </a:endParaRPr>
          </a:p>
        </p:txBody>
      </p:sp>
      <p:sp>
        <p:nvSpPr>
          <p:cNvPr id="11" name="Rectangle 37">
            <a:extLst>
              <a:ext uri="{FF2B5EF4-FFF2-40B4-BE49-F238E27FC236}">
                <a16:creationId xmlns:a16="http://schemas.microsoft.com/office/drawing/2014/main" id="{84F9101A-7825-5915-EF6C-93CC763E6286}"/>
              </a:ext>
            </a:extLst>
          </p:cNvPr>
          <p:cNvSpPr/>
          <p:nvPr/>
        </p:nvSpPr>
        <p:spPr>
          <a:xfrm>
            <a:off x="8652408" y="4579783"/>
            <a:ext cx="1237945" cy="221536"/>
          </a:xfrm>
          <a:prstGeom prst="rect">
            <a:avLst/>
          </a:prstGeom>
        </p:spPr>
        <p:txBody>
          <a:bodyPr wrap="square">
            <a:spAutoFit/>
          </a:bodyPr>
          <a:lstStyle/>
          <a:p>
            <a:pPr marL="0" marR="0" lvl="0" indent="0" algn="ctr" defTabSz="1218990" rtl="0" eaLnBrk="1" fontAlgn="auto" latinLnBrk="0" hangingPunct="1">
              <a:lnSpc>
                <a:spcPct val="90000"/>
              </a:lnSpc>
              <a:spcBef>
                <a:spcPts val="0"/>
              </a:spcBef>
              <a:spcAft>
                <a:spcPts val="0"/>
              </a:spcAft>
              <a:buClrTx/>
              <a:buSzTx/>
              <a:buFontTx/>
              <a:buNone/>
              <a:tabLst/>
              <a:defRPr/>
            </a:pPr>
            <a:r>
              <a:rPr kumimoji="0" lang="en-US" altLang="zh-CN" sz="933" b="1"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Dec 9 2025</a:t>
            </a:r>
            <a:endParaRPr kumimoji="0" lang="zh-CN" altLang="en-US" sz="933" b="1"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12" name="Rectangle 37">
            <a:extLst>
              <a:ext uri="{FF2B5EF4-FFF2-40B4-BE49-F238E27FC236}">
                <a16:creationId xmlns:a16="http://schemas.microsoft.com/office/drawing/2014/main" id="{6BFB1E6E-09E8-88D0-9883-4BF4B71F9073}"/>
              </a:ext>
            </a:extLst>
          </p:cNvPr>
          <p:cNvSpPr/>
          <p:nvPr/>
        </p:nvSpPr>
        <p:spPr>
          <a:xfrm>
            <a:off x="7406124" y="4590382"/>
            <a:ext cx="811441" cy="221536"/>
          </a:xfrm>
          <a:prstGeom prst="rect">
            <a:avLst/>
          </a:prstGeom>
        </p:spPr>
        <p:txBody>
          <a:bodyPr wrap="none">
            <a:spAutoFit/>
          </a:bodyPr>
          <a:lstStyle/>
          <a:p>
            <a:pPr marL="0" marR="0" lvl="0" indent="0" algn="ctr" defTabSz="1218990" rtl="0" eaLnBrk="1" fontAlgn="auto" latinLnBrk="0" hangingPunct="1">
              <a:lnSpc>
                <a:spcPct val="9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Apr 30  2025</a:t>
            </a:r>
            <a:endParaRPr kumimoji="0" lang="zh-CN" altLang="en-US" sz="933"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pic>
        <p:nvPicPr>
          <p:cNvPr id="13" name="Graphic 12" descr="Flag with solid fill">
            <a:extLst>
              <a:ext uri="{FF2B5EF4-FFF2-40B4-BE49-F238E27FC236}">
                <a16:creationId xmlns:a16="http://schemas.microsoft.com/office/drawing/2014/main" id="{1D610256-D632-3401-E2CF-0C8C9A7A7BB1}"/>
              </a:ext>
            </a:extLst>
          </p:cNvPr>
          <p:cNvPicPr>
            <a:picLocks noChangeAspect="1"/>
          </p:cNvPicPr>
          <p:nvPr/>
        </p:nvPicPr>
        <p:blipFill>
          <a:blip>
            <a:extLst>
              <a:ext uri="{96DAC541-7B7A-43D3-8B79-37D633B846F1}">
                <asvg:svgBlip xmlns:asvg="http://schemas.microsoft.com/office/drawing/2016/SVG/main" r:embed="rId44"/>
              </a:ext>
            </a:extLst>
          </a:blip>
          <a:stretch>
            <a:fillRect/>
          </a:stretch>
        </p:blipFill>
        <p:spPr>
          <a:xfrm>
            <a:off x="9040754" y="2582908"/>
            <a:ext cx="194560" cy="194560"/>
          </a:xfrm>
          <a:prstGeom prst="rect">
            <a:avLst/>
          </a:prstGeom>
        </p:spPr>
      </p:pic>
      <p:sp>
        <p:nvSpPr>
          <p:cNvPr id="15" name="Star: 4 Points 143">
            <a:extLst>
              <a:ext uri="{FF2B5EF4-FFF2-40B4-BE49-F238E27FC236}">
                <a16:creationId xmlns:a16="http://schemas.microsoft.com/office/drawing/2014/main" id="{CFB83DC0-5A2E-7510-6D49-D8CEDC885EEB}"/>
              </a:ext>
            </a:extLst>
          </p:cNvPr>
          <p:cNvSpPr/>
          <p:nvPr/>
        </p:nvSpPr>
        <p:spPr bwMode="auto">
          <a:xfrm>
            <a:off x="6033493" y="2119339"/>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41"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6" name="Rectangle 15">
            <a:extLst>
              <a:ext uri="{FF2B5EF4-FFF2-40B4-BE49-F238E27FC236}">
                <a16:creationId xmlns:a16="http://schemas.microsoft.com/office/drawing/2014/main" id="{B5D3F992-42E4-8249-6A29-CF25396F4735}"/>
              </a:ext>
            </a:extLst>
          </p:cNvPr>
          <p:cNvSpPr/>
          <p:nvPr/>
        </p:nvSpPr>
        <p:spPr>
          <a:xfrm>
            <a:off x="6158645" y="2638098"/>
            <a:ext cx="1248281" cy="338554"/>
          </a:xfrm>
          <a:prstGeom prst="rect">
            <a:avLst/>
          </a:prstGeom>
        </p:spPr>
        <p:txBody>
          <a:bodyPr wrap="square">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Last patient Primary</a:t>
            </a:r>
          </a:p>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 endpoint</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23" name="Rectangle 37">
            <a:extLst>
              <a:ext uri="{FF2B5EF4-FFF2-40B4-BE49-F238E27FC236}">
                <a16:creationId xmlns:a16="http://schemas.microsoft.com/office/drawing/2014/main" id="{3A901D2B-47A5-827A-1D3A-1BCD418AC030}"/>
              </a:ext>
            </a:extLst>
          </p:cNvPr>
          <p:cNvSpPr/>
          <p:nvPr/>
        </p:nvSpPr>
        <p:spPr>
          <a:xfrm>
            <a:off x="8952222" y="5048135"/>
            <a:ext cx="638315" cy="221536"/>
          </a:xfrm>
          <a:prstGeom prst="rect">
            <a:avLst/>
          </a:prstGeom>
        </p:spPr>
        <p:txBody>
          <a:bodyPr wrap="none">
            <a:spAutoFit/>
          </a:bodyPr>
          <a:lstStyle/>
          <a:p>
            <a:pPr marL="0" marR="0" lvl="0" indent="0" algn="ctr" defTabSz="1218990" rtl="0" eaLnBrk="1" fontAlgn="auto" latinLnBrk="0" hangingPunct="1">
              <a:lnSpc>
                <a:spcPct val="9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NDA App</a:t>
            </a:r>
          </a:p>
        </p:txBody>
      </p:sp>
      <p:sp>
        <p:nvSpPr>
          <p:cNvPr id="22" name="OTLSHAPE_M_39ea6ebc19a94c9fab6ef5006c31df58_Title">
            <a:extLst>
              <a:ext uri="{FF2B5EF4-FFF2-40B4-BE49-F238E27FC236}">
                <a16:creationId xmlns:a16="http://schemas.microsoft.com/office/drawing/2014/main" id="{B2D397BE-474D-9993-E66A-1998E478AB24}"/>
              </a:ext>
            </a:extLst>
          </p:cNvPr>
          <p:cNvSpPr txBox="1"/>
          <p:nvPr>
            <p:custDataLst>
              <p:tags r:id="rId37"/>
            </p:custDataLst>
          </p:nvPr>
        </p:nvSpPr>
        <p:spPr>
          <a:xfrm>
            <a:off x="8440146" y="5045389"/>
            <a:ext cx="649536" cy="276999"/>
          </a:xfrm>
          <a:prstGeom prst="rect">
            <a:avLst/>
          </a:prstGeom>
          <a:noFill/>
        </p:spPr>
        <p:txBody>
          <a:bodyPr vert="horz" wrap="square" lIns="0" tIns="0" rIns="0" bIns="0" rtlCol="0" anchor="ctr" anchorCtr="0">
            <a:spAutoFit/>
          </a:bodyPr>
          <a:lstStyle>
            <a:defPPr>
              <a:defRPr lang="de-DE"/>
            </a:defPPr>
            <a:lvl1pPr marR="0" lvl="0" indent="0" algn="ctr" defTabSz="914355" fontAlgn="auto">
              <a:lnSpc>
                <a:spcPct val="100000"/>
              </a:lnSpc>
              <a:spcBef>
                <a:spcPts val="0"/>
              </a:spcBef>
              <a:spcAft>
                <a:spcPts val="0"/>
              </a:spcAft>
              <a:buClrTx/>
              <a:buSzTx/>
              <a:buFontTx/>
              <a:buNone/>
              <a:tabLst/>
              <a:defRPr kumimoji="0" sz="675" b="1" i="0" u="none" strike="noStrike" cap="none" spc="0" normalizeH="0" baseline="0">
                <a:ln>
                  <a:noFill/>
                </a:ln>
                <a:solidFill>
                  <a:srgbClr val="44546A"/>
                </a:solidFill>
                <a:effectLst/>
                <a:uLnTx/>
                <a:uFillTx/>
                <a:latin typeface="Calibri" panose="020F0502020204030204" pitchFamily="34" charset="0"/>
                <a:cs typeface="Calibri" panose="020F0502020204030204" pitchFamily="34" charset="0"/>
              </a:defRPr>
            </a:lvl1p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CDE Panel Meeting</a:t>
            </a:r>
            <a:endParaRPr kumimoji="0" lang="zh-CN" altLang="en-US"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24" name="Rectangle 37">
            <a:extLst>
              <a:ext uri="{FF2B5EF4-FFF2-40B4-BE49-F238E27FC236}">
                <a16:creationId xmlns:a16="http://schemas.microsoft.com/office/drawing/2014/main" id="{8FDAFE03-153F-BBCA-62ED-F97E9E271F7E}"/>
              </a:ext>
            </a:extLst>
          </p:cNvPr>
          <p:cNvSpPr/>
          <p:nvPr/>
        </p:nvSpPr>
        <p:spPr>
          <a:xfrm>
            <a:off x="7798218" y="3858088"/>
            <a:ext cx="785793" cy="221536"/>
          </a:xfrm>
          <a:prstGeom prst="rect">
            <a:avLst/>
          </a:prstGeom>
        </p:spPr>
        <p:txBody>
          <a:bodyPr wrap="none">
            <a:spAutoFit/>
          </a:bodyPr>
          <a:lstStyle/>
          <a:p>
            <a:pPr marL="0" marR="0" lvl="0" indent="0" algn="ctr" defTabSz="1218990" rtl="0" eaLnBrk="1" fontAlgn="auto" latinLnBrk="0" hangingPunct="1">
              <a:lnSpc>
                <a:spcPct val="9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12 Sep 2025</a:t>
            </a:r>
            <a:endParaRPr kumimoji="0" lang="zh-CN" altLang="en-US" sz="933"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26" name="Star: 4 Points 143">
            <a:extLst>
              <a:ext uri="{FF2B5EF4-FFF2-40B4-BE49-F238E27FC236}">
                <a16:creationId xmlns:a16="http://schemas.microsoft.com/office/drawing/2014/main" id="{1AA9B138-A207-AF98-5BA4-44D5FC93CD44}"/>
              </a:ext>
            </a:extLst>
          </p:cNvPr>
          <p:cNvSpPr/>
          <p:nvPr/>
        </p:nvSpPr>
        <p:spPr bwMode="auto">
          <a:xfrm>
            <a:off x="8178529" y="4224797"/>
            <a:ext cx="184243" cy="187815"/>
          </a:xfrm>
          <a:prstGeom prst="star4">
            <a:avLst>
              <a:gd name="adj" fmla="val 12500"/>
            </a:avLst>
          </a:prstGeom>
          <a:solidFill>
            <a:srgbClr val="0070C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1067" b="0" i="0" u="none" strike="noStrike" kern="1200" cap="none" spc="0" normalizeH="0" baseline="0" noProof="0">
              <a:ln>
                <a:noFill/>
              </a:ln>
              <a:solidFill>
                <a:srgbClr val="0066FF"/>
              </a:solidFill>
              <a:effectLst/>
              <a:uLnTx/>
              <a:uFillTx/>
              <a:latin typeface="Boehringer Forward Text"/>
              <a:ea typeface="等线" panose="02010600030101010101" pitchFamily="2" charset="-122"/>
              <a:cs typeface="Calibri" panose="020F0502020204030204" pitchFamily="34" charset="0"/>
            </a:endParaRPr>
          </a:p>
        </p:txBody>
      </p:sp>
      <p:sp>
        <p:nvSpPr>
          <p:cNvPr id="5" name="Star: 4 Points 143">
            <a:extLst>
              <a:ext uri="{FF2B5EF4-FFF2-40B4-BE49-F238E27FC236}">
                <a16:creationId xmlns:a16="http://schemas.microsoft.com/office/drawing/2014/main" id="{73A3F8D0-EECA-7A4B-CB2F-BBE208D95262}"/>
              </a:ext>
            </a:extLst>
          </p:cNvPr>
          <p:cNvSpPr/>
          <p:nvPr/>
        </p:nvSpPr>
        <p:spPr bwMode="auto">
          <a:xfrm>
            <a:off x="8794490" y="4895758"/>
            <a:ext cx="184243" cy="187815"/>
          </a:xfrm>
          <a:prstGeom prst="star4">
            <a:avLst>
              <a:gd name="adj" fmla="val 12500"/>
            </a:avLst>
          </a:prstGeom>
          <a:solidFill>
            <a:srgbClr val="0070C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1067" b="0" i="0" u="none" strike="noStrike" kern="1200" cap="none" spc="0" normalizeH="0" baseline="0" noProof="0">
              <a:ln>
                <a:noFill/>
              </a:ln>
              <a:solidFill>
                <a:srgbClr val="0066FF"/>
              </a:solidFill>
              <a:effectLst/>
              <a:uLnTx/>
              <a:uFillTx/>
              <a:latin typeface="Boehringer Forward Text"/>
              <a:ea typeface="等线" panose="02010600030101010101" pitchFamily="2" charset="-122"/>
              <a:cs typeface="Calibri" panose="020F0502020204030204" pitchFamily="34" charset="0"/>
            </a:endParaRPr>
          </a:p>
        </p:txBody>
      </p:sp>
      <p:sp>
        <p:nvSpPr>
          <p:cNvPr id="6" name="OTLSHAPE_M_39ea6ebc19a94c9fab6ef5006c31df58_Title">
            <a:extLst>
              <a:ext uri="{FF2B5EF4-FFF2-40B4-BE49-F238E27FC236}">
                <a16:creationId xmlns:a16="http://schemas.microsoft.com/office/drawing/2014/main" id="{367EAFE7-2F4D-5FB9-DC3D-9262B586FBD9}"/>
              </a:ext>
            </a:extLst>
          </p:cNvPr>
          <p:cNvSpPr txBox="1"/>
          <p:nvPr>
            <p:custDataLst>
              <p:tags r:id="rId38"/>
            </p:custDataLst>
          </p:nvPr>
        </p:nvSpPr>
        <p:spPr>
          <a:xfrm>
            <a:off x="7953801" y="4362338"/>
            <a:ext cx="649536" cy="276999"/>
          </a:xfrm>
          <a:prstGeom prst="rect">
            <a:avLst/>
          </a:prstGeom>
          <a:noFill/>
        </p:spPr>
        <p:txBody>
          <a:bodyPr vert="horz" wrap="square" lIns="0" tIns="0" rIns="0" bIns="0" rtlCol="0" anchor="ctr" anchorCtr="0">
            <a:spAutoFit/>
          </a:bodyPr>
          <a:lstStyle>
            <a:defPPr>
              <a:defRPr lang="de-DE"/>
            </a:defPPr>
            <a:lvl1pPr marR="0" lvl="0" indent="0" algn="ctr" defTabSz="914355" fontAlgn="auto">
              <a:lnSpc>
                <a:spcPct val="100000"/>
              </a:lnSpc>
              <a:spcBef>
                <a:spcPts val="0"/>
              </a:spcBef>
              <a:spcAft>
                <a:spcPts val="0"/>
              </a:spcAft>
              <a:buClrTx/>
              <a:buSzTx/>
              <a:buFontTx/>
              <a:buNone/>
              <a:tabLst/>
              <a:defRPr kumimoji="0" sz="675" b="1" i="0" u="none" strike="noStrike" cap="none" spc="0" normalizeH="0" baseline="0">
                <a:ln>
                  <a:noFill/>
                </a:ln>
                <a:solidFill>
                  <a:srgbClr val="44546A"/>
                </a:solidFill>
                <a:effectLst/>
                <a:uLnTx/>
                <a:uFillTx/>
                <a:latin typeface="Calibri" panose="020F0502020204030204" pitchFamily="34" charset="0"/>
                <a:cs typeface="Calibri" panose="020F0502020204030204" pitchFamily="34" charset="0"/>
              </a:defRPr>
            </a:lvl1p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CDE Panel Meeting</a:t>
            </a:r>
            <a:endParaRPr kumimoji="0" lang="zh-CN" altLang="en-US"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27" name="Rectangle 37">
            <a:extLst>
              <a:ext uri="{FF2B5EF4-FFF2-40B4-BE49-F238E27FC236}">
                <a16:creationId xmlns:a16="http://schemas.microsoft.com/office/drawing/2014/main" id="{205EA0F2-D975-6949-2EE1-4DFD5AF12D80}"/>
              </a:ext>
            </a:extLst>
          </p:cNvPr>
          <p:cNvSpPr/>
          <p:nvPr/>
        </p:nvSpPr>
        <p:spPr>
          <a:xfrm>
            <a:off x="8277730" y="4576881"/>
            <a:ext cx="803426" cy="221536"/>
          </a:xfrm>
          <a:prstGeom prst="rect">
            <a:avLst/>
          </a:prstGeom>
        </p:spPr>
        <p:txBody>
          <a:bodyPr wrap="none">
            <a:spAutoFit/>
          </a:bodyPr>
          <a:lstStyle/>
          <a:p>
            <a:pPr marL="0" marR="0" lvl="0" indent="0" algn="ctr" defTabSz="1218990" rtl="0" eaLnBrk="1" fontAlgn="auto" latinLnBrk="0" hangingPunct="1">
              <a:lnSpc>
                <a:spcPct val="9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12 Nov 2025</a:t>
            </a:r>
            <a:endParaRPr kumimoji="0" lang="zh-CN" altLang="en-US" sz="933"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30" name="TextBox 85">
            <a:extLst>
              <a:ext uri="{FF2B5EF4-FFF2-40B4-BE49-F238E27FC236}">
                <a16:creationId xmlns:a16="http://schemas.microsoft.com/office/drawing/2014/main" id="{946E241C-C907-4049-FBC9-E50E5F60A1C1}"/>
              </a:ext>
            </a:extLst>
          </p:cNvPr>
          <p:cNvSpPr txBox="1"/>
          <p:nvPr/>
        </p:nvSpPr>
        <p:spPr bwMode="gray">
          <a:xfrm>
            <a:off x="5264835" y="5926930"/>
            <a:ext cx="5178596" cy="753989"/>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spAutoFit/>
          </a:bodyPr>
          <a:lstStyle/>
          <a:p>
            <a:pPr marL="356616" marR="0" lvl="0" indent="-173736" algn="l" defTabSz="914400"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0" lang="en-US" altLang="zh-CN" sz="1200" b="0" i="0" u="none" strike="noStrike" kern="1200" cap="none" spc="0" normalizeH="0" baseline="0" noProof="0">
                <a:ln>
                  <a:noFill/>
                </a:ln>
                <a:solidFill>
                  <a:prstClr val="black"/>
                </a:solidFill>
                <a:effectLst/>
                <a:uLnTx/>
                <a:uFillTx/>
                <a:latin typeface="Boehringer Forward Text" panose="020B0504030403020204" pitchFamily="2" charset="0"/>
                <a:ea typeface="+mn-ea"/>
                <a:cs typeface="+mn-cs"/>
              </a:rPr>
              <a:t>CTP 7.0 dispatched in Mar and considered as non-substantial change, will be reported by DSUR in May 2026</a:t>
            </a:r>
          </a:p>
          <a:p>
            <a:pPr marL="356616" marR="0" lvl="0" indent="-173736" algn="l" defTabSz="914400"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0" lang="en-US" altLang="zh-CN" sz="1200" b="0" i="0" u="none" strike="noStrike" kern="1200" cap="none" spc="0" normalizeH="0" baseline="0" noProof="0">
                <a:ln>
                  <a:noFill/>
                </a:ln>
                <a:solidFill>
                  <a:prstClr val="black"/>
                </a:solidFill>
                <a:effectLst/>
                <a:uLnTx/>
                <a:uFillTx/>
                <a:latin typeface="Boehringer Forward Text" panose="020B0504030403020204" pitchFamily="2" charset="0"/>
                <a:ea typeface="+mn-ea"/>
                <a:cs typeface="+mn-cs"/>
              </a:rPr>
              <a:t>IMPD 4.0 dispatched on Apr 2, will be implemented in DSUR.</a:t>
            </a:r>
          </a:p>
        </p:txBody>
      </p:sp>
    </p:spTree>
    <p:extLst>
      <p:ext uri="{BB962C8B-B14F-4D97-AF65-F5344CB8AC3E}">
        <p14:creationId xmlns:p14="http://schemas.microsoft.com/office/powerpoint/2010/main" val="10101888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 name="矩形 20">
            <a:extLst>
              <a:ext uri="{FF2B5EF4-FFF2-40B4-BE49-F238E27FC236}">
                <a16:creationId xmlns:a16="http://schemas.microsoft.com/office/drawing/2014/main" id="{250DA2B4-64E3-96E8-4EF7-24060762E356}"/>
              </a:ext>
            </a:extLst>
          </p:cNvPr>
          <p:cNvSpPr/>
          <p:nvPr/>
        </p:nvSpPr>
        <p:spPr>
          <a:xfrm>
            <a:off x="8892729" y="3737595"/>
            <a:ext cx="1806230" cy="363607"/>
          </a:xfrm>
          <a:prstGeom prst="rect">
            <a:avLst/>
          </a:prstGeom>
          <a:pattFill prst="pct25">
            <a:fgClr>
              <a:srgbClr val="1AAA42"/>
            </a:fgClr>
            <a:bgClr>
              <a:srgbClr val="FFFFFF"/>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p:spPr>
        <p:txBody>
          <a:bodyPr vert="horz" wrap="square" lIns="91440" tIns="45720" rIns="91440" bIns="45720" numCol="1" rtlCol="0" anchor="t" anchorCtr="0" compatLnSpc="1">
            <a:prstTxWarp prst="textNoShape">
              <a:avLst/>
            </a:prstTxWarp>
          </a:bodyP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altLang="zh-CN" sz="933" b="1" i="0" u="none" strike="noStrike" kern="0" cap="none" spc="-7" normalizeH="0" baseline="0" noProof="0">
              <a:ln>
                <a:noFill/>
              </a:ln>
              <a:solidFill>
                <a:srgbClr val="000000"/>
              </a:solidFill>
              <a:effectLst/>
              <a:uLnTx/>
              <a:uFillTx/>
              <a:latin typeface="Boehringer Forward Text"/>
              <a:ea typeface="+mn-ea"/>
              <a:cs typeface="+mn-cs"/>
            </a:endParaRPr>
          </a:p>
        </p:txBody>
      </p:sp>
      <p:sp>
        <p:nvSpPr>
          <p:cNvPr id="253" name="OTLSHAPE_T_e17f3958430f4cff8650518c93c7635e_Shape">
            <a:extLst>
              <a:ext uri="{FF2B5EF4-FFF2-40B4-BE49-F238E27FC236}">
                <a16:creationId xmlns:a16="http://schemas.microsoft.com/office/drawing/2014/main" id="{F81314E4-3460-685F-09F4-D8B5AC912C10}"/>
              </a:ext>
            </a:extLst>
          </p:cNvPr>
          <p:cNvSpPr/>
          <p:nvPr>
            <p:custDataLst>
              <p:tags r:id="rId1"/>
            </p:custDataLst>
          </p:nvPr>
        </p:nvSpPr>
        <p:spPr bwMode="auto">
          <a:xfrm>
            <a:off x="5104773" y="3724887"/>
            <a:ext cx="3788470" cy="379573"/>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9050" rtl="0" eaLnBrk="0" fontAlgn="base" latinLnBrk="0" hangingPunct="0">
              <a:lnSpc>
                <a:spcPct val="100000"/>
              </a:lnSpc>
              <a:spcBef>
                <a:spcPct val="0"/>
              </a:spcBef>
              <a:spcAft>
                <a:spcPct val="0"/>
              </a:spcAft>
              <a:buClrTx/>
              <a:buSzTx/>
              <a:buFontTx/>
              <a:buNone/>
              <a:tabLst/>
              <a:defRPr/>
            </a:pPr>
            <a:endParaRPr kumimoji="0" lang="zh-CN" altLang="en-US" sz="1000" b="1"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120" name="Title 3">
            <a:extLst>
              <a:ext uri="{FF2B5EF4-FFF2-40B4-BE49-F238E27FC236}">
                <a16:creationId xmlns:a16="http://schemas.microsoft.com/office/drawing/2014/main" id="{E8AE3E22-1A63-909A-C6E9-C945AB73E27A}"/>
              </a:ext>
            </a:extLst>
          </p:cNvPr>
          <p:cNvSpPr txBox="1">
            <a:spLocks/>
          </p:cNvSpPr>
          <p:nvPr/>
        </p:nvSpPr>
        <p:spPr bwMode="gray">
          <a:xfrm>
            <a:off x="322409" y="227619"/>
            <a:ext cx="10634397" cy="720000"/>
          </a:xfrm>
          <a:prstGeom prst="rect">
            <a:avLst/>
          </a:prstGeom>
        </p:spPr>
        <p:txBody>
          <a:bodyPr vert="horz" lIns="0" tIns="0" rIns="0" bIns="0" rtlCol="0" anchor="t">
            <a:normAutofit fontScale="97500"/>
          </a:bodyPr>
          <a:lstStyle>
            <a:lvl1pPr algn="l" defTabSz="914377" rtl="0" eaLnBrk="1" latinLnBrk="0" hangingPunct="1">
              <a:lnSpc>
                <a:spcPct val="100000"/>
              </a:lnSpc>
              <a:spcBef>
                <a:spcPct val="0"/>
              </a:spcBef>
              <a:buNone/>
              <a:defRPr kumimoji="1" sz="2500" b="1" kern="1200">
                <a:solidFill>
                  <a:schemeClr val="bg2"/>
                </a:solidFill>
                <a:latin typeface="+mj-lt"/>
                <a:ea typeface="+mj-ea"/>
                <a:cs typeface="+mj-cs"/>
              </a:defRPr>
            </a:lvl1pPr>
          </a:lstStyle>
          <a:p>
            <a:pPr marL="0" marR="0" lvl="0" indent="0" algn="l" defTabSz="914377" rtl="0" eaLnBrk="1" fontAlgn="auto" latinLnBrk="0" hangingPunct="1">
              <a:lnSpc>
                <a:spcPct val="100000"/>
              </a:lnSpc>
              <a:spcBef>
                <a:spcPct val="0"/>
              </a:spcBef>
              <a:spcAft>
                <a:spcPts val="0"/>
              </a:spcAft>
              <a:buClrTx/>
              <a:buSzTx/>
              <a:buFontTx/>
              <a:buNone/>
              <a:tabLst/>
              <a:defRPr/>
            </a:pPr>
            <a:r>
              <a:rPr kumimoji="1" lang="en-US" altLang="zh-CN" sz="2400" b="0" i="1" u="sng" strike="noStrike" kern="1200" cap="none" spc="0" normalizeH="0" baseline="0" noProof="0">
                <a:ln>
                  <a:noFill/>
                </a:ln>
                <a:solidFill>
                  <a:srgbClr val="08312A"/>
                </a:solidFill>
                <a:effectLst/>
                <a:uLnTx/>
                <a:uFillTx/>
                <a:latin typeface="Boehringer Forward Head"/>
                <a:ea typeface="+mj-ea"/>
                <a:cs typeface="Calibri" panose="020F0502020204030204" pitchFamily="34" charset="0"/>
              </a:rPr>
              <a:t>Ongoing: </a:t>
            </a:r>
            <a:r>
              <a:rPr kumimoji="1" lang="en-US" altLang="zh-CN" sz="2400" b="0" i="1" u="none" strike="noStrike" kern="1200" cap="none" spc="0" normalizeH="0" baseline="0" noProof="0">
                <a:ln>
                  <a:noFill/>
                </a:ln>
                <a:solidFill>
                  <a:srgbClr val="08312A"/>
                </a:solidFill>
                <a:effectLst/>
                <a:uLnTx/>
                <a:uFillTx/>
                <a:latin typeface="Boehringer Forward Head"/>
                <a:ea typeface="+mj-ea"/>
                <a:cs typeface="Calibri" panose="020F0502020204030204" pitchFamily="34" charset="0"/>
              </a:rPr>
              <a:t>Nerandomilast (PDE4b inhibitor): </a:t>
            </a:r>
            <a:r>
              <a:rPr kumimoji="1" lang="en-US" altLang="zh-CN" sz="2400" b="0" i="0" u="none" strike="noStrike" kern="1200" cap="none" spc="0" normalizeH="0" baseline="0" noProof="0">
                <a:ln>
                  <a:noFill/>
                </a:ln>
                <a:solidFill>
                  <a:srgbClr val="08312A"/>
                </a:solidFill>
                <a:effectLst/>
                <a:uLnTx/>
                <a:uFillTx/>
                <a:latin typeface="Boehringer Forward Head"/>
                <a:ea typeface="+mj-ea"/>
                <a:cs typeface="Calibri" panose="020F0502020204030204" pitchFamily="34" charset="0"/>
              </a:rPr>
              <a:t>Systemic autoimmune rheumatic diseases-associated Interstitial Lung Diseases (SARD-ILD) Development Plan</a:t>
            </a:r>
            <a:endParaRPr kumimoji="1" lang="zh-CN" altLang="en-US" sz="2400" b="0" i="0" u="none" strike="noStrike" kern="1200" cap="none" spc="0" normalizeH="0" baseline="0" noProof="0">
              <a:ln>
                <a:noFill/>
              </a:ln>
              <a:solidFill>
                <a:srgbClr val="08312A"/>
              </a:solidFill>
              <a:effectLst/>
              <a:uLnTx/>
              <a:uFillTx/>
              <a:latin typeface="Boehringer Forward Head"/>
              <a:ea typeface="+mj-ea"/>
              <a:cs typeface="Calibri" panose="020F0502020204030204" pitchFamily="34" charset="0"/>
            </a:endParaRPr>
          </a:p>
        </p:txBody>
      </p:sp>
      <p:cxnSp>
        <p:nvCxnSpPr>
          <p:cNvPr id="121" name="Straight Connector 120">
            <a:extLst>
              <a:ext uri="{FF2B5EF4-FFF2-40B4-BE49-F238E27FC236}">
                <a16:creationId xmlns:a16="http://schemas.microsoft.com/office/drawing/2014/main" id="{DE4EEFD2-FE59-2953-9D81-E8615B8A9749}"/>
              </a:ext>
            </a:extLst>
          </p:cNvPr>
          <p:cNvCxnSpPr>
            <a:cxnSpLocks/>
          </p:cNvCxnSpPr>
          <p:nvPr/>
        </p:nvCxnSpPr>
        <p:spPr bwMode="auto">
          <a:xfrm flipH="1">
            <a:off x="451" y="3188585"/>
            <a:ext cx="12168000" cy="0"/>
          </a:xfrm>
          <a:prstGeom prst="line">
            <a:avLst/>
          </a:prstGeom>
          <a:solidFill>
            <a:srgbClr val="08312A"/>
          </a:solidFill>
          <a:ln w="15875" cap="flat" cmpd="sng" algn="ctr">
            <a:solidFill>
              <a:srgbClr val="A3E5EE"/>
            </a:solidFill>
            <a:prstDash val="sysDash"/>
            <a:round/>
            <a:headEnd type="none" w="med" len="med"/>
            <a:tailEnd type="none" w="med" len="med"/>
          </a:ln>
          <a:effectLst/>
        </p:spPr>
      </p:cxnSp>
      <p:graphicFrame>
        <p:nvGraphicFramePr>
          <p:cNvPr id="123" name="Table 122">
            <a:extLst>
              <a:ext uri="{FF2B5EF4-FFF2-40B4-BE49-F238E27FC236}">
                <a16:creationId xmlns:a16="http://schemas.microsoft.com/office/drawing/2014/main" id="{B0A0F24A-E5B2-D7AD-5771-3C4CADE3707B}"/>
              </a:ext>
            </a:extLst>
          </p:cNvPr>
          <p:cNvGraphicFramePr>
            <a:graphicFrameLocks noGrp="1"/>
          </p:cNvGraphicFramePr>
          <p:nvPr/>
        </p:nvGraphicFramePr>
        <p:xfrm>
          <a:off x="250897" y="1073957"/>
          <a:ext cx="11697072" cy="608641"/>
        </p:xfrm>
        <a:graphic>
          <a:graphicData uri="http://schemas.openxmlformats.org/drawingml/2006/table">
            <a:tbl>
              <a:tblPr firstRow="1" bandRow="1"/>
              <a:tblGrid>
                <a:gridCol w="731067">
                  <a:extLst>
                    <a:ext uri="{9D8B030D-6E8A-4147-A177-3AD203B41FA5}">
                      <a16:colId xmlns:a16="http://schemas.microsoft.com/office/drawing/2014/main" val="1064917641"/>
                    </a:ext>
                  </a:extLst>
                </a:gridCol>
                <a:gridCol w="731067">
                  <a:extLst>
                    <a:ext uri="{9D8B030D-6E8A-4147-A177-3AD203B41FA5}">
                      <a16:colId xmlns:a16="http://schemas.microsoft.com/office/drawing/2014/main" val="4221117315"/>
                    </a:ext>
                  </a:extLst>
                </a:gridCol>
                <a:gridCol w="731067">
                  <a:extLst>
                    <a:ext uri="{9D8B030D-6E8A-4147-A177-3AD203B41FA5}">
                      <a16:colId xmlns:a16="http://schemas.microsoft.com/office/drawing/2014/main" val="3266065341"/>
                    </a:ext>
                  </a:extLst>
                </a:gridCol>
                <a:gridCol w="731067">
                  <a:extLst>
                    <a:ext uri="{9D8B030D-6E8A-4147-A177-3AD203B41FA5}">
                      <a16:colId xmlns:a16="http://schemas.microsoft.com/office/drawing/2014/main" val="2374051224"/>
                    </a:ext>
                  </a:extLst>
                </a:gridCol>
                <a:gridCol w="731067">
                  <a:extLst>
                    <a:ext uri="{9D8B030D-6E8A-4147-A177-3AD203B41FA5}">
                      <a16:colId xmlns:a16="http://schemas.microsoft.com/office/drawing/2014/main" val="1840388365"/>
                    </a:ext>
                  </a:extLst>
                </a:gridCol>
                <a:gridCol w="731067">
                  <a:extLst>
                    <a:ext uri="{9D8B030D-6E8A-4147-A177-3AD203B41FA5}">
                      <a16:colId xmlns:a16="http://schemas.microsoft.com/office/drawing/2014/main" val="267750830"/>
                    </a:ext>
                  </a:extLst>
                </a:gridCol>
                <a:gridCol w="731067">
                  <a:extLst>
                    <a:ext uri="{9D8B030D-6E8A-4147-A177-3AD203B41FA5}">
                      <a16:colId xmlns:a16="http://schemas.microsoft.com/office/drawing/2014/main" val="3966469970"/>
                    </a:ext>
                  </a:extLst>
                </a:gridCol>
                <a:gridCol w="731067">
                  <a:extLst>
                    <a:ext uri="{9D8B030D-6E8A-4147-A177-3AD203B41FA5}">
                      <a16:colId xmlns:a16="http://schemas.microsoft.com/office/drawing/2014/main" val="2522973146"/>
                    </a:ext>
                  </a:extLst>
                </a:gridCol>
                <a:gridCol w="731067">
                  <a:extLst>
                    <a:ext uri="{9D8B030D-6E8A-4147-A177-3AD203B41FA5}">
                      <a16:colId xmlns:a16="http://schemas.microsoft.com/office/drawing/2014/main" val="3852236956"/>
                    </a:ext>
                  </a:extLst>
                </a:gridCol>
                <a:gridCol w="731067">
                  <a:extLst>
                    <a:ext uri="{9D8B030D-6E8A-4147-A177-3AD203B41FA5}">
                      <a16:colId xmlns:a16="http://schemas.microsoft.com/office/drawing/2014/main" val="493228184"/>
                    </a:ext>
                  </a:extLst>
                </a:gridCol>
                <a:gridCol w="731067">
                  <a:extLst>
                    <a:ext uri="{9D8B030D-6E8A-4147-A177-3AD203B41FA5}">
                      <a16:colId xmlns:a16="http://schemas.microsoft.com/office/drawing/2014/main" val="2981130253"/>
                    </a:ext>
                  </a:extLst>
                </a:gridCol>
                <a:gridCol w="731067">
                  <a:extLst>
                    <a:ext uri="{9D8B030D-6E8A-4147-A177-3AD203B41FA5}">
                      <a16:colId xmlns:a16="http://schemas.microsoft.com/office/drawing/2014/main" val="1463185388"/>
                    </a:ext>
                  </a:extLst>
                </a:gridCol>
                <a:gridCol w="731067">
                  <a:extLst>
                    <a:ext uri="{9D8B030D-6E8A-4147-A177-3AD203B41FA5}">
                      <a16:colId xmlns:a16="http://schemas.microsoft.com/office/drawing/2014/main" val="2864691688"/>
                    </a:ext>
                  </a:extLst>
                </a:gridCol>
                <a:gridCol w="731067">
                  <a:extLst>
                    <a:ext uri="{9D8B030D-6E8A-4147-A177-3AD203B41FA5}">
                      <a16:colId xmlns:a16="http://schemas.microsoft.com/office/drawing/2014/main" val="2712926517"/>
                    </a:ext>
                  </a:extLst>
                </a:gridCol>
                <a:gridCol w="731067">
                  <a:extLst>
                    <a:ext uri="{9D8B030D-6E8A-4147-A177-3AD203B41FA5}">
                      <a16:colId xmlns:a16="http://schemas.microsoft.com/office/drawing/2014/main" val="1902767807"/>
                    </a:ext>
                  </a:extLst>
                </a:gridCol>
                <a:gridCol w="731067">
                  <a:extLst>
                    <a:ext uri="{9D8B030D-6E8A-4147-A177-3AD203B41FA5}">
                      <a16:colId xmlns:a16="http://schemas.microsoft.com/office/drawing/2014/main" val="1000608608"/>
                    </a:ext>
                  </a:extLst>
                </a:gridCol>
              </a:tblGrid>
              <a:tr h="212234">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2024</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2025</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2026</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kern="1200">
                          <a:solidFill>
                            <a:schemeClr val="lt1"/>
                          </a:solidFill>
                          <a:latin typeface="Arial" panose="020B0604020202020204" pitchFamily="34" charset="0"/>
                          <a:ea typeface="+mn-ea"/>
                          <a:cs typeface="Arial" panose="020B0604020202020204" pitchFamily="34" charset="0"/>
                        </a:rPr>
                        <a:t>2027</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extLst>
                  <a:ext uri="{0D108BD9-81ED-4DB2-BD59-A6C34878D82A}">
                    <a16:rowId xmlns:a16="http://schemas.microsoft.com/office/drawing/2014/main" val="3603824039"/>
                  </a:ext>
                </a:extLst>
              </a:tr>
              <a:tr h="349561">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algn="ctr"/>
                      <a:r>
                        <a:rPr lang="en-US" altLang="zh-CN" sz="1100" b="1">
                          <a:solidFill>
                            <a:srgbClr val="000000"/>
                          </a:solidFill>
                          <a:latin typeface="Arial" panose="020B0604020202020204" pitchFamily="34" charset="0"/>
                          <a:cs typeface="Arial" panose="020B0604020202020204" pitchFamily="34" charset="0"/>
                        </a:rPr>
                        <a:t>Q1</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algn="ct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2722476245"/>
                  </a:ext>
                </a:extLst>
              </a:tr>
            </a:tbl>
          </a:graphicData>
        </a:graphic>
      </p:graphicFrame>
      <p:sp>
        <p:nvSpPr>
          <p:cNvPr id="124" name="Isosceles Triangle 123">
            <a:extLst>
              <a:ext uri="{FF2B5EF4-FFF2-40B4-BE49-F238E27FC236}">
                <a16:creationId xmlns:a16="http://schemas.microsoft.com/office/drawing/2014/main" id="{91A44D40-0B6E-69D5-75E5-21FA2CA2A481}"/>
              </a:ext>
            </a:extLst>
          </p:cNvPr>
          <p:cNvSpPr/>
          <p:nvPr/>
        </p:nvSpPr>
        <p:spPr>
          <a:xfrm rot="16200000" flipH="1">
            <a:off x="-143888" y="1243839"/>
            <a:ext cx="553098" cy="236472"/>
          </a:xfrm>
          <a:prstGeom prst="triangle">
            <a:avLst/>
          </a:prstGeom>
          <a:solidFill>
            <a:sysClr val="window" lastClr="FFFFFF"/>
          </a:solidFill>
          <a:ln w="12700" cap="flat" cmpd="sng" algn="ctr">
            <a:solidFill>
              <a:srgbClr val="003366"/>
            </a:solidFill>
            <a:prstDash val="solid"/>
            <a:miter lim="800000"/>
          </a:ln>
          <a:effectLst/>
        </p:spPr>
        <p:txBody>
          <a:bodyPr lIns="96000" tIns="96000" rIns="96000" bIns="96000" rtlCol="0" anchor="ct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sz="1867" b="0" i="0" u="none" strike="noStrike" kern="0" cap="none" spc="0" normalizeH="0" baseline="0" noProof="0" err="1">
              <a:ln>
                <a:noFill/>
              </a:ln>
              <a:solidFill>
                <a:srgbClr val="000000"/>
              </a:solidFill>
              <a:effectLst/>
              <a:uLnTx/>
              <a:uFillTx/>
              <a:latin typeface="BISansOpti"/>
              <a:ea typeface="+mn-ea"/>
              <a:cs typeface="+mn-cs"/>
            </a:endParaRPr>
          </a:p>
        </p:txBody>
      </p:sp>
      <p:sp>
        <p:nvSpPr>
          <p:cNvPr id="125" name="Isosceles Triangle 124">
            <a:extLst>
              <a:ext uri="{FF2B5EF4-FFF2-40B4-BE49-F238E27FC236}">
                <a16:creationId xmlns:a16="http://schemas.microsoft.com/office/drawing/2014/main" id="{9B0D002A-341E-EDDF-AF04-8BAD2D714C84}"/>
              </a:ext>
            </a:extLst>
          </p:cNvPr>
          <p:cNvSpPr/>
          <p:nvPr/>
        </p:nvSpPr>
        <p:spPr>
          <a:xfrm rot="5400000">
            <a:off x="11773666" y="1243839"/>
            <a:ext cx="553098" cy="236472"/>
          </a:xfrm>
          <a:prstGeom prst="triangle">
            <a:avLst/>
          </a:prstGeom>
          <a:solidFill>
            <a:sysClr val="window" lastClr="FFFFFF"/>
          </a:solidFill>
          <a:ln w="12700" cap="flat" cmpd="sng" algn="ctr">
            <a:solidFill>
              <a:srgbClr val="003366"/>
            </a:solidFill>
            <a:prstDash val="solid"/>
            <a:miter lim="800000"/>
          </a:ln>
          <a:effectLst/>
        </p:spPr>
        <p:txBody>
          <a:bodyPr lIns="96000" tIns="96000" rIns="96000" bIns="96000" rtlCol="0" anchor="ct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sz="1867" b="0" i="0" u="none" strike="noStrike" kern="0" cap="none" spc="0" normalizeH="0" baseline="0" noProof="0" err="1">
              <a:ln>
                <a:noFill/>
              </a:ln>
              <a:solidFill>
                <a:srgbClr val="000000"/>
              </a:solidFill>
              <a:effectLst/>
              <a:uLnTx/>
              <a:uFillTx/>
              <a:latin typeface="BISansOpti"/>
              <a:ea typeface="+mn-ea"/>
              <a:cs typeface="+mn-cs"/>
            </a:endParaRPr>
          </a:p>
        </p:txBody>
      </p:sp>
      <p:sp>
        <p:nvSpPr>
          <p:cNvPr id="126" name="TextBox 125">
            <a:extLst>
              <a:ext uri="{FF2B5EF4-FFF2-40B4-BE49-F238E27FC236}">
                <a16:creationId xmlns:a16="http://schemas.microsoft.com/office/drawing/2014/main" id="{D4A7622B-BB78-05EE-E8A4-C48732B5A633}"/>
              </a:ext>
            </a:extLst>
          </p:cNvPr>
          <p:cNvSpPr txBox="1"/>
          <p:nvPr/>
        </p:nvSpPr>
        <p:spPr>
          <a:xfrm>
            <a:off x="296991" y="2319698"/>
            <a:ext cx="773052" cy="401126"/>
          </a:xfrm>
          <a:prstGeom prst="rect">
            <a:avLst/>
          </a:prstGeom>
          <a:noFill/>
          <a:ln>
            <a:solidFill>
              <a:srgbClr val="08312A"/>
            </a:solidFill>
          </a:ln>
        </p:spPr>
        <p:txBody>
          <a:bodyPr wrap="square" lIns="72000" tIns="36000" rIns="72000" bIns="36000" rtlCol="0">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sz="1067" b="1" i="0" u="none" strike="noStrike" kern="0" cap="none" spc="0" normalizeH="0" baseline="0" noProof="0">
                <a:ln>
                  <a:noFill/>
                </a:ln>
                <a:solidFill>
                  <a:srgbClr val="0066CC"/>
                </a:solidFill>
                <a:effectLst/>
                <a:uLnTx/>
                <a:uFillTx/>
                <a:latin typeface="Boehringer Forward Text"/>
                <a:ea typeface="+mn-ea"/>
                <a:cs typeface="Calibri" panose="020F0502020204030204" pitchFamily="34" charset="0"/>
              </a:rPr>
              <a:t>Ph3b-1305.46</a:t>
            </a:r>
          </a:p>
        </p:txBody>
      </p:sp>
      <p:sp>
        <p:nvSpPr>
          <p:cNvPr id="127" name="TextBox 126">
            <a:extLst>
              <a:ext uri="{FF2B5EF4-FFF2-40B4-BE49-F238E27FC236}">
                <a16:creationId xmlns:a16="http://schemas.microsoft.com/office/drawing/2014/main" id="{7A314EA0-A6B9-0057-C073-A8C9EF8D4881}"/>
              </a:ext>
            </a:extLst>
          </p:cNvPr>
          <p:cNvSpPr txBox="1"/>
          <p:nvPr/>
        </p:nvSpPr>
        <p:spPr>
          <a:xfrm>
            <a:off x="251329" y="3890399"/>
            <a:ext cx="835521" cy="401126"/>
          </a:xfrm>
          <a:prstGeom prst="rect">
            <a:avLst/>
          </a:prstGeom>
          <a:noFill/>
          <a:ln>
            <a:solidFill>
              <a:srgbClr val="08312A"/>
            </a:solidFill>
          </a:ln>
        </p:spPr>
        <p:txBody>
          <a:bodyPr wrap="square" lIns="72000" tIns="36000" rIns="72000" bIns="36000" rtlCol="0">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1067" b="1" i="0" u="none" strike="noStrike" kern="0" cap="none" spc="0" normalizeH="0" baseline="0" noProof="0">
                <a:ln>
                  <a:noFill/>
                </a:ln>
                <a:solidFill>
                  <a:srgbClr val="0066CC"/>
                </a:solidFill>
                <a:effectLst/>
                <a:uLnTx/>
                <a:uFillTx/>
                <a:latin typeface="Boehringer Forward Text"/>
                <a:ea typeface="+mn-ea"/>
                <a:cs typeface="Calibri" panose="020F0502020204030204" pitchFamily="34" charset="0"/>
              </a:rPr>
              <a:t>Ph3b-1305.46</a:t>
            </a:r>
          </a:p>
        </p:txBody>
      </p:sp>
      <p:sp>
        <p:nvSpPr>
          <p:cNvPr id="128" name="OTLSHAPE_T_e17f3958430f4cff8650518c93c7635e_Shape">
            <a:extLst>
              <a:ext uri="{FF2B5EF4-FFF2-40B4-BE49-F238E27FC236}">
                <a16:creationId xmlns:a16="http://schemas.microsoft.com/office/drawing/2014/main" id="{628A634B-2A11-4794-E361-38E8E4F2585C}"/>
              </a:ext>
            </a:extLst>
          </p:cNvPr>
          <p:cNvSpPr/>
          <p:nvPr>
            <p:custDataLst>
              <p:tags r:id="rId2"/>
            </p:custDataLst>
          </p:nvPr>
        </p:nvSpPr>
        <p:spPr bwMode="auto">
          <a:xfrm>
            <a:off x="5077863" y="2353411"/>
            <a:ext cx="3815381" cy="330036"/>
          </a:xfrm>
          <a:prstGeom prst="roundRect">
            <a:avLst/>
          </a:prstGeom>
          <a:solidFill>
            <a:srgbClr val="CDE2E5"/>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9050" rtl="0" eaLnBrk="0" fontAlgn="base" latinLnBrk="0" hangingPunct="0">
              <a:lnSpc>
                <a:spcPct val="100000"/>
              </a:lnSpc>
              <a:spcBef>
                <a:spcPct val="0"/>
              </a:spcBef>
              <a:spcAft>
                <a:spcPct val="0"/>
              </a:spcAft>
              <a:buClrTx/>
              <a:buSzTx/>
              <a:buFontTx/>
              <a:buNone/>
              <a:tabLst/>
              <a:defRPr/>
            </a:pPr>
            <a:endParaRPr kumimoji="0" lang="zh-CN" altLang="en-US" sz="1000" b="1"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135" name="OTLSHAPE_T_e17f3958430f4cff8650518c93c7635e_StartDate">
            <a:extLst>
              <a:ext uri="{FF2B5EF4-FFF2-40B4-BE49-F238E27FC236}">
                <a16:creationId xmlns:a16="http://schemas.microsoft.com/office/drawing/2014/main" id="{8DA8DBF8-FB19-788C-8BA3-1CFB27A06BA0}"/>
              </a:ext>
            </a:extLst>
          </p:cNvPr>
          <p:cNvSpPr txBox="1"/>
          <p:nvPr>
            <p:custDataLst>
              <p:tags r:id="rId3"/>
            </p:custDataLst>
          </p:nvPr>
        </p:nvSpPr>
        <p:spPr>
          <a:xfrm>
            <a:off x="5728885" y="2358912"/>
            <a:ext cx="3202127" cy="276999"/>
          </a:xfrm>
          <a:prstGeom prst="rect">
            <a:avLst/>
          </a:prstGeom>
          <a:noFill/>
        </p:spPr>
        <p:txBody>
          <a:bodyPr vert="horz" wrap="square" lIns="0" tIns="0" rIns="0" bIns="0" rtlCol="0" anchor="ctr" anchorCtr="0">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rPr>
              <a:t>Recruitment window = 16 M </a:t>
            </a:r>
          </a:p>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rPr>
              <a:t>152 sites, N = 400 </a:t>
            </a:r>
          </a:p>
        </p:txBody>
      </p:sp>
      <p:pic>
        <p:nvPicPr>
          <p:cNvPr id="146" name="Picture 145">
            <a:extLst>
              <a:ext uri="{FF2B5EF4-FFF2-40B4-BE49-F238E27FC236}">
                <a16:creationId xmlns:a16="http://schemas.microsoft.com/office/drawing/2014/main" id="{77E4FDDE-AC3E-4F50-F68B-7A6E65BE26E3}"/>
              </a:ext>
            </a:extLst>
          </p:cNvPr>
          <p:cNvPicPr>
            <a:picLocks noChangeAspect="1"/>
          </p:cNvPicPr>
          <p:nvPr/>
        </p:nvPicPr>
        <p:blipFill>
          <a:blip r:embed="rId15"/>
          <a:stretch>
            <a:fillRect/>
          </a:stretch>
        </p:blipFill>
        <p:spPr>
          <a:xfrm>
            <a:off x="177945" y="1598590"/>
            <a:ext cx="1080000" cy="528511"/>
          </a:xfrm>
          <a:prstGeom prst="rect">
            <a:avLst/>
          </a:prstGeom>
        </p:spPr>
      </p:pic>
      <p:sp>
        <p:nvSpPr>
          <p:cNvPr id="170" name="矩形 20">
            <a:extLst>
              <a:ext uri="{FF2B5EF4-FFF2-40B4-BE49-F238E27FC236}">
                <a16:creationId xmlns:a16="http://schemas.microsoft.com/office/drawing/2014/main" id="{931FEFFC-F1AE-5712-E05A-C01AD6C769C2}"/>
              </a:ext>
            </a:extLst>
          </p:cNvPr>
          <p:cNvSpPr/>
          <p:nvPr/>
        </p:nvSpPr>
        <p:spPr>
          <a:xfrm>
            <a:off x="8862124" y="2353411"/>
            <a:ext cx="1806230" cy="272247"/>
          </a:xfrm>
          <a:prstGeom prst="rect">
            <a:avLst/>
          </a:prstGeom>
          <a:pattFill prst="pct25">
            <a:fgClr>
              <a:srgbClr val="1AAA42"/>
            </a:fgClr>
            <a:bgClr>
              <a:srgbClr val="FFFFFF"/>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p:spPr>
        <p:txBody>
          <a:bodyPr vert="horz" wrap="square" lIns="91440" tIns="45720" rIns="91440" bIns="45720" numCol="1" rtlCol="0" anchor="t" anchorCtr="0" compatLnSpc="1">
            <a:prstTxWarp prst="textNoShape">
              <a:avLst/>
            </a:prstTxWarp>
          </a:bodyP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altLang="zh-CN" sz="933" b="1" i="0" u="none" strike="noStrike" kern="0" cap="none" spc="-7" normalizeH="0" baseline="0" noProof="0">
              <a:ln>
                <a:noFill/>
              </a:ln>
              <a:solidFill>
                <a:srgbClr val="000000"/>
              </a:solidFill>
              <a:effectLst/>
              <a:uLnTx/>
              <a:uFillTx/>
              <a:latin typeface="Boehringer Forward Text"/>
              <a:ea typeface="+mn-ea"/>
              <a:cs typeface="+mn-cs"/>
            </a:endParaRPr>
          </a:p>
        </p:txBody>
      </p:sp>
      <p:sp>
        <p:nvSpPr>
          <p:cNvPr id="184" name="TextBox 183">
            <a:extLst>
              <a:ext uri="{FF2B5EF4-FFF2-40B4-BE49-F238E27FC236}">
                <a16:creationId xmlns:a16="http://schemas.microsoft.com/office/drawing/2014/main" id="{9AFBFB24-CA76-B7D0-4561-478551BC4351}"/>
              </a:ext>
            </a:extLst>
          </p:cNvPr>
          <p:cNvSpPr txBox="1"/>
          <p:nvPr/>
        </p:nvSpPr>
        <p:spPr>
          <a:xfrm>
            <a:off x="11124741" y="6317171"/>
            <a:ext cx="1175671" cy="492443"/>
          </a:xfrm>
          <a:prstGeom prst="rect">
            <a:avLst/>
          </a:prstGeom>
          <a:noFill/>
        </p:spPr>
        <p:txBody>
          <a:bodyPr wrap="square" lIns="0" tIns="0" rIns="0" bIns="0" rtlCol="0">
            <a:spAutoFit/>
          </a:bodyPr>
          <a:lstStyle/>
          <a:p>
            <a:pPr marL="0" marR="0" lvl="0" indent="0" algn="l" defTabSz="121911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FFFFFF">
                    <a:lumMod val="50000"/>
                  </a:srgbClr>
                </a:solidFill>
                <a:effectLst/>
                <a:uLnTx/>
                <a:uFillTx/>
                <a:latin typeface="BISansCond"/>
                <a:ea typeface="+mn-ea"/>
                <a:cs typeface="+mn-cs"/>
              </a:rPr>
              <a:t>TDO: trial design outline</a:t>
            </a:r>
          </a:p>
          <a:p>
            <a:pPr marL="0" marR="0" lvl="0" indent="0" algn="l" defTabSz="121911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FFFFFF">
                    <a:lumMod val="50000"/>
                  </a:srgbClr>
                </a:solidFill>
                <a:effectLst/>
                <a:uLnTx/>
                <a:uFillTx/>
                <a:latin typeface="BISansCond"/>
                <a:ea typeface="+mn-ea"/>
                <a:cs typeface="+mn-cs"/>
              </a:rPr>
              <a:t>FSS: first subject screen</a:t>
            </a:r>
          </a:p>
          <a:p>
            <a:pPr marL="0" marR="0" lvl="0" indent="0" algn="l" defTabSz="121911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FFFFFF">
                    <a:lumMod val="50000"/>
                  </a:srgbClr>
                </a:solidFill>
                <a:effectLst/>
                <a:uLnTx/>
                <a:uFillTx/>
                <a:latin typeface="BISansCond"/>
                <a:ea typeface="+mn-ea"/>
                <a:cs typeface="+mn-cs"/>
              </a:rPr>
              <a:t>LSS: last subject screen</a:t>
            </a:r>
          </a:p>
          <a:p>
            <a:pPr marL="0" marR="0" lvl="0" indent="0" algn="l" defTabSz="121911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FFFFFF">
                    <a:lumMod val="50000"/>
                  </a:srgbClr>
                </a:solidFill>
                <a:effectLst/>
                <a:uLnTx/>
                <a:uFillTx/>
                <a:latin typeface="BISansCond"/>
                <a:ea typeface="+mn-ea"/>
                <a:cs typeface="+mn-cs"/>
              </a:rPr>
              <a:t>LPO: last patient out</a:t>
            </a:r>
          </a:p>
        </p:txBody>
      </p:sp>
      <p:grpSp>
        <p:nvGrpSpPr>
          <p:cNvPr id="186" name="Group 185">
            <a:extLst>
              <a:ext uri="{FF2B5EF4-FFF2-40B4-BE49-F238E27FC236}">
                <a16:creationId xmlns:a16="http://schemas.microsoft.com/office/drawing/2014/main" id="{A4AAF355-03F2-FB8C-0C00-ACD2633C7AEF}"/>
              </a:ext>
            </a:extLst>
          </p:cNvPr>
          <p:cNvGrpSpPr/>
          <p:nvPr/>
        </p:nvGrpSpPr>
        <p:grpSpPr>
          <a:xfrm>
            <a:off x="6621825" y="1453171"/>
            <a:ext cx="546747" cy="3470828"/>
            <a:chOff x="1956799" y="1213944"/>
            <a:chExt cx="546747" cy="3954750"/>
          </a:xfrm>
        </p:grpSpPr>
        <p:cxnSp>
          <p:nvCxnSpPr>
            <p:cNvPr id="187" name="Straight Connector 186">
              <a:extLst>
                <a:ext uri="{FF2B5EF4-FFF2-40B4-BE49-F238E27FC236}">
                  <a16:creationId xmlns:a16="http://schemas.microsoft.com/office/drawing/2014/main" id="{0F7FE632-D42B-04CB-031C-44E9CB8A6708}"/>
                </a:ext>
              </a:extLst>
            </p:cNvPr>
            <p:cNvCxnSpPr>
              <a:cxnSpLocks/>
            </p:cNvCxnSpPr>
            <p:nvPr/>
          </p:nvCxnSpPr>
          <p:spPr bwMode="auto">
            <a:xfrm flipV="1">
              <a:off x="2278209" y="1393721"/>
              <a:ext cx="0" cy="3774973"/>
            </a:xfrm>
            <a:prstGeom prst="line">
              <a:avLst/>
            </a:prstGeom>
            <a:solidFill>
              <a:srgbClr val="08312A"/>
            </a:solidFill>
            <a:ln w="6350" cap="flat" cmpd="sng" algn="ctr">
              <a:solidFill>
                <a:srgbClr val="FF0000"/>
              </a:solidFill>
              <a:prstDash val="sysDot"/>
              <a:round/>
              <a:headEnd type="none" w="med" len="med"/>
              <a:tailEnd type="none" w="med" len="med"/>
            </a:ln>
            <a:effectLst/>
          </p:spPr>
        </p:cxnSp>
        <p:sp>
          <p:nvSpPr>
            <p:cNvPr id="188" name="OTLSHAPE_T_e17f3958430f4cff8650518c93c7635e_StartDate">
              <a:extLst>
                <a:ext uri="{FF2B5EF4-FFF2-40B4-BE49-F238E27FC236}">
                  <a16:creationId xmlns:a16="http://schemas.microsoft.com/office/drawing/2014/main" id="{05AF66A4-BCB8-6FEA-E1B5-445C2E8CC141}"/>
                </a:ext>
              </a:extLst>
            </p:cNvPr>
            <p:cNvSpPr txBox="1"/>
            <p:nvPr>
              <p:custDataLst>
                <p:tags r:id="rId12"/>
              </p:custDataLst>
            </p:nvPr>
          </p:nvSpPr>
          <p:spPr>
            <a:xfrm>
              <a:off x="1956799" y="1213944"/>
              <a:ext cx="546747" cy="246317"/>
            </a:xfrm>
            <a:prstGeom prst="rect">
              <a:avLst/>
            </a:prstGeom>
            <a:noFill/>
            <a:ln w="12700">
              <a:noFill/>
            </a:ln>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1067" b="1" i="0" u="none" strike="noStrike" kern="0" cap="none" spc="0" normalizeH="0" baseline="0" noProof="0">
                  <a:ln>
                    <a:noFill/>
                  </a:ln>
                  <a:solidFill>
                    <a:srgbClr val="FF0000"/>
                  </a:solidFill>
                  <a:effectLst/>
                  <a:uLnTx/>
                  <a:uFillTx/>
                  <a:latin typeface="Boehringer Forward Text"/>
                  <a:ea typeface="+mn-ea"/>
                  <a:cs typeface="Calibri" panose="020F0502020204030204" pitchFamily="34" charset="0"/>
                </a:rPr>
                <a:t>We are here</a:t>
              </a:r>
              <a:endParaRPr kumimoji="0" lang="zh-CN" altLang="en-US" sz="1067" b="1" i="0" u="none" strike="noStrike" kern="0" cap="none" spc="0" normalizeH="0" baseline="0" noProof="0">
                <a:ln>
                  <a:noFill/>
                </a:ln>
                <a:solidFill>
                  <a:srgbClr val="FF0000"/>
                </a:solidFill>
                <a:effectLst/>
                <a:uLnTx/>
                <a:uFillTx/>
                <a:latin typeface="Boehringer Forward Text"/>
                <a:ea typeface="+mn-ea"/>
                <a:cs typeface="Calibri" panose="020F0502020204030204" pitchFamily="34" charset="0"/>
              </a:endParaRPr>
            </a:p>
          </p:txBody>
        </p:sp>
      </p:grpSp>
      <p:pic>
        <p:nvPicPr>
          <p:cNvPr id="236" name="Picture 235">
            <a:extLst>
              <a:ext uri="{FF2B5EF4-FFF2-40B4-BE49-F238E27FC236}">
                <a16:creationId xmlns:a16="http://schemas.microsoft.com/office/drawing/2014/main" id="{7A218752-4CA1-E134-453F-E9F1EC44ECFD}"/>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178577" y="3231776"/>
            <a:ext cx="1080000" cy="532285"/>
          </a:xfrm>
          <a:prstGeom prst="rect">
            <a:avLst/>
          </a:prstGeom>
        </p:spPr>
      </p:pic>
      <p:sp>
        <p:nvSpPr>
          <p:cNvPr id="244" name="5-Point Star 5">
            <a:extLst>
              <a:ext uri="{FF2B5EF4-FFF2-40B4-BE49-F238E27FC236}">
                <a16:creationId xmlns:a16="http://schemas.microsoft.com/office/drawing/2014/main" id="{B15045EE-A89C-B2A7-99C7-8C985F903D7F}"/>
              </a:ext>
            </a:extLst>
          </p:cNvPr>
          <p:cNvSpPr/>
          <p:nvPr/>
        </p:nvSpPr>
        <p:spPr>
          <a:xfrm>
            <a:off x="2186925" y="2319698"/>
            <a:ext cx="154005" cy="160143"/>
          </a:xfrm>
          <a:prstGeom prst="flowChartDecision">
            <a:avLst/>
          </a:prstGeom>
          <a:solidFill>
            <a:srgbClr val="FFD03D"/>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245" name="OTLSHAPE_T_e17f3958430f4cff8650518c93c7635e_StartDate">
            <a:extLst>
              <a:ext uri="{FF2B5EF4-FFF2-40B4-BE49-F238E27FC236}">
                <a16:creationId xmlns:a16="http://schemas.microsoft.com/office/drawing/2014/main" id="{FA4C2FB3-88B8-AE9B-2C85-3621CC3510F6}"/>
              </a:ext>
            </a:extLst>
          </p:cNvPr>
          <p:cNvSpPr txBox="1"/>
          <p:nvPr>
            <p:custDataLst>
              <p:tags r:id="rId4"/>
            </p:custDataLst>
          </p:nvPr>
        </p:nvSpPr>
        <p:spPr>
          <a:xfrm>
            <a:off x="1822646" y="2458827"/>
            <a:ext cx="904987" cy="215444"/>
          </a:xfrm>
          <a:prstGeom prst="rect">
            <a:avLst/>
          </a:prstGeom>
        </p:spPr>
        <p:txBody>
          <a:bodyPr wrap="square">
            <a:spAutoFit/>
          </a:bodyPr>
          <a:lstStyle>
            <a:defPPr>
              <a:defRPr lang="zh-CN"/>
            </a:defPPr>
            <a:lvl1pPr algn="ctr" defTabSz="1219080">
              <a:defRPr sz="1000" b="1">
                <a:solidFill>
                  <a:srgbClr val="44546A"/>
                </a:solidFill>
                <a:cs typeface="Calibri" panose="020F0502020204030204" pitchFamily="34" charset="0"/>
              </a:defRPr>
            </a:lvl1p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CTA Sub</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246" name="Rectangle 245">
            <a:extLst>
              <a:ext uri="{FF2B5EF4-FFF2-40B4-BE49-F238E27FC236}">
                <a16:creationId xmlns:a16="http://schemas.microsoft.com/office/drawing/2014/main" id="{EBB22C6C-29C0-80A7-B925-4C8B9215065A}"/>
              </a:ext>
            </a:extLst>
          </p:cNvPr>
          <p:cNvSpPr/>
          <p:nvPr/>
        </p:nvSpPr>
        <p:spPr>
          <a:xfrm>
            <a:off x="1928457" y="1958802"/>
            <a:ext cx="654682" cy="338554"/>
          </a:xfrm>
          <a:prstGeom prst="rect">
            <a:avLst/>
          </a:prstGeom>
        </p:spPr>
        <p:txBody>
          <a:bodyPr wrap="squar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21 Aug 2024</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254" name="OTLSHAPE_T_e17f3958430f4cff8650518c93c7635e_StartDate">
            <a:extLst>
              <a:ext uri="{FF2B5EF4-FFF2-40B4-BE49-F238E27FC236}">
                <a16:creationId xmlns:a16="http://schemas.microsoft.com/office/drawing/2014/main" id="{19963B41-BB5D-F514-2BE2-BAB6FEE15420}"/>
              </a:ext>
            </a:extLst>
          </p:cNvPr>
          <p:cNvSpPr txBox="1"/>
          <p:nvPr>
            <p:custDataLst>
              <p:tags r:id="rId5"/>
            </p:custDataLst>
          </p:nvPr>
        </p:nvSpPr>
        <p:spPr>
          <a:xfrm>
            <a:off x="5496843" y="3783826"/>
            <a:ext cx="3202127" cy="276999"/>
          </a:xfrm>
          <a:prstGeom prst="rect">
            <a:avLst/>
          </a:prstGeom>
          <a:noFill/>
        </p:spPr>
        <p:txBody>
          <a:bodyPr vert="horz" wrap="square" lIns="0" tIns="0" rIns="0" bIns="0" rtlCol="0" anchor="ctr" anchorCtr="0">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900" b="1" i="1"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rPr>
              <a:t>Recruitment window ~16 M</a:t>
            </a:r>
          </a:p>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900" b="1" i="1"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rPr>
              <a:t>17 sites, N=27</a:t>
            </a:r>
            <a:endParaRPr kumimoji="0" lang="en-US" altLang="zh-CN" sz="900" b="1"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278" name="Rectangle 277">
            <a:extLst>
              <a:ext uri="{FF2B5EF4-FFF2-40B4-BE49-F238E27FC236}">
                <a16:creationId xmlns:a16="http://schemas.microsoft.com/office/drawing/2014/main" id="{F8961C28-740C-70D9-576D-3322D0A5AD7B}"/>
              </a:ext>
            </a:extLst>
          </p:cNvPr>
          <p:cNvSpPr/>
          <p:nvPr/>
        </p:nvSpPr>
        <p:spPr>
          <a:xfrm>
            <a:off x="11643749" y="2565580"/>
            <a:ext cx="576463" cy="215444"/>
          </a:xfrm>
          <a:prstGeom prst="rect">
            <a:avLst/>
          </a:prstGeom>
        </p:spPr>
        <p:txBody>
          <a:bodyPr wrap="squar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CTR</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279" name="Star: 4 Points 143">
            <a:extLst>
              <a:ext uri="{FF2B5EF4-FFF2-40B4-BE49-F238E27FC236}">
                <a16:creationId xmlns:a16="http://schemas.microsoft.com/office/drawing/2014/main" id="{ADB8E1C6-6246-173C-D302-FC86BB4CE91B}"/>
              </a:ext>
            </a:extLst>
          </p:cNvPr>
          <p:cNvSpPr/>
          <p:nvPr/>
        </p:nvSpPr>
        <p:spPr bwMode="auto">
          <a:xfrm>
            <a:off x="11814009" y="2396813"/>
            <a:ext cx="162000" cy="162000"/>
          </a:xfrm>
          <a:prstGeom prst="flowChartDecision">
            <a:avLst/>
          </a:prstGeom>
          <a:solidFill>
            <a:srgbClr val="FFD03D"/>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zh-CN" altLang="en-US" sz="1867" b="0" i="0" u="none" strike="noStrike" kern="1200" cap="none" spc="0" normalizeH="0" baseline="0" noProof="0">
              <a:ln>
                <a:noFill/>
              </a:ln>
              <a:solidFill>
                <a:srgbClr val="000000"/>
              </a:solidFill>
              <a:effectLst/>
              <a:uLnTx/>
              <a:uFillTx/>
              <a:latin typeface="BISansOpti"/>
              <a:ea typeface="+mn-ea"/>
              <a:cs typeface="+mn-cs"/>
            </a:endParaRPr>
          </a:p>
        </p:txBody>
      </p:sp>
      <p:sp>
        <p:nvSpPr>
          <p:cNvPr id="280" name="Rectangle 279">
            <a:extLst>
              <a:ext uri="{FF2B5EF4-FFF2-40B4-BE49-F238E27FC236}">
                <a16:creationId xmlns:a16="http://schemas.microsoft.com/office/drawing/2014/main" id="{19548AEB-0AC1-E13A-1306-557E0EBF8929}"/>
              </a:ext>
            </a:extLst>
          </p:cNvPr>
          <p:cNvSpPr/>
          <p:nvPr/>
        </p:nvSpPr>
        <p:spPr>
          <a:xfrm>
            <a:off x="11464257" y="2129387"/>
            <a:ext cx="830377" cy="215444"/>
          </a:xfrm>
          <a:prstGeom prst="rect">
            <a:avLst/>
          </a:prstGeom>
        </p:spPr>
        <p:txBody>
          <a:bodyPr wrap="squar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30 Dec 2027</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3" name="OTLSHAPE_T_e17f3958430f4cff8650518c93c7635e_Shape">
            <a:extLst>
              <a:ext uri="{FF2B5EF4-FFF2-40B4-BE49-F238E27FC236}">
                <a16:creationId xmlns:a16="http://schemas.microsoft.com/office/drawing/2014/main" id="{99D0953E-C60D-91F9-2D19-9892602304B8}"/>
              </a:ext>
            </a:extLst>
          </p:cNvPr>
          <p:cNvSpPr/>
          <p:nvPr>
            <p:custDataLst>
              <p:tags r:id="rId6"/>
            </p:custDataLst>
          </p:nvPr>
        </p:nvSpPr>
        <p:spPr bwMode="auto">
          <a:xfrm>
            <a:off x="2308372" y="3715213"/>
            <a:ext cx="872257" cy="376315"/>
          </a:xfrm>
          <a:prstGeom prst="roundRect">
            <a:avLst>
              <a:gd name="adj" fmla="val 16667"/>
            </a:avLst>
          </a:prstGeom>
          <a:solidFill>
            <a:srgbClr val="E3DFEF"/>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9020" rtl="0" eaLnBrk="0" fontAlgn="base" latinLnBrk="0" hangingPunct="0">
              <a:lnSpc>
                <a:spcPct val="100000"/>
              </a:lnSpc>
              <a:spcBef>
                <a:spcPct val="0"/>
              </a:spcBef>
              <a:spcAft>
                <a:spcPct val="0"/>
              </a:spcAft>
              <a:buClrTx/>
              <a:buSzTx/>
              <a:buFontTx/>
              <a:buNone/>
              <a:tabLst/>
              <a:defRPr/>
            </a:pPr>
            <a:r>
              <a:rPr kumimoji="0" lang="en-US" altLang="zh-CN" sz="9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CTA Review + EC + HGRAC + 1</a:t>
            </a:r>
            <a:r>
              <a:rPr kumimoji="0" lang="en-US" altLang="zh-CN" sz="900" b="1" i="0" u="none" strike="noStrike" kern="1200" cap="none" spc="0" normalizeH="0" baseline="30000" noProof="0">
                <a:ln>
                  <a:noFill/>
                </a:ln>
                <a:solidFill>
                  <a:srgbClr val="000000"/>
                </a:solidFill>
                <a:effectLst/>
                <a:uLnTx/>
                <a:uFillTx/>
                <a:latin typeface="Calibri" panose="020F0502020204030204" pitchFamily="34" charset="0"/>
                <a:ea typeface="+mn-ea"/>
                <a:cs typeface="Calibri" panose="020F0502020204030204" pitchFamily="34" charset="0"/>
              </a:rPr>
              <a:t>st</a:t>
            </a:r>
            <a:r>
              <a:rPr kumimoji="0" lang="en-US" altLang="zh-CN" sz="9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 SIV (6 M)</a:t>
            </a:r>
            <a:endParaRPr kumimoji="0" lang="zh-CN" altLang="en-US" sz="9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9" name="Rectangle 8">
            <a:extLst>
              <a:ext uri="{FF2B5EF4-FFF2-40B4-BE49-F238E27FC236}">
                <a16:creationId xmlns:a16="http://schemas.microsoft.com/office/drawing/2014/main" id="{D3AAD3AB-6306-FA76-26D3-41497B69A4B5}"/>
              </a:ext>
            </a:extLst>
          </p:cNvPr>
          <p:cNvSpPr/>
          <p:nvPr/>
        </p:nvSpPr>
        <p:spPr>
          <a:xfrm>
            <a:off x="1811399" y="3542931"/>
            <a:ext cx="974855" cy="215444"/>
          </a:xfrm>
          <a:prstGeom prst="rect">
            <a:avLst/>
          </a:prstGeom>
        </p:spPr>
        <p:txBody>
          <a:bodyPr wrap="squar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21 Aug 2024</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10" name="5-Point Star 5">
            <a:extLst>
              <a:ext uri="{FF2B5EF4-FFF2-40B4-BE49-F238E27FC236}">
                <a16:creationId xmlns:a16="http://schemas.microsoft.com/office/drawing/2014/main" id="{588D91E2-5055-7479-DF06-7B521C375017}"/>
              </a:ext>
            </a:extLst>
          </p:cNvPr>
          <p:cNvSpPr/>
          <p:nvPr/>
        </p:nvSpPr>
        <p:spPr>
          <a:xfrm>
            <a:off x="2241514" y="3992765"/>
            <a:ext cx="154005" cy="160143"/>
          </a:xfrm>
          <a:prstGeom prst="flowChartDecision">
            <a:avLst/>
          </a:prstGeom>
          <a:solidFill>
            <a:srgbClr val="FFD03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11" name="OTLSHAPE_T_e17f3958430f4cff8650518c93c7635e_StartDate">
            <a:extLst>
              <a:ext uri="{FF2B5EF4-FFF2-40B4-BE49-F238E27FC236}">
                <a16:creationId xmlns:a16="http://schemas.microsoft.com/office/drawing/2014/main" id="{43E90281-F9A1-4BB6-9A9E-890712863B6A}"/>
              </a:ext>
            </a:extLst>
          </p:cNvPr>
          <p:cNvSpPr txBox="1"/>
          <p:nvPr>
            <p:custDataLst>
              <p:tags r:id="rId7"/>
            </p:custDataLst>
          </p:nvPr>
        </p:nvSpPr>
        <p:spPr>
          <a:xfrm>
            <a:off x="1866023" y="4123405"/>
            <a:ext cx="904987" cy="215444"/>
          </a:xfrm>
          <a:prstGeom prst="rect">
            <a:avLst/>
          </a:prstGeom>
        </p:spPr>
        <p:txBody>
          <a:bodyPr wrap="square">
            <a:spAutoFit/>
          </a:bodyPr>
          <a:lstStyle>
            <a:defPPr>
              <a:defRPr lang="zh-CN"/>
            </a:defPPr>
            <a:lvl1pPr algn="ctr" defTabSz="1219080">
              <a:defRPr sz="1000" b="1">
                <a:solidFill>
                  <a:srgbClr val="44546A"/>
                </a:solidFill>
                <a:cs typeface="Calibri" panose="020F0502020204030204" pitchFamily="34" charset="0"/>
              </a:defRPr>
            </a:lvl1p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CTA Sub</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12" name="Rectangle 11">
            <a:extLst>
              <a:ext uri="{FF2B5EF4-FFF2-40B4-BE49-F238E27FC236}">
                <a16:creationId xmlns:a16="http://schemas.microsoft.com/office/drawing/2014/main" id="{E245984B-6187-3494-5ABB-B8AF31113848}"/>
              </a:ext>
            </a:extLst>
          </p:cNvPr>
          <p:cNvSpPr/>
          <p:nvPr/>
        </p:nvSpPr>
        <p:spPr>
          <a:xfrm>
            <a:off x="4830369" y="4072837"/>
            <a:ext cx="548804" cy="215444"/>
          </a:xfrm>
          <a:prstGeom prst="rect">
            <a:avLst/>
          </a:prstGeom>
        </p:spPr>
        <p:txBody>
          <a:bodyPr wrap="squar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FSS</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13" name="Star: 4 Points 143">
            <a:extLst>
              <a:ext uri="{FF2B5EF4-FFF2-40B4-BE49-F238E27FC236}">
                <a16:creationId xmlns:a16="http://schemas.microsoft.com/office/drawing/2014/main" id="{736DE054-5A16-8956-6E31-1168F8292663}"/>
              </a:ext>
            </a:extLst>
          </p:cNvPr>
          <p:cNvSpPr/>
          <p:nvPr/>
        </p:nvSpPr>
        <p:spPr bwMode="auto">
          <a:xfrm>
            <a:off x="5012650" y="3936194"/>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86"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14" name="Rectangle 13">
            <a:extLst>
              <a:ext uri="{FF2B5EF4-FFF2-40B4-BE49-F238E27FC236}">
                <a16:creationId xmlns:a16="http://schemas.microsoft.com/office/drawing/2014/main" id="{0184FFE5-C912-A181-C012-D5E42ADFF62C}"/>
              </a:ext>
            </a:extLst>
          </p:cNvPr>
          <p:cNvSpPr/>
          <p:nvPr/>
        </p:nvSpPr>
        <p:spPr>
          <a:xfrm>
            <a:off x="4756649" y="3368227"/>
            <a:ext cx="671847" cy="338554"/>
          </a:xfrm>
          <a:prstGeom prst="rect">
            <a:avLst/>
          </a:prstGeom>
        </p:spPr>
        <p:txBody>
          <a:bodyPr wrap="squar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13 Sep 2025</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22" name="Rectangle 21">
            <a:extLst>
              <a:ext uri="{FF2B5EF4-FFF2-40B4-BE49-F238E27FC236}">
                <a16:creationId xmlns:a16="http://schemas.microsoft.com/office/drawing/2014/main" id="{E75D2188-FEF6-437C-73F9-650E186E2A11}"/>
              </a:ext>
            </a:extLst>
          </p:cNvPr>
          <p:cNvSpPr/>
          <p:nvPr/>
        </p:nvSpPr>
        <p:spPr>
          <a:xfrm>
            <a:off x="8551571" y="4081089"/>
            <a:ext cx="576463" cy="215444"/>
          </a:xfrm>
          <a:prstGeom prst="rect">
            <a:avLst/>
          </a:prstGeom>
        </p:spPr>
        <p:txBody>
          <a:bodyPr wrap="squar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LSS</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23" name="Star: 4 Points 143">
            <a:extLst>
              <a:ext uri="{FF2B5EF4-FFF2-40B4-BE49-F238E27FC236}">
                <a16:creationId xmlns:a16="http://schemas.microsoft.com/office/drawing/2014/main" id="{65652BE7-3581-0389-D90F-CF3F2040E6F9}"/>
              </a:ext>
            </a:extLst>
          </p:cNvPr>
          <p:cNvSpPr/>
          <p:nvPr/>
        </p:nvSpPr>
        <p:spPr bwMode="auto">
          <a:xfrm>
            <a:off x="8801122" y="3938595"/>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86"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24" name="Rectangle 23">
            <a:extLst>
              <a:ext uri="{FF2B5EF4-FFF2-40B4-BE49-F238E27FC236}">
                <a16:creationId xmlns:a16="http://schemas.microsoft.com/office/drawing/2014/main" id="{623A8FAF-7CF6-209D-37A8-0115C0FEB72A}"/>
              </a:ext>
            </a:extLst>
          </p:cNvPr>
          <p:cNvSpPr/>
          <p:nvPr/>
        </p:nvSpPr>
        <p:spPr>
          <a:xfrm>
            <a:off x="8537856" y="3373476"/>
            <a:ext cx="671847" cy="338554"/>
          </a:xfrm>
          <a:prstGeom prst="rect">
            <a:avLst/>
          </a:prstGeom>
        </p:spPr>
        <p:txBody>
          <a:bodyPr wrap="squar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15 Dec 2026</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25" name="Rectangle 24">
            <a:extLst>
              <a:ext uri="{FF2B5EF4-FFF2-40B4-BE49-F238E27FC236}">
                <a16:creationId xmlns:a16="http://schemas.microsoft.com/office/drawing/2014/main" id="{40DF0293-A40D-9E12-8B69-01F3CDE32A6B}"/>
              </a:ext>
            </a:extLst>
          </p:cNvPr>
          <p:cNvSpPr/>
          <p:nvPr/>
        </p:nvSpPr>
        <p:spPr>
          <a:xfrm>
            <a:off x="10326985" y="4032503"/>
            <a:ext cx="576463" cy="215444"/>
          </a:xfrm>
          <a:prstGeom prst="rect">
            <a:avLst/>
          </a:prstGeom>
        </p:spPr>
        <p:txBody>
          <a:bodyPr wrap="squar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LPO</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26" name="Star: 4 Points 143">
            <a:extLst>
              <a:ext uri="{FF2B5EF4-FFF2-40B4-BE49-F238E27FC236}">
                <a16:creationId xmlns:a16="http://schemas.microsoft.com/office/drawing/2014/main" id="{F6269EC8-4A51-D636-BA01-43E1A2FFAB9B}"/>
              </a:ext>
            </a:extLst>
          </p:cNvPr>
          <p:cNvSpPr/>
          <p:nvPr/>
        </p:nvSpPr>
        <p:spPr bwMode="auto">
          <a:xfrm>
            <a:off x="10586263" y="3889539"/>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86"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27" name="Rectangle 26">
            <a:extLst>
              <a:ext uri="{FF2B5EF4-FFF2-40B4-BE49-F238E27FC236}">
                <a16:creationId xmlns:a16="http://schemas.microsoft.com/office/drawing/2014/main" id="{1EE2488E-900C-2BFB-F6D4-AA6E5B2BA5BC}"/>
              </a:ext>
            </a:extLst>
          </p:cNvPr>
          <p:cNvSpPr/>
          <p:nvPr/>
        </p:nvSpPr>
        <p:spPr>
          <a:xfrm>
            <a:off x="10326985" y="3374875"/>
            <a:ext cx="620573" cy="338554"/>
          </a:xfrm>
          <a:prstGeom prst="rect">
            <a:avLst/>
          </a:prstGeom>
        </p:spPr>
        <p:txBody>
          <a:bodyPr wrap="square" lIns="91440" tIns="45720" rIns="91440" bIns="45720" anchor="t">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a:rPr>
              <a:t>30 Jul 2027</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a:endParaRPr>
          </a:p>
        </p:txBody>
      </p:sp>
      <p:sp>
        <p:nvSpPr>
          <p:cNvPr id="4" name="5-Point Star 5">
            <a:extLst>
              <a:ext uri="{FF2B5EF4-FFF2-40B4-BE49-F238E27FC236}">
                <a16:creationId xmlns:a16="http://schemas.microsoft.com/office/drawing/2014/main" id="{299D3A40-550D-4F37-D5B1-A6E4567DAF44}"/>
              </a:ext>
            </a:extLst>
          </p:cNvPr>
          <p:cNvSpPr/>
          <p:nvPr/>
        </p:nvSpPr>
        <p:spPr>
          <a:xfrm>
            <a:off x="2814084" y="2324189"/>
            <a:ext cx="154005" cy="160143"/>
          </a:xfrm>
          <a:prstGeom prst="flowChartDecision">
            <a:avLst/>
          </a:prstGeom>
          <a:solidFill>
            <a:srgbClr val="FFD03D"/>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5" name="OTLSHAPE_T_e17f3958430f4cff8650518c93c7635e_StartDate">
            <a:extLst>
              <a:ext uri="{FF2B5EF4-FFF2-40B4-BE49-F238E27FC236}">
                <a16:creationId xmlns:a16="http://schemas.microsoft.com/office/drawing/2014/main" id="{4F305AC0-7679-36F3-F79E-6995612D630C}"/>
              </a:ext>
            </a:extLst>
          </p:cNvPr>
          <p:cNvSpPr txBox="1"/>
          <p:nvPr>
            <p:custDataLst>
              <p:tags r:id="rId8"/>
            </p:custDataLst>
          </p:nvPr>
        </p:nvSpPr>
        <p:spPr>
          <a:xfrm>
            <a:off x="2541790" y="2458827"/>
            <a:ext cx="773052" cy="215444"/>
          </a:xfrm>
          <a:prstGeom prst="rect">
            <a:avLst/>
          </a:prstGeom>
        </p:spPr>
        <p:txBody>
          <a:bodyPr wrap="square">
            <a:spAutoFit/>
          </a:bodyPr>
          <a:lstStyle>
            <a:defPPr>
              <a:defRPr lang="zh-CN"/>
            </a:defPPr>
            <a:lvl1pPr algn="ctr" defTabSz="1219080">
              <a:defRPr sz="1000" b="1">
                <a:solidFill>
                  <a:srgbClr val="44546A"/>
                </a:solidFill>
                <a:cs typeface="Calibri" panose="020F0502020204030204" pitchFamily="34" charset="0"/>
              </a:defRPr>
            </a:lvl1p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CTA appr</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6" name="Rectangle 245">
            <a:extLst>
              <a:ext uri="{FF2B5EF4-FFF2-40B4-BE49-F238E27FC236}">
                <a16:creationId xmlns:a16="http://schemas.microsoft.com/office/drawing/2014/main" id="{851ABA9E-798C-A7DE-B8CC-93ABE1738866}"/>
              </a:ext>
            </a:extLst>
          </p:cNvPr>
          <p:cNvSpPr/>
          <p:nvPr/>
        </p:nvSpPr>
        <p:spPr>
          <a:xfrm>
            <a:off x="2583139" y="1953300"/>
            <a:ext cx="617849" cy="338554"/>
          </a:xfrm>
          <a:prstGeom prst="rect">
            <a:avLst/>
          </a:prstGeom>
        </p:spPr>
        <p:txBody>
          <a:bodyPr wrap="squar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22 Oct 2024</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7" name="OTLSHAPE_T_e17f3958430f4cff8650518c93c7635e_Shape">
            <a:extLst>
              <a:ext uri="{FF2B5EF4-FFF2-40B4-BE49-F238E27FC236}">
                <a16:creationId xmlns:a16="http://schemas.microsoft.com/office/drawing/2014/main" id="{B7F61440-BA03-2FE0-49E5-92F761D7664A}"/>
              </a:ext>
            </a:extLst>
          </p:cNvPr>
          <p:cNvSpPr/>
          <p:nvPr>
            <p:custDataLst>
              <p:tags r:id="rId9"/>
            </p:custDataLst>
          </p:nvPr>
        </p:nvSpPr>
        <p:spPr bwMode="auto">
          <a:xfrm>
            <a:off x="3175515" y="3724887"/>
            <a:ext cx="1929257" cy="376315"/>
          </a:xfrm>
          <a:prstGeom prst="roundRect">
            <a:avLst>
              <a:gd name="adj" fmla="val 16667"/>
            </a:avLst>
          </a:prstGeom>
          <a:solidFill>
            <a:schemeClr val="tx1">
              <a:lumMod val="50000"/>
              <a:lumOff val="50000"/>
              <a:alpha val="20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9020" rtl="0" eaLnBrk="0" fontAlgn="base" latinLnBrk="0" hangingPunct="0">
              <a:lnSpc>
                <a:spcPct val="100000"/>
              </a:lnSpc>
              <a:spcBef>
                <a:spcPct val="0"/>
              </a:spcBef>
              <a:spcAft>
                <a:spcPct val="0"/>
              </a:spcAft>
              <a:buClrTx/>
              <a:buSzTx/>
              <a:buFontTx/>
              <a:buNone/>
              <a:tabLst/>
              <a:defRPr/>
            </a:pPr>
            <a:endParaRPr kumimoji="0" lang="zh-CN" altLang="en-US" sz="9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8" name="Rectangle 21">
            <a:extLst>
              <a:ext uri="{FF2B5EF4-FFF2-40B4-BE49-F238E27FC236}">
                <a16:creationId xmlns:a16="http://schemas.microsoft.com/office/drawing/2014/main" id="{5584DFB9-D00C-9512-F321-BB8DDA3CEE2C}"/>
              </a:ext>
            </a:extLst>
          </p:cNvPr>
          <p:cNvSpPr/>
          <p:nvPr/>
        </p:nvSpPr>
        <p:spPr>
          <a:xfrm>
            <a:off x="8560819" y="2708782"/>
            <a:ext cx="576463" cy="215444"/>
          </a:xfrm>
          <a:prstGeom prst="rect">
            <a:avLst/>
          </a:prstGeom>
        </p:spPr>
        <p:txBody>
          <a:bodyPr wrap="squar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LSS</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15" name="Rectangle 23">
            <a:extLst>
              <a:ext uri="{FF2B5EF4-FFF2-40B4-BE49-F238E27FC236}">
                <a16:creationId xmlns:a16="http://schemas.microsoft.com/office/drawing/2014/main" id="{9F8A5781-54DC-A87B-567A-B50CC87D183F}"/>
              </a:ext>
            </a:extLst>
          </p:cNvPr>
          <p:cNvSpPr/>
          <p:nvPr/>
        </p:nvSpPr>
        <p:spPr>
          <a:xfrm>
            <a:off x="8547104" y="2001169"/>
            <a:ext cx="671847" cy="338554"/>
          </a:xfrm>
          <a:prstGeom prst="rect">
            <a:avLst/>
          </a:prstGeom>
        </p:spPr>
        <p:txBody>
          <a:bodyPr wrap="squar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15 Dec 2026</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16" name="Rectangle 24">
            <a:extLst>
              <a:ext uri="{FF2B5EF4-FFF2-40B4-BE49-F238E27FC236}">
                <a16:creationId xmlns:a16="http://schemas.microsoft.com/office/drawing/2014/main" id="{CC60D70A-04DB-0B36-AA8B-650371BBD89B}"/>
              </a:ext>
            </a:extLst>
          </p:cNvPr>
          <p:cNvSpPr/>
          <p:nvPr/>
        </p:nvSpPr>
        <p:spPr>
          <a:xfrm>
            <a:off x="10336233" y="2660196"/>
            <a:ext cx="576463" cy="215444"/>
          </a:xfrm>
          <a:prstGeom prst="rect">
            <a:avLst/>
          </a:prstGeom>
        </p:spPr>
        <p:txBody>
          <a:bodyPr wrap="squar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LPO</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17" name="Star: 4 Points 143">
            <a:extLst>
              <a:ext uri="{FF2B5EF4-FFF2-40B4-BE49-F238E27FC236}">
                <a16:creationId xmlns:a16="http://schemas.microsoft.com/office/drawing/2014/main" id="{8E653C53-DFA0-E18D-A427-FE4D73008A9E}"/>
              </a:ext>
            </a:extLst>
          </p:cNvPr>
          <p:cNvSpPr/>
          <p:nvPr/>
        </p:nvSpPr>
        <p:spPr bwMode="auto">
          <a:xfrm>
            <a:off x="10595511" y="251723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86"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18" name="Rectangle 26">
            <a:extLst>
              <a:ext uri="{FF2B5EF4-FFF2-40B4-BE49-F238E27FC236}">
                <a16:creationId xmlns:a16="http://schemas.microsoft.com/office/drawing/2014/main" id="{EC27FA55-0F8A-B846-1A00-B57EC6BBB13B}"/>
              </a:ext>
            </a:extLst>
          </p:cNvPr>
          <p:cNvSpPr/>
          <p:nvPr/>
        </p:nvSpPr>
        <p:spPr>
          <a:xfrm>
            <a:off x="10336233" y="2002568"/>
            <a:ext cx="620573" cy="338554"/>
          </a:xfrm>
          <a:prstGeom prst="rect">
            <a:avLst/>
          </a:prstGeom>
        </p:spPr>
        <p:txBody>
          <a:bodyPr wrap="square" lIns="91440" tIns="45720" rIns="91440" bIns="45720" anchor="t">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a:rPr>
              <a:t>30 Jul 2027</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a:endParaRPr>
          </a:p>
        </p:txBody>
      </p:sp>
      <p:sp>
        <p:nvSpPr>
          <p:cNvPr id="19" name="Star: 4 Points 143">
            <a:extLst>
              <a:ext uri="{FF2B5EF4-FFF2-40B4-BE49-F238E27FC236}">
                <a16:creationId xmlns:a16="http://schemas.microsoft.com/office/drawing/2014/main" id="{2318CF2C-5F41-6DEC-0877-6FEF064239EF}"/>
              </a:ext>
            </a:extLst>
          </p:cNvPr>
          <p:cNvSpPr/>
          <p:nvPr/>
        </p:nvSpPr>
        <p:spPr bwMode="auto">
          <a:xfrm>
            <a:off x="8773458" y="2549020"/>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86"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20" name="Rectangle 11">
            <a:extLst>
              <a:ext uri="{FF2B5EF4-FFF2-40B4-BE49-F238E27FC236}">
                <a16:creationId xmlns:a16="http://schemas.microsoft.com/office/drawing/2014/main" id="{3A1C91C1-EC1F-7717-F3E5-96B68F163C1E}"/>
              </a:ext>
            </a:extLst>
          </p:cNvPr>
          <p:cNvSpPr/>
          <p:nvPr/>
        </p:nvSpPr>
        <p:spPr>
          <a:xfrm>
            <a:off x="4810554" y="2671483"/>
            <a:ext cx="548804" cy="215444"/>
          </a:xfrm>
          <a:prstGeom prst="rect">
            <a:avLst/>
          </a:prstGeom>
        </p:spPr>
        <p:txBody>
          <a:bodyPr wrap="squar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FSS</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21" name="Star: 4 Points 143">
            <a:extLst>
              <a:ext uri="{FF2B5EF4-FFF2-40B4-BE49-F238E27FC236}">
                <a16:creationId xmlns:a16="http://schemas.microsoft.com/office/drawing/2014/main" id="{D1348A3A-2DD6-F020-3CF7-3851BED47FAB}"/>
              </a:ext>
            </a:extLst>
          </p:cNvPr>
          <p:cNvSpPr/>
          <p:nvPr/>
        </p:nvSpPr>
        <p:spPr bwMode="auto">
          <a:xfrm>
            <a:off x="4992835" y="2534840"/>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86"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28" name="Rectangle 13">
            <a:extLst>
              <a:ext uri="{FF2B5EF4-FFF2-40B4-BE49-F238E27FC236}">
                <a16:creationId xmlns:a16="http://schemas.microsoft.com/office/drawing/2014/main" id="{F0B6D5D6-0107-8A73-1ED5-BDC586862E03}"/>
              </a:ext>
            </a:extLst>
          </p:cNvPr>
          <p:cNvSpPr/>
          <p:nvPr/>
        </p:nvSpPr>
        <p:spPr>
          <a:xfrm>
            <a:off x="4756649" y="2011218"/>
            <a:ext cx="671847" cy="338554"/>
          </a:xfrm>
          <a:prstGeom prst="rect">
            <a:avLst/>
          </a:prstGeom>
        </p:spPr>
        <p:txBody>
          <a:bodyPr wrap="squar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13 Sep 2025</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29" name="OTLSHAPE_T_e17f3958430f4cff8650518c93c7635e_Shape">
            <a:extLst>
              <a:ext uri="{FF2B5EF4-FFF2-40B4-BE49-F238E27FC236}">
                <a16:creationId xmlns:a16="http://schemas.microsoft.com/office/drawing/2014/main" id="{3CD7B4A5-18BC-8AAC-9976-C30D1F70F37C}"/>
              </a:ext>
            </a:extLst>
          </p:cNvPr>
          <p:cNvSpPr/>
          <p:nvPr>
            <p:custDataLst>
              <p:tags r:id="rId10"/>
            </p:custDataLst>
          </p:nvPr>
        </p:nvSpPr>
        <p:spPr bwMode="auto">
          <a:xfrm>
            <a:off x="2924169" y="2305372"/>
            <a:ext cx="2169300" cy="388680"/>
          </a:xfrm>
          <a:prstGeom prst="roundRect">
            <a:avLst>
              <a:gd name="adj" fmla="val 16667"/>
            </a:avLst>
          </a:prstGeom>
          <a:solidFill>
            <a:schemeClr val="tx1">
              <a:lumMod val="50000"/>
              <a:lumOff val="50000"/>
              <a:alpha val="20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9020" rtl="0" eaLnBrk="0" fontAlgn="base" latinLnBrk="0" hangingPunct="0">
              <a:lnSpc>
                <a:spcPct val="100000"/>
              </a:lnSpc>
              <a:spcBef>
                <a:spcPct val="0"/>
              </a:spcBef>
              <a:spcAft>
                <a:spcPct val="0"/>
              </a:spcAft>
              <a:buClrTx/>
              <a:buSzTx/>
              <a:buFontTx/>
              <a:buNone/>
              <a:tabLst/>
              <a:defRPr/>
            </a:pPr>
            <a:endParaRPr kumimoji="0" lang="zh-CN" altLang="en-US" sz="9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2" name="Rectangle 8">
            <a:extLst>
              <a:ext uri="{FF2B5EF4-FFF2-40B4-BE49-F238E27FC236}">
                <a16:creationId xmlns:a16="http://schemas.microsoft.com/office/drawing/2014/main" id="{EB0906BD-1087-4F36-356D-4446BCE96440}"/>
              </a:ext>
            </a:extLst>
          </p:cNvPr>
          <p:cNvSpPr/>
          <p:nvPr/>
        </p:nvSpPr>
        <p:spPr>
          <a:xfrm>
            <a:off x="2703925" y="3542931"/>
            <a:ext cx="974855" cy="215444"/>
          </a:xfrm>
          <a:prstGeom prst="rect">
            <a:avLst/>
          </a:prstGeom>
        </p:spPr>
        <p:txBody>
          <a:bodyPr wrap="squar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11 Nov 2024</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30" name="5-Point Star 5">
            <a:extLst>
              <a:ext uri="{FF2B5EF4-FFF2-40B4-BE49-F238E27FC236}">
                <a16:creationId xmlns:a16="http://schemas.microsoft.com/office/drawing/2014/main" id="{D0863D71-B499-F77A-1A6B-74E86109F632}"/>
              </a:ext>
            </a:extLst>
          </p:cNvPr>
          <p:cNvSpPr/>
          <p:nvPr/>
        </p:nvSpPr>
        <p:spPr>
          <a:xfrm>
            <a:off x="3134040" y="3992765"/>
            <a:ext cx="154005" cy="160143"/>
          </a:xfrm>
          <a:prstGeom prst="flowChartDecision">
            <a:avLst/>
          </a:prstGeom>
          <a:solidFill>
            <a:srgbClr val="FFD03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31" name="OTLSHAPE_T_e17f3958430f4cff8650518c93c7635e_StartDate">
            <a:extLst>
              <a:ext uri="{FF2B5EF4-FFF2-40B4-BE49-F238E27FC236}">
                <a16:creationId xmlns:a16="http://schemas.microsoft.com/office/drawing/2014/main" id="{4A8A3CD2-120E-8647-A65A-5D008A187A04}"/>
              </a:ext>
            </a:extLst>
          </p:cNvPr>
          <p:cNvSpPr txBox="1"/>
          <p:nvPr>
            <p:custDataLst>
              <p:tags r:id="rId11"/>
            </p:custDataLst>
          </p:nvPr>
        </p:nvSpPr>
        <p:spPr>
          <a:xfrm>
            <a:off x="2758549" y="4123405"/>
            <a:ext cx="904987" cy="215444"/>
          </a:xfrm>
          <a:prstGeom prst="rect">
            <a:avLst/>
          </a:prstGeom>
        </p:spPr>
        <p:txBody>
          <a:bodyPr wrap="square">
            <a:spAutoFit/>
          </a:bodyPr>
          <a:lstStyle>
            <a:defPPr>
              <a:defRPr lang="zh-CN"/>
            </a:defPPr>
            <a:lvl1pPr algn="ctr" defTabSz="1219080">
              <a:defRPr sz="1000" b="1">
                <a:solidFill>
                  <a:srgbClr val="44546A"/>
                </a:solidFill>
                <a:cs typeface="Calibri" panose="020F0502020204030204" pitchFamily="34" charset="0"/>
              </a:defRPr>
            </a:lvl1p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CTA appr</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225" name="TextBox 85">
            <a:extLst>
              <a:ext uri="{FF2B5EF4-FFF2-40B4-BE49-F238E27FC236}">
                <a16:creationId xmlns:a16="http://schemas.microsoft.com/office/drawing/2014/main" id="{7A722368-BB86-B43A-197D-9D6A633C723B}"/>
              </a:ext>
            </a:extLst>
          </p:cNvPr>
          <p:cNvSpPr txBox="1"/>
          <p:nvPr/>
        </p:nvSpPr>
        <p:spPr bwMode="gray">
          <a:xfrm>
            <a:off x="468086" y="4738547"/>
            <a:ext cx="10996171" cy="236924"/>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spAutoFit/>
          </a:bodyPr>
          <a:lstStyle/>
          <a:p>
            <a:pPr marL="356616" marR="0" lvl="0" indent="-173736" algn="l" defTabSz="914400"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Boehringer Forward Text" panose="02000500000000020000" pitchFamily="2" charset="0"/>
                <a:ea typeface="+mn-ea"/>
                <a:cs typeface="+mn-cs"/>
              </a:rPr>
              <a:t>Recruitment is ongoing.</a:t>
            </a:r>
          </a:p>
        </p:txBody>
      </p:sp>
    </p:spTree>
    <p:extLst>
      <p:ext uri="{BB962C8B-B14F-4D97-AF65-F5344CB8AC3E}">
        <p14:creationId xmlns:p14="http://schemas.microsoft.com/office/powerpoint/2010/main" val="35012811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57976-3801-38BB-CB50-8A4C000EA181}"/>
              </a:ext>
            </a:extLst>
          </p:cNvPr>
          <p:cNvSpPr>
            <a:spLocks noGrp="1"/>
          </p:cNvSpPr>
          <p:nvPr>
            <p:ph type="title"/>
          </p:nvPr>
        </p:nvSpPr>
        <p:spPr/>
        <p:txBody>
          <a:bodyPr/>
          <a:lstStyle/>
          <a:p>
            <a:r>
              <a:rPr lang="en-US" altLang="zh-CN"/>
              <a:t>China Level Report: recruitment</a:t>
            </a:r>
            <a:endParaRPr lang="zh-CN" altLang="en-US"/>
          </a:p>
        </p:txBody>
      </p:sp>
      <p:sp>
        <p:nvSpPr>
          <p:cNvPr id="5" name="Footer Placeholder 4">
            <a:extLst>
              <a:ext uri="{FF2B5EF4-FFF2-40B4-BE49-F238E27FC236}">
                <a16:creationId xmlns:a16="http://schemas.microsoft.com/office/drawing/2014/main" id="{EF5EE93D-A593-B038-8FFA-CC1394AF4C1D}"/>
              </a:ext>
            </a:extLst>
          </p:cNvPr>
          <p:cNvSpPr>
            <a:spLocks noGrp="1"/>
          </p:cNvSpPr>
          <p:nvPr>
            <p:ph type="ftr" sz="quarter" idx="19"/>
          </p:nvPr>
        </p:nvSpPr>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altLang="zh-CN" sz="800" b="0" i="0" u="none" strike="noStrike" kern="1200" cap="none" spc="0" normalizeH="0" baseline="0" noProof="0">
                <a:ln>
                  <a:noFill/>
                </a:ln>
                <a:solidFill>
                  <a:srgbClr val="08312A"/>
                </a:solidFill>
                <a:effectLst/>
                <a:uLnTx/>
                <a:uFillTx/>
                <a:latin typeface="Boehringer Forward Text"/>
                <a:ea typeface="+mn-ea"/>
                <a:cs typeface="+mn-cs"/>
              </a:rPr>
              <a:t>TA CEC Portfolio Update|    ONLY FOR INTERNAL USE</a:t>
            </a:r>
          </a:p>
        </p:txBody>
      </p:sp>
      <p:sp>
        <p:nvSpPr>
          <p:cNvPr id="6" name="Slide Number Placeholder 5">
            <a:extLst>
              <a:ext uri="{FF2B5EF4-FFF2-40B4-BE49-F238E27FC236}">
                <a16:creationId xmlns:a16="http://schemas.microsoft.com/office/drawing/2014/main" id="{26A3ACC1-8969-C35E-B87F-B6ACEA270C58}"/>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9" name="Rectangle 8">
            <a:extLst>
              <a:ext uri="{FF2B5EF4-FFF2-40B4-BE49-F238E27FC236}">
                <a16:creationId xmlns:a16="http://schemas.microsoft.com/office/drawing/2014/main" id="{18CA4540-5467-667B-8546-50FE290F1A14}"/>
              </a:ext>
            </a:extLst>
          </p:cNvPr>
          <p:cNvSpPr/>
          <p:nvPr/>
        </p:nvSpPr>
        <p:spPr bwMode="gray">
          <a:xfrm>
            <a:off x="119336" y="979982"/>
            <a:ext cx="1656184" cy="5832649"/>
          </a:xfrm>
          <a:prstGeom prst="rect">
            <a:avLst/>
          </a:prstGeom>
          <a:solidFill>
            <a:schemeClr val="tx2">
              <a:lumMod val="20000"/>
              <a:lumOff val="8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1800"/>
              </a:spcAft>
              <a:buClrTx/>
              <a:buSzTx/>
              <a:buFontTx/>
              <a:buNone/>
              <a:tabLst/>
              <a:defRPr/>
            </a:pPr>
            <a:r>
              <a:rPr kumimoji="0" lang="en-US" altLang="zh-CN" sz="1200" b="1" i="0" u="none" strike="noStrike" kern="1200" cap="none" spc="0" normalizeH="0" baseline="0" noProof="0">
                <a:ln>
                  <a:noFill/>
                </a:ln>
                <a:solidFill>
                  <a:prstClr val="black"/>
                </a:solidFill>
                <a:effectLst/>
                <a:uLnTx/>
                <a:uFillTx/>
                <a:latin typeface="Boehringer Forward Text"/>
                <a:ea typeface="+mn-ea"/>
                <a:cs typeface="+mn-cs"/>
              </a:rPr>
              <a:t>Trial Number:</a:t>
            </a:r>
            <a:br>
              <a:rPr kumimoji="0" lang="en-US" altLang="zh-CN" sz="1200" b="1" i="0" u="none" strike="noStrike" kern="1200" cap="none" spc="0" normalizeH="0" baseline="0" noProof="0">
                <a:ln>
                  <a:noFill/>
                </a:ln>
                <a:solidFill>
                  <a:prstClr val="black"/>
                </a:solidFill>
                <a:effectLst/>
                <a:uLnTx/>
                <a:uFillTx/>
                <a:latin typeface="Boehringer Forward Text"/>
                <a:ea typeface="+mn-ea"/>
                <a:cs typeface="+mn-cs"/>
              </a:rPr>
            </a:br>
            <a:r>
              <a:rPr kumimoji="0" lang="en-US" altLang="zh-CN" sz="1200" b="0" i="0" u="none" strike="noStrike" kern="1200" cap="none" spc="0" normalizeH="0" baseline="0" noProof="0">
                <a:ln>
                  <a:noFill/>
                </a:ln>
                <a:solidFill>
                  <a:prstClr val="black"/>
                </a:solidFill>
                <a:effectLst/>
                <a:uLnTx/>
                <a:uFillTx/>
                <a:latin typeface="Boehringer Forward Text"/>
                <a:ea typeface="+mn-ea"/>
                <a:cs typeface="+mn-cs"/>
              </a:rPr>
              <a:t>1305-0046</a:t>
            </a:r>
          </a:p>
          <a:p>
            <a:pPr marL="0" marR="0" lvl="0" indent="0" algn="l" defTabSz="914400" rtl="0" eaLnBrk="1" fontAlgn="auto" latinLnBrk="0" hangingPunct="1">
              <a:lnSpc>
                <a:spcPct val="100000"/>
              </a:lnSpc>
              <a:spcBef>
                <a:spcPts val="0"/>
              </a:spcBef>
              <a:spcAft>
                <a:spcPts val="1800"/>
              </a:spcAft>
              <a:buClrTx/>
              <a:buSzTx/>
              <a:buFontTx/>
              <a:buNone/>
              <a:tabLst/>
              <a:defRPr/>
            </a:pPr>
            <a:r>
              <a:rPr kumimoji="0" lang="en-US" altLang="zh-CN" sz="1200" b="1" i="0" u="none" strike="noStrike" kern="1200" cap="none" spc="0" normalizeH="0" baseline="0" noProof="0">
                <a:ln>
                  <a:noFill/>
                </a:ln>
                <a:solidFill>
                  <a:prstClr val="black"/>
                </a:solidFill>
                <a:effectLst/>
                <a:uLnTx/>
                <a:uFillTx/>
                <a:latin typeface="Boehringer Forward Text"/>
                <a:ea typeface="+mn-ea"/>
                <a:cs typeface="+mn-cs"/>
              </a:rPr>
              <a:t>BI Substance:</a:t>
            </a:r>
            <a:br>
              <a:rPr kumimoji="0" lang="en-US" altLang="zh-CN" sz="1200" b="1" i="0" u="none" strike="noStrike" kern="1200" cap="none" spc="0" normalizeH="0" baseline="0" noProof="0">
                <a:ln>
                  <a:noFill/>
                </a:ln>
                <a:solidFill>
                  <a:prstClr val="black"/>
                </a:solidFill>
                <a:effectLst/>
                <a:uLnTx/>
                <a:uFillTx/>
                <a:latin typeface="Boehringer Forward Text"/>
                <a:ea typeface="+mn-ea"/>
                <a:cs typeface="+mn-cs"/>
              </a:rPr>
            </a:br>
            <a:r>
              <a:rPr kumimoji="0" lang="en-US" altLang="zh-CN" sz="1200" b="1" i="0" u="none" strike="noStrike" kern="1200" cap="none" spc="0" normalizeH="0" baseline="0" noProof="0">
                <a:ln>
                  <a:noFill/>
                </a:ln>
                <a:solidFill>
                  <a:prstClr val="black"/>
                </a:solidFill>
                <a:effectLst/>
                <a:uLnTx/>
                <a:uFillTx/>
                <a:latin typeface="Boehringer Forward Text"/>
                <a:ea typeface="+mn-ea"/>
                <a:cs typeface="+mn-cs"/>
              </a:rPr>
              <a:t>BI 1015550</a:t>
            </a:r>
            <a:endParaRPr kumimoji="0" lang="en-US" altLang="zh-CN" sz="1200" b="0" i="0" u="none" strike="noStrike" kern="1200" cap="none" spc="0" normalizeH="0" baseline="0" noProof="0">
              <a:ln>
                <a:noFill/>
              </a:ln>
              <a:solidFill>
                <a:prstClr val="black"/>
              </a:solidFill>
              <a:effectLst/>
              <a:uLnTx/>
              <a:uFillTx/>
              <a:latin typeface="Boehringer Forward Text"/>
              <a:ea typeface="+mn-ea"/>
              <a:cs typeface="+mn-cs"/>
            </a:endParaRPr>
          </a:p>
          <a:p>
            <a:pPr marL="0" marR="0" lvl="0" indent="0" algn="l" defTabSz="914400" rtl="0" eaLnBrk="1" fontAlgn="auto" latinLnBrk="0" hangingPunct="1">
              <a:lnSpc>
                <a:spcPct val="100000"/>
              </a:lnSpc>
              <a:spcBef>
                <a:spcPts val="0"/>
              </a:spcBef>
              <a:spcAft>
                <a:spcPts val="1800"/>
              </a:spcAft>
              <a:buClrTx/>
              <a:buSzTx/>
              <a:buFontTx/>
              <a:buNone/>
              <a:tabLst/>
              <a:defRPr/>
            </a:pPr>
            <a:r>
              <a:rPr kumimoji="0" lang="en-US" altLang="zh-CN" sz="1200" b="1" i="0" u="none" strike="noStrike" kern="1200" cap="none" spc="0" normalizeH="0" baseline="0" noProof="0">
                <a:ln>
                  <a:noFill/>
                </a:ln>
                <a:solidFill>
                  <a:prstClr val="black"/>
                </a:solidFill>
                <a:effectLst/>
                <a:uLnTx/>
                <a:uFillTx/>
                <a:latin typeface="Boehringer Forward Text"/>
                <a:ea typeface="+mn-ea"/>
                <a:cs typeface="+mn-cs"/>
              </a:rPr>
              <a:t>Mode of Action:</a:t>
            </a:r>
            <a:br>
              <a:rPr kumimoji="0" lang="en-US" altLang="zh-CN" sz="1200" b="0" i="0" u="none" strike="noStrike" kern="1200" cap="none" spc="0" normalizeH="0" baseline="0" noProof="0">
                <a:ln>
                  <a:noFill/>
                </a:ln>
                <a:solidFill>
                  <a:prstClr val="black"/>
                </a:solidFill>
                <a:effectLst/>
                <a:uLnTx/>
                <a:uFillTx/>
                <a:latin typeface="Boehringer Forward Text"/>
                <a:ea typeface="+mn-ea"/>
                <a:cs typeface="+mn-cs"/>
              </a:rPr>
            </a:br>
            <a:r>
              <a:rPr kumimoji="0" lang="en-US" altLang="zh-CN" sz="1200" b="0" i="0" u="none" strike="noStrike" kern="1200" cap="none" spc="0" normalizeH="0" baseline="0" noProof="0">
                <a:ln>
                  <a:noFill/>
                </a:ln>
                <a:solidFill>
                  <a:prstClr val="black"/>
                </a:solidFill>
                <a:effectLst/>
                <a:uLnTx/>
                <a:uFillTx/>
                <a:latin typeface="Boehringer Forward Text"/>
                <a:ea typeface="+mn-ea"/>
                <a:cs typeface="+mn-cs"/>
              </a:rPr>
              <a:t>PDE4b inhibitor</a:t>
            </a:r>
          </a:p>
          <a:p>
            <a:pPr marL="0" marR="0" lvl="0" indent="0" algn="l" defTabSz="914400" rtl="0" eaLnBrk="1" fontAlgn="auto" latinLnBrk="0" hangingPunct="1">
              <a:lnSpc>
                <a:spcPct val="100000"/>
              </a:lnSpc>
              <a:spcBef>
                <a:spcPts val="0"/>
              </a:spcBef>
              <a:spcAft>
                <a:spcPts val="1800"/>
              </a:spcAft>
              <a:buClrTx/>
              <a:buSzTx/>
              <a:buFontTx/>
              <a:buNone/>
              <a:tabLst/>
              <a:defRPr/>
            </a:pPr>
            <a:r>
              <a:rPr kumimoji="0" lang="en-US" altLang="zh-CN" sz="1200" b="1" i="0" u="none" strike="noStrike" kern="1200" cap="none" spc="0" normalizeH="0" baseline="0" noProof="0">
                <a:ln>
                  <a:noFill/>
                </a:ln>
                <a:solidFill>
                  <a:prstClr val="black"/>
                </a:solidFill>
                <a:effectLst/>
                <a:uLnTx/>
                <a:uFillTx/>
                <a:latin typeface="Boehringer Forward Text"/>
                <a:ea typeface="+mn-ea"/>
                <a:cs typeface="+mn-cs"/>
              </a:rPr>
              <a:t>Therapeutic Area:</a:t>
            </a:r>
            <a:br>
              <a:rPr kumimoji="0" lang="en-US" altLang="zh-CN" sz="1200" b="1" i="0" u="none" strike="noStrike" kern="1200" cap="none" spc="0" normalizeH="0" baseline="0" noProof="0">
                <a:ln>
                  <a:noFill/>
                </a:ln>
                <a:solidFill>
                  <a:prstClr val="black"/>
                </a:solidFill>
                <a:effectLst/>
                <a:uLnTx/>
                <a:uFillTx/>
                <a:latin typeface="Boehringer Forward Text"/>
                <a:ea typeface="+mn-ea"/>
                <a:cs typeface="+mn-cs"/>
              </a:rPr>
            </a:br>
            <a:r>
              <a:rPr kumimoji="0" lang="en-US" altLang="zh-CN" sz="1200" b="0" i="0" u="none" strike="noStrike" kern="1200" cap="none" spc="0" normalizeH="0" baseline="0" noProof="0">
                <a:ln>
                  <a:noFill/>
                </a:ln>
                <a:solidFill>
                  <a:prstClr val="black"/>
                </a:solidFill>
                <a:effectLst/>
                <a:uLnTx/>
                <a:uFillTx/>
                <a:latin typeface="Boehringer Forward Text"/>
                <a:ea typeface="+mn-ea"/>
                <a:cs typeface="+mn-cs"/>
              </a:rPr>
              <a:t>INFL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a:ln>
                  <a:noFill/>
                </a:ln>
                <a:solidFill>
                  <a:prstClr val="black"/>
                </a:solidFill>
                <a:effectLst/>
                <a:uLnTx/>
                <a:uFillTx/>
                <a:latin typeface="Boehringer Forward Text"/>
                <a:ea typeface="+mn-ea"/>
                <a:cs typeface="+mn-cs"/>
              </a:rPr>
              <a:t>Target population:</a:t>
            </a:r>
            <a:br>
              <a:rPr kumimoji="0" lang="en-US" altLang="zh-CN" sz="1200" b="0" i="0" u="none" strike="noStrike" kern="1200" cap="none" spc="0" normalizeH="0" baseline="0" noProof="0">
                <a:ln>
                  <a:noFill/>
                </a:ln>
                <a:solidFill>
                  <a:prstClr val="black"/>
                </a:solidFill>
                <a:effectLst/>
                <a:uLnTx/>
                <a:uFillTx/>
                <a:latin typeface="Boehringer Forward Text"/>
                <a:ea typeface="+mn-ea"/>
                <a:cs typeface="+mn-cs"/>
              </a:rPr>
            </a:br>
            <a:r>
              <a:rPr kumimoji="0" lang="en-US" altLang="zh-CN" sz="1200" b="0" i="0" u="none" strike="noStrike" kern="1200" cap="none" spc="0" normalizeH="0" baseline="0" noProof="0">
                <a:ln>
                  <a:noFill/>
                </a:ln>
                <a:solidFill>
                  <a:prstClr val="black"/>
                </a:solidFill>
                <a:effectLst/>
                <a:uLnTx/>
                <a:uFillTx/>
                <a:latin typeface="Boehringer Forward Text"/>
                <a:ea typeface="+mn-ea"/>
                <a:cs typeface="+mn-cs"/>
              </a:rPr>
              <a:t>27 (China)</a:t>
            </a:r>
          </a:p>
          <a:p>
            <a:pPr marL="0" marR="0" lvl="0" indent="0" algn="l" defTabSz="914400" rtl="0" eaLnBrk="1" fontAlgn="auto" latinLnBrk="0" hangingPunct="1">
              <a:lnSpc>
                <a:spcPct val="100000"/>
              </a:lnSpc>
              <a:spcBef>
                <a:spcPts val="0"/>
              </a:spcBef>
              <a:spcAft>
                <a:spcPts val="1800"/>
              </a:spcAft>
              <a:buClrTx/>
              <a:buSzTx/>
              <a:buFontTx/>
              <a:buNone/>
              <a:tabLst/>
              <a:defRPr/>
            </a:pPr>
            <a:r>
              <a:rPr kumimoji="0" lang="en-US" altLang="zh-CN" sz="1200" b="0" i="0" u="none" strike="noStrike" kern="1200" cap="none" spc="0" normalizeH="0" baseline="0" noProof="0">
                <a:ln>
                  <a:noFill/>
                </a:ln>
                <a:solidFill>
                  <a:prstClr val="black"/>
                </a:solidFill>
                <a:effectLst/>
                <a:uLnTx/>
                <a:uFillTx/>
                <a:latin typeface="Boehringer Forward Text"/>
                <a:ea typeface="+mn-ea"/>
                <a:cs typeface="+mn-cs"/>
              </a:rPr>
              <a:t>400 (Global)</a:t>
            </a:r>
          </a:p>
          <a:p>
            <a:pPr marL="0" marR="0" lvl="0" indent="0" algn="l" defTabSz="914400" rtl="0" eaLnBrk="1" fontAlgn="auto" latinLnBrk="0" hangingPunct="1">
              <a:lnSpc>
                <a:spcPct val="100000"/>
              </a:lnSpc>
              <a:spcBef>
                <a:spcPts val="0"/>
              </a:spcBef>
              <a:spcAft>
                <a:spcPts val="1800"/>
              </a:spcAft>
              <a:buClrTx/>
              <a:buSzTx/>
              <a:buFontTx/>
              <a:buNone/>
              <a:tabLst/>
              <a:defRPr/>
            </a:pPr>
            <a:r>
              <a:rPr kumimoji="0" lang="en-US" altLang="zh-CN" sz="1200" b="1" i="0" u="none" strike="noStrike" kern="1200" cap="none" spc="0" normalizeH="0" baseline="0" noProof="0">
                <a:ln>
                  <a:noFill/>
                </a:ln>
                <a:solidFill>
                  <a:prstClr val="black"/>
                </a:solidFill>
                <a:effectLst/>
                <a:uLnTx/>
                <a:uFillTx/>
                <a:latin typeface="Boehringer Forward Text"/>
                <a:ea typeface="+mn-ea"/>
                <a:cs typeface="+mn-cs"/>
              </a:rPr>
              <a:t>Phase:</a:t>
            </a:r>
            <a:br>
              <a:rPr kumimoji="0" lang="en-US" altLang="zh-CN" sz="1200" b="0" i="0" u="none" strike="noStrike" kern="1200" cap="none" spc="0" normalizeH="0" baseline="0" noProof="0">
                <a:ln>
                  <a:noFill/>
                </a:ln>
                <a:solidFill>
                  <a:prstClr val="black"/>
                </a:solidFill>
                <a:effectLst/>
                <a:uLnTx/>
                <a:uFillTx/>
                <a:latin typeface="Boehringer Forward Text"/>
                <a:ea typeface="+mn-ea"/>
                <a:cs typeface="+mn-cs"/>
              </a:rPr>
            </a:br>
            <a:r>
              <a:rPr kumimoji="0" lang="en-US" altLang="zh-CN" sz="1200" b="0" i="0" u="none" strike="noStrike" kern="1200" cap="none" spc="0" normalizeH="0" baseline="0" noProof="0" err="1">
                <a:ln>
                  <a:noFill/>
                </a:ln>
                <a:solidFill>
                  <a:prstClr val="black"/>
                </a:solidFill>
                <a:effectLst/>
                <a:uLnTx/>
                <a:uFillTx/>
                <a:latin typeface="Boehringer Forward Text"/>
                <a:ea typeface="+mn-ea"/>
                <a:cs typeface="+mn-cs"/>
              </a:rPr>
              <a:t>IIIb</a:t>
            </a:r>
            <a:endParaRPr kumimoji="0" lang="en-US" altLang="zh-CN" sz="12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8" name="Rectangle 5">
            <a:extLst>
              <a:ext uri="{FF2B5EF4-FFF2-40B4-BE49-F238E27FC236}">
                <a16:creationId xmlns:a16="http://schemas.microsoft.com/office/drawing/2014/main" id="{BA70E4D3-4180-6E3A-D16F-B61AF30BF95B}"/>
              </a:ext>
            </a:extLst>
          </p:cNvPr>
          <p:cNvSpPr/>
          <p:nvPr/>
        </p:nvSpPr>
        <p:spPr>
          <a:xfrm>
            <a:off x="1884821" y="980144"/>
            <a:ext cx="3246577" cy="1043969"/>
          </a:xfrm>
          <a:prstGeom prst="rect">
            <a:avLst/>
          </a:prstGeom>
          <a:solidFill>
            <a:schemeClr val="accent4">
              <a:lumMod val="20000"/>
              <a:lumOff val="80000"/>
            </a:schemeClr>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38619" tIns="38619" rIns="38619" bIns="38619"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490450" rtl="0" eaLnBrk="1" fontAlgn="auto" latinLnBrk="0" hangingPunct="1">
              <a:lnSpc>
                <a:spcPct val="100000"/>
              </a:lnSpc>
              <a:spcBef>
                <a:spcPts val="0"/>
              </a:spcBef>
              <a:spcAft>
                <a:spcPts val="200"/>
              </a:spcAft>
              <a:buClrTx/>
              <a:buSzTx/>
              <a:buFontTx/>
              <a:buNone/>
              <a:tabLst/>
              <a:defRPr/>
            </a:pPr>
            <a:r>
              <a:rPr kumimoji="0" lang="en-US" sz="1000" b="0" i="0" u="sng" strike="noStrike" kern="1200" cap="none" spc="0" normalizeH="0" baseline="0" noProof="0">
                <a:ln>
                  <a:noFill/>
                </a:ln>
                <a:solidFill>
                  <a:prstClr val="black"/>
                </a:solidFill>
                <a:effectLst/>
                <a:uLnTx/>
                <a:uFillTx/>
                <a:latin typeface="Boehringer Forward Text"/>
                <a:ea typeface="+mn-ea"/>
                <a:cs typeface="+mn-cs"/>
              </a:rPr>
              <a:t>Cut-off date: 2026.04.15</a:t>
            </a:r>
            <a:endParaRPr kumimoji="0" lang="zh-CN" altLang="en-US" sz="1100" b="0" i="0" u="sng" strike="noStrike" kern="1200" cap="none" spc="0" normalizeH="0" baseline="0" noProof="0">
              <a:ln>
                <a:noFill/>
              </a:ln>
              <a:solidFill>
                <a:prstClr val="black"/>
              </a:solidFill>
              <a:effectLst/>
              <a:uLnTx/>
              <a:uFillTx/>
              <a:latin typeface="Boehringer Forward Text"/>
              <a:ea typeface="+mn-ea"/>
              <a:cs typeface="+mn-cs"/>
            </a:endParaRPr>
          </a:p>
          <a:p>
            <a:pPr marL="0" marR="0" lvl="0" indent="0" algn="l" defTabSz="490450" rtl="0" eaLnBrk="1" fontAlgn="auto" latinLnBrk="0" hangingPunct="1">
              <a:lnSpc>
                <a:spcPct val="100000"/>
              </a:lnSpc>
              <a:spcBef>
                <a:spcPts val="0"/>
              </a:spcBef>
              <a:spcAft>
                <a:spcPts val="200"/>
              </a:spcAft>
              <a:buClrTx/>
              <a:buSzTx/>
              <a:buFontTx/>
              <a:buNone/>
              <a:tabLst/>
              <a:defRPr/>
            </a:pPr>
            <a:r>
              <a:rPr kumimoji="0" lang="en-US" sz="1000" b="0" i="0" u="none" strike="noStrike" kern="1200" cap="none" spc="0" normalizeH="0" baseline="0" noProof="0">
                <a:ln>
                  <a:noFill/>
                </a:ln>
                <a:solidFill>
                  <a:prstClr val="black"/>
                </a:solidFill>
                <a:effectLst/>
                <a:uLnTx/>
                <a:uFillTx/>
                <a:latin typeface="Boehringer Forward Text"/>
                <a:ea typeface="+mn-ea"/>
                <a:cs typeface="+mn-cs"/>
              </a:rPr>
              <a:t>Total Screened = </a:t>
            </a:r>
            <a:r>
              <a:rPr kumimoji="0" lang="en-US" sz="1000" b="1" i="0" u="none" strike="noStrike" kern="1200" cap="none" spc="0" normalizeH="0" baseline="0" noProof="0">
                <a:ln>
                  <a:noFill/>
                </a:ln>
                <a:solidFill>
                  <a:prstClr val="black"/>
                </a:solidFill>
                <a:effectLst/>
                <a:uLnTx/>
                <a:uFillTx/>
                <a:latin typeface="Boehringer Forward Text"/>
                <a:ea typeface="+mn-ea"/>
                <a:cs typeface="+mn-cs"/>
              </a:rPr>
              <a:t>35 (China. +8) </a:t>
            </a:r>
            <a:r>
              <a:rPr kumimoji="0" lang="en-US" sz="1000" b="0" i="0" u="none" strike="noStrike" kern="1200" cap="none" spc="0" normalizeH="0" baseline="0" noProof="0">
                <a:ln>
                  <a:noFill/>
                </a:ln>
                <a:solidFill>
                  <a:prstClr val="black"/>
                </a:solidFill>
                <a:effectLst/>
                <a:uLnTx/>
                <a:uFillTx/>
                <a:latin typeface="Boehringer Forward Text"/>
                <a:ea typeface="+mn-ea"/>
                <a:cs typeface="+mn-cs"/>
              </a:rPr>
              <a:t>/  308 (Global)</a:t>
            </a:r>
            <a:endParaRPr kumimoji="0" lang="en-US" sz="1100" b="0" i="0" u="none" strike="noStrike" kern="1200" cap="none" spc="0" normalizeH="0" baseline="0" noProof="0">
              <a:ln>
                <a:noFill/>
              </a:ln>
              <a:solidFill>
                <a:prstClr val="black"/>
              </a:solidFill>
              <a:effectLst/>
              <a:uLnTx/>
              <a:uFillTx/>
              <a:latin typeface="Boehringer Forward Text"/>
              <a:ea typeface="+mn-ea"/>
              <a:cs typeface="+mn-cs"/>
            </a:endParaRPr>
          </a:p>
          <a:p>
            <a:pPr marL="0" marR="0" lvl="0" indent="0" algn="l" defTabSz="490450" rtl="0" eaLnBrk="1" fontAlgn="auto" latinLnBrk="0" hangingPunct="1">
              <a:lnSpc>
                <a:spcPct val="100000"/>
              </a:lnSpc>
              <a:spcBef>
                <a:spcPts val="0"/>
              </a:spcBef>
              <a:spcAft>
                <a:spcPts val="200"/>
              </a:spcAft>
              <a:buClrTx/>
              <a:buSzTx/>
              <a:buFontTx/>
              <a:buNone/>
              <a:tabLst/>
              <a:defRPr/>
            </a:pPr>
            <a:r>
              <a:rPr kumimoji="0" lang="en-US" sz="1000" b="0" i="0" u="none" strike="noStrike" kern="1200" cap="none" spc="0" normalizeH="0" baseline="0" noProof="0">
                <a:ln>
                  <a:noFill/>
                </a:ln>
                <a:solidFill>
                  <a:prstClr val="black"/>
                </a:solidFill>
                <a:effectLst/>
                <a:uLnTx/>
                <a:uFillTx/>
                <a:latin typeface="Boehringer Forward Text"/>
                <a:ea typeface="+mn-ea"/>
                <a:cs typeface="+mn-cs"/>
              </a:rPr>
              <a:t>Total Randomized = 19</a:t>
            </a:r>
            <a:r>
              <a:rPr kumimoji="0" lang="en-US" sz="1000" b="1" i="0" u="none" strike="noStrike" kern="1200" cap="none" spc="0" normalizeH="0" baseline="0" noProof="0">
                <a:ln>
                  <a:noFill/>
                </a:ln>
                <a:solidFill>
                  <a:prstClr val="black"/>
                </a:solidFill>
                <a:effectLst/>
                <a:uLnTx/>
                <a:uFillTx/>
                <a:latin typeface="Boehringer Forward Text"/>
                <a:ea typeface="+mn-ea"/>
                <a:cs typeface="+mn-cs"/>
              </a:rPr>
              <a:t> (China, +4)</a:t>
            </a:r>
            <a:r>
              <a:rPr kumimoji="0" lang="en-US" sz="1000" b="0" i="0" u="none" strike="noStrike" kern="1200" cap="none" spc="0" normalizeH="0" baseline="0" noProof="0">
                <a:ln>
                  <a:noFill/>
                </a:ln>
                <a:solidFill>
                  <a:prstClr val="black"/>
                </a:solidFill>
                <a:effectLst/>
                <a:uLnTx/>
                <a:uFillTx/>
                <a:latin typeface="Boehringer Forward Text"/>
                <a:ea typeface="+mn-ea"/>
                <a:cs typeface="+mn-cs"/>
              </a:rPr>
              <a:t> /  161 (Global)</a:t>
            </a:r>
            <a:endParaRPr kumimoji="0" lang="en-US" sz="1100" b="0" i="0" u="none" strike="noStrike" kern="1200" cap="none" spc="0" normalizeH="0" baseline="0" noProof="0">
              <a:ln>
                <a:noFill/>
              </a:ln>
              <a:solidFill>
                <a:prstClr val="black"/>
              </a:solidFill>
              <a:effectLst/>
              <a:uLnTx/>
              <a:uFillTx/>
              <a:latin typeface="Boehringer Forward Text"/>
              <a:ea typeface="+mn-ea"/>
              <a:cs typeface="+mn-cs"/>
            </a:endParaRPr>
          </a:p>
          <a:p>
            <a:pPr marL="0" marR="0" lvl="0" indent="0" algn="l" defTabSz="490450" rtl="0" eaLnBrk="1" fontAlgn="auto" latinLnBrk="0" hangingPunct="1">
              <a:lnSpc>
                <a:spcPct val="100000"/>
              </a:lnSpc>
              <a:spcBef>
                <a:spcPts val="0"/>
              </a:spcBef>
              <a:spcAft>
                <a:spcPts val="200"/>
              </a:spcAft>
              <a:buClrTx/>
              <a:buSzTx/>
              <a:buFontTx/>
              <a:buNone/>
              <a:tabLst/>
              <a:defRPr/>
            </a:pPr>
            <a:r>
              <a:rPr kumimoji="0" lang="en-US" altLang="zh-CN" sz="1000" b="0" i="0" u="none" strike="noStrike" kern="1200" cap="none" spc="0" normalizeH="0" baseline="0" noProof="0">
                <a:ln>
                  <a:noFill/>
                </a:ln>
                <a:solidFill>
                  <a:prstClr val="black"/>
                </a:solidFill>
                <a:effectLst/>
                <a:uLnTx/>
                <a:uFillTx/>
                <a:latin typeface="Boehringer Forward Text"/>
                <a:ea typeface="+mn-ea"/>
                <a:cs typeface="+mn-cs"/>
              </a:rPr>
              <a:t>Total Screen failure = 14</a:t>
            </a:r>
            <a:r>
              <a:rPr kumimoji="0" lang="en-US" sz="1000" b="0" i="0" u="none" strike="noStrike" kern="1200" cap="none" spc="0" normalizeH="0" baseline="0" noProof="0">
                <a:ln>
                  <a:noFill/>
                </a:ln>
                <a:solidFill>
                  <a:prstClr val="black"/>
                </a:solidFill>
                <a:effectLst/>
                <a:uLnTx/>
                <a:uFillTx/>
                <a:latin typeface="Boehringer Forward Text"/>
                <a:ea typeface="+mn-ea"/>
                <a:cs typeface="+mn-cs"/>
              </a:rPr>
              <a:t> (China) /  68 (Global)</a:t>
            </a:r>
            <a:endParaRPr kumimoji="0" lang="en-US" sz="1100" b="0" i="0" u="none" strike="noStrike" kern="1200" cap="none" spc="0" normalizeH="0" baseline="0" noProof="0">
              <a:ln>
                <a:noFill/>
              </a:ln>
              <a:solidFill>
                <a:prstClr val="black"/>
              </a:solidFill>
              <a:effectLst/>
              <a:uLnTx/>
              <a:uFillTx/>
              <a:latin typeface="Boehringer Forward Text"/>
              <a:ea typeface="+mn-ea"/>
              <a:cs typeface="+mn-cs"/>
            </a:endParaRPr>
          </a:p>
        </p:txBody>
      </p:sp>
      <p:pic>
        <p:nvPicPr>
          <p:cNvPr id="4" name="Picture 9">
            <a:extLst>
              <a:ext uri="{FF2B5EF4-FFF2-40B4-BE49-F238E27FC236}">
                <a16:creationId xmlns:a16="http://schemas.microsoft.com/office/drawing/2014/main" id="{9060A5B2-CB10-3285-BAA5-B818824B462F}"/>
              </a:ext>
            </a:extLst>
          </p:cNvPr>
          <p:cNvPicPr>
            <a:picLocks noChangeAspect="1"/>
          </p:cNvPicPr>
          <p:nvPr/>
        </p:nvPicPr>
        <p:blipFill>
          <a:blip r:embed="rId2"/>
          <a:stretch>
            <a:fillRect/>
          </a:stretch>
        </p:blipFill>
        <p:spPr>
          <a:xfrm>
            <a:off x="2018118" y="2428348"/>
            <a:ext cx="10054546" cy="4106488"/>
          </a:xfrm>
          <a:prstGeom prst="rect">
            <a:avLst/>
          </a:prstGeom>
        </p:spPr>
      </p:pic>
      <p:sp>
        <p:nvSpPr>
          <p:cNvPr id="10" name="矩形: 圆角 9">
            <a:extLst>
              <a:ext uri="{FF2B5EF4-FFF2-40B4-BE49-F238E27FC236}">
                <a16:creationId xmlns:a16="http://schemas.microsoft.com/office/drawing/2014/main" id="{5AD1ABB5-679A-0B8E-2432-5205E3C1EED5}"/>
              </a:ext>
            </a:extLst>
          </p:cNvPr>
          <p:cNvSpPr/>
          <p:nvPr/>
        </p:nvSpPr>
        <p:spPr bwMode="gray">
          <a:xfrm>
            <a:off x="7940068" y="5133757"/>
            <a:ext cx="457673" cy="976517"/>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Tree>
    <p:extLst>
      <p:ext uri="{BB962C8B-B14F-4D97-AF65-F5344CB8AC3E}">
        <p14:creationId xmlns:p14="http://schemas.microsoft.com/office/powerpoint/2010/main" val="39752735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67CA40-0714-6D50-66D5-A01628727E65}"/>
            </a:ext>
          </a:extLst>
        </p:cNvPr>
        <p:cNvGrpSpPr/>
        <p:nvPr/>
      </p:nvGrpSpPr>
      <p:grpSpPr>
        <a:xfrm>
          <a:off x="0" y="0"/>
          <a:ext cx="0" cy="0"/>
          <a:chOff x="0" y="0"/>
          <a:chExt cx="0" cy="0"/>
        </a:xfrm>
      </p:grpSpPr>
      <p:sp>
        <p:nvSpPr>
          <p:cNvPr id="253" name="OTLSHAPE_T_e17f3958430f4cff8650518c93c7635e_Shape">
            <a:extLst>
              <a:ext uri="{FF2B5EF4-FFF2-40B4-BE49-F238E27FC236}">
                <a16:creationId xmlns:a16="http://schemas.microsoft.com/office/drawing/2014/main" id="{936C832A-301E-F12B-4813-4C536E7014EF}"/>
              </a:ext>
            </a:extLst>
          </p:cNvPr>
          <p:cNvSpPr/>
          <p:nvPr>
            <p:custDataLst>
              <p:tags r:id="rId1"/>
            </p:custDataLst>
          </p:nvPr>
        </p:nvSpPr>
        <p:spPr bwMode="auto">
          <a:xfrm>
            <a:off x="5219985" y="3724888"/>
            <a:ext cx="5366277" cy="275114"/>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9050" rtl="0" eaLnBrk="0" fontAlgn="base" latinLnBrk="0" hangingPunct="0">
              <a:lnSpc>
                <a:spcPct val="100000"/>
              </a:lnSpc>
              <a:spcBef>
                <a:spcPct val="0"/>
              </a:spcBef>
              <a:spcAft>
                <a:spcPct val="0"/>
              </a:spcAft>
              <a:buClrTx/>
              <a:buSzTx/>
              <a:buFontTx/>
              <a:buNone/>
              <a:tabLst/>
              <a:defRPr/>
            </a:pPr>
            <a:endParaRPr kumimoji="0" lang="zh-CN" altLang="en-US" sz="1000" b="1"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120" name="Title 3">
            <a:extLst>
              <a:ext uri="{FF2B5EF4-FFF2-40B4-BE49-F238E27FC236}">
                <a16:creationId xmlns:a16="http://schemas.microsoft.com/office/drawing/2014/main" id="{9938E0AF-A76E-10C9-9ECE-E5176B61B20A}"/>
              </a:ext>
            </a:extLst>
          </p:cNvPr>
          <p:cNvSpPr txBox="1">
            <a:spLocks/>
          </p:cNvSpPr>
          <p:nvPr/>
        </p:nvSpPr>
        <p:spPr bwMode="gray">
          <a:xfrm>
            <a:off x="221799" y="230099"/>
            <a:ext cx="11972225" cy="720000"/>
          </a:xfrm>
          <a:prstGeom prst="rect">
            <a:avLst/>
          </a:prstGeom>
        </p:spPr>
        <p:txBody>
          <a:bodyPr vert="horz" lIns="0" tIns="0" rIns="0" bIns="0" rtlCol="0" anchor="t">
            <a:normAutofit fontScale="97500"/>
          </a:bodyPr>
          <a:lstStyle>
            <a:lvl1pPr algn="l" defTabSz="914377" rtl="0" eaLnBrk="1" latinLnBrk="0" hangingPunct="1">
              <a:lnSpc>
                <a:spcPct val="100000"/>
              </a:lnSpc>
              <a:spcBef>
                <a:spcPct val="0"/>
              </a:spcBef>
              <a:buNone/>
              <a:defRPr kumimoji="1" sz="2500" b="1" kern="1200">
                <a:solidFill>
                  <a:schemeClr val="bg2"/>
                </a:solidFill>
                <a:latin typeface="+mj-lt"/>
                <a:ea typeface="+mj-ea"/>
                <a:cs typeface="+mj-cs"/>
              </a:defRPr>
            </a:lvl1pPr>
          </a:lstStyle>
          <a:p>
            <a:pPr marL="0" marR="0" lvl="0" indent="0" algn="l" defTabSz="914377" rtl="0" eaLnBrk="1" fontAlgn="auto" latinLnBrk="0" hangingPunct="1">
              <a:lnSpc>
                <a:spcPct val="100000"/>
              </a:lnSpc>
              <a:spcBef>
                <a:spcPct val="0"/>
              </a:spcBef>
              <a:spcAft>
                <a:spcPts val="0"/>
              </a:spcAft>
              <a:buClrTx/>
              <a:buSzTx/>
              <a:buFontTx/>
              <a:buNone/>
              <a:tabLst/>
              <a:defRPr/>
            </a:pPr>
            <a:r>
              <a:rPr kumimoji="1" lang="en-US" altLang="zh-CN" sz="2400" b="0" i="1" u="sng" strike="noStrike" kern="1200" cap="none" spc="0" normalizeH="0" baseline="0" noProof="0">
                <a:ln>
                  <a:noFill/>
                </a:ln>
                <a:solidFill>
                  <a:srgbClr val="08312A"/>
                </a:solidFill>
                <a:effectLst/>
                <a:uLnTx/>
                <a:uFillTx/>
                <a:latin typeface="Boehringer Forward Head"/>
                <a:ea typeface="+mj-ea"/>
                <a:cs typeface="Calibri" panose="020F0502020204030204" pitchFamily="34" charset="0"/>
              </a:rPr>
              <a:t>Ongoing: </a:t>
            </a:r>
            <a:r>
              <a:rPr kumimoji="1" lang="en-US" altLang="zh-CN" sz="2400" b="0" i="1" u="none" strike="noStrike" kern="1200" cap="none" spc="0" normalizeH="0" baseline="0" noProof="0">
                <a:ln>
                  <a:noFill/>
                </a:ln>
                <a:solidFill>
                  <a:srgbClr val="08312A"/>
                </a:solidFill>
                <a:effectLst/>
                <a:uLnTx/>
                <a:uFillTx/>
                <a:latin typeface="Boehringer Forward Head"/>
                <a:ea typeface="+mj-ea"/>
                <a:cs typeface="Calibri" panose="020F0502020204030204" pitchFamily="34" charset="0"/>
              </a:rPr>
              <a:t>Nerandomilast (PDE4b inhibitor): </a:t>
            </a:r>
            <a:r>
              <a:rPr kumimoji="1" lang="en-US" altLang="zh-CN" sz="2400" b="0" i="0" u="none" strike="noStrike" kern="1200" cap="none" spc="0" normalizeH="0" baseline="0" noProof="0">
                <a:ln>
                  <a:noFill/>
                </a:ln>
                <a:solidFill>
                  <a:srgbClr val="08312A"/>
                </a:solidFill>
                <a:effectLst/>
                <a:uLnTx/>
                <a:uFillTx/>
                <a:latin typeface="Boehringer Forward Head"/>
                <a:ea typeface="+mj-ea"/>
                <a:cs typeface="Calibri" panose="020F0502020204030204" pitchFamily="34" charset="0"/>
              </a:rPr>
              <a:t>non-IPF fibrosing ILD Development Plan</a:t>
            </a:r>
            <a:endParaRPr kumimoji="1" lang="zh-CN" altLang="en-US" sz="2400" b="0" i="0" u="none" strike="noStrike" kern="1200" cap="none" spc="0" normalizeH="0" baseline="0" noProof="0">
              <a:ln>
                <a:noFill/>
              </a:ln>
              <a:solidFill>
                <a:srgbClr val="08312A"/>
              </a:solidFill>
              <a:effectLst/>
              <a:uLnTx/>
              <a:uFillTx/>
              <a:latin typeface="Boehringer Forward Head"/>
              <a:ea typeface="+mj-ea"/>
              <a:cs typeface="Calibri" panose="020F0502020204030204" pitchFamily="34" charset="0"/>
            </a:endParaRPr>
          </a:p>
        </p:txBody>
      </p:sp>
      <p:cxnSp>
        <p:nvCxnSpPr>
          <p:cNvPr id="121" name="Straight Connector 120">
            <a:extLst>
              <a:ext uri="{FF2B5EF4-FFF2-40B4-BE49-F238E27FC236}">
                <a16:creationId xmlns:a16="http://schemas.microsoft.com/office/drawing/2014/main" id="{BACBBA61-1A4B-574E-5E33-143F10405DC9}"/>
              </a:ext>
            </a:extLst>
          </p:cNvPr>
          <p:cNvCxnSpPr>
            <a:cxnSpLocks/>
          </p:cNvCxnSpPr>
          <p:nvPr/>
        </p:nvCxnSpPr>
        <p:spPr bwMode="auto">
          <a:xfrm flipH="1">
            <a:off x="451" y="3188585"/>
            <a:ext cx="12168000" cy="0"/>
          </a:xfrm>
          <a:prstGeom prst="line">
            <a:avLst/>
          </a:prstGeom>
          <a:solidFill>
            <a:srgbClr val="08312A"/>
          </a:solidFill>
          <a:ln w="15875" cap="flat" cmpd="sng" algn="ctr">
            <a:solidFill>
              <a:srgbClr val="A3E5EE"/>
            </a:solidFill>
            <a:prstDash val="sysDash"/>
            <a:round/>
            <a:headEnd type="none" w="med" len="med"/>
            <a:tailEnd type="none" w="med" len="med"/>
          </a:ln>
          <a:effectLst/>
        </p:spPr>
      </p:cxnSp>
      <p:graphicFrame>
        <p:nvGraphicFramePr>
          <p:cNvPr id="123" name="Table 122">
            <a:extLst>
              <a:ext uri="{FF2B5EF4-FFF2-40B4-BE49-F238E27FC236}">
                <a16:creationId xmlns:a16="http://schemas.microsoft.com/office/drawing/2014/main" id="{E447D377-673F-79AD-D064-ED164130B0C0}"/>
              </a:ext>
            </a:extLst>
          </p:cNvPr>
          <p:cNvGraphicFramePr>
            <a:graphicFrameLocks noGrp="1"/>
          </p:cNvGraphicFramePr>
          <p:nvPr/>
        </p:nvGraphicFramePr>
        <p:xfrm>
          <a:off x="250897" y="1073957"/>
          <a:ext cx="11697066" cy="608641"/>
        </p:xfrm>
        <a:graphic>
          <a:graphicData uri="http://schemas.openxmlformats.org/drawingml/2006/table">
            <a:tbl>
              <a:tblPr firstRow="1" bandRow="1"/>
              <a:tblGrid>
                <a:gridCol w="649837">
                  <a:extLst>
                    <a:ext uri="{9D8B030D-6E8A-4147-A177-3AD203B41FA5}">
                      <a16:colId xmlns:a16="http://schemas.microsoft.com/office/drawing/2014/main" val="1064917641"/>
                    </a:ext>
                  </a:extLst>
                </a:gridCol>
                <a:gridCol w="649837">
                  <a:extLst>
                    <a:ext uri="{9D8B030D-6E8A-4147-A177-3AD203B41FA5}">
                      <a16:colId xmlns:a16="http://schemas.microsoft.com/office/drawing/2014/main" val="4221117315"/>
                    </a:ext>
                  </a:extLst>
                </a:gridCol>
                <a:gridCol w="649837">
                  <a:extLst>
                    <a:ext uri="{9D8B030D-6E8A-4147-A177-3AD203B41FA5}">
                      <a16:colId xmlns:a16="http://schemas.microsoft.com/office/drawing/2014/main" val="3266065341"/>
                    </a:ext>
                  </a:extLst>
                </a:gridCol>
                <a:gridCol w="649837">
                  <a:extLst>
                    <a:ext uri="{9D8B030D-6E8A-4147-A177-3AD203B41FA5}">
                      <a16:colId xmlns:a16="http://schemas.microsoft.com/office/drawing/2014/main" val="2374051224"/>
                    </a:ext>
                  </a:extLst>
                </a:gridCol>
                <a:gridCol w="649837">
                  <a:extLst>
                    <a:ext uri="{9D8B030D-6E8A-4147-A177-3AD203B41FA5}">
                      <a16:colId xmlns:a16="http://schemas.microsoft.com/office/drawing/2014/main" val="1840388365"/>
                    </a:ext>
                  </a:extLst>
                </a:gridCol>
                <a:gridCol w="649837">
                  <a:extLst>
                    <a:ext uri="{9D8B030D-6E8A-4147-A177-3AD203B41FA5}">
                      <a16:colId xmlns:a16="http://schemas.microsoft.com/office/drawing/2014/main" val="267750830"/>
                    </a:ext>
                  </a:extLst>
                </a:gridCol>
                <a:gridCol w="649837">
                  <a:extLst>
                    <a:ext uri="{9D8B030D-6E8A-4147-A177-3AD203B41FA5}">
                      <a16:colId xmlns:a16="http://schemas.microsoft.com/office/drawing/2014/main" val="3966469970"/>
                    </a:ext>
                  </a:extLst>
                </a:gridCol>
                <a:gridCol w="649837">
                  <a:extLst>
                    <a:ext uri="{9D8B030D-6E8A-4147-A177-3AD203B41FA5}">
                      <a16:colId xmlns:a16="http://schemas.microsoft.com/office/drawing/2014/main" val="2522973146"/>
                    </a:ext>
                  </a:extLst>
                </a:gridCol>
                <a:gridCol w="649837">
                  <a:extLst>
                    <a:ext uri="{9D8B030D-6E8A-4147-A177-3AD203B41FA5}">
                      <a16:colId xmlns:a16="http://schemas.microsoft.com/office/drawing/2014/main" val="3852236956"/>
                    </a:ext>
                  </a:extLst>
                </a:gridCol>
                <a:gridCol w="649837">
                  <a:extLst>
                    <a:ext uri="{9D8B030D-6E8A-4147-A177-3AD203B41FA5}">
                      <a16:colId xmlns:a16="http://schemas.microsoft.com/office/drawing/2014/main" val="493228184"/>
                    </a:ext>
                  </a:extLst>
                </a:gridCol>
                <a:gridCol w="649837">
                  <a:extLst>
                    <a:ext uri="{9D8B030D-6E8A-4147-A177-3AD203B41FA5}">
                      <a16:colId xmlns:a16="http://schemas.microsoft.com/office/drawing/2014/main" val="2981130253"/>
                    </a:ext>
                  </a:extLst>
                </a:gridCol>
                <a:gridCol w="649837">
                  <a:extLst>
                    <a:ext uri="{9D8B030D-6E8A-4147-A177-3AD203B41FA5}">
                      <a16:colId xmlns:a16="http://schemas.microsoft.com/office/drawing/2014/main" val="1463185388"/>
                    </a:ext>
                  </a:extLst>
                </a:gridCol>
                <a:gridCol w="649837">
                  <a:extLst>
                    <a:ext uri="{9D8B030D-6E8A-4147-A177-3AD203B41FA5}">
                      <a16:colId xmlns:a16="http://schemas.microsoft.com/office/drawing/2014/main" val="2864691688"/>
                    </a:ext>
                  </a:extLst>
                </a:gridCol>
                <a:gridCol w="649837">
                  <a:extLst>
                    <a:ext uri="{9D8B030D-6E8A-4147-A177-3AD203B41FA5}">
                      <a16:colId xmlns:a16="http://schemas.microsoft.com/office/drawing/2014/main" val="2712926517"/>
                    </a:ext>
                  </a:extLst>
                </a:gridCol>
                <a:gridCol w="649837">
                  <a:extLst>
                    <a:ext uri="{9D8B030D-6E8A-4147-A177-3AD203B41FA5}">
                      <a16:colId xmlns:a16="http://schemas.microsoft.com/office/drawing/2014/main" val="1902767807"/>
                    </a:ext>
                  </a:extLst>
                </a:gridCol>
                <a:gridCol w="649837">
                  <a:extLst>
                    <a:ext uri="{9D8B030D-6E8A-4147-A177-3AD203B41FA5}">
                      <a16:colId xmlns:a16="http://schemas.microsoft.com/office/drawing/2014/main" val="1000608608"/>
                    </a:ext>
                  </a:extLst>
                </a:gridCol>
                <a:gridCol w="649837">
                  <a:extLst>
                    <a:ext uri="{9D8B030D-6E8A-4147-A177-3AD203B41FA5}">
                      <a16:colId xmlns:a16="http://schemas.microsoft.com/office/drawing/2014/main" val="4070922586"/>
                    </a:ext>
                  </a:extLst>
                </a:gridCol>
                <a:gridCol w="649837">
                  <a:extLst>
                    <a:ext uri="{9D8B030D-6E8A-4147-A177-3AD203B41FA5}">
                      <a16:colId xmlns:a16="http://schemas.microsoft.com/office/drawing/2014/main" val="2285472394"/>
                    </a:ext>
                  </a:extLst>
                </a:gridCol>
              </a:tblGrid>
              <a:tr h="212234">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2025</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2026</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2027</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grid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kern="1200">
                          <a:solidFill>
                            <a:schemeClr val="lt1"/>
                          </a:solidFill>
                          <a:latin typeface="Arial" panose="020B0604020202020204" pitchFamily="34" charset="0"/>
                          <a:ea typeface="+mn-ea"/>
                          <a:cs typeface="Arial" panose="020B0604020202020204" pitchFamily="34" charset="0"/>
                        </a:rPr>
                        <a:t>2028</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kern="1200">
                          <a:solidFill>
                            <a:schemeClr val="lt1"/>
                          </a:solidFill>
                          <a:latin typeface="Arial" panose="020B0604020202020204" pitchFamily="34" charset="0"/>
                          <a:ea typeface="+mn-ea"/>
                          <a:cs typeface="Arial" panose="020B0604020202020204" pitchFamily="34" charset="0"/>
                        </a:rPr>
                        <a:t>2029</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extLst>
                  <a:ext uri="{0D108BD9-81ED-4DB2-BD59-A6C34878D82A}">
                    <a16:rowId xmlns:a16="http://schemas.microsoft.com/office/drawing/2014/main" val="3603824039"/>
                  </a:ext>
                </a:extLst>
              </a:tr>
              <a:tr h="349561">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algn="ctr"/>
                      <a:r>
                        <a:rPr lang="en-US" altLang="zh-CN" sz="1100" b="1">
                          <a:solidFill>
                            <a:srgbClr val="000000"/>
                          </a:solidFill>
                          <a:latin typeface="Arial" panose="020B0604020202020204" pitchFamily="34" charset="0"/>
                          <a:cs typeface="Arial" panose="020B0604020202020204" pitchFamily="34" charset="0"/>
                        </a:rPr>
                        <a:t>Q1</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algn="ct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2722476245"/>
                  </a:ext>
                </a:extLst>
              </a:tr>
            </a:tbl>
          </a:graphicData>
        </a:graphic>
      </p:graphicFrame>
      <p:sp>
        <p:nvSpPr>
          <p:cNvPr id="124" name="Isosceles Triangle 123">
            <a:extLst>
              <a:ext uri="{FF2B5EF4-FFF2-40B4-BE49-F238E27FC236}">
                <a16:creationId xmlns:a16="http://schemas.microsoft.com/office/drawing/2014/main" id="{64D6C39C-D20B-2A6D-1D1B-4E7C919A292B}"/>
              </a:ext>
            </a:extLst>
          </p:cNvPr>
          <p:cNvSpPr/>
          <p:nvPr/>
        </p:nvSpPr>
        <p:spPr>
          <a:xfrm rot="16200000" flipH="1">
            <a:off x="-143888" y="1243839"/>
            <a:ext cx="553098" cy="236472"/>
          </a:xfrm>
          <a:prstGeom prst="triangle">
            <a:avLst/>
          </a:prstGeom>
          <a:solidFill>
            <a:sysClr val="window" lastClr="FFFFFF"/>
          </a:solidFill>
          <a:ln w="12700" cap="flat" cmpd="sng" algn="ctr">
            <a:solidFill>
              <a:srgbClr val="003366"/>
            </a:solidFill>
            <a:prstDash val="solid"/>
            <a:miter lim="800000"/>
          </a:ln>
          <a:effectLst/>
        </p:spPr>
        <p:txBody>
          <a:bodyPr lIns="96000" tIns="96000" rIns="96000" bIns="96000" rtlCol="0" anchor="ct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sz="1867" b="0" i="0" u="none" strike="noStrike" kern="0" cap="none" spc="0" normalizeH="0" baseline="0" noProof="0" err="1">
              <a:ln>
                <a:noFill/>
              </a:ln>
              <a:solidFill>
                <a:srgbClr val="000000"/>
              </a:solidFill>
              <a:effectLst/>
              <a:uLnTx/>
              <a:uFillTx/>
              <a:latin typeface="BISansOpti"/>
              <a:ea typeface="+mn-ea"/>
              <a:cs typeface="+mn-cs"/>
            </a:endParaRPr>
          </a:p>
        </p:txBody>
      </p:sp>
      <p:sp>
        <p:nvSpPr>
          <p:cNvPr id="125" name="Isosceles Triangle 124">
            <a:extLst>
              <a:ext uri="{FF2B5EF4-FFF2-40B4-BE49-F238E27FC236}">
                <a16:creationId xmlns:a16="http://schemas.microsoft.com/office/drawing/2014/main" id="{912B0373-106C-C2EC-595B-428DED968B24}"/>
              </a:ext>
            </a:extLst>
          </p:cNvPr>
          <p:cNvSpPr/>
          <p:nvPr/>
        </p:nvSpPr>
        <p:spPr>
          <a:xfrm rot="5400000">
            <a:off x="11773666" y="1243839"/>
            <a:ext cx="553098" cy="236472"/>
          </a:xfrm>
          <a:prstGeom prst="triangle">
            <a:avLst/>
          </a:prstGeom>
          <a:solidFill>
            <a:sysClr val="window" lastClr="FFFFFF"/>
          </a:solidFill>
          <a:ln w="12700" cap="flat" cmpd="sng" algn="ctr">
            <a:solidFill>
              <a:srgbClr val="003366"/>
            </a:solidFill>
            <a:prstDash val="solid"/>
            <a:miter lim="800000"/>
          </a:ln>
          <a:effectLst/>
        </p:spPr>
        <p:txBody>
          <a:bodyPr lIns="96000" tIns="96000" rIns="96000" bIns="96000" rtlCol="0" anchor="ct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sz="1867" b="0" i="0" u="none" strike="noStrike" kern="0" cap="none" spc="0" normalizeH="0" baseline="0" noProof="0" err="1">
              <a:ln>
                <a:noFill/>
              </a:ln>
              <a:solidFill>
                <a:srgbClr val="000000"/>
              </a:solidFill>
              <a:effectLst/>
              <a:uLnTx/>
              <a:uFillTx/>
              <a:latin typeface="BISansOpti"/>
              <a:ea typeface="+mn-ea"/>
              <a:cs typeface="+mn-cs"/>
            </a:endParaRPr>
          </a:p>
        </p:txBody>
      </p:sp>
      <p:sp>
        <p:nvSpPr>
          <p:cNvPr id="126" name="TextBox 125">
            <a:extLst>
              <a:ext uri="{FF2B5EF4-FFF2-40B4-BE49-F238E27FC236}">
                <a16:creationId xmlns:a16="http://schemas.microsoft.com/office/drawing/2014/main" id="{4A68BC8C-E48E-2F73-047F-AB410901D7B0}"/>
              </a:ext>
            </a:extLst>
          </p:cNvPr>
          <p:cNvSpPr txBox="1"/>
          <p:nvPr/>
        </p:nvSpPr>
        <p:spPr>
          <a:xfrm>
            <a:off x="296990" y="2319698"/>
            <a:ext cx="904987" cy="401126"/>
          </a:xfrm>
          <a:prstGeom prst="rect">
            <a:avLst/>
          </a:prstGeom>
          <a:noFill/>
          <a:ln>
            <a:solidFill>
              <a:srgbClr val="08312A"/>
            </a:solidFill>
          </a:ln>
        </p:spPr>
        <p:txBody>
          <a:bodyPr wrap="square" lIns="72000" tIns="36000" rIns="72000" bIns="36000" rtlCol="0">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sz="1067" b="1" i="0" u="none" strike="noStrike" kern="0" cap="none" spc="0" normalizeH="0" baseline="0" noProof="0">
                <a:ln>
                  <a:noFill/>
                </a:ln>
                <a:solidFill>
                  <a:srgbClr val="0066CC"/>
                </a:solidFill>
                <a:effectLst/>
                <a:uLnTx/>
                <a:uFillTx/>
                <a:latin typeface="Boehringer Forward Text"/>
                <a:ea typeface="+mn-ea"/>
                <a:cs typeface="Calibri" panose="020F0502020204030204" pitchFamily="34" charset="0"/>
              </a:rPr>
              <a:t>Ph3b-1305.152</a:t>
            </a:r>
          </a:p>
        </p:txBody>
      </p:sp>
      <p:sp>
        <p:nvSpPr>
          <p:cNvPr id="127" name="TextBox 126">
            <a:extLst>
              <a:ext uri="{FF2B5EF4-FFF2-40B4-BE49-F238E27FC236}">
                <a16:creationId xmlns:a16="http://schemas.microsoft.com/office/drawing/2014/main" id="{FB13F2DF-E3BD-0E37-220A-920785A91AAB}"/>
              </a:ext>
            </a:extLst>
          </p:cNvPr>
          <p:cNvSpPr txBox="1"/>
          <p:nvPr/>
        </p:nvSpPr>
        <p:spPr>
          <a:xfrm>
            <a:off x="251329" y="3890399"/>
            <a:ext cx="835521" cy="401126"/>
          </a:xfrm>
          <a:prstGeom prst="rect">
            <a:avLst/>
          </a:prstGeom>
          <a:noFill/>
          <a:ln>
            <a:solidFill>
              <a:srgbClr val="08312A"/>
            </a:solidFill>
          </a:ln>
        </p:spPr>
        <p:txBody>
          <a:bodyPr wrap="square" lIns="72000" tIns="36000" rIns="72000" bIns="36000" rtlCol="0">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1067" b="1" i="0" u="none" strike="noStrike" kern="0" cap="none" spc="0" normalizeH="0" baseline="0" noProof="0">
                <a:ln>
                  <a:noFill/>
                </a:ln>
                <a:solidFill>
                  <a:srgbClr val="0066CC"/>
                </a:solidFill>
                <a:effectLst/>
                <a:uLnTx/>
                <a:uFillTx/>
                <a:latin typeface="Boehringer Forward Text"/>
                <a:ea typeface="+mn-ea"/>
                <a:cs typeface="Calibri" panose="020F0502020204030204" pitchFamily="34" charset="0"/>
              </a:rPr>
              <a:t>Ph3b-1305.152</a:t>
            </a:r>
          </a:p>
        </p:txBody>
      </p:sp>
      <p:sp>
        <p:nvSpPr>
          <p:cNvPr id="128" name="OTLSHAPE_T_e17f3958430f4cff8650518c93c7635e_Shape">
            <a:extLst>
              <a:ext uri="{FF2B5EF4-FFF2-40B4-BE49-F238E27FC236}">
                <a16:creationId xmlns:a16="http://schemas.microsoft.com/office/drawing/2014/main" id="{AD4A1BD0-F128-9203-906F-96AA24269B40}"/>
              </a:ext>
            </a:extLst>
          </p:cNvPr>
          <p:cNvSpPr/>
          <p:nvPr>
            <p:custDataLst>
              <p:tags r:id="rId2"/>
            </p:custDataLst>
          </p:nvPr>
        </p:nvSpPr>
        <p:spPr bwMode="auto">
          <a:xfrm>
            <a:off x="4692708" y="2353410"/>
            <a:ext cx="5893555" cy="269019"/>
          </a:xfrm>
          <a:prstGeom prst="roundRect">
            <a:avLst/>
          </a:prstGeom>
          <a:solidFill>
            <a:srgbClr val="CDE2E5"/>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9050" rtl="0" eaLnBrk="0" fontAlgn="base" latinLnBrk="0" hangingPunct="0">
              <a:lnSpc>
                <a:spcPct val="100000"/>
              </a:lnSpc>
              <a:spcBef>
                <a:spcPct val="0"/>
              </a:spcBef>
              <a:spcAft>
                <a:spcPct val="0"/>
              </a:spcAft>
              <a:buClrTx/>
              <a:buSzTx/>
              <a:buFontTx/>
              <a:buNone/>
              <a:tabLst/>
              <a:defRPr/>
            </a:pPr>
            <a:endParaRPr kumimoji="0" lang="zh-CN" altLang="en-US" sz="1000" b="1"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135" name="OTLSHAPE_T_e17f3958430f4cff8650518c93c7635e_StartDate">
            <a:extLst>
              <a:ext uri="{FF2B5EF4-FFF2-40B4-BE49-F238E27FC236}">
                <a16:creationId xmlns:a16="http://schemas.microsoft.com/office/drawing/2014/main" id="{B2AC0DA5-46C2-C930-9A0D-F7043B8E1508}"/>
              </a:ext>
            </a:extLst>
          </p:cNvPr>
          <p:cNvSpPr txBox="1"/>
          <p:nvPr>
            <p:custDataLst>
              <p:tags r:id="rId3"/>
            </p:custDataLst>
          </p:nvPr>
        </p:nvSpPr>
        <p:spPr>
          <a:xfrm>
            <a:off x="6228731" y="2433985"/>
            <a:ext cx="2808971" cy="138499"/>
          </a:xfrm>
          <a:prstGeom prst="rect">
            <a:avLst/>
          </a:prstGeom>
          <a:noFill/>
        </p:spPr>
        <p:txBody>
          <a:bodyPr vert="horz" wrap="square" lIns="0" tIns="0" rIns="0" bIns="0" rtlCol="0" anchor="ctr" anchorCtr="0">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rPr>
              <a:t>180 sites, N = 466 </a:t>
            </a:r>
          </a:p>
        </p:txBody>
      </p:sp>
      <p:pic>
        <p:nvPicPr>
          <p:cNvPr id="146" name="Picture 145">
            <a:extLst>
              <a:ext uri="{FF2B5EF4-FFF2-40B4-BE49-F238E27FC236}">
                <a16:creationId xmlns:a16="http://schemas.microsoft.com/office/drawing/2014/main" id="{C6F795DF-EBBA-9AF6-DD43-CE4AA5C8EFCE}"/>
              </a:ext>
            </a:extLst>
          </p:cNvPr>
          <p:cNvPicPr>
            <a:picLocks noChangeAspect="1"/>
          </p:cNvPicPr>
          <p:nvPr/>
        </p:nvPicPr>
        <p:blipFill>
          <a:blip r:embed="rId10"/>
          <a:stretch>
            <a:fillRect/>
          </a:stretch>
        </p:blipFill>
        <p:spPr>
          <a:xfrm>
            <a:off x="177945" y="1598590"/>
            <a:ext cx="1080000" cy="528511"/>
          </a:xfrm>
          <a:prstGeom prst="rect">
            <a:avLst/>
          </a:prstGeom>
        </p:spPr>
      </p:pic>
      <p:sp>
        <p:nvSpPr>
          <p:cNvPr id="184" name="TextBox 183">
            <a:extLst>
              <a:ext uri="{FF2B5EF4-FFF2-40B4-BE49-F238E27FC236}">
                <a16:creationId xmlns:a16="http://schemas.microsoft.com/office/drawing/2014/main" id="{AF30661B-2AF7-EC12-4E72-5F8D2AAC7E4C}"/>
              </a:ext>
            </a:extLst>
          </p:cNvPr>
          <p:cNvSpPr txBox="1"/>
          <p:nvPr/>
        </p:nvSpPr>
        <p:spPr>
          <a:xfrm>
            <a:off x="11124741" y="6317171"/>
            <a:ext cx="1175671" cy="492443"/>
          </a:xfrm>
          <a:prstGeom prst="rect">
            <a:avLst/>
          </a:prstGeom>
          <a:noFill/>
        </p:spPr>
        <p:txBody>
          <a:bodyPr wrap="square" lIns="0" tIns="0" rIns="0" bIns="0" rtlCol="0">
            <a:spAutoFit/>
          </a:bodyPr>
          <a:lstStyle/>
          <a:p>
            <a:pPr marL="0" marR="0" lvl="0" indent="0" algn="l" defTabSz="121911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FFFFFF">
                    <a:lumMod val="50000"/>
                  </a:srgbClr>
                </a:solidFill>
                <a:effectLst/>
                <a:uLnTx/>
                <a:uFillTx/>
                <a:latin typeface="BISansCond"/>
                <a:ea typeface="+mn-ea"/>
                <a:cs typeface="+mn-cs"/>
              </a:rPr>
              <a:t>TDO: trial design outline</a:t>
            </a:r>
          </a:p>
          <a:p>
            <a:pPr marL="0" marR="0" lvl="0" indent="0" algn="l" defTabSz="121911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FFFFFF">
                    <a:lumMod val="50000"/>
                  </a:srgbClr>
                </a:solidFill>
                <a:effectLst/>
                <a:uLnTx/>
                <a:uFillTx/>
                <a:latin typeface="BISansCond"/>
                <a:ea typeface="+mn-ea"/>
                <a:cs typeface="+mn-cs"/>
              </a:rPr>
              <a:t>FSS: first subject screen</a:t>
            </a:r>
          </a:p>
          <a:p>
            <a:pPr marL="0" marR="0" lvl="0" indent="0" algn="l" defTabSz="121911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FFFFFF">
                    <a:lumMod val="50000"/>
                  </a:srgbClr>
                </a:solidFill>
                <a:effectLst/>
                <a:uLnTx/>
                <a:uFillTx/>
                <a:latin typeface="BISansCond"/>
                <a:ea typeface="+mn-ea"/>
                <a:cs typeface="+mn-cs"/>
              </a:rPr>
              <a:t>LSS: last subject screen</a:t>
            </a:r>
          </a:p>
          <a:p>
            <a:pPr marL="0" marR="0" lvl="0" indent="0" algn="l" defTabSz="121911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FFFFFF">
                    <a:lumMod val="50000"/>
                  </a:srgbClr>
                </a:solidFill>
                <a:effectLst/>
                <a:uLnTx/>
                <a:uFillTx/>
                <a:latin typeface="BISansCond"/>
                <a:ea typeface="+mn-ea"/>
                <a:cs typeface="+mn-cs"/>
              </a:rPr>
              <a:t>LPO: last patient out</a:t>
            </a:r>
          </a:p>
        </p:txBody>
      </p:sp>
      <p:grpSp>
        <p:nvGrpSpPr>
          <p:cNvPr id="186" name="Group 185">
            <a:extLst>
              <a:ext uri="{FF2B5EF4-FFF2-40B4-BE49-F238E27FC236}">
                <a16:creationId xmlns:a16="http://schemas.microsoft.com/office/drawing/2014/main" id="{4BB69301-3617-B20D-C0F7-DAA1710D623A}"/>
              </a:ext>
            </a:extLst>
          </p:cNvPr>
          <p:cNvGrpSpPr/>
          <p:nvPr/>
        </p:nvGrpSpPr>
        <p:grpSpPr>
          <a:xfrm>
            <a:off x="3324768" y="1385663"/>
            <a:ext cx="546747" cy="3470828"/>
            <a:chOff x="1956799" y="1213944"/>
            <a:chExt cx="546747" cy="3954750"/>
          </a:xfrm>
        </p:grpSpPr>
        <p:cxnSp>
          <p:nvCxnSpPr>
            <p:cNvPr id="187" name="Straight Connector 186">
              <a:extLst>
                <a:ext uri="{FF2B5EF4-FFF2-40B4-BE49-F238E27FC236}">
                  <a16:creationId xmlns:a16="http://schemas.microsoft.com/office/drawing/2014/main" id="{8C554F38-A82A-4D6E-8DF6-7586E6F1DA0B}"/>
                </a:ext>
              </a:extLst>
            </p:cNvPr>
            <p:cNvCxnSpPr>
              <a:cxnSpLocks/>
            </p:cNvCxnSpPr>
            <p:nvPr/>
          </p:nvCxnSpPr>
          <p:spPr bwMode="auto">
            <a:xfrm flipV="1">
              <a:off x="2278209" y="1393721"/>
              <a:ext cx="0" cy="3774973"/>
            </a:xfrm>
            <a:prstGeom prst="line">
              <a:avLst/>
            </a:prstGeom>
            <a:solidFill>
              <a:srgbClr val="08312A"/>
            </a:solidFill>
            <a:ln w="6350" cap="flat" cmpd="sng" algn="ctr">
              <a:solidFill>
                <a:srgbClr val="FF0000"/>
              </a:solidFill>
              <a:prstDash val="sysDot"/>
              <a:round/>
              <a:headEnd type="none" w="med" len="med"/>
              <a:tailEnd type="none" w="med" len="med"/>
            </a:ln>
            <a:effectLst/>
          </p:spPr>
        </p:cxnSp>
        <p:sp>
          <p:nvSpPr>
            <p:cNvPr id="188" name="OTLSHAPE_T_e17f3958430f4cff8650518c93c7635e_StartDate">
              <a:extLst>
                <a:ext uri="{FF2B5EF4-FFF2-40B4-BE49-F238E27FC236}">
                  <a16:creationId xmlns:a16="http://schemas.microsoft.com/office/drawing/2014/main" id="{B5231AE2-4DAA-4C21-449E-EF708B7EDB5E}"/>
                </a:ext>
              </a:extLst>
            </p:cNvPr>
            <p:cNvSpPr txBox="1"/>
            <p:nvPr>
              <p:custDataLst>
                <p:tags r:id="rId7"/>
              </p:custDataLst>
            </p:nvPr>
          </p:nvSpPr>
          <p:spPr>
            <a:xfrm>
              <a:off x="1956799" y="1213944"/>
              <a:ext cx="546747" cy="246317"/>
            </a:xfrm>
            <a:prstGeom prst="rect">
              <a:avLst/>
            </a:prstGeom>
            <a:noFill/>
            <a:ln w="12700">
              <a:noFill/>
            </a:ln>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1067" b="1" i="0" u="none" strike="noStrike" kern="0" cap="none" spc="0" normalizeH="0" baseline="0" noProof="0">
                  <a:ln>
                    <a:noFill/>
                  </a:ln>
                  <a:solidFill>
                    <a:srgbClr val="FF0000"/>
                  </a:solidFill>
                  <a:effectLst/>
                  <a:uLnTx/>
                  <a:uFillTx/>
                  <a:latin typeface="Boehringer Forward Text"/>
                  <a:ea typeface="+mn-ea"/>
                  <a:cs typeface="Calibri" panose="020F0502020204030204" pitchFamily="34" charset="0"/>
                </a:rPr>
                <a:t>We are here</a:t>
              </a:r>
              <a:endParaRPr kumimoji="0" lang="zh-CN" altLang="en-US" sz="1067" b="1" i="0" u="none" strike="noStrike" kern="0" cap="none" spc="0" normalizeH="0" baseline="0" noProof="0">
                <a:ln>
                  <a:noFill/>
                </a:ln>
                <a:solidFill>
                  <a:srgbClr val="FF0000"/>
                </a:solidFill>
                <a:effectLst/>
                <a:uLnTx/>
                <a:uFillTx/>
                <a:latin typeface="Boehringer Forward Text"/>
                <a:ea typeface="+mn-ea"/>
                <a:cs typeface="Calibri" panose="020F0502020204030204" pitchFamily="34" charset="0"/>
              </a:endParaRPr>
            </a:p>
          </p:txBody>
        </p:sp>
      </p:grpSp>
      <p:pic>
        <p:nvPicPr>
          <p:cNvPr id="236" name="Picture 235">
            <a:extLst>
              <a:ext uri="{FF2B5EF4-FFF2-40B4-BE49-F238E27FC236}">
                <a16:creationId xmlns:a16="http://schemas.microsoft.com/office/drawing/2014/main" id="{07F524F8-88D0-2B66-D011-CE08C12CF10E}"/>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78577" y="3231776"/>
            <a:ext cx="1080000" cy="532285"/>
          </a:xfrm>
          <a:prstGeom prst="rect">
            <a:avLst/>
          </a:prstGeom>
        </p:spPr>
      </p:pic>
      <p:sp>
        <p:nvSpPr>
          <p:cNvPr id="244" name="5-Point Star 5">
            <a:extLst>
              <a:ext uri="{FF2B5EF4-FFF2-40B4-BE49-F238E27FC236}">
                <a16:creationId xmlns:a16="http://schemas.microsoft.com/office/drawing/2014/main" id="{CDF282B9-334C-0908-87AB-463804ECF3E6}"/>
              </a:ext>
            </a:extLst>
          </p:cNvPr>
          <p:cNvSpPr/>
          <p:nvPr/>
        </p:nvSpPr>
        <p:spPr>
          <a:xfrm>
            <a:off x="3758953" y="2351768"/>
            <a:ext cx="154005" cy="160143"/>
          </a:xfrm>
          <a:prstGeom prst="flowChartDecision">
            <a:avLst/>
          </a:prstGeom>
          <a:solidFill>
            <a:srgbClr val="FFD03D"/>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245" name="OTLSHAPE_T_e17f3958430f4cff8650518c93c7635e_StartDate">
            <a:extLst>
              <a:ext uri="{FF2B5EF4-FFF2-40B4-BE49-F238E27FC236}">
                <a16:creationId xmlns:a16="http://schemas.microsoft.com/office/drawing/2014/main" id="{53E7F37C-3CD5-6DBA-082B-26E3232505FF}"/>
              </a:ext>
            </a:extLst>
          </p:cNvPr>
          <p:cNvSpPr txBox="1"/>
          <p:nvPr>
            <p:custDataLst>
              <p:tags r:id="rId4"/>
            </p:custDataLst>
          </p:nvPr>
        </p:nvSpPr>
        <p:spPr>
          <a:xfrm>
            <a:off x="3370038" y="2565580"/>
            <a:ext cx="904987" cy="215444"/>
          </a:xfrm>
          <a:prstGeom prst="rect">
            <a:avLst/>
          </a:prstGeom>
        </p:spPr>
        <p:txBody>
          <a:bodyPr wrap="square">
            <a:spAutoFit/>
          </a:bodyPr>
          <a:lstStyle>
            <a:defPPr>
              <a:defRPr lang="zh-CN"/>
            </a:defPPr>
            <a:lvl1pPr algn="ctr" defTabSz="1219080">
              <a:defRPr sz="1000" b="1">
                <a:solidFill>
                  <a:srgbClr val="44546A"/>
                </a:solidFill>
                <a:cs typeface="Calibri" panose="020F0502020204030204" pitchFamily="34" charset="0"/>
              </a:defRPr>
            </a:lvl1p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CTA Sub</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246" name="Rectangle 245">
            <a:extLst>
              <a:ext uri="{FF2B5EF4-FFF2-40B4-BE49-F238E27FC236}">
                <a16:creationId xmlns:a16="http://schemas.microsoft.com/office/drawing/2014/main" id="{C213E555-3079-AFDD-F7C3-7726A9657666}"/>
              </a:ext>
            </a:extLst>
          </p:cNvPr>
          <p:cNvSpPr/>
          <p:nvPr/>
        </p:nvSpPr>
        <p:spPr>
          <a:xfrm>
            <a:off x="3508615" y="2027635"/>
            <a:ext cx="654682" cy="338554"/>
          </a:xfrm>
          <a:prstGeom prst="rect">
            <a:avLst/>
          </a:prstGeom>
        </p:spPr>
        <p:txBody>
          <a:bodyPr wrap="squar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15 May 2026</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254" name="OTLSHAPE_T_e17f3958430f4cff8650518c93c7635e_StartDate">
            <a:extLst>
              <a:ext uri="{FF2B5EF4-FFF2-40B4-BE49-F238E27FC236}">
                <a16:creationId xmlns:a16="http://schemas.microsoft.com/office/drawing/2014/main" id="{512D343A-D3EB-B1AB-6175-A98D6CC9E519}"/>
              </a:ext>
            </a:extLst>
          </p:cNvPr>
          <p:cNvSpPr txBox="1"/>
          <p:nvPr>
            <p:custDataLst>
              <p:tags r:id="rId5"/>
            </p:custDataLst>
          </p:nvPr>
        </p:nvSpPr>
        <p:spPr>
          <a:xfrm>
            <a:off x="6369796" y="3822225"/>
            <a:ext cx="3202127" cy="138499"/>
          </a:xfrm>
          <a:prstGeom prst="rect">
            <a:avLst/>
          </a:prstGeom>
          <a:noFill/>
        </p:spPr>
        <p:txBody>
          <a:bodyPr vert="horz" wrap="square" lIns="0" tIns="0" rIns="0" bIns="0" rtlCol="0" anchor="ctr" anchorCtr="0">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900" b="1" i="1"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rPr>
              <a:t>18 sites, N=49 (pre-liminary allocation)</a:t>
            </a:r>
            <a:endParaRPr kumimoji="0" lang="en-US" altLang="zh-CN" sz="900" b="1"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10" name="5-Point Star 5">
            <a:extLst>
              <a:ext uri="{FF2B5EF4-FFF2-40B4-BE49-F238E27FC236}">
                <a16:creationId xmlns:a16="http://schemas.microsoft.com/office/drawing/2014/main" id="{52CB7628-C4C0-EC2B-667E-6405CB7089F1}"/>
              </a:ext>
            </a:extLst>
          </p:cNvPr>
          <p:cNvSpPr/>
          <p:nvPr/>
        </p:nvSpPr>
        <p:spPr>
          <a:xfrm>
            <a:off x="3828590" y="3989945"/>
            <a:ext cx="154005" cy="160143"/>
          </a:xfrm>
          <a:prstGeom prst="flowChartDecision">
            <a:avLst/>
          </a:prstGeom>
          <a:solidFill>
            <a:srgbClr val="FFD03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11" name="OTLSHAPE_T_e17f3958430f4cff8650518c93c7635e_StartDate">
            <a:extLst>
              <a:ext uri="{FF2B5EF4-FFF2-40B4-BE49-F238E27FC236}">
                <a16:creationId xmlns:a16="http://schemas.microsoft.com/office/drawing/2014/main" id="{2E818061-CBC3-CCFE-FFE5-CEE0ED9F32C3}"/>
              </a:ext>
            </a:extLst>
          </p:cNvPr>
          <p:cNvSpPr txBox="1"/>
          <p:nvPr>
            <p:custDataLst>
              <p:tags r:id="rId6"/>
            </p:custDataLst>
          </p:nvPr>
        </p:nvSpPr>
        <p:spPr>
          <a:xfrm>
            <a:off x="3453100" y="4124009"/>
            <a:ext cx="904987" cy="215444"/>
          </a:xfrm>
          <a:prstGeom prst="rect">
            <a:avLst/>
          </a:prstGeom>
        </p:spPr>
        <p:txBody>
          <a:bodyPr wrap="square">
            <a:spAutoFit/>
          </a:bodyPr>
          <a:lstStyle>
            <a:defPPr>
              <a:defRPr lang="zh-CN"/>
            </a:defPPr>
            <a:lvl1pPr algn="ctr" defTabSz="1219080">
              <a:defRPr sz="1000" b="1">
                <a:solidFill>
                  <a:srgbClr val="44546A"/>
                </a:solidFill>
                <a:cs typeface="Calibri" panose="020F0502020204030204" pitchFamily="34" charset="0"/>
              </a:defRPr>
            </a:lvl1p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CTA Sub</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12" name="Rectangle 11">
            <a:extLst>
              <a:ext uri="{FF2B5EF4-FFF2-40B4-BE49-F238E27FC236}">
                <a16:creationId xmlns:a16="http://schemas.microsoft.com/office/drawing/2014/main" id="{8110E93C-E6EE-9D38-4358-9D0611F1A0C2}"/>
              </a:ext>
            </a:extLst>
          </p:cNvPr>
          <p:cNvSpPr/>
          <p:nvPr/>
        </p:nvSpPr>
        <p:spPr>
          <a:xfrm>
            <a:off x="4969540" y="4083643"/>
            <a:ext cx="548804" cy="215444"/>
          </a:xfrm>
          <a:prstGeom prst="rect">
            <a:avLst/>
          </a:prstGeom>
        </p:spPr>
        <p:txBody>
          <a:bodyPr wrap="squar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FSS</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13" name="Star: 4 Points 143">
            <a:extLst>
              <a:ext uri="{FF2B5EF4-FFF2-40B4-BE49-F238E27FC236}">
                <a16:creationId xmlns:a16="http://schemas.microsoft.com/office/drawing/2014/main" id="{8CDD42AD-4845-D6C8-A2DA-D4EDA8542A76}"/>
              </a:ext>
            </a:extLst>
          </p:cNvPr>
          <p:cNvSpPr/>
          <p:nvPr/>
        </p:nvSpPr>
        <p:spPr bwMode="auto">
          <a:xfrm>
            <a:off x="5138582" y="3925425"/>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86"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14" name="Rectangle 13">
            <a:extLst>
              <a:ext uri="{FF2B5EF4-FFF2-40B4-BE49-F238E27FC236}">
                <a16:creationId xmlns:a16="http://schemas.microsoft.com/office/drawing/2014/main" id="{74A0A9DA-7985-0FA4-8E57-394FFCFD1423}"/>
              </a:ext>
            </a:extLst>
          </p:cNvPr>
          <p:cNvSpPr/>
          <p:nvPr/>
        </p:nvSpPr>
        <p:spPr>
          <a:xfrm>
            <a:off x="4894779" y="3487116"/>
            <a:ext cx="671847" cy="215444"/>
          </a:xfrm>
          <a:prstGeom prst="rect">
            <a:avLst/>
          </a:prstGeom>
        </p:spPr>
        <p:txBody>
          <a:bodyPr wrap="squar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TBU</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25" name="Rectangle 24">
            <a:extLst>
              <a:ext uri="{FF2B5EF4-FFF2-40B4-BE49-F238E27FC236}">
                <a16:creationId xmlns:a16="http://schemas.microsoft.com/office/drawing/2014/main" id="{0E43914D-A616-CD26-C8F1-3EA13E65625C}"/>
              </a:ext>
            </a:extLst>
          </p:cNvPr>
          <p:cNvSpPr/>
          <p:nvPr/>
        </p:nvSpPr>
        <p:spPr>
          <a:xfrm>
            <a:off x="10243653" y="4032504"/>
            <a:ext cx="576463" cy="215444"/>
          </a:xfrm>
          <a:prstGeom prst="rect">
            <a:avLst/>
          </a:prstGeom>
        </p:spPr>
        <p:txBody>
          <a:bodyPr wrap="squar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LPO</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26" name="Star: 4 Points 143">
            <a:extLst>
              <a:ext uri="{FF2B5EF4-FFF2-40B4-BE49-F238E27FC236}">
                <a16:creationId xmlns:a16="http://schemas.microsoft.com/office/drawing/2014/main" id="{DB80E389-0D4C-8E50-8B5B-B7DE26D1EC11}"/>
              </a:ext>
            </a:extLst>
          </p:cNvPr>
          <p:cNvSpPr/>
          <p:nvPr/>
        </p:nvSpPr>
        <p:spPr bwMode="auto">
          <a:xfrm>
            <a:off x="10502931" y="3889540"/>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86"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6" name="Rectangle 245">
            <a:extLst>
              <a:ext uri="{FF2B5EF4-FFF2-40B4-BE49-F238E27FC236}">
                <a16:creationId xmlns:a16="http://schemas.microsoft.com/office/drawing/2014/main" id="{D381CEAE-6F80-482D-97A9-D2D48FFD8D5A}"/>
              </a:ext>
            </a:extLst>
          </p:cNvPr>
          <p:cNvSpPr/>
          <p:nvPr/>
        </p:nvSpPr>
        <p:spPr>
          <a:xfrm>
            <a:off x="4367152" y="2019284"/>
            <a:ext cx="617849" cy="338554"/>
          </a:xfrm>
          <a:prstGeom prst="rect">
            <a:avLst/>
          </a:prstGeom>
        </p:spPr>
        <p:txBody>
          <a:bodyPr wrap="squar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31Aug 2026</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8" name="Rectangle 21">
            <a:extLst>
              <a:ext uri="{FF2B5EF4-FFF2-40B4-BE49-F238E27FC236}">
                <a16:creationId xmlns:a16="http://schemas.microsoft.com/office/drawing/2014/main" id="{CF9231A5-8657-6678-9FF0-96A9369933FF}"/>
              </a:ext>
            </a:extLst>
          </p:cNvPr>
          <p:cNvSpPr/>
          <p:nvPr/>
        </p:nvSpPr>
        <p:spPr>
          <a:xfrm>
            <a:off x="10300767" y="2666258"/>
            <a:ext cx="576463" cy="215444"/>
          </a:xfrm>
          <a:prstGeom prst="rect">
            <a:avLst/>
          </a:prstGeom>
        </p:spPr>
        <p:txBody>
          <a:bodyPr wrap="squar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LPO</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15" name="Rectangle 23">
            <a:extLst>
              <a:ext uri="{FF2B5EF4-FFF2-40B4-BE49-F238E27FC236}">
                <a16:creationId xmlns:a16="http://schemas.microsoft.com/office/drawing/2014/main" id="{B8B372CD-3821-B04D-C108-100B9898036D}"/>
              </a:ext>
            </a:extLst>
          </p:cNvPr>
          <p:cNvSpPr/>
          <p:nvPr/>
        </p:nvSpPr>
        <p:spPr>
          <a:xfrm>
            <a:off x="10214364" y="2089511"/>
            <a:ext cx="671847" cy="215444"/>
          </a:xfrm>
          <a:prstGeom prst="rect">
            <a:avLst/>
          </a:prstGeom>
        </p:spPr>
        <p:txBody>
          <a:bodyPr wrap="squar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Dec 2028</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19" name="Star: 4 Points 143">
            <a:extLst>
              <a:ext uri="{FF2B5EF4-FFF2-40B4-BE49-F238E27FC236}">
                <a16:creationId xmlns:a16="http://schemas.microsoft.com/office/drawing/2014/main" id="{3B4F66C2-AC8D-2DA7-8486-812097BB159C}"/>
              </a:ext>
            </a:extLst>
          </p:cNvPr>
          <p:cNvSpPr/>
          <p:nvPr/>
        </p:nvSpPr>
        <p:spPr bwMode="auto">
          <a:xfrm>
            <a:off x="10502931" y="2460687"/>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86"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20" name="Rectangle 11">
            <a:extLst>
              <a:ext uri="{FF2B5EF4-FFF2-40B4-BE49-F238E27FC236}">
                <a16:creationId xmlns:a16="http://schemas.microsoft.com/office/drawing/2014/main" id="{D4F6AFEC-25B3-55A2-1BE9-0CAFCE94E909}"/>
              </a:ext>
            </a:extLst>
          </p:cNvPr>
          <p:cNvSpPr/>
          <p:nvPr/>
        </p:nvSpPr>
        <p:spPr>
          <a:xfrm>
            <a:off x="4451474" y="2639048"/>
            <a:ext cx="548804" cy="215444"/>
          </a:xfrm>
          <a:prstGeom prst="rect">
            <a:avLst/>
          </a:prstGeom>
        </p:spPr>
        <p:txBody>
          <a:bodyPr wrap="squar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FSS</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21" name="Star: 4 Points 143">
            <a:extLst>
              <a:ext uri="{FF2B5EF4-FFF2-40B4-BE49-F238E27FC236}">
                <a16:creationId xmlns:a16="http://schemas.microsoft.com/office/drawing/2014/main" id="{59F28948-DD07-8ACA-7BC7-31A4A7CF14B9}"/>
              </a:ext>
            </a:extLst>
          </p:cNvPr>
          <p:cNvSpPr/>
          <p:nvPr/>
        </p:nvSpPr>
        <p:spPr bwMode="auto">
          <a:xfrm>
            <a:off x="4613679" y="247844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86"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225" name="TextBox 85">
            <a:extLst>
              <a:ext uri="{FF2B5EF4-FFF2-40B4-BE49-F238E27FC236}">
                <a16:creationId xmlns:a16="http://schemas.microsoft.com/office/drawing/2014/main" id="{8CC05067-B993-9C03-0071-8D3FA85450EF}"/>
              </a:ext>
            </a:extLst>
          </p:cNvPr>
          <p:cNvSpPr txBox="1"/>
          <p:nvPr/>
        </p:nvSpPr>
        <p:spPr bwMode="gray">
          <a:xfrm>
            <a:off x="717945" y="4877535"/>
            <a:ext cx="10546951" cy="495457"/>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spAutoFit/>
          </a:bodyPr>
          <a:lstStyle/>
          <a:p>
            <a:pPr marL="356616" marR="0" lvl="0" indent="-173736" algn="l" defTabSz="914400"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Boehringer Forward Text" panose="020B0504030403020204" pitchFamily="34" charset="0"/>
                <a:ea typeface="+mn-ea"/>
                <a:cs typeface="+mn-cs"/>
              </a:rPr>
              <a:t>CTA preparation is ongoing.</a:t>
            </a:r>
          </a:p>
          <a:p>
            <a:pPr marL="356616" marR="0" lvl="0" indent="-173736" algn="l" defTabSz="914400"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0" lang="en-US" altLang="zh-CN" sz="1200" b="0" i="0" u="none" strike="noStrike" kern="1200" cap="none" spc="0" normalizeH="0" baseline="0" noProof="0">
                <a:ln>
                  <a:noFill/>
                </a:ln>
                <a:solidFill>
                  <a:srgbClr val="000000"/>
                </a:solidFill>
                <a:effectLst/>
                <a:uLnTx/>
                <a:uFillTx/>
                <a:latin typeface="Boehringer Forward Text" panose="020B0504030403020204" pitchFamily="34" charset="0"/>
                <a:ea typeface="+mn-ea"/>
                <a:cs typeface="+mn-cs"/>
              </a:rPr>
              <a:t>SQVs in 18 sites are ongoing. </a:t>
            </a:r>
            <a:endParaRPr kumimoji="0" lang="en-US" altLang="zh-CN" sz="1200" b="0" i="0" u="none" strike="noStrike" kern="1200" cap="none" spc="0" normalizeH="0" baseline="0" noProof="0">
              <a:ln>
                <a:noFill/>
              </a:ln>
              <a:solidFill>
                <a:prstClr val="black"/>
              </a:solidFill>
              <a:effectLst/>
              <a:uLnTx/>
              <a:uFillTx/>
              <a:latin typeface="Boehringer Forward Text" panose="020B0504030403020204" pitchFamily="2" charset="0"/>
              <a:ea typeface="+mn-ea"/>
              <a:cs typeface="+mn-cs"/>
            </a:endParaRPr>
          </a:p>
        </p:txBody>
      </p:sp>
      <p:sp>
        <p:nvSpPr>
          <p:cNvPr id="226" name="Rectangle 13">
            <a:extLst>
              <a:ext uri="{FF2B5EF4-FFF2-40B4-BE49-F238E27FC236}">
                <a16:creationId xmlns:a16="http://schemas.microsoft.com/office/drawing/2014/main" id="{928FC58F-106E-0BD8-E710-4A600AB4E120}"/>
              </a:ext>
            </a:extLst>
          </p:cNvPr>
          <p:cNvSpPr/>
          <p:nvPr/>
        </p:nvSpPr>
        <p:spPr>
          <a:xfrm>
            <a:off x="3569668" y="3509443"/>
            <a:ext cx="671847" cy="338554"/>
          </a:xfrm>
          <a:prstGeom prst="rect">
            <a:avLst/>
          </a:prstGeom>
        </p:spPr>
        <p:txBody>
          <a:bodyPr wrap="squar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22 May</a:t>
            </a:r>
          </a:p>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2026</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227" name="Rectangle 23">
            <a:extLst>
              <a:ext uri="{FF2B5EF4-FFF2-40B4-BE49-F238E27FC236}">
                <a16:creationId xmlns:a16="http://schemas.microsoft.com/office/drawing/2014/main" id="{EB815FD3-90D0-C042-15DD-0F1E71444779}"/>
              </a:ext>
            </a:extLst>
          </p:cNvPr>
          <p:cNvSpPr/>
          <p:nvPr/>
        </p:nvSpPr>
        <p:spPr>
          <a:xfrm>
            <a:off x="10195960" y="3561694"/>
            <a:ext cx="671847" cy="215444"/>
          </a:xfrm>
          <a:prstGeom prst="rect">
            <a:avLst/>
          </a:prstGeom>
        </p:spPr>
        <p:txBody>
          <a:bodyPr wrap="squar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Dec 2028</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Tree>
    <p:extLst>
      <p:ext uri="{BB962C8B-B14F-4D97-AF65-F5344CB8AC3E}">
        <p14:creationId xmlns:p14="http://schemas.microsoft.com/office/powerpoint/2010/main" val="26790661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739B6B-6DEE-71CC-794F-112757CB7AD3}"/>
            </a:ext>
          </a:extLst>
        </p:cNvPr>
        <p:cNvGrpSpPr/>
        <p:nvPr/>
      </p:nvGrpSpPr>
      <p:grpSpPr>
        <a:xfrm>
          <a:off x="0" y="0"/>
          <a:ext cx="0" cy="0"/>
          <a:chOff x="0" y="0"/>
          <a:chExt cx="0" cy="0"/>
        </a:xfrm>
      </p:grpSpPr>
      <p:sp>
        <p:nvSpPr>
          <p:cNvPr id="7" name="矩形 20">
            <a:extLst>
              <a:ext uri="{FF2B5EF4-FFF2-40B4-BE49-F238E27FC236}">
                <a16:creationId xmlns:a16="http://schemas.microsoft.com/office/drawing/2014/main" id="{E7E9E7A0-25F2-9029-3E1A-05E49F11DD8C}"/>
              </a:ext>
            </a:extLst>
          </p:cNvPr>
          <p:cNvSpPr/>
          <p:nvPr/>
        </p:nvSpPr>
        <p:spPr>
          <a:xfrm>
            <a:off x="6809501" y="2455127"/>
            <a:ext cx="3483999" cy="253179"/>
          </a:xfrm>
          <a:prstGeom prst="rect">
            <a:avLst/>
          </a:prstGeom>
          <a:pattFill prst="pct25">
            <a:fgClr>
              <a:srgbClr val="1AAA42"/>
            </a:fgClr>
            <a:bgClr>
              <a:srgbClr val="FFFFFF"/>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p:spPr>
        <p:txBody>
          <a:bodyPr vert="horz" wrap="square" lIns="91440" tIns="45720" rIns="91440" bIns="45720" numCol="1" rtlCol="0" anchor="t" anchorCtr="0" compatLnSpc="1">
            <a:prstTxWarp prst="textNoShape">
              <a:avLst/>
            </a:prstTxWarp>
          </a:bodyP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altLang="zh-CN" sz="933" b="1" i="0" u="none" strike="noStrike" kern="0" cap="none" spc="-7" normalizeH="0" baseline="0" noProof="0">
              <a:ln>
                <a:noFill/>
              </a:ln>
              <a:solidFill>
                <a:srgbClr val="000000"/>
              </a:solidFill>
              <a:effectLst/>
              <a:uLnTx/>
              <a:uFillTx/>
              <a:latin typeface="Boehringer Forward Text"/>
              <a:ea typeface="+mn-ea"/>
              <a:cs typeface="+mn-cs"/>
            </a:endParaRPr>
          </a:p>
        </p:txBody>
      </p:sp>
      <p:sp>
        <p:nvSpPr>
          <p:cNvPr id="13" name="OTLSHAPE_T_e17f3958430f4cff8650518c93c7635e_Shape">
            <a:extLst>
              <a:ext uri="{FF2B5EF4-FFF2-40B4-BE49-F238E27FC236}">
                <a16:creationId xmlns:a16="http://schemas.microsoft.com/office/drawing/2014/main" id="{D4679D7A-E388-E6C9-5D24-F5574226D613}"/>
              </a:ext>
            </a:extLst>
          </p:cNvPr>
          <p:cNvSpPr/>
          <p:nvPr>
            <p:custDataLst>
              <p:tags r:id="rId1"/>
            </p:custDataLst>
          </p:nvPr>
        </p:nvSpPr>
        <p:spPr bwMode="auto">
          <a:xfrm>
            <a:off x="2918930" y="2421903"/>
            <a:ext cx="3890571" cy="335723"/>
          </a:xfrm>
          <a:prstGeom prst="roundRect">
            <a:avLst/>
          </a:prstGeom>
          <a:solidFill>
            <a:srgbClr val="CDE2E5"/>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9050" rtl="0" eaLnBrk="0" fontAlgn="base" latinLnBrk="0" hangingPunct="0">
              <a:lnSpc>
                <a:spcPct val="100000"/>
              </a:lnSpc>
              <a:spcBef>
                <a:spcPct val="0"/>
              </a:spcBef>
              <a:spcAft>
                <a:spcPct val="0"/>
              </a:spcAft>
              <a:buClrTx/>
              <a:buSzTx/>
              <a:buFontTx/>
              <a:buNone/>
              <a:tabLst/>
              <a:defRPr/>
            </a:pPr>
            <a:endParaRPr kumimoji="0" lang="zh-CN" altLang="en-US" sz="1000" b="1"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6" name="Title 3">
            <a:extLst>
              <a:ext uri="{FF2B5EF4-FFF2-40B4-BE49-F238E27FC236}">
                <a16:creationId xmlns:a16="http://schemas.microsoft.com/office/drawing/2014/main" id="{EBEB55D8-790F-BFF0-BF36-F373D202A484}"/>
              </a:ext>
            </a:extLst>
          </p:cNvPr>
          <p:cNvSpPr txBox="1">
            <a:spLocks/>
          </p:cNvSpPr>
          <p:nvPr/>
        </p:nvSpPr>
        <p:spPr bwMode="gray">
          <a:xfrm>
            <a:off x="322409" y="227619"/>
            <a:ext cx="11233151" cy="720000"/>
          </a:xfrm>
          <a:prstGeom prst="rect">
            <a:avLst/>
          </a:prstGeom>
        </p:spPr>
        <p:txBody>
          <a:bodyPr vert="horz" lIns="0" tIns="0" rIns="0" bIns="0" rtlCol="0" anchor="t">
            <a:normAutofit fontScale="97500"/>
          </a:bodyPr>
          <a:lstStyle>
            <a:lvl1pPr algn="l" defTabSz="914377" rtl="0" eaLnBrk="1" latinLnBrk="0" hangingPunct="1">
              <a:lnSpc>
                <a:spcPct val="100000"/>
              </a:lnSpc>
              <a:spcBef>
                <a:spcPct val="0"/>
              </a:spcBef>
              <a:buNone/>
              <a:defRPr kumimoji="1" sz="2500" b="1" kern="1200">
                <a:solidFill>
                  <a:schemeClr val="bg2"/>
                </a:solidFill>
                <a:latin typeface="+mj-lt"/>
                <a:ea typeface="+mj-ea"/>
                <a:cs typeface="+mj-cs"/>
              </a:defRPr>
            </a:lvl1pPr>
          </a:lstStyle>
          <a:p>
            <a:pPr marL="0" marR="0" lvl="0" indent="0" algn="l" defTabSz="914377" rtl="0" eaLnBrk="1" fontAlgn="auto" latinLnBrk="0" hangingPunct="1">
              <a:lnSpc>
                <a:spcPct val="100000"/>
              </a:lnSpc>
              <a:spcBef>
                <a:spcPct val="0"/>
              </a:spcBef>
              <a:spcAft>
                <a:spcPts val="0"/>
              </a:spcAft>
              <a:buClrTx/>
              <a:buSzTx/>
              <a:buFontTx/>
              <a:buNone/>
              <a:tabLst/>
              <a:defRPr/>
            </a:pPr>
            <a:r>
              <a:rPr kumimoji="1" lang="en-US" altLang="zh-CN" sz="2400" b="0" i="1" u="sng" strike="noStrike" kern="1200" cap="none" spc="0" normalizeH="0" baseline="0" noProof="0">
                <a:ln>
                  <a:noFill/>
                </a:ln>
                <a:solidFill>
                  <a:srgbClr val="08312A"/>
                </a:solidFill>
                <a:effectLst/>
                <a:uLnTx/>
                <a:uFillTx/>
                <a:latin typeface="Boehringer Forward Head"/>
                <a:ea typeface="+mj-ea"/>
                <a:cs typeface="Calibri" panose="020F0502020204030204" pitchFamily="34" charset="0"/>
              </a:rPr>
              <a:t>Onogoing: </a:t>
            </a:r>
            <a:r>
              <a:rPr kumimoji="1" lang="en-US" altLang="zh-CN" sz="2400" b="0" i="1" u="none" strike="noStrike" kern="1200" cap="none" spc="0" normalizeH="0" baseline="0" noProof="0">
                <a:ln>
                  <a:noFill/>
                </a:ln>
                <a:solidFill>
                  <a:srgbClr val="08312A"/>
                </a:solidFill>
                <a:effectLst/>
                <a:uLnTx/>
                <a:uFillTx/>
                <a:latin typeface="Boehringer Forward Head"/>
                <a:ea typeface="+mj-ea"/>
                <a:cs typeface="Calibri" panose="020F0502020204030204" pitchFamily="34" charset="0"/>
              </a:rPr>
              <a:t>Nerandomilast (PDE4b inhibitor): </a:t>
            </a:r>
            <a:r>
              <a:rPr kumimoji="1" lang="en-US" altLang="zh-CN" sz="2400" b="0" i="0" u="none" strike="noStrike" kern="1200" cap="none" spc="0" normalizeH="0" baseline="0" noProof="0">
                <a:ln>
                  <a:noFill/>
                </a:ln>
                <a:solidFill>
                  <a:srgbClr val="08312A"/>
                </a:solidFill>
                <a:effectLst/>
                <a:uLnTx/>
                <a:uFillTx/>
                <a:latin typeface="Boehringer Forward Head"/>
                <a:ea typeface="+mj-ea"/>
                <a:cs typeface="Calibri" panose="020F0502020204030204" pitchFamily="34" charset="0"/>
              </a:rPr>
              <a:t>Pediatric Fibrosing Interstitial Lung Diseases (</a:t>
            </a:r>
            <a:r>
              <a:rPr kumimoji="1" lang="en-US" altLang="zh-CN" sz="2400" b="0" i="0" u="none" strike="noStrike" kern="1200" cap="none" spc="0" normalizeH="0" baseline="0" noProof="0" err="1">
                <a:ln>
                  <a:noFill/>
                </a:ln>
                <a:solidFill>
                  <a:srgbClr val="08312A"/>
                </a:solidFill>
                <a:effectLst/>
                <a:uLnTx/>
                <a:uFillTx/>
                <a:latin typeface="Boehringer Forward Head"/>
                <a:ea typeface="+mj-ea"/>
                <a:cs typeface="Calibri" panose="020F0502020204030204" pitchFamily="34" charset="0"/>
              </a:rPr>
              <a:t>chILD</a:t>
            </a:r>
            <a:r>
              <a:rPr kumimoji="1" lang="en-US" altLang="zh-CN" sz="2400" b="0" i="0" u="none" strike="noStrike" kern="1200" cap="none" spc="0" normalizeH="0" baseline="0" noProof="0">
                <a:ln>
                  <a:noFill/>
                </a:ln>
                <a:solidFill>
                  <a:srgbClr val="08312A"/>
                </a:solidFill>
                <a:effectLst/>
                <a:uLnTx/>
                <a:uFillTx/>
                <a:latin typeface="Boehringer Forward Head"/>
                <a:ea typeface="+mj-ea"/>
                <a:cs typeface="Calibri" panose="020F0502020204030204" pitchFamily="34" charset="0"/>
              </a:rPr>
              <a:t>) Development Plan</a:t>
            </a:r>
            <a:endParaRPr kumimoji="1" lang="zh-CN" altLang="en-US" sz="2400" b="0" i="0" u="none" strike="noStrike" kern="1200" cap="none" spc="0" normalizeH="0" baseline="0" noProof="0">
              <a:ln>
                <a:noFill/>
              </a:ln>
              <a:solidFill>
                <a:srgbClr val="08312A"/>
              </a:solidFill>
              <a:effectLst/>
              <a:uLnTx/>
              <a:uFillTx/>
              <a:latin typeface="Boehringer Forward Head"/>
              <a:ea typeface="+mj-ea"/>
              <a:cs typeface="Calibri" panose="020F0502020204030204" pitchFamily="34" charset="0"/>
            </a:endParaRPr>
          </a:p>
        </p:txBody>
      </p:sp>
      <p:graphicFrame>
        <p:nvGraphicFramePr>
          <p:cNvPr id="9" name="Table 8">
            <a:extLst>
              <a:ext uri="{FF2B5EF4-FFF2-40B4-BE49-F238E27FC236}">
                <a16:creationId xmlns:a16="http://schemas.microsoft.com/office/drawing/2014/main" id="{F2C40640-BBFD-C83D-56C1-C7DC425B0C35}"/>
              </a:ext>
            </a:extLst>
          </p:cNvPr>
          <p:cNvGraphicFramePr>
            <a:graphicFrameLocks noGrp="1"/>
          </p:cNvGraphicFramePr>
          <p:nvPr/>
        </p:nvGraphicFramePr>
        <p:xfrm>
          <a:off x="445976" y="1066820"/>
          <a:ext cx="11495120" cy="702925"/>
        </p:xfrm>
        <a:graphic>
          <a:graphicData uri="http://schemas.openxmlformats.org/drawingml/2006/table">
            <a:tbl>
              <a:tblPr firstRow="1" bandRow="1"/>
              <a:tblGrid>
                <a:gridCol w="442120">
                  <a:extLst>
                    <a:ext uri="{9D8B030D-6E8A-4147-A177-3AD203B41FA5}">
                      <a16:colId xmlns:a16="http://schemas.microsoft.com/office/drawing/2014/main" val="1840388365"/>
                    </a:ext>
                  </a:extLst>
                </a:gridCol>
                <a:gridCol w="442120">
                  <a:extLst>
                    <a:ext uri="{9D8B030D-6E8A-4147-A177-3AD203B41FA5}">
                      <a16:colId xmlns:a16="http://schemas.microsoft.com/office/drawing/2014/main" val="3966469970"/>
                    </a:ext>
                  </a:extLst>
                </a:gridCol>
                <a:gridCol w="442120">
                  <a:extLst>
                    <a:ext uri="{9D8B030D-6E8A-4147-A177-3AD203B41FA5}">
                      <a16:colId xmlns:a16="http://schemas.microsoft.com/office/drawing/2014/main" val="137654521"/>
                    </a:ext>
                  </a:extLst>
                </a:gridCol>
                <a:gridCol w="442120">
                  <a:extLst>
                    <a:ext uri="{9D8B030D-6E8A-4147-A177-3AD203B41FA5}">
                      <a16:colId xmlns:a16="http://schemas.microsoft.com/office/drawing/2014/main" val="3672033112"/>
                    </a:ext>
                  </a:extLst>
                </a:gridCol>
                <a:gridCol w="442120">
                  <a:extLst>
                    <a:ext uri="{9D8B030D-6E8A-4147-A177-3AD203B41FA5}">
                      <a16:colId xmlns:a16="http://schemas.microsoft.com/office/drawing/2014/main" val="3852236956"/>
                    </a:ext>
                  </a:extLst>
                </a:gridCol>
                <a:gridCol w="442120">
                  <a:extLst>
                    <a:ext uri="{9D8B030D-6E8A-4147-A177-3AD203B41FA5}">
                      <a16:colId xmlns:a16="http://schemas.microsoft.com/office/drawing/2014/main" val="1535643368"/>
                    </a:ext>
                  </a:extLst>
                </a:gridCol>
                <a:gridCol w="442120">
                  <a:extLst>
                    <a:ext uri="{9D8B030D-6E8A-4147-A177-3AD203B41FA5}">
                      <a16:colId xmlns:a16="http://schemas.microsoft.com/office/drawing/2014/main" val="626578476"/>
                    </a:ext>
                  </a:extLst>
                </a:gridCol>
                <a:gridCol w="442120">
                  <a:extLst>
                    <a:ext uri="{9D8B030D-6E8A-4147-A177-3AD203B41FA5}">
                      <a16:colId xmlns:a16="http://schemas.microsoft.com/office/drawing/2014/main" val="493228184"/>
                    </a:ext>
                  </a:extLst>
                </a:gridCol>
                <a:gridCol w="442120">
                  <a:extLst>
                    <a:ext uri="{9D8B030D-6E8A-4147-A177-3AD203B41FA5}">
                      <a16:colId xmlns:a16="http://schemas.microsoft.com/office/drawing/2014/main" val="2981130253"/>
                    </a:ext>
                  </a:extLst>
                </a:gridCol>
                <a:gridCol w="442120">
                  <a:extLst>
                    <a:ext uri="{9D8B030D-6E8A-4147-A177-3AD203B41FA5}">
                      <a16:colId xmlns:a16="http://schemas.microsoft.com/office/drawing/2014/main" val="2993963400"/>
                    </a:ext>
                  </a:extLst>
                </a:gridCol>
                <a:gridCol w="442120">
                  <a:extLst>
                    <a:ext uri="{9D8B030D-6E8A-4147-A177-3AD203B41FA5}">
                      <a16:colId xmlns:a16="http://schemas.microsoft.com/office/drawing/2014/main" val="1463185388"/>
                    </a:ext>
                  </a:extLst>
                </a:gridCol>
                <a:gridCol w="442120">
                  <a:extLst>
                    <a:ext uri="{9D8B030D-6E8A-4147-A177-3AD203B41FA5}">
                      <a16:colId xmlns:a16="http://schemas.microsoft.com/office/drawing/2014/main" val="1698635942"/>
                    </a:ext>
                  </a:extLst>
                </a:gridCol>
                <a:gridCol w="442120">
                  <a:extLst>
                    <a:ext uri="{9D8B030D-6E8A-4147-A177-3AD203B41FA5}">
                      <a16:colId xmlns:a16="http://schemas.microsoft.com/office/drawing/2014/main" val="2909608629"/>
                    </a:ext>
                  </a:extLst>
                </a:gridCol>
                <a:gridCol w="442120">
                  <a:extLst>
                    <a:ext uri="{9D8B030D-6E8A-4147-A177-3AD203B41FA5}">
                      <a16:colId xmlns:a16="http://schemas.microsoft.com/office/drawing/2014/main" val="1689714411"/>
                    </a:ext>
                  </a:extLst>
                </a:gridCol>
                <a:gridCol w="442120">
                  <a:extLst>
                    <a:ext uri="{9D8B030D-6E8A-4147-A177-3AD203B41FA5}">
                      <a16:colId xmlns:a16="http://schemas.microsoft.com/office/drawing/2014/main" val="1204803658"/>
                    </a:ext>
                  </a:extLst>
                </a:gridCol>
                <a:gridCol w="442120">
                  <a:extLst>
                    <a:ext uri="{9D8B030D-6E8A-4147-A177-3AD203B41FA5}">
                      <a16:colId xmlns:a16="http://schemas.microsoft.com/office/drawing/2014/main" val="139152288"/>
                    </a:ext>
                  </a:extLst>
                </a:gridCol>
                <a:gridCol w="442120">
                  <a:extLst>
                    <a:ext uri="{9D8B030D-6E8A-4147-A177-3AD203B41FA5}">
                      <a16:colId xmlns:a16="http://schemas.microsoft.com/office/drawing/2014/main" val="3437160631"/>
                    </a:ext>
                  </a:extLst>
                </a:gridCol>
                <a:gridCol w="442120">
                  <a:extLst>
                    <a:ext uri="{9D8B030D-6E8A-4147-A177-3AD203B41FA5}">
                      <a16:colId xmlns:a16="http://schemas.microsoft.com/office/drawing/2014/main" val="1146681596"/>
                    </a:ext>
                  </a:extLst>
                </a:gridCol>
                <a:gridCol w="442120">
                  <a:extLst>
                    <a:ext uri="{9D8B030D-6E8A-4147-A177-3AD203B41FA5}">
                      <a16:colId xmlns:a16="http://schemas.microsoft.com/office/drawing/2014/main" val="1450459043"/>
                    </a:ext>
                  </a:extLst>
                </a:gridCol>
                <a:gridCol w="442120">
                  <a:extLst>
                    <a:ext uri="{9D8B030D-6E8A-4147-A177-3AD203B41FA5}">
                      <a16:colId xmlns:a16="http://schemas.microsoft.com/office/drawing/2014/main" val="1817915287"/>
                    </a:ext>
                  </a:extLst>
                </a:gridCol>
                <a:gridCol w="442120">
                  <a:extLst>
                    <a:ext uri="{9D8B030D-6E8A-4147-A177-3AD203B41FA5}">
                      <a16:colId xmlns:a16="http://schemas.microsoft.com/office/drawing/2014/main" val="1020917369"/>
                    </a:ext>
                  </a:extLst>
                </a:gridCol>
                <a:gridCol w="442120">
                  <a:extLst>
                    <a:ext uri="{9D8B030D-6E8A-4147-A177-3AD203B41FA5}">
                      <a16:colId xmlns:a16="http://schemas.microsoft.com/office/drawing/2014/main" val="4111695533"/>
                    </a:ext>
                  </a:extLst>
                </a:gridCol>
                <a:gridCol w="442120">
                  <a:extLst>
                    <a:ext uri="{9D8B030D-6E8A-4147-A177-3AD203B41FA5}">
                      <a16:colId xmlns:a16="http://schemas.microsoft.com/office/drawing/2014/main" val="3352891001"/>
                    </a:ext>
                  </a:extLst>
                </a:gridCol>
                <a:gridCol w="442120">
                  <a:extLst>
                    <a:ext uri="{9D8B030D-6E8A-4147-A177-3AD203B41FA5}">
                      <a16:colId xmlns:a16="http://schemas.microsoft.com/office/drawing/2014/main" val="1438834867"/>
                    </a:ext>
                  </a:extLst>
                </a:gridCol>
                <a:gridCol w="442120">
                  <a:extLst>
                    <a:ext uri="{9D8B030D-6E8A-4147-A177-3AD203B41FA5}">
                      <a16:colId xmlns:a16="http://schemas.microsoft.com/office/drawing/2014/main" val="4246973075"/>
                    </a:ext>
                  </a:extLst>
                </a:gridCol>
                <a:gridCol w="442120">
                  <a:extLst>
                    <a:ext uri="{9D8B030D-6E8A-4147-A177-3AD203B41FA5}">
                      <a16:colId xmlns:a16="http://schemas.microsoft.com/office/drawing/2014/main" val="1386407709"/>
                    </a:ext>
                  </a:extLst>
                </a:gridCol>
              </a:tblGrid>
              <a:tr h="276205">
                <a:tc gridSpan="4">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2025</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gridSpan="4">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2026</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hMerge="1">
                  <a:txBody>
                    <a:bodyPr/>
                    <a:lstStyle/>
                    <a:p>
                      <a:endParaRPr lang="zh-CN" altLang="en-US"/>
                    </a:p>
                  </a:txBody>
                  <a:tcPr/>
                </a:tc>
                <a:tc hMerge="1">
                  <a:txBody>
                    <a:bodyPr/>
                    <a:lstStyle/>
                    <a:p>
                      <a:endParaRPr lang="zh-CN" altLang="en-US"/>
                    </a:p>
                  </a:txBody>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2027</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hMerge="1">
                  <a:txBody>
                    <a:bodyPr/>
                    <a:lstStyle/>
                    <a:p>
                      <a:endParaRPr lang="zh-CN" altLang="en-US"/>
                    </a:p>
                  </a:txBody>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gridSpan="4">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2028</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hMerge="1">
                  <a:txBody>
                    <a:bodyPr/>
                    <a:lstStyle/>
                    <a:p>
                      <a:endParaRPr lang="zh-CN" altLang="en-US"/>
                    </a:p>
                  </a:txBody>
                  <a:tcPr/>
                </a:tc>
                <a:tc hMerge="1">
                  <a:txBody>
                    <a:bodyPr/>
                    <a:lstStyle/>
                    <a:p>
                      <a:endParaRPr lang="zh-CN" altLang="en-US"/>
                    </a:p>
                  </a:txBody>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gridSpan="4">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2029</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hMerge="1">
                  <a:txBody>
                    <a:bodyPr/>
                    <a:lstStyle/>
                    <a:p>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hMerge="1">
                  <a:txBody>
                    <a:bodyPr/>
                    <a:lstStyle/>
                    <a:p>
                      <a:endParaRPr lang="zh-CN" altLang="en-US"/>
                    </a:p>
                  </a:txBody>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2030</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2031</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2032</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8312A">
                        <a:lumMod val="75000"/>
                      </a:srgbClr>
                    </a:solidFill>
                  </a:tcPr>
                </a:tc>
                <a:extLst>
                  <a:ext uri="{0D108BD9-81ED-4DB2-BD59-A6C34878D82A}">
                    <a16:rowId xmlns:a16="http://schemas.microsoft.com/office/drawing/2014/main" val="3603824039"/>
                  </a:ext>
                </a:extLst>
              </a:tr>
              <a:tr h="426720">
                <a:tc>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algn="ct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algn="ct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algn="ct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algn="ct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algn="ct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377" rtl="0" eaLnBrk="1" latinLnBrk="0" hangingPunct="1">
                        <a:defRPr sz="1800" kern="1200">
                          <a:solidFill>
                            <a:schemeClr val="tx1"/>
                          </a:solidFill>
                          <a:latin typeface="Boehringer Forward Text"/>
                        </a:defRPr>
                      </a:lvl1pPr>
                      <a:lvl2pPr marL="457189" algn="l" defTabSz="914377" rtl="0" eaLnBrk="1" latinLnBrk="0" hangingPunct="1">
                        <a:defRPr sz="1800" kern="1200">
                          <a:solidFill>
                            <a:schemeClr val="tx1"/>
                          </a:solidFill>
                          <a:latin typeface="Boehringer Forward Text"/>
                        </a:defRPr>
                      </a:lvl2pPr>
                      <a:lvl3pPr marL="914377" algn="l" defTabSz="914377" rtl="0" eaLnBrk="1" latinLnBrk="0" hangingPunct="1">
                        <a:defRPr sz="1800" kern="1200">
                          <a:solidFill>
                            <a:schemeClr val="tx1"/>
                          </a:solidFill>
                          <a:latin typeface="Boehringer Forward Text"/>
                        </a:defRPr>
                      </a:lvl3pPr>
                      <a:lvl4pPr marL="1371566" algn="l" defTabSz="914377" rtl="0" eaLnBrk="1" latinLnBrk="0" hangingPunct="1">
                        <a:defRPr sz="1800" kern="1200">
                          <a:solidFill>
                            <a:schemeClr val="tx1"/>
                          </a:solidFill>
                          <a:latin typeface="Boehringer Forward Text"/>
                        </a:defRPr>
                      </a:lvl4pPr>
                      <a:lvl5pPr marL="1828754" algn="l" defTabSz="914377" rtl="0" eaLnBrk="1" latinLnBrk="0" hangingPunct="1">
                        <a:defRPr sz="1800" kern="1200">
                          <a:solidFill>
                            <a:schemeClr val="tx1"/>
                          </a:solidFill>
                          <a:latin typeface="Boehringer Forward Text"/>
                        </a:defRPr>
                      </a:lvl5pPr>
                      <a:lvl6pPr marL="2285943" algn="l" defTabSz="914377" rtl="0" eaLnBrk="1" latinLnBrk="0" hangingPunct="1">
                        <a:defRPr sz="1800" kern="1200">
                          <a:solidFill>
                            <a:schemeClr val="tx1"/>
                          </a:solidFill>
                          <a:latin typeface="Boehringer Forward Text"/>
                        </a:defRPr>
                      </a:lvl6pPr>
                      <a:lvl7pPr marL="2743131" algn="l" defTabSz="914377" rtl="0" eaLnBrk="1" latinLnBrk="0" hangingPunct="1">
                        <a:defRPr sz="1800" kern="1200">
                          <a:solidFill>
                            <a:schemeClr val="tx1"/>
                          </a:solidFill>
                          <a:latin typeface="Boehringer Forward Text"/>
                        </a:defRPr>
                      </a:lvl7pPr>
                      <a:lvl8pPr marL="3200320" algn="l" defTabSz="914377" rtl="0" eaLnBrk="1" latinLnBrk="0" hangingPunct="1">
                        <a:defRPr sz="1800" kern="1200">
                          <a:solidFill>
                            <a:schemeClr val="tx1"/>
                          </a:solidFill>
                          <a:latin typeface="Boehringer Forward Text"/>
                        </a:defRPr>
                      </a:lvl8pPr>
                      <a:lvl9pPr marL="3657509" algn="l" defTabSz="914377" rtl="0" eaLnBrk="1" latinLnBrk="0" hangingPunct="1">
                        <a:defRPr sz="1800" kern="1200">
                          <a:solidFill>
                            <a:schemeClr val="tx1"/>
                          </a:solidFill>
                          <a:latin typeface="Boehringer Forward Text"/>
                        </a:defRPr>
                      </a:lvl9p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722476245"/>
                  </a:ext>
                </a:extLst>
              </a:tr>
            </a:tbl>
          </a:graphicData>
        </a:graphic>
      </p:graphicFrame>
      <p:sp>
        <p:nvSpPr>
          <p:cNvPr id="10" name="Isosceles Triangle 9">
            <a:extLst>
              <a:ext uri="{FF2B5EF4-FFF2-40B4-BE49-F238E27FC236}">
                <a16:creationId xmlns:a16="http://schemas.microsoft.com/office/drawing/2014/main" id="{B2BD0626-E70D-606E-342A-CA62602EB91E}"/>
              </a:ext>
            </a:extLst>
          </p:cNvPr>
          <p:cNvSpPr/>
          <p:nvPr/>
        </p:nvSpPr>
        <p:spPr>
          <a:xfrm rot="16200000" flipH="1">
            <a:off x="8106" y="1308138"/>
            <a:ext cx="648393" cy="227349"/>
          </a:xfrm>
          <a:prstGeom prst="triangle">
            <a:avLst/>
          </a:prstGeom>
          <a:solidFill>
            <a:sysClr val="window" lastClr="FFFFFF"/>
          </a:solidFill>
          <a:ln w="12700" cap="flat" cmpd="sng" algn="ctr">
            <a:solidFill>
              <a:srgbClr val="003366"/>
            </a:solidFill>
            <a:prstDash val="solid"/>
            <a:miter lim="800000"/>
          </a:ln>
          <a:effectLst/>
        </p:spPr>
        <p:txBody>
          <a:bodyPr lIns="96000" tIns="96000" rIns="96000" bIns="96000" rtlCol="0" anchor="ct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sz="1867" b="0" i="0" u="none" strike="noStrike" kern="0" cap="none" spc="0" normalizeH="0" baseline="0" noProof="0" err="1">
              <a:ln>
                <a:noFill/>
              </a:ln>
              <a:solidFill>
                <a:srgbClr val="000000"/>
              </a:solidFill>
              <a:effectLst/>
              <a:uLnTx/>
              <a:uFillTx/>
              <a:latin typeface="BISansOpti"/>
              <a:ea typeface="+mn-ea"/>
              <a:cs typeface="+mn-cs"/>
            </a:endParaRPr>
          </a:p>
        </p:txBody>
      </p:sp>
      <p:sp>
        <p:nvSpPr>
          <p:cNvPr id="11" name="Isosceles Triangle 10">
            <a:extLst>
              <a:ext uri="{FF2B5EF4-FFF2-40B4-BE49-F238E27FC236}">
                <a16:creationId xmlns:a16="http://schemas.microsoft.com/office/drawing/2014/main" id="{B540CE07-2150-9532-100F-08D83C790BC8}"/>
              </a:ext>
            </a:extLst>
          </p:cNvPr>
          <p:cNvSpPr/>
          <p:nvPr/>
        </p:nvSpPr>
        <p:spPr>
          <a:xfrm rot="5400000">
            <a:off x="11730580" y="1296047"/>
            <a:ext cx="648393" cy="227349"/>
          </a:xfrm>
          <a:prstGeom prst="triangle">
            <a:avLst/>
          </a:prstGeom>
          <a:solidFill>
            <a:sysClr val="window" lastClr="FFFFFF"/>
          </a:solidFill>
          <a:ln w="12700" cap="flat" cmpd="sng" algn="ctr">
            <a:solidFill>
              <a:srgbClr val="003366"/>
            </a:solidFill>
            <a:prstDash val="solid"/>
            <a:miter lim="800000"/>
          </a:ln>
          <a:effectLst/>
        </p:spPr>
        <p:txBody>
          <a:bodyPr lIns="96000" tIns="96000" rIns="96000" bIns="96000" rtlCol="0" anchor="ct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sz="1867" b="0" i="0" u="none" strike="noStrike" kern="0" cap="none" spc="0" normalizeH="0" baseline="0" noProof="0" err="1">
              <a:ln>
                <a:noFill/>
              </a:ln>
              <a:solidFill>
                <a:srgbClr val="000000"/>
              </a:solidFill>
              <a:effectLst/>
              <a:uLnTx/>
              <a:uFillTx/>
              <a:latin typeface="BISansOpti"/>
              <a:ea typeface="+mn-ea"/>
              <a:cs typeface="+mn-cs"/>
            </a:endParaRPr>
          </a:p>
        </p:txBody>
      </p:sp>
      <p:sp>
        <p:nvSpPr>
          <p:cNvPr id="12" name="TextBox 11">
            <a:extLst>
              <a:ext uri="{FF2B5EF4-FFF2-40B4-BE49-F238E27FC236}">
                <a16:creationId xmlns:a16="http://schemas.microsoft.com/office/drawing/2014/main" id="{C18E90F6-F00F-3D8C-3AF7-D6D39328E7FE}"/>
              </a:ext>
            </a:extLst>
          </p:cNvPr>
          <p:cNvSpPr txBox="1"/>
          <p:nvPr/>
        </p:nvSpPr>
        <p:spPr>
          <a:xfrm>
            <a:off x="3817" y="2312678"/>
            <a:ext cx="835836" cy="729550"/>
          </a:xfrm>
          <a:prstGeom prst="rect">
            <a:avLst/>
          </a:prstGeom>
          <a:noFill/>
          <a:ln>
            <a:solidFill>
              <a:srgbClr val="08312A"/>
            </a:solidFill>
          </a:ln>
        </p:spPr>
        <p:txBody>
          <a:bodyPr wrap="square" lIns="72000" tIns="36000" rIns="72000" bIns="36000" rtlCol="0">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sz="1067" b="1" i="0" u="none" strike="noStrike" kern="0" cap="none" spc="0" normalizeH="0" baseline="0" noProof="0">
                <a:ln>
                  <a:noFill/>
                </a:ln>
                <a:solidFill>
                  <a:srgbClr val="0066CC"/>
                </a:solidFill>
                <a:effectLst/>
                <a:uLnTx/>
                <a:uFillTx/>
                <a:latin typeface="Boehringer Forward Text"/>
                <a:ea typeface="+mn-ea"/>
                <a:cs typeface="Calibri" panose="020F0502020204030204" pitchFamily="34" charset="0"/>
              </a:rPr>
              <a:t>Ph3-1305.22 (include OLE)</a:t>
            </a:r>
          </a:p>
        </p:txBody>
      </p:sp>
      <p:sp>
        <p:nvSpPr>
          <p:cNvPr id="14" name="OTLSHAPE_T_e17f3958430f4cff8650518c93c7635e_StartDate">
            <a:extLst>
              <a:ext uri="{FF2B5EF4-FFF2-40B4-BE49-F238E27FC236}">
                <a16:creationId xmlns:a16="http://schemas.microsoft.com/office/drawing/2014/main" id="{062F394E-F65D-69BC-2C5F-85CB61154537}"/>
              </a:ext>
            </a:extLst>
          </p:cNvPr>
          <p:cNvSpPr txBox="1"/>
          <p:nvPr>
            <p:custDataLst>
              <p:tags r:id="rId2"/>
            </p:custDataLst>
          </p:nvPr>
        </p:nvSpPr>
        <p:spPr>
          <a:xfrm>
            <a:off x="3775918" y="2519136"/>
            <a:ext cx="2532872" cy="138499"/>
          </a:xfrm>
          <a:prstGeom prst="rect">
            <a:avLst/>
          </a:prstGeom>
          <a:noFill/>
        </p:spPr>
        <p:txBody>
          <a:bodyPr vert="horz" wrap="square" lIns="0" tIns="0" rIns="0" bIns="0" rtlCol="0" anchor="ctr" anchorCtr="0">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rPr>
              <a:t>N = 30</a:t>
            </a:r>
          </a:p>
        </p:txBody>
      </p:sp>
      <p:pic>
        <p:nvPicPr>
          <p:cNvPr id="15" name="Picture 14">
            <a:extLst>
              <a:ext uri="{FF2B5EF4-FFF2-40B4-BE49-F238E27FC236}">
                <a16:creationId xmlns:a16="http://schemas.microsoft.com/office/drawing/2014/main" id="{80C9B45F-9596-751C-63FC-052FFAEEC28A}"/>
              </a:ext>
            </a:extLst>
          </p:cNvPr>
          <p:cNvPicPr>
            <a:picLocks noChangeAspect="1"/>
          </p:cNvPicPr>
          <p:nvPr/>
        </p:nvPicPr>
        <p:blipFill>
          <a:blip r:embed="rId18"/>
          <a:stretch>
            <a:fillRect/>
          </a:stretch>
        </p:blipFill>
        <p:spPr>
          <a:xfrm>
            <a:off x="177945" y="1799391"/>
            <a:ext cx="1080000" cy="528511"/>
          </a:xfrm>
          <a:prstGeom prst="rect">
            <a:avLst/>
          </a:prstGeom>
        </p:spPr>
      </p:pic>
      <p:sp>
        <p:nvSpPr>
          <p:cNvPr id="17" name="Rectangle 16">
            <a:extLst>
              <a:ext uri="{FF2B5EF4-FFF2-40B4-BE49-F238E27FC236}">
                <a16:creationId xmlns:a16="http://schemas.microsoft.com/office/drawing/2014/main" id="{05BB8AC0-7D28-971C-F561-CA5D80CD2942}"/>
              </a:ext>
            </a:extLst>
          </p:cNvPr>
          <p:cNvSpPr/>
          <p:nvPr/>
        </p:nvSpPr>
        <p:spPr>
          <a:xfrm>
            <a:off x="7933877" y="2748093"/>
            <a:ext cx="844312" cy="200055"/>
          </a:xfrm>
          <a:prstGeom prst="rect">
            <a:avLst/>
          </a:prstGeom>
        </p:spPr>
        <p:txBody>
          <a:bodyPr wrap="squar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Main DBL</a:t>
            </a:r>
            <a:endParaRPr kumimoji="0" lang="zh-CN" altLang="en-US" sz="7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18" name="Star: 4 Points 143">
            <a:extLst>
              <a:ext uri="{FF2B5EF4-FFF2-40B4-BE49-F238E27FC236}">
                <a16:creationId xmlns:a16="http://schemas.microsoft.com/office/drawing/2014/main" id="{386D5BAE-015B-3759-AC64-400994B72634}"/>
              </a:ext>
            </a:extLst>
          </p:cNvPr>
          <p:cNvSpPr/>
          <p:nvPr/>
        </p:nvSpPr>
        <p:spPr bwMode="auto">
          <a:xfrm>
            <a:off x="8209751" y="258708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86"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19" name="Rectangle 18">
            <a:extLst>
              <a:ext uri="{FF2B5EF4-FFF2-40B4-BE49-F238E27FC236}">
                <a16:creationId xmlns:a16="http://schemas.microsoft.com/office/drawing/2014/main" id="{631E3491-292F-CA6B-31EB-849D9FA3F9E7}"/>
              </a:ext>
            </a:extLst>
          </p:cNvPr>
          <p:cNvSpPr/>
          <p:nvPr/>
        </p:nvSpPr>
        <p:spPr>
          <a:xfrm>
            <a:off x="7942992" y="2121480"/>
            <a:ext cx="703191" cy="338554"/>
          </a:xfrm>
          <a:prstGeom prst="rect">
            <a:avLst/>
          </a:prstGeom>
        </p:spPr>
        <p:txBody>
          <a:bodyPr wrap="squar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1 Jun 2029</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24" name="Star: 4 Points 143">
            <a:extLst>
              <a:ext uri="{FF2B5EF4-FFF2-40B4-BE49-F238E27FC236}">
                <a16:creationId xmlns:a16="http://schemas.microsoft.com/office/drawing/2014/main" id="{C98C7B65-E18B-DF09-B408-CE4F4D1F85D8}"/>
              </a:ext>
            </a:extLst>
          </p:cNvPr>
          <p:cNvSpPr/>
          <p:nvPr/>
        </p:nvSpPr>
        <p:spPr bwMode="auto">
          <a:xfrm>
            <a:off x="2840499" y="2590259"/>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86"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25" name="Rectangle 24">
            <a:extLst>
              <a:ext uri="{FF2B5EF4-FFF2-40B4-BE49-F238E27FC236}">
                <a16:creationId xmlns:a16="http://schemas.microsoft.com/office/drawing/2014/main" id="{B0BE2051-CF53-F1BE-49CD-151051E71A8A}"/>
              </a:ext>
            </a:extLst>
          </p:cNvPr>
          <p:cNvSpPr/>
          <p:nvPr/>
        </p:nvSpPr>
        <p:spPr>
          <a:xfrm>
            <a:off x="2634735" y="2232411"/>
            <a:ext cx="824160" cy="215444"/>
          </a:xfrm>
          <a:prstGeom prst="rect">
            <a:avLst/>
          </a:prstGeom>
        </p:spPr>
        <p:txBody>
          <a:bodyPr wrap="square" lIns="91440" tIns="45720" rIns="91440" bIns="45720" anchor="t">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a:rPr>
              <a:t>15 Jun 2026</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a:endParaRPr>
          </a:p>
        </p:txBody>
      </p:sp>
      <p:cxnSp>
        <p:nvCxnSpPr>
          <p:cNvPr id="37" name="Straight Connector 36">
            <a:extLst>
              <a:ext uri="{FF2B5EF4-FFF2-40B4-BE49-F238E27FC236}">
                <a16:creationId xmlns:a16="http://schemas.microsoft.com/office/drawing/2014/main" id="{470CF0B5-0D2F-EE1B-5F98-6D57207734A8}"/>
              </a:ext>
            </a:extLst>
          </p:cNvPr>
          <p:cNvCxnSpPr>
            <a:cxnSpLocks/>
          </p:cNvCxnSpPr>
          <p:nvPr/>
        </p:nvCxnSpPr>
        <p:spPr bwMode="auto">
          <a:xfrm flipH="1">
            <a:off x="12000" y="3810546"/>
            <a:ext cx="12168000" cy="0"/>
          </a:xfrm>
          <a:prstGeom prst="line">
            <a:avLst/>
          </a:prstGeom>
          <a:solidFill>
            <a:srgbClr val="08312A"/>
          </a:solidFill>
          <a:ln w="15875" cap="flat" cmpd="sng" algn="ctr">
            <a:solidFill>
              <a:srgbClr val="A3E5EE"/>
            </a:solidFill>
            <a:prstDash val="sysDash"/>
            <a:round/>
            <a:headEnd type="none" w="med" len="med"/>
            <a:tailEnd type="none" w="med" len="med"/>
          </a:ln>
          <a:effectLst/>
        </p:spPr>
      </p:cxnSp>
      <p:pic>
        <p:nvPicPr>
          <p:cNvPr id="38" name="Picture 37">
            <a:extLst>
              <a:ext uri="{FF2B5EF4-FFF2-40B4-BE49-F238E27FC236}">
                <a16:creationId xmlns:a16="http://schemas.microsoft.com/office/drawing/2014/main" id="{D4AE72EF-B7BC-81B1-6BEE-EBE1A7BBA1BD}"/>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202577" y="3769659"/>
            <a:ext cx="1080000" cy="532285"/>
          </a:xfrm>
          <a:prstGeom prst="rect">
            <a:avLst/>
          </a:prstGeom>
        </p:spPr>
      </p:pic>
      <p:sp>
        <p:nvSpPr>
          <p:cNvPr id="39" name="OTLSHAPE_T_e17f3958430f4cff8650518c93c7635e_Shape">
            <a:extLst>
              <a:ext uri="{FF2B5EF4-FFF2-40B4-BE49-F238E27FC236}">
                <a16:creationId xmlns:a16="http://schemas.microsoft.com/office/drawing/2014/main" id="{9248D72D-B232-1A76-703A-EFA6C636DE9E}"/>
              </a:ext>
            </a:extLst>
          </p:cNvPr>
          <p:cNvSpPr/>
          <p:nvPr>
            <p:custDataLst>
              <p:tags r:id="rId3"/>
            </p:custDataLst>
          </p:nvPr>
        </p:nvSpPr>
        <p:spPr bwMode="auto">
          <a:xfrm>
            <a:off x="3487799" y="4377716"/>
            <a:ext cx="3321702" cy="242418"/>
          </a:xfrm>
          <a:prstGeom prst="roundRect">
            <a:avLst/>
          </a:prstGeom>
          <a:solidFill>
            <a:srgbClr val="CDE2E5"/>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1000" b="1" i="1"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rPr>
              <a:t>3 sites, N=2 </a:t>
            </a:r>
          </a:p>
        </p:txBody>
      </p:sp>
      <p:sp>
        <p:nvSpPr>
          <p:cNvPr id="51" name="TextBox 50">
            <a:extLst>
              <a:ext uri="{FF2B5EF4-FFF2-40B4-BE49-F238E27FC236}">
                <a16:creationId xmlns:a16="http://schemas.microsoft.com/office/drawing/2014/main" id="{B3FF8C2B-C0AE-3A40-8A4F-6826E53B3BD7}"/>
              </a:ext>
            </a:extLst>
          </p:cNvPr>
          <p:cNvSpPr txBox="1"/>
          <p:nvPr/>
        </p:nvSpPr>
        <p:spPr>
          <a:xfrm>
            <a:off x="5680" y="4273672"/>
            <a:ext cx="833971" cy="729550"/>
          </a:xfrm>
          <a:prstGeom prst="rect">
            <a:avLst/>
          </a:prstGeom>
          <a:noFill/>
          <a:ln>
            <a:solidFill>
              <a:srgbClr val="08312A"/>
            </a:solidFill>
          </a:ln>
        </p:spPr>
        <p:txBody>
          <a:bodyPr wrap="square" lIns="72000" tIns="36000" rIns="72000" bIns="36000" rtlCol="0">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sz="1067" b="1" i="0" u="none" strike="noStrike" kern="0" cap="none" spc="0" normalizeH="0" baseline="0" noProof="0">
                <a:ln>
                  <a:noFill/>
                </a:ln>
                <a:solidFill>
                  <a:srgbClr val="0066CC"/>
                </a:solidFill>
                <a:effectLst/>
                <a:uLnTx/>
                <a:uFillTx/>
                <a:latin typeface="Boehringer Forward Text"/>
                <a:ea typeface="+mn-ea"/>
                <a:cs typeface="Calibri" panose="020F0502020204030204" pitchFamily="34" charset="0"/>
              </a:rPr>
              <a:t>Ph3-1305.22 (include OLE)</a:t>
            </a:r>
          </a:p>
        </p:txBody>
      </p:sp>
      <p:grpSp>
        <p:nvGrpSpPr>
          <p:cNvPr id="2" name="Group 1">
            <a:extLst>
              <a:ext uri="{FF2B5EF4-FFF2-40B4-BE49-F238E27FC236}">
                <a16:creationId xmlns:a16="http://schemas.microsoft.com/office/drawing/2014/main" id="{A774F0F6-690A-4939-7233-199575A22D93}"/>
              </a:ext>
            </a:extLst>
          </p:cNvPr>
          <p:cNvGrpSpPr/>
          <p:nvPr/>
        </p:nvGrpSpPr>
        <p:grpSpPr>
          <a:xfrm>
            <a:off x="2413583" y="1234727"/>
            <a:ext cx="546747" cy="5273003"/>
            <a:chOff x="1956799" y="1213944"/>
            <a:chExt cx="546747" cy="3954750"/>
          </a:xfrm>
        </p:grpSpPr>
        <p:cxnSp>
          <p:nvCxnSpPr>
            <p:cNvPr id="3" name="Straight Connector 2">
              <a:extLst>
                <a:ext uri="{FF2B5EF4-FFF2-40B4-BE49-F238E27FC236}">
                  <a16:creationId xmlns:a16="http://schemas.microsoft.com/office/drawing/2014/main" id="{A8BABB0C-3E0D-803D-7F42-A4B152CA39FF}"/>
                </a:ext>
              </a:extLst>
            </p:cNvPr>
            <p:cNvCxnSpPr>
              <a:cxnSpLocks/>
            </p:cNvCxnSpPr>
            <p:nvPr/>
          </p:nvCxnSpPr>
          <p:spPr bwMode="auto">
            <a:xfrm flipV="1">
              <a:off x="2278209" y="1393721"/>
              <a:ext cx="0" cy="3774973"/>
            </a:xfrm>
            <a:prstGeom prst="line">
              <a:avLst/>
            </a:prstGeom>
            <a:solidFill>
              <a:srgbClr val="08312A"/>
            </a:solidFill>
            <a:ln w="6350" cap="flat" cmpd="sng" algn="ctr">
              <a:solidFill>
                <a:srgbClr val="FF0000"/>
              </a:solidFill>
              <a:prstDash val="sysDot"/>
              <a:round/>
              <a:headEnd type="none" w="med" len="med"/>
              <a:tailEnd type="none" w="med" len="med"/>
            </a:ln>
            <a:effectLst/>
          </p:spPr>
        </p:cxnSp>
        <p:sp>
          <p:nvSpPr>
            <p:cNvPr id="4" name="OTLSHAPE_T_e17f3958430f4cff8650518c93c7635e_StartDate">
              <a:extLst>
                <a:ext uri="{FF2B5EF4-FFF2-40B4-BE49-F238E27FC236}">
                  <a16:creationId xmlns:a16="http://schemas.microsoft.com/office/drawing/2014/main" id="{D810DCFA-2CAD-083F-38F8-0EF86FAFDE7A}"/>
                </a:ext>
              </a:extLst>
            </p:cNvPr>
            <p:cNvSpPr txBox="1"/>
            <p:nvPr>
              <p:custDataLst>
                <p:tags r:id="rId15"/>
              </p:custDataLst>
            </p:nvPr>
          </p:nvSpPr>
          <p:spPr>
            <a:xfrm>
              <a:off x="1956799" y="1213944"/>
              <a:ext cx="546747" cy="246317"/>
            </a:xfrm>
            <a:prstGeom prst="rect">
              <a:avLst/>
            </a:prstGeom>
            <a:noFill/>
            <a:ln w="12700">
              <a:noFill/>
            </a:ln>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1067" b="1" i="0" u="none" strike="noStrike" kern="0" cap="none" spc="0" normalizeH="0" baseline="0" noProof="0">
                  <a:ln>
                    <a:noFill/>
                  </a:ln>
                  <a:solidFill>
                    <a:srgbClr val="FF0000"/>
                  </a:solidFill>
                  <a:effectLst/>
                  <a:uLnTx/>
                  <a:uFillTx/>
                  <a:latin typeface="Boehringer Forward Text"/>
                  <a:ea typeface="+mn-ea"/>
                  <a:cs typeface="Calibri" panose="020F0502020204030204" pitchFamily="34" charset="0"/>
                </a:rPr>
                <a:t>We are here</a:t>
              </a:r>
              <a:endParaRPr kumimoji="0" lang="zh-CN" altLang="en-US" sz="1067" b="1" i="0" u="none" strike="noStrike" kern="0" cap="none" spc="0" normalizeH="0" baseline="0" noProof="0">
                <a:ln>
                  <a:noFill/>
                </a:ln>
                <a:solidFill>
                  <a:srgbClr val="FF0000"/>
                </a:solidFill>
                <a:effectLst/>
                <a:uLnTx/>
                <a:uFillTx/>
                <a:latin typeface="Boehringer Forward Text"/>
                <a:ea typeface="+mn-ea"/>
                <a:cs typeface="Calibri" panose="020F0502020204030204" pitchFamily="34" charset="0"/>
              </a:endParaRPr>
            </a:p>
          </p:txBody>
        </p:sp>
      </p:grpSp>
      <p:sp>
        <p:nvSpPr>
          <p:cNvPr id="8" name="5-Point Star 5">
            <a:extLst>
              <a:ext uri="{FF2B5EF4-FFF2-40B4-BE49-F238E27FC236}">
                <a16:creationId xmlns:a16="http://schemas.microsoft.com/office/drawing/2014/main" id="{B39321BF-BB66-0275-32D9-0929F27BAD15}"/>
              </a:ext>
            </a:extLst>
          </p:cNvPr>
          <p:cNvSpPr/>
          <p:nvPr/>
        </p:nvSpPr>
        <p:spPr>
          <a:xfrm>
            <a:off x="2196056" y="2494330"/>
            <a:ext cx="154005" cy="160143"/>
          </a:xfrm>
          <a:prstGeom prst="flowChartDecision">
            <a:avLst/>
          </a:prstGeom>
          <a:solidFill>
            <a:srgbClr val="FFD03D"/>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27" name="OTLSHAPE_T_e17f3958430f4cff8650518c93c7635e_StartDate">
            <a:extLst>
              <a:ext uri="{FF2B5EF4-FFF2-40B4-BE49-F238E27FC236}">
                <a16:creationId xmlns:a16="http://schemas.microsoft.com/office/drawing/2014/main" id="{D57A70B9-47EA-7CA8-A193-097A7F4441B8}"/>
              </a:ext>
            </a:extLst>
          </p:cNvPr>
          <p:cNvSpPr txBox="1"/>
          <p:nvPr>
            <p:custDataLst>
              <p:tags r:id="rId4"/>
            </p:custDataLst>
          </p:nvPr>
        </p:nvSpPr>
        <p:spPr>
          <a:xfrm>
            <a:off x="1991326" y="2638875"/>
            <a:ext cx="507972" cy="338554"/>
          </a:xfrm>
          <a:prstGeom prst="rect">
            <a:avLst/>
          </a:prstGeom>
        </p:spPr>
        <p:txBody>
          <a:bodyPr wrap="square">
            <a:spAutoFit/>
          </a:bodyPr>
          <a:lstStyle>
            <a:defPPr>
              <a:defRPr lang="zh-CN"/>
            </a:defPPr>
            <a:lvl1pPr algn="ctr" defTabSz="1219080">
              <a:defRPr sz="1000" b="1">
                <a:solidFill>
                  <a:srgbClr val="44546A"/>
                </a:solidFill>
                <a:cs typeface="Calibri" panose="020F0502020204030204" pitchFamily="34" charset="0"/>
              </a:defRPr>
            </a:lvl1p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CTA sub.</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28" name="Rectangle 31">
            <a:extLst>
              <a:ext uri="{FF2B5EF4-FFF2-40B4-BE49-F238E27FC236}">
                <a16:creationId xmlns:a16="http://schemas.microsoft.com/office/drawing/2014/main" id="{BAB13B5E-45E0-7F52-FE98-48E39B260EC6}"/>
              </a:ext>
            </a:extLst>
          </p:cNvPr>
          <p:cNvSpPr/>
          <p:nvPr/>
        </p:nvSpPr>
        <p:spPr>
          <a:xfrm>
            <a:off x="1958985" y="2213314"/>
            <a:ext cx="565156" cy="338554"/>
          </a:xfrm>
          <a:prstGeom prst="rect">
            <a:avLst/>
          </a:prstGeom>
        </p:spPr>
        <p:txBody>
          <a:bodyPr wrap="squar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15 Jan 2026</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44" name="OTLSHAPE_T_e17f3958430f4cff8650518c93c7635e_StartDate">
            <a:extLst>
              <a:ext uri="{FF2B5EF4-FFF2-40B4-BE49-F238E27FC236}">
                <a16:creationId xmlns:a16="http://schemas.microsoft.com/office/drawing/2014/main" id="{071542AD-2F2B-DFB1-CCCA-5C4DCF14AF73}"/>
              </a:ext>
            </a:extLst>
          </p:cNvPr>
          <p:cNvSpPr txBox="1"/>
          <p:nvPr>
            <p:custDataLst>
              <p:tags r:id="rId5"/>
            </p:custDataLst>
          </p:nvPr>
        </p:nvSpPr>
        <p:spPr>
          <a:xfrm>
            <a:off x="2280658" y="2648218"/>
            <a:ext cx="507972" cy="338554"/>
          </a:xfrm>
          <a:prstGeom prst="rect">
            <a:avLst/>
          </a:prstGeom>
        </p:spPr>
        <p:txBody>
          <a:bodyPr wrap="square">
            <a:spAutoFit/>
          </a:bodyPr>
          <a:lstStyle>
            <a:defPPr>
              <a:defRPr lang="zh-CN"/>
            </a:defPPr>
            <a:lvl1pPr algn="ctr" defTabSz="1219080">
              <a:defRPr sz="1000" b="1">
                <a:solidFill>
                  <a:srgbClr val="44546A"/>
                </a:solidFill>
                <a:cs typeface="Calibri" panose="020F0502020204030204" pitchFamily="34" charset="0"/>
              </a:defRPr>
            </a:lvl1p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CTA appr.</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45" name="5-Point Star 5">
            <a:extLst>
              <a:ext uri="{FF2B5EF4-FFF2-40B4-BE49-F238E27FC236}">
                <a16:creationId xmlns:a16="http://schemas.microsoft.com/office/drawing/2014/main" id="{04BBD8CB-FA46-656D-4D10-DB2E088F66C9}"/>
              </a:ext>
            </a:extLst>
          </p:cNvPr>
          <p:cNvSpPr/>
          <p:nvPr/>
        </p:nvSpPr>
        <p:spPr>
          <a:xfrm>
            <a:off x="2456724" y="2507510"/>
            <a:ext cx="154005" cy="160143"/>
          </a:xfrm>
          <a:prstGeom prst="flowChartDecision">
            <a:avLst/>
          </a:prstGeom>
          <a:solidFill>
            <a:srgbClr val="FFD03D"/>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46" name="Rectangle 31">
            <a:extLst>
              <a:ext uri="{FF2B5EF4-FFF2-40B4-BE49-F238E27FC236}">
                <a16:creationId xmlns:a16="http://schemas.microsoft.com/office/drawing/2014/main" id="{A5BE6867-F817-1BC9-866F-38394704C962}"/>
              </a:ext>
            </a:extLst>
          </p:cNvPr>
          <p:cNvSpPr/>
          <p:nvPr/>
        </p:nvSpPr>
        <p:spPr>
          <a:xfrm>
            <a:off x="2298948" y="2191270"/>
            <a:ext cx="467335" cy="338554"/>
          </a:xfrm>
          <a:prstGeom prst="rect">
            <a:avLst/>
          </a:prstGeom>
        </p:spPr>
        <p:txBody>
          <a:bodyPr wrap="squar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Feb</a:t>
            </a:r>
          </a:p>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2026</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47" name="Rectangle 37">
            <a:extLst>
              <a:ext uri="{FF2B5EF4-FFF2-40B4-BE49-F238E27FC236}">
                <a16:creationId xmlns:a16="http://schemas.microsoft.com/office/drawing/2014/main" id="{94BD1378-9D3F-93E6-7A27-880424292ADC}"/>
              </a:ext>
            </a:extLst>
          </p:cNvPr>
          <p:cNvSpPr/>
          <p:nvPr/>
        </p:nvSpPr>
        <p:spPr>
          <a:xfrm>
            <a:off x="8585655" y="3491291"/>
            <a:ext cx="472206" cy="1384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NDA sub.</a:t>
            </a:r>
          </a:p>
        </p:txBody>
      </p:sp>
      <p:pic>
        <p:nvPicPr>
          <p:cNvPr id="48" name="Graphic 51" descr="Flag with solid fill">
            <a:extLst>
              <a:ext uri="{FF2B5EF4-FFF2-40B4-BE49-F238E27FC236}">
                <a16:creationId xmlns:a16="http://schemas.microsoft.com/office/drawing/2014/main" id="{E1076383-B129-883D-E58E-C893E148F41C}"/>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8724062" y="3126490"/>
            <a:ext cx="285241" cy="285241"/>
          </a:xfrm>
          <a:prstGeom prst="rect">
            <a:avLst/>
          </a:prstGeom>
        </p:spPr>
      </p:pic>
      <p:sp>
        <p:nvSpPr>
          <p:cNvPr id="49" name="Rectangle 37">
            <a:extLst>
              <a:ext uri="{FF2B5EF4-FFF2-40B4-BE49-F238E27FC236}">
                <a16:creationId xmlns:a16="http://schemas.microsoft.com/office/drawing/2014/main" id="{54DBAB6C-D195-0BE4-7EBD-6C8C696A7645}"/>
              </a:ext>
            </a:extLst>
          </p:cNvPr>
          <p:cNvSpPr/>
          <p:nvPr/>
        </p:nvSpPr>
        <p:spPr>
          <a:xfrm>
            <a:off x="8493273" y="2979706"/>
            <a:ext cx="645850" cy="1384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22 Sep 2029</a:t>
            </a:r>
          </a:p>
        </p:txBody>
      </p:sp>
      <p:sp>
        <p:nvSpPr>
          <p:cNvPr id="50" name="Rectangle 16">
            <a:extLst>
              <a:ext uri="{FF2B5EF4-FFF2-40B4-BE49-F238E27FC236}">
                <a16:creationId xmlns:a16="http://schemas.microsoft.com/office/drawing/2014/main" id="{C1A3C9A4-D4E4-3CBA-F8B4-9D34A758E6BC}"/>
              </a:ext>
            </a:extLst>
          </p:cNvPr>
          <p:cNvSpPr/>
          <p:nvPr/>
        </p:nvSpPr>
        <p:spPr>
          <a:xfrm>
            <a:off x="10051971" y="2757633"/>
            <a:ext cx="483053" cy="307777"/>
          </a:xfrm>
          <a:prstGeom prst="rect">
            <a:avLst/>
          </a:prstGeom>
        </p:spPr>
        <p:txBody>
          <a:bodyPr wrap="squar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OLE</a:t>
            </a:r>
          </a:p>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LPO</a:t>
            </a:r>
            <a:endParaRPr kumimoji="0" lang="zh-CN" altLang="en-US" sz="7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54" name="Rectangle 18">
            <a:extLst>
              <a:ext uri="{FF2B5EF4-FFF2-40B4-BE49-F238E27FC236}">
                <a16:creationId xmlns:a16="http://schemas.microsoft.com/office/drawing/2014/main" id="{3B8FE7BB-6D9E-77DD-F56B-5CA03450DE60}"/>
              </a:ext>
            </a:extLst>
          </p:cNvPr>
          <p:cNvSpPr/>
          <p:nvPr/>
        </p:nvSpPr>
        <p:spPr>
          <a:xfrm>
            <a:off x="9941903" y="2153002"/>
            <a:ext cx="703191" cy="338554"/>
          </a:xfrm>
          <a:prstGeom prst="rect">
            <a:avLst/>
          </a:prstGeom>
        </p:spPr>
        <p:txBody>
          <a:bodyPr wrap="squar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14 Apr 2031</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55" name="Star: 4 Points 143">
            <a:extLst>
              <a:ext uri="{FF2B5EF4-FFF2-40B4-BE49-F238E27FC236}">
                <a16:creationId xmlns:a16="http://schemas.microsoft.com/office/drawing/2014/main" id="{00B31324-2913-977A-D98A-7D03DFE2A162}"/>
              </a:ext>
            </a:extLst>
          </p:cNvPr>
          <p:cNvSpPr/>
          <p:nvPr/>
        </p:nvSpPr>
        <p:spPr bwMode="auto">
          <a:xfrm>
            <a:off x="10201378" y="258708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86"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5" name="5-Point Star 5">
            <a:extLst>
              <a:ext uri="{FF2B5EF4-FFF2-40B4-BE49-F238E27FC236}">
                <a16:creationId xmlns:a16="http://schemas.microsoft.com/office/drawing/2014/main" id="{EF18EB29-34E0-BECA-4027-DEE90570B6A5}"/>
              </a:ext>
            </a:extLst>
          </p:cNvPr>
          <p:cNvSpPr/>
          <p:nvPr/>
        </p:nvSpPr>
        <p:spPr>
          <a:xfrm>
            <a:off x="1522315" y="4495271"/>
            <a:ext cx="154005" cy="160143"/>
          </a:xfrm>
          <a:prstGeom prst="flowChartDecision">
            <a:avLst/>
          </a:prstGeom>
          <a:solidFill>
            <a:srgbClr val="FFD03D"/>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20" name="OTLSHAPE_T_e17f3958430f4cff8650518c93c7635e_StartDate">
            <a:extLst>
              <a:ext uri="{FF2B5EF4-FFF2-40B4-BE49-F238E27FC236}">
                <a16:creationId xmlns:a16="http://schemas.microsoft.com/office/drawing/2014/main" id="{6F739892-B30E-FCB5-1BC3-5F890F53C779}"/>
              </a:ext>
            </a:extLst>
          </p:cNvPr>
          <p:cNvSpPr txBox="1"/>
          <p:nvPr>
            <p:custDataLst>
              <p:tags r:id="rId6"/>
            </p:custDataLst>
          </p:nvPr>
        </p:nvSpPr>
        <p:spPr>
          <a:xfrm>
            <a:off x="1170680" y="4637085"/>
            <a:ext cx="682623" cy="338554"/>
          </a:xfrm>
          <a:prstGeom prst="rect">
            <a:avLst/>
          </a:prstGeom>
        </p:spPr>
        <p:txBody>
          <a:bodyPr wrap="square">
            <a:spAutoFit/>
          </a:bodyPr>
          <a:lstStyle>
            <a:defPPr>
              <a:defRPr lang="zh-CN"/>
            </a:defPPr>
            <a:lvl1pPr algn="ctr" defTabSz="1219080">
              <a:defRPr sz="1000" b="1">
                <a:solidFill>
                  <a:srgbClr val="44546A"/>
                </a:solidFill>
                <a:cs typeface="Calibri" panose="020F0502020204030204" pitchFamily="34" charset="0"/>
              </a:defRPr>
            </a:lvl1p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Pre-IND sub.</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21" name="OTLSHAPE_T_e17f3958430f4cff8650518c93c7635e_StartDate">
            <a:extLst>
              <a:ext uri="{FF2B5EF4-FFF2-40B4-BE49-F238E27FC236}">
                <a16:creationId xmlns:a16="http://schemas.microsoft.com/office/drawing/2014/main" id="{4B7948AA-9FDC-4F7B-0006-F0DC7BFEE975}"/>
              </a:ext>
            </a:extLst>
          </p:cNvPr>
          <p:cNvSpPr txBox="1"/>
          <p:nvPr>
            <p:custDataLst>
              <p:tags r:id="rId7"/>
            </p:custDataLst>
          </p:nvPr>
        </p:nvSpPr>
        <p:spPr>
          <a:xfrm>
            <a:off x="1086449" y="4362809"/>
            <a:ext cx="682623" cy="123111"/>
          </a:xfrm>
          <a:prstGeom prst="rect">
            <a:avLst/>
          </a:prstGeom>
          <a:noFill/>
        </p:spPr>
        <p:txBody>
          <a:bodyPr vert="horz" wrap="square" lIns="0" tIns="0" rIns="0" bIns="0" rtlCol="0" anchor="ctr" anchorCtr="0">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rPr>
              <a:t>12 Sep 2025</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22" name="5-Point Star 5">
            <a:extLst>
              <a:ext uri="{FF2B5EF4-FFF2-40B4-BE49-F238E27FC236}">
                <a16:creationId xmlns:a16="http://schemas.microsoft.com/office/drawing/2014/main" id="{F4CB01A1-8F26-F16D-B543-5BDF536F2ED4}"/>
              </a:ext>
            </a:extLst>
          </p:cNvPr>
          <p:cNvSpPr/>
          <p:nvPr/>
        </p:nvSpPr>
        <p:spPr>
          <a:xfrm>
            <a:off x="2436684" y="4519268"/>
            <a:ext cx="154005" cy="160143"/>
          </a:xfrm>
          <a:prstGeom prst="flowChartDecision">
            <a:avLst/>
          </a:prstGeom>
          <a:solidFill>
            <a:srgbClr val="FFD03D"/>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26" name="OTLSHAPE_T_e17f3958430f4cff8650518c93c7635e_StartDate">
            <a:extLst>
              <a:ext uri="{FF2B5EF4-FFF2-40B4-BE49-F238E27FC236}">
                <a16:creationId xmlns:a16="http://schemas.microsoft.com/office/drawing/2014/main" id="{08A6F002-18EA-0C01-EB44-B0E3AD73D1B5}"/>
              </a:ext>
            </a:extLst>
          </p:cNvPr>
          <p:cNvSpPr txBox="1"/>
          <p:nvPr>
            <p:custDataLst>
              <p:tags r:id="rId8"/>
            </p:custDataLst>
          </p:nvPr>
        </p:nvSpPr>
        <p:spPr>
          <a:xfrm>
            <a:off x="2085049" y="4661082"/>
            <a:ext cx="682623" cy="215444"/>
          </a:xfrm>
          <a:prstGeom prst="rect">
            <a:avLst/>
          </a:prstGeom>
        </p:spPr>
        <p:txBody>
          <a:bodyPr wrap="square">
            <a:spAutoFit/>
          </a:bodyPr>
          <a:lstStyle>
            <a:defPPr>
              <a:defRPr lang="zh-CN"/>
            </a:defPPr>
            <a:lvl1pPr algn="ctr" defTabSz="1219080">
              <a:defRPr sz="1000" b="1">
                <a:solidFill>
                  <a:srgbClr val="44546A"/>
                </a:solidFill>
                <a:cs typeface="Calibri" panose="020F0502020204030204" pitchFamily="34" charset="0"/>
              </a:defRPr>
            </a:lvl1p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CTA sub.</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30" name="5-Point Star 5">
            <a:extLst>
              <a:ext uri="{FF2B5EF4-FFF2-40B4-BE49-F238E27FC236}">
                <a16:creationId xmlns:a16="http://schemas.microsoft.com/office/drawing/2014/main" id="{BFE7B541-FAA3-F4E7-BB52-CC3A5279108D}"/>
              </a:ext>
            </a:extLst>
          </p:cNvPr>
          <p:cNvSpPr/>
          <p:nvPr/>
        </p:nvSpPr>
        <p:spPr>
          <a:xfrm>
            <a:off x="2918930" y="4508289"/>
            <a:ext cx="154005" cy="160143"/>
          </a:xfrm>
          <a:prstGeom prst="flowChartDecision">
            <a:avLst/>
          </a:prstGeom>
          <a:solidFill>
            <a:srgbClr val="FFD03D"/>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31" name="OTLSHAPE_T_e17f3958430f4cff8650518c93c7635e_StartDate">
            <a:extLst>
              <a:ext uri="{FF2B5EF4-FFF2-40B4-BE49-F238E27FC236}">
                <a16:creationId xmlns:a16="http://schemas.microsoft.com/office/drawing/2014/main" id="{8BF3396B-E0A2-3630-4D9F-A51680064DD1}"/>
              </a:ext>
            </a:extLst>
          </p:cNvPr>
          <p:cNvSpPr txBox="1"/>
          <p:nvPr>
            <p:custDataLst>
              <p:tags r:id="rId9"/>
            </p:custDataLst>
          </p:nvPr>
        </p:nvSpPr>
        <p:spPr>
          <a:xfrm>
            <a:off x="2567295" y="4650103"/>
            <a:ext cx="682623" cy="215444"/>
          </a:xfrm>
          <a:prstGeom prst="rect">
            <a:avLst/>
          </a:prstGeom>
        </p:spPr>
        <p:txBody>
          <a:bodyPr wrap="square">
            <a:spAutoFit/>
          </a:bodyPr>
          <a:lstStyle>
            <a:defPPr>
              <a:defRPr lang="zh-CN"/>
            </a:defPPr>
            <a:lvl1pPr algn="ctr" defTabSz="1219080">
              <a:defRPr sz="1000" b="1">
                <a:solidFill>
                  <a:srgbClr val="44546A"/>
                </a:solidFill>
                <a:cs typeface="Calibri" panose="020F0502020204030204" pitchFamily="34" charset="0"/>
              </a:defRPr>
            </a:lvl1p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CTA appr.</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32" name="OTLSHAPE_T_e17f3958430f4cff8650518c93c7635e_StartDate">
            <a:extLst>
              <a:ext uri="{FF2B5EF4-FFF2-40B4-BE49-F238E27FC236}">
                <a16:creationId xmlns:a16="http://schemas.microsoft.com/office/drawing/2014/main" id="{A7CB0C01-AC5B-69AB-62E9-04CA60F99738}"/>
              </a:ext>
            </a:extLst>
          </p:cNvPr>
          <p:cNvSpPr txBox="1"/>
          <p:nvPr>
            <p:custDataLst>
              <p:tags r:id="rId10"/>
            </p:custDataLst>
          </p:nvPr>
        </p:nvSpPr>
        <p:spPr>
          <a:xfrm>
            <a:off x="2727431" y="4335227"/>
            <a:ext cx="435865" cy="123111"/>
          </a:xfrm>
          <a:prstGeom prst="rect">
            <a:avLst/>
          </a:prstGeom>
          <a:noFill/>
        </p:spPr>
        <p:txBody>
          <a:bodyPr vert="horz" wrap="square" lIns="0" tIns="0" rIns="0" bIns="0" rtlCol="0" anchor="ctr" anchorCtr="0">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rPr>
              <a:t>1Jun 2026</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35" name="Star: 4 Points 143">
            <a:extLst>
              <a:ext uri="{FF2B5EF4-FFF2-40B4-BE49-F238E27FC236}">
                <a16:creationId xmlns:a16="http://schemas.microsoft.com/office/drawing/2014/main" id="{744B2DCD-BC6F-025B-7DC1-E8575891BBF0}"/>
              </a:ext>
            </a:extLst>
          </p:cNvPr>
          <p:cNvSpPr/>
          <p:nvPr/>
        </p:nvSpPr>
        <p:spPr bwMode="auto">
          <a:xfrm>
            <a:off x="3417310" y="4508289"/>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86"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36" name="OTLSHAPE_T_e17f3958430f4cff8650518c93c7635e_StartDate">
            <a:extLst>
              <a:ext uri="{FF2B5EF4-FFF2-40B4-BE49-F238E27FC236}">
                <a16:creationId xmlns:a16="http://schemas.microsoft.com/office/drawing/2014/main" id="{C9CC2DB9-2A4A-EA35-0E01-4D140BE6D298}"/>
              </a:ext>
            </a:extLst>
          </p:cNvPr>
          <p:cNvSpPr txBox="1"/>
          <p:nvPr>
            <p:custDataLst>
              <p:tags r:id="rId11"/>
            </p:custDataLst>
          </p:nvPr>
        </p:nvSpPr>
        <p:spPr>
          <a:xfrm>
            <a:off x="3235292" y="4657666"/>
            <a:ext cx="505012" cy="215444"/>
          </a:xfrm>
          <a:prstGeom prst="rect">
            <a:avLst/>
          </a:prstGeom>
        </p:spPr>
        <p:txBody>
          <a:bodyPr wrap="square">
            <a:spAutoFit/>
          </a:bodyPr>
          <a:lstStyle>
            <a:defPPr>
              <a:defRPr lang="zh-CN"/>
            </a:defPPr>
            <a:lvl1pPr algn="ctr" defTabSz="1219080">
              <a:defRPr sz="1000" b="1">
                <a:solidFill>
                  <a:srgbClr val="44546A"/>
                </a:solidFill>
                <a:cs typeface="Calibri" panose="020F0502020204030204" pitchFamily="34" charset="0"/>
              </a:defRPr>
            </a:lvl1p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1</a:t>
            </a:r>
            <a:r>
              <a:rPr kumimoji="0" lang="en-US" altLang="zh-CN" sz="800" b="1" i="0" u="none" strike="noStrike" kern="1200" cap="none" spc="0" normalizeH="0" baseline="30000" noProof="0">
                <a:ln>
                  <a:noFill/>
                </a:ln>
                <a:solidFill>
                  <a:srgbClr val="44546A"/>
                </a:solidFill>
                <a:effectLst/>
                <a:uLnTx/>
                <a:uFillTx/>
                <a:latin typeface="Boehringer Forward Text"/>
                <a:ea typeface="+mn-ea"/>
                <a:cs typeface="Calibri" panose="020F0502020204030204" pitchFamily="34" charset="0"/>
              </a:rPr>
              <a:t>st</a:t>
            </a: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 SIV</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40" name="OTLSHAPE_T_e17f3958430f4cff8650518c93c7635e_StartDate">
            <a:extLst>
              <a:ext uri="{FF2B5EF4-FFF2-40B4-BE49-F238E27FC236}">
                <a16:creationId xmlns:a16="http://schemas.microsoft.com/office/drawing/2014/main" id="{0DF9F63E-5CE0-4F82-032E-52B0A6C0BC98}"/>
              </a:ext>
            </a:extLst>
          </p:cNvPr>
          <p:cNvSpPr txBox="1"/>
          <p:nvPr>
            <p:custDataLst>
              <p:tags r:id="rId12"/>
            </p:custDataLst>
          </p:nvPr>
        </p:nvSpPr>
        <p:spPr>
          <a:xfrm>
            <a:off x="3269865" y="4262068"/>
            <a:ext cx="435865" cy="246221"/>
          </a:xfrm>
          <a:prstGeom prst="rect">
            <a:avLst/>
          </a:prstGeom>
          <a:noFill/>
        </p:spPr>
        <p:txBody>
          <a:bodyPr vert="horz" wrap="square" lIns="0" tIns="0" rIns="0" bIns="0" rtlCol="0" anchor="ctr" anchorCtr="0">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rPr>
              <a:t>10 Aug</a:t>
            </a:r>
          </a:p>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rPr>
              <a:t>2026</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41" name="OTLSHAPE_T_e17f3958430f4cff8650518c93c7635e_StartDate">
            <a:extLst>
              <a:ext uri="{FF2B5EF4-FFF2-40B4-BE49-F238E27FC236}">
                <a16:creationId xmlns:a16="http://schemas.microsoft.com/office/drawing/2014/main" id="{76BF5A8F-2D49-0018-9136-A2220552B15D}"/>
              </a:ext>
            </a:extLst>
          </p:cNvPr>
          <p:cNvSpPr txBox="1"/>
          <p:nvPr>
            <p:custDataLst>
              <p:tags r:id="rId13"/>
            </p:custDataLst>
          </p:nvPr>
        </p:nvSpPr>
        <p:spPr>
          <a:xfrm>
            <a:off x="2680114" y="2752564"/>
            <a:ext cx="505012" cy="200055"/>
          </a:xfrm>
          <a:prstGeom prst="rect">
            <a:avLst/>
          </a:prstGeom>
        </p:spPr>
        <p:txBody>
          <a:bodyPr wrap="square">
            <a:spAutoFit/>
          </a:bodyPr>
          <a:lstStyle>
            <a:defPPr>
              <a:defRPr lang="zh-CN"/>
            </a:defPPr>
            <a:lvl1pPr algn="ctr" defTabSz="1219080">
              <a:defRPr sz="1000" b="1">
                <a:solidFill>
                  <a:srgbClr val="44546A"/>
                </a:solidFill>
                <a:cs typeface="Calibri" panose="020F0502020204030204" pitchFamily="34" charset="0"/>
              </a:defRPr>
            </a:lvl1p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FSS</a:t>
            </a:r>
            <a:endParaRPr kumimoji="0" lang="zh-CN" altLang="en-US" sz="7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42" name="OTLSHAPE_T_e17f3958430f4cff8650518c93c7635e_StartDate">
            <a:extLst>
              <a:ext uri="{FF2B5EF4-FFF2-40B4-BE49-F238E27FC236}">
                <a16:creationId xmlns:a16="http://schemas.microsoft.com/office/drawing/2014/main" id="{9BCF0472-AF6E-0B11-C0A0-B0826703395D}"/>
              </a:ext>
            </a:extLst>
          </p:cNvPr>
          <p:cNvSpPr txBox="1"/>
          <p:nvPr>
            <p:custDataLst>
              <p:tags r:id="rId14"/>
            </p:custDataLst>
          </p:nvPr>
        </p:nvSpPr>
        <p:spPr>
          <a:xfrm>
            <a:off x="6572583" y="2787301"/>
            <a:ext cx="505012" cy="200055"/>
          </a:xfrm>
          <a:prstGeom prst="rect">
            <a:avLst/>
          </a:prstGeom>
        </p:spPr>
        <p:txBody>
          <a:bodyPr wrap="square">
            <a:spAutoFit/>
          </a:bodyPr>
          <a:lstStyle>
            <a:defPPr>
              <a:defRPr lang="zh-CN"/>
            </a:defPPr>
            <a:lvl1pPr algn="ctr" defTabSz="1219080">
              <a:defRPr sz="1000" b="1">
                <a:solidFill>
                  <a:srgbClr val="44546A"/>
                </a:solidFill>
                <a:cs typeface="Calibri" panose="020F0502020204030204" pitchFamily="34" charset="0"/>
              </a:defRPr>
            </a:lvl1p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LSS</a:t>
            </a:r>
            <a:endParaRPr kumimoji="0" lang="zh-CN" altLang="en-US" sz="7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43" name="Rectangle 24">
            <a:extLst>
              <a:ext uri="{FF2B5EF4-FFF2-40B4-BE49-F238E27FC236}">
                <a16:creationId xmlns:a16="http://schemas.microsoft.com/office/drawing/2014/main" id="{A5409F45-BA64-AF7A-4B83-C5B53D65F039}"/>
              </a:ext>
            </a:extLst>
          </p:cNvPr>
          <p:cNvSpPr/>
          <p:nvPr/>
        </p:nvSpPr>
        <p:spPr>
          <a:xfrm>
            <a:off x="6557271" y="2232756"/>
            <a:ext cx="557506" cy="338554"/>
          </a:xfrm>
          <a:prstGeom prst="rect">
            <a:avLst/>
          </a:prstGeom>
        </p:spPr>
        <p:txBody>
          <a:bodyPr wrap="square" lIns="91440" tIns="45720" rIns="91440" bIns="45720" anchor="t">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a:rPr>
              <a:t>23 Jun 2028</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a:endParaRPr>
          </a:p>
        </p:txBody>
      </p:sp>
      <p:sp>
        <p:nvSpPr>
          <p:cNvPr id="52" name="Star: 4 Points 143">
            <a:extLst>
              <a:ext uri="{FF2B5EF4-FFF2-40B4-BE49-F238E27FC236}">
                <a16:creationId xmlns:a16="http://schemas.microsoft.com/office/drawing/2014/main" id="{9088305F-8BA1-E4FF-D176-19AD203C5C91}"/>
              </a:ext>
            </a:extLst>
          </p:cNvPr>
          <p:cNvSpPr/>
          <p:nvPr/>
        </p:nvSpPr>
        <p:spPr bwMode="auto">
          <a:xfrm>
            <a:off x="6722233" y="2646056"/>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86"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56" name="TextBox 85">
            <a:extLst>
              <a:ext uri="{FF2B5EF4-FFF2-40B4-BE49-F238E27FC236}">
                <a16:creationId xmlns:a16="http://schemas.microsoft.com/office/drawing/2014/main" id="{23F99580-0E10-0FC7-3C72-88A523FBBD5E}"/>
              </a:ext>
            </a:extLst>
          </p:cNvPr>
          <p:cNvSpPr txBox="1"/>
          <p:nvPr/>
        </p:nvSpPr>
        <p:spPr bwMode="gray">
          <a:xfrm>
            <a:off x="839652" y="5464937"/>
            <a:ext cx="11101444" cy="495457"/>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nchor="t">
            <a:spAutoFit/>
          </a:bodyPr>
          <a:lstStyle/>
          <a:p>
            <a:pPr marL="356616" marR="0" lvl="0" indent="-173736" algn="l" defTabSz="914400"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Boehringer Forward Text" panose="020B0504030403020204" pitchFamily="2" charset="0"/>
                <a:ea typeface="+mn-ea"/>
                <a:cs typeface="+mn-cs"/>
              </a:rPr>
              <a:t>The China CTA was submitted on Mar 13, with approval expected by mid-June.</a:t>
            </a:r>
          </a:p>
          <a:p>
            <a:pPr marL="356616" marR="0" lvl="0" indent="-173736" algn="l" defTabSz="914400"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Boehringer Forward Text" panose="020B0504030403020204" pitchFamily="2" charset="0"/>
                <a:ea typeface="+mn-ea"/>
                <a:cs typeface="+mn-cs"/>
              </a:rPr>
              <a:t>The China IM is scheduled for Jul 3 in Shanghai.</a:t>
            </a:r>
            <a:endParaRPr kumimoji="0" lang="en-US" sz="1200" b="0" i="0" u="none" strike="noStrike" kern="1200" cap="none" spc="0" normalizeH="0" baseline="0" noProof="0">
              <a:ln>
                <a:noFill/>
              </a:ln>
              <a:solidFill>
                <a:srgbClr val="000000"/>
              </a:solidFill>
              <a:effectLst/>
              <a:uLnTx/>
              <a:uFillTx/>
              <a:latin typeface="Boehringer Forward Text" panose="020B0504030403020204" pitchFamily="34" charset="0"/>
              <a:ea typeface="+mn-ea"/>
              <a:cs typeface="+mn-cs"/>
            </a:endParaRPr>
          </a:p>
        </p:txBody>
      </p:sp>
      <p:sp>
        <p:nvSpPr>
          <p:cNvPr id="57" name="矩形 20">
            <a:extLst>
              <a:ext uri="{FF2B5EF4-FFF2-40B4-BE49-F238E27FC236}">
                <a16:creationId xmlns:a16="http://schemas.microsoft.com/office/drawing/2014/main" id="{FE95F442-DEBD-E1DF-F9D0-5797CE9ADD0C}"/>
              </a:ext>
            </a:extLst>
          </p:cNvPr>
          <p:cNvSpPr/>
          <p:nvPr/>
        </p:nvSpPr>
        <p:spPr>
          <a:xfrm>
            <a:off x="6795953" y="4359330"/>
            <a:ext cx="3483999" cy="253179"/>
          </a:xfrm>
          <a:prstGeom prst="rect">
            <a:avLst/>
          </a:prstGeom>
          <a:pattFill prst="pct25">
            <a:fgClr>
              <a:srgbClr val="1AAA42"/>
            </a:fgClr>
            <a:bgClr>
              <a:srgbClr val="FFFFFF"/>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p:spPr>
        <p:txBody>
          <a:bodyPr vert="horz" wrap="square" lIns="91440" tIns="45720" rIns="91440" bIns="45720" numCol="1" rtlCol="0" anchor="t" anchorCtr="0" compatLnSpc="1">
            <a:prstTxWarp prst="textNoShape">
              <a:avLst/>
            </a:prstTxWarp>
          </a:bodyP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altLang="zh-CN" sz="933" b="1" i="0" u="none" strike="noStrike" kern="0" cap="none" spc="-7" normalizeH="0" baseline="0" noProof="0">
              <a:ln>
                <a:noFill/>
              </a:ln>
              <a:solidFill>
                <a:srgbClr val="000000"/>
              </a:solidFill>
              <a:effectLst/>
              <a:uLnTx/>
              <a:uFillTx/>
              <a:latin typeface="Boehringer Forward Text"/>
              <a:ea typeface="+mn-ea"/>
              <a:cs typeface="+mn-cs"/>
            </a:endParaRPr>
          </a:p>
        </p:txBody>
      </p:sp>
      <p:sp>
        <p:nvSpPr>
          <p:cNvPr id="58" name="Rectangle 37">
            <a:extLst>
              <a:ext uri="{FF2B5EF4-FFF2-40B4-BE49-F238E27FC236}">
                <a16:creationId xmlns:a16="http://schemas.microsoft.com/office/drawing/2014/main" id="{31AF628A-1F60-6D6C-2B75-2F2B72E8A3E6}"/>
              </a:ext>
            </a:extLst>
          </p:cNvPr>
          <p:cNvSpPr/>
          <p:nvPr/>
        </p:nvSpPr>
        <p:spPr>
          <a:xfrm>
            <a:off x="9404713" y="3498984"/>
            <a:ext cx="452144" cy="123111"/>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NDA appr.</a:t>
            </a:r>
          </a:p>
        </p:txBody>
      </p:sp>
      <p:pic>
        <p:nvPicPr>
          <p:cNvPr id="59" name="Graphic 51" descr="Flag with solid fill">
            <a:extLst>
              <a:ext uri="{FF2B5EF4-FFF2-40B4-BE49-F238E27FC236}">
                <a16:creationId xmlns:a16="http://schemas.microsoft.com/office/drawing/2014/main" id="{A20F364D-F872-2640-0347-ECE9DDCC4F13}"/>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9521439" y="3140536"/>
            <a:ext cx="285241" cy="285241"/>
          </a:xfrm>
          <a:prstGeom prst="rect">
            <a:avLst/>
          </a:prstGeom>
        </p:spPr>
      </p:pic>
      <p:sp>
        <p:nvSpPr>
          <p:cNvPr id="60" name="Rectangle 37">
            <a:extLst>
              <a:ext uri="{FF2B5EF4-FFF2-40B4-BE49-F238E27FC236}">
                <a16:creationId xmlns:a16="http://schemas.microsoft.com/office/drawing/2014/main" id="{D92D8F0E-D8D2-042B-1245-DF547778E504}"/>
              </a:ext>
            </a:extLst>
          </p:cNvPr>
          <p:cNvSpPr/>
          <p:nvPr/>
        </p:nvSpPr>
        <p:spPr>
          <a:xfrm>
            <a:off x="9370552" y="2978243"/>
            <a:ext cx="571349" cy="123111"/>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20 Mar 2030</a:t>
            </a:r>
          </a:p>
        </p:txBody>
      </p:sp>
      <p:sp>
        <p:nvSpPr>
          <p:cNvPr id="61" name="Rectangle 37">
            <a:extLst>
              <a:ext uri="{FF2B5EF4-FFF2-40B4-BE49-F238E27FC236}">
                <a16:creationId xmlns:a16="http://schemas.microsoft.com/office/drawing/2014/main" id="{7EF5BFFE-E1FD-C55F-6B7E-B5C44932B16B}"/>
              </a:ext>
            </a:extLst>
          </p:cNvPr>
          <p:cNvSpPr/>
          <p:nvPr/>
        </p:nvSpPr>
        <p:spPr>
          <a:xfrm>
            <a:off x="8827070" y="5259386"/>
            <a:ext cx="472206" cy="1384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NDA sub.</a:t>
            </a:r>
          </a:p>
        </p:txBody>
      </p:sp>
      <p:pic>
        <p:nvPicPr>
          <p:cNvPr id="62" name="Graphic 51" descr="Flag with solid fill">
            <a:extLst>
              <a:ext uri="{FF2B5EF4-FFF2-40B4-BE49-F238E27FC236}">
                <a16:creationId xmlns:a16="http://schemas.microsoft.com/office/drawing/2014/main" id="{EE9BB700-1FED-FF8A-77E3-79DE9E398B8A}"/>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8969110" y="4870759"/>
            <a:ext cx="285241" cy="285241"/>
          </a:xfrm>
          <a:prstGeom prst="rect">
            <a:avLst/>
          </a:prstGeom>
        </p:spPr>
      </p:pic>
      <p:sp>
        <p:nvSpPr>
          <p:cNvPr id="63" name="Rectangle 37">
            <a:extLst>
              <a:ext uri="{FF2B5EF4-FFF2-40B4-BE49-F238E27FC236}">
                <a16:creationId xmlns:a16="http://schemas.microsoft.com/office/drawing/2014/main" id="{F7839920-451E-A3B3-030B-602921E04EC6}"/>
              </a:ext>
            </a:extLst>
          </p:cNvPr>
          <p:cNvSpPr/>
          <p:nvPr/>
        </p:nvSpPr>
        <p:spPr>
          <a:xfrm>
            <a:off x="8778189" y="4705429"/>
            <a:ext cx="645850" cy="1384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22 Oct 2029</a:t>
            </a:r>
          </a:p>
        </p:txBody>
      </p:sp>
      <p:sp>
        <p:nvSpPr>
          <p:cNvPr id="64" name="Rectangle 37">
            <a:extLst>
              <a:ext uri="{FF2B5EF4-FFF2-40B4-BE49-F238E27FC236}">
                <a16:creationId xmlns:a16="http://schemas.microsoft.com/office/drawing/2014/main" id="{DE6B6773-737D-9036-5A0E-9721D2494E75}"/>
              </a:ext>
            </a:extLst>
          </p:cNvPr>
          <p:cNvSpPr/>
          <p:nvPr/>
        </p:nvSpPr>
        <p:spPr>
          <a:xfrm>
            <a:off x="9547394" y="5188050"/>
            <a:ext cx="624022" cy="246221"/>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NDA appr. (best case)</a:t>
            </a:r>
          </a:p>
        </p:txBody>
      </p:sp>
      <p:pic>
        <p:nvPicPr>
          <p:cNvPr id="65" name="Graphic 51" descr="Flag with solid fill">
            <a:extLst>
              <a:ext uri="{FF2B5EF4-FFF2-40B4-BE49-F238E27FC236}">
                <a16:creationId xmlns:a16="http://schemas.microsoft.com/office/drawing/2014/main" id="{3D9A4153-F517-F851-2F94-0D69E39E4A72}"/>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9759135" y="4882155"/>
            <a:ext cx="285241" cy="285241"/>
          </a:xfrm>
          <a:prstGeom prst="rect">
            <a:avLst/>
          </a:prstGeom>
        </p:spPr>
      </p:pic>
      <p:sp>
        <p:nvSpPr>
          <p:cNvPr id="66" name="Rectangle 37">
            <a:extLst>
              <a:ext uri="{FF2B5EF4-FFF2-40B4-BE49-F238E27FC236}">
                <a16:creationId xmlns:a16="http://schemas.microsoft.com/office/drawing/2014/main" id="{80CFD6AA-98E3-12A7-AE7C-39771C57987D}"/>
              </a:ext>
            </a:extLst>
          </p:cNvPr>
          <p:cNvSpPr/>
          <p:nvPr/>
        </p:nvSpPr>
        <p:spPr>
          <a:xfrm>
            <a:off x="9593945" y="4686867"/>
            <a:ext cx="624021" cy="123111"/>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20 Aug 2030</a:t>
            </a:r>
          </a:p>
        </p:txBody>
      </p:sp>
      <p:sp>
        <p:nvSpPr>
          <p:cNvPr id="16" name="Rectangle 31">
            <a:extLst>
              <a:ext uri="{FF2B5EF4-FFF2-40B4-BE49-F238E27FC236}">
                <a16:creationId xmlns:a16="http://schemas.microsoft.com/office/drawing/2014/main" id="{EC057953-E896-3007-B986-8BA60390241A}"/>
              </a:ext>
            </a:extLst>
          </p:cNvPr>
          <p:cNvSpPr/>
          <p:nvPr/>
        </p:nvSpPr>
        <p:spPr>
          <a:xfrm>
            <a:off x="2250713" y="4184598"/>
            <a:ext cx="565156" cy="338554"/>
          </a:xfrm>
          <a:prstGeom prst="rect">
            <a:avLst/>
          </a:prstGeom>
        </p:spPr>
        <p:txBody>
          <a:bodyPr wrap="squar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13 Mar 2026</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Tree>
    <p:extLst>
      <p:ext uri="{BB962C8B-B14F-4D97-AF65-F5344CB8AC3E}">
        <p14:creationId xmlns:p14="http://schemas.microsoft.com/office/powerpoint/2010/main" val="40059907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OTLSHAPE_T_e17f3958430f4cff8650518c93c7635e_Shape">
            <a:extLst>
              <a:ext uri="{FF2B5EF4-FFF2-40B4-BE49-F238E27FC236}">
                <a16:creationId xmlns:a16="http://schemas.microsoft.com/office/drawing/2014/main" id="{B4E8BEE0-0EB3-40D8-9AA2-B2BC6D502A8C}"/>
              </a:ext>
            </a:extLst>
          </p:cNvPr>
          <p:cNvSpPr/>
          <p:nvPr>
            <p:custDataLst>
              <p:tags r:id="rId1"/>
            </p:custDataLst>
          </p:nvPr>
        </p:nvSpPr>
        <p:spPr bwMode="auto">
          <a:xfrm>
            <a:off x="369569" y="2075391"/>
            <a:ext cx="5577546" cy="192711"/>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9110" rtl="0" eaLnBrk="0" fontAlgn="base" latinLnBrk="0" hangingPunct="0">
              <a:lnSpc>
                <a:spcPct val="100000"/>
              </a:lnSpc>
              <a:spcBef>
                <a:spcPct val="0"/>
              </a:spcBef>
              <a:spcAft>
                <a:spcPct val="0"/>
              </a:spcAft>
              <a:buClrTx/>
              <a:buSzTx/>
              <a:buFontTx/>
              <a:buNone/>
              <a:tabLst/>
              <a:defRPr/>
            </a:pPr>
            <a:endParaRPr kumimoji="0" lang="zh-CN" altLang="en-US" sz="10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4" name="Title 3"/>
          <p:cNvSpPr>
            <a:spLocks noGrp="1"/>
          </p:cNvSpPr>
          <p:nvPr>
            <p:ph type="title"/>
          </p:nvPr>
        </p:nvSpPr>
        <p:spPr>
          <a:xfrm>
            <a:off x="346236" y="281595"/>
            <a:ext cx="11333146" cy="720000"/>
          </a:xfrm>
        </p:spPr>
        <p:txBody>
          <a:bodyPr>
            <a:normAutofit fontScale="90000"/>
          </a:bodyPr>
          <a:lstStyle/>
          <a:p>
            <a:r>
              <a:rPr lang="en-US" altLang="zh-CN" sz="2400" b="0" i="1" u="sng">
                <a:ea typeface="+mn-ea"/>
                <a:cs typeface="Calibri" panose="020F0502020204030204" pitchFamily="34" charset="0"/>
              </a:rPr>
              <a:t>Ongoing: </a:t>
            </a:r>
            <a:r>
              <a:rPr lang="en-US" altLang="zh-CN" sz="2400" b="0" i="1">
                <a:cs typeface="Calibri" panose="020F0502020204030204" pitchFamily="34" charset="0"/>
              </a:rPr>
              <a:t>Nerandomilast (PDE4b inhibitor): </a:t>
            </a:r>
            <a:r>
              <a:rPr lang="en-US" altLang="zh-CN" sz="2400" b="0">
                <a:cs typeface="Calibri" panose="020F0502020204030204" pitchFamily="34" charset="0"/>
              </a:rPr>
              <a:t>Systemic Sclerosis (</a:t>
            </a:r>
            <a:r>
              <a:rPr lang="en-US" altLang="zh-CN" sz="2400" b="0" err="1">
                <a:ea typeface="+mn-ea"/>
                <a:cs typeface="Calibri" panose="020F0502020204030204" pitchFamily="34" charset="0"/>
              </a:rPr>
              <a:t>SSc</a:t>
            </a:r>
            <a:r>
              <a:rPr lang="en-US" altLang="zh-CN" sz="2400" b="0">
                <a:ea typeface="+mn-ea"/>
                <a:cs typeface="Calibri" panose="020F0502020204030204" pitchFamily="34" charset="0"/>
              </a:rPr>
              <a:t>) Development Plan</a:t>
            </a:r>
            <a:endParaRPr lang="zh-CN" altLang="en-US" sz="2400" b="0">
              <a:ea typeface="+mn-ea"/>
              <a:cs typeface="Calibri" panose="020F0502020204030204" pitchFamily="34" charset="0"/>
            </a:endParaRPr>
          </a:p>
        </p:txBody>
      </p:sp>
      <p:cxnSp>
        <p:nvCxnSpPr>
          <p:cNvPr id="9" name="Straight Connector 8">
            <a:extLst>
              <a:ext uri="{FF2B5EF4-FFF2-40B4-BE49-F238E27FC236}">
                <a16:creationId xmlns:a16="http://schemas.microsoft.com/office/drawing/2014/main" id="{9C165100-0114-4167-8FF0-BFF01B293D04}"/>
              </a:ext>
            </a:extLst>
          </p:cNvPr>
          <p:cNvCxnSpPr>
            <a:cxnSpLocks/>
          </p:cNvCxnSpPr>
          <p:nvPr/>
        </p:nvCxnSpPr>
        <p:spPr bwMode="auto">
          <a:xfrm flipH="1">
            <a:off x="-24703" y="3584239"/>
            <a:ext cx="1216800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graphicFrame>
        <p:nvGraphicFramePr>
          <p:cNvPr id="49" name="Table 48">
            <a:extLst>
              <a:ext uri="{FF2B5EF4-FFF2-40B4-BE49-F238E27FC236}">
                <a16:creationId xmlns:a16="http://schemas.microsoft.com/office/drawing/2014/main" id="{EB1832F7-86BE-4DEE-91F1-447638E4A957}"/>
              </a:ext>
            </a:extLst>
          </p:cNvPr>
          <p:cNvGraphicFramePr>
            <a:graphicFrameLocks noGrp="1"/>
          </p:cNvGraphicFramePr>
          <p:nvPr/>
        </p:nvGraphicFramePr>
        <p:xfrm>
          <a:off x="369569" y="1039091"/>
          <a:ext cx="11669672" cy="685800"/>
        </p:xfrm>
        <a:graphic>
          <a:graphicData uri="http://schemas.openxmlformats.org/drawingml/2006/table">
            <a:tbl>
              <a:tblPr firstRow="1" bandRow="1"/>
              <a:tblGrid>
                <a:gridCol w="416774">
                  <a:extLst>
                    <a:ext uri="{9D8B030D-6E8A-4147-A177-3AD203B41FA5}">
                      <a16:colId xmlns:a16="http://schemas.microsoft.com/office/drawing/2014/main" val="3696607442"/>
                    </a:ext>
                  </a:extLst>
                </a:gridCol>
                <a:gridCol w="416774">
                  <a:extLst>
                    <a:ext uri="{9D8B030D-6E8A-4147-A177-3AD203B41FA5}">
                      <a16:colId xmlns:a16="http://schemas.microsoft.com/office/drawing/2014/main" val="223989776"/>
                    </a:ext>
                  </a:extLst>
                </a:gridCol>
                <a:gridCol w="416774">
                  <a:extLst>
                    <a:ext uri="{9D8B030D-6E8A-4147-A177-3AD203B41FA5}">
                      <a16:colId xmlns:a16="http://schemas.microsoft.com/office/drawing/2014/main" val="124731204"/>
                    </a:ext>
                  </a:extLst>
                </a:gridCol>
                <a:gridCol w="416774">
                  <a:extLst>
                    <a:ext uri="{9D8B030D-6E8A-4147-A177-3AD203B41FA5}">
                      <a16:colId xmlns:a16="http://schemas.microsoft.com/office/drawing/2014/main" val="3066978585"/>
                    </a:ext>
                  </a:extLst>
                </a:gridCol>
                <a:gridCol w="416774">
                  <a:extLst>
                    <a:ext uri="{9D8B030D-6E8A-4147-A177-3AD203B41FA5}">
                      <a16:colId xmlns:a16="http://schemas.microsoft.com/office/drawing/2014/main" val="1064917641"/>
                    </a:ext>
                  </a:extLst>
                </a:gridCol>
                <a:gridCol w="416774">
                  <a:extLst>
                    <a:ext uri="{9D8B030D-6E8A-4147-A177-3AD203B41FA5}">
                      <a16:colId xmlns:a16="http://schemas.microsoft.com/office/drawing/2014/main" val="4221117315"/>
                    </a:ext>
                  </a:extLst>
                </a:gridCol>
                <a:gridCol w="416774">
                  <a:extLst>
                    <a:ext uri="{9D8B030D-6E8A-4147-A177-3AD203B41FA5}">
                      <a16:colId xmlns:a16="http://schemas.microsoft.com/office/drawing/2014/main" val="3266065341"/>
                    </a:ext>
                  </a:extLst>
                </a:gridCol>
                <a:gridCol w="416774">
                  <a:extLst>
                    <a:ext uri="{9D8B030D-6E8A-4147-A177-3AD203B41FA5}">
                      <a16:colId xmlns:a16="http://schemas.microsoft.com/office/drawing/2014/main" val="2374051224"/>
                    </a:ext>
                  </a:extLst>
                </a:gridCol>
                <a:gridCol w="416774">
                  <a:extLst>
                    <a:ext uri="{9D8B030D-6E8A-4147-A177-3AD203B41FA5}">
                      <a16:colId xmlns:a16="http://schemas.microsoft.com/office/drawing/2014/main" val="1840388365"/>
                    </a:ext>
                  </a:extLst>
                </a:gridCol>
                <a:gridCol w="416774">
                  <a:extLst>
                    <a:ext uri="{9D8B030D-6E8A-4147-A177-3AD203B41FA5}">
                      <a16:colId xmlns:a16="http://schemas.microsoft.com/office/drawing/2014/main" val="267750830"/>
                    </a:ext>
                  </a:extLst>
                </a:gridCol>
                <a:gridCol w="416774">
                  <a:extLst>
                    <a:ext uri="{9D8B030D-6E8A-4147-A177-3AD203B41FA5}">
                      <a16:colId xmlns:a16="http://schemas.microsoft.com/office/drawing/2014/main" val="3966469970"/>
                    </a:ext>
                  </a:extLst>
                </a:gridCol>
                <a:gridCol w="416774">
                  <a:extLst>
                    <a:ext uri="{9D8B030D-6E8A-4147-A177-3AD203B41FA5}">
                      <a16:colId xmlns:a16="http://schemas.microsoft.com/office/drawing/2014/main" val="2522973146"/>
                    </a:ext>
                  </a:extLst>
                </a:gridCol>
                <a:gridCol w="416774">
                  <a:extLst>
                    <a:ext uri="{9D8B030D-6E8A-4147-A177-3AD203B41FA5}">
                      <a16:colId xmlns:a16="http://schemas.microsoft.com/office/drawing/2014/main" val="3852236956"/>
                    </a:ext>
                  </a:extLst>
                </a:gridCol>
                <a:gridCol w="416774">
                  <a:extLst>
                    <a:ext uri="{9D8B030D-6E8A-4147-A177-3AD203B41FA5}">
                      <a16:colId xmlns:a16="http://schemas.microsoft.com/office/drawing/2014/main" val="2684703990"/>
                    </a:ext>
                  </a:extLst>
                </a:gridCol>
                <a:gridCol w="416774">
                  <a:extLst>
                    <a:ext uri="{9D8B030D-6E8A-4147-A177-3AD203B41FA5}">
                      <a16:colId xmlns:a16="http://schemas.microsoft.com/office/drawing/2014/main" val="493228184"/>
                    </a:ext>
                  </a:extLst>
                </a:gridCol>
                <a:gridCol w="416774">
                  <a:extLst>
                    <a:ext uri="{9D8B030D-6E8A-4147-A177-3AD203B41FA5}">
                      <a16:colId xmlns:a16="http://schemas.microsoft.com/office/drawing/2014/main" val="1381913138"/>
                    </a:ext>
                  </a:extLst>
                </a:gridCol>
                <a:gridCol w="416774">
                  <a:extLst>
                    <a:ext uri="{9D8B030D-6E8A-4147-A177-3AD203B41FA5}">
                      <a16:colId xmlns:a16="http://schemas.microsoft.com/office/drawing/2014/main" val="2981130253"/>
                    </a:ext>
                  </a:extLst>
                </a:gridCol>
                <a:gridCol w="416774">
                  <a:extLst>
                    <a:ext uri="{9D8B030D-6E8A-4147-A177-3AD203B41FA5}">
                      <a16:colId xmlns:a16="http://schemas.microsoft.com/office/drawing/2014/main" val="1079565870"/>
                    </a:ext>
                  </a:extLst>
                </a:gridCol>
                <a:gridCol w="416774">
                  <a:extLst>
                    <a:ext uri="{9D8B030D-6E8A-4147-A177-3AD203B41FA5}">
                      <a16:colId xmlns:a16="http://schemas.microsoft.com/office/drawing/2014/main" val="3858798142"/>
                    </a:ext>
                  </a:extLst>
                </a:gridCol>
                <a:gridCol w="416774">
                  <a:extLst>
                    <a:ext uri="{9D8B030D-6E8A-4147-A177-3AD203B41FA5}">
                      <a16:colId xmlns:a16="http://schemas.microsoft.com/office/drawing/2014/main" val="3644221336"/>
                    </a:ext>
                  </a:extLst>
                </a:gridCol>
                <a:gridCol w="416774">
                  <a:extLst>
                    <a:ext uri="{9D8B030D-6E8A-4147-A177-3AD203B41FA5}">
                      <a16:colId xmlns:a16="http://schemas.microsoft.com/office/drawing/2014/main" val="2294277384"/>
                    </a:ext>
                  </a:extLst>
                </a:gridCol>
                <a:gridCol w="416774">
                  <a:extLst>
                    <a:ext uri="{9D8B030D-6E8A-4147-A177-3AD203B41FA5}">
                      <a16:colId xmlns:a16="http://schemas.microsoft.com/office/drawing/2014/main" val="3507583475"/>
                    </a:ext>
                  </a:extLst>
                </a:gridCol>
                <a:gridCol w="416774">
                  <a:extLst>
                    <a:ext uri="{9D8B030D-6E8A-4147-A177-3AD203B41FA5}">
                      <a16:colId xmlns:a16="http://schemas.microsoft.com/office/drawing/2014/main" val="886327182"/>
                    </a:ext>
                  </a:extLst>
                </a:gridCol>
                <a:gridCol w="416774">
                  <a:extLst>
                    <a:ext uri="{9D8B030D-6E8A-4147-A177-3AD203B41FA5}">
                      <a16:colId xmlns:a16="http://schemas.microsoft.com/office/drawing/2014/main" val="1377691189"/>
                    </a:ext>
                  </a:extLst>
                </a:gridCol>
                <a:gridCol w="416774">
                  <a:extLst>
                    <a:ext uri="{9D8B030D-6E8A-4147-A177-3AD203B41FA5}">
                      <a16:colId xmlns:a16="http://schemas.microsoft.com/office/drawing/2014/main" val="3833544948"/>
                    </a:ext>
                  </a:extLst>
                </a:gridCol>
                <a:gridCol w="416774">
                  <a:extLst>
                    <a:ext uri="{9D8B030D-6E8A-4147-A177-3AD203B41FA5}">
                      <a16:colId xmlns:a16="http://schemas.microsoft.com/office/drawing/2014/main" val="1839448441"/>
                    </a:ext>
                  </a:extLst>
                </a:gridCol>
                <a:gridCol w="416774">
                  <a:extLst>
                    <a:ext uri="{9D8B030D-6E8A-4147-A177-3AD203B41FA5}">
                      <a16:colId xmlns:a16="http://schemas.microsoft.com/office/drawing/2014/main" val="3130983783"/>
                    </a:ext>
                  </a:extLst>
                </a:gridCol>
                <a:gridCol w="416774">
                  <a:extLst>
                    <a:ext uri="{9D8B030D-6E8A-4147-A177-3AD203B41FA5}">
                      <a16:colId xmlns:a16="http://schemas.microsoft.com/office/drawing/2014/main" val="2768341058"/>
                    </a:ext>
                  </a:extLst>
                </a:gridCol>
              </a:tblGrid>
              <a:tr h="209835">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2025</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2026</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2027</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2028</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2029</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2030</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2031</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426720">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Q1</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Q1</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2722476245"/>
                  </a:ext>
                </a:extLst>
              </a:tr>
            </a:tbl>
          </a:graphicData>
        </a:graphic>
      </p:graphicFrame>
      <p:sp>
        <p:nvSpPr>
          <p:cNvPr id="50" name="Isosceles Triangle 49"/>
          <p:cNvSpPr/>
          <p:nvPr/>
        </p:nvSpPr>
        <p:spPr>
          <a:xfrm rot="16200000" flipH="1">
            <a:off x="-97992" y="1209843"/>
            <a:ext cx="648393" cy="227349"/>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51" name="Isosceles Triangle 50"/>
          <p:cNvSpPr/>
          <p:nvPr/>
        </p:nvSpPr>
        <p:spPr>
          <a:xfrm rot="5400000">
            <a:off x="11828683" y="1190892"/>
            <a:ext cx="648393" cy="227349"/>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44" name="TextBox 43"/>
          <p:cNvSpPr txBox="1"/>
          <p:nvPr/>
        </p:nvSpPr>
        <p:spPr>
          <a:xfrm>
            <a:off x="0" y="2014615"/>
            <a:ext cx="572911" cy="328423"/>
          </a:xfrm>
          <a:prstGeom prst="rect">
            <a:avLst/>
          </a:prstGeom>
          <a:noFill/>
          <a:ln>
            <a:solidFill>
              <a:schemeClr val="accent1"/>
            </a:solidFill>
          </a:ln>
        </p:spPr>
        <p:txBody>
          <a:bodyPr wrap="square" lIns="0" tIns="0" rIns="0" bIns="0" rtlCol="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Ph2b-1305.40</a:t>
            </a:r>
          </a:p>
        </p:txBody>
      </p:sp>
      <p:sp>
        <p:nvSpPr>
          <p:cNvPr id="45" name="TextBox 44"/>
          <p:cNvSpPr txBox="1"/>
          <p:nvPr/>
        </p:nvSpPr>
        <p:spPr>
          <a:xfrm>
            <a:off x="48755" y="4065728"/>
            <a:ext cx="619207" cy="328423"/>
          </a:xfrm>
          <a:prstGeom prst="rect">
            <a:avLst/>
          </a:prstGeom>
          <a:noFill/>
          <a:ln>
            <a:solidFill>
              <a:schemeClr val="accent1"/>
            </a:solidFill>
          </a:ln>
        </p:spPr>
        <p:txBody>
          <a:bodyPr wrap="square" lIns="0" tIns="0" rIns="0" bIns="0" rtlCol="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Ph3-</a:t>
            </a:r>
          </a:p>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1305.52</a:t>
            </a:r>
          </a:p>
        </p:txBody>
      </p:sp>
      <p:sp>
        <p:nvSpPr>
          <p:cNvPr id="58" name="OTLSHAPE_T_e17f3958430f4cff8650518c93c7635e_StartDate">
            <a:extLst>
              <a:ext uri="{FF2B5EF4-FFF2-40B4-BE49-F238E27FC236}">
                <a16:creationId xmlns:a16="http://schemas.microsoft.com/office/drawing/2014/main" id="{9224C17E-1AA1-4096-A3FD-25D6FD8BA444}"/>
              </a:ext>
            </a:extLst>
          </p:cNvPr>
          <p:cNvSpPr txBox="1"/>
          <p:nvPr>
            <p:custDataLst>
              <p:tags r:id="rId2"/>
            </p:custDataLst>
          </p:nvPr>
        </p:nvSpPr>
        <p:spPr>
          <a:xfrm>
            <a:off x="8896329" y="2543610"/>
            <a:ext cx="693698" cy="287130"/>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12Apr </a:t>
            </a:r>
          </a:p>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2030</a:t>
            </a:r>
            <a:endParaRPr kumimoji="0" lang="zh-CN" altLang="en-US" sz="933"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74" name="Rectangle 37"/>
          <p:cNvSpPr/>
          <p:nvPr/>
        </p:nvSpPr>
        <p:spPr>
          <a:xfrm>
            <a:off x="9461238" y="2564535"/>
            <a:ext cx="643057" cy="2769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Aug </a:t>
            </a:r>
          </a:p>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2030</a:t>
            </a:r>
            <a:endParaRPr kumimoji="0" lang="zh-CN" altLang="en-US"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76" name="Rectangle 37"/>
          <p:cNvSpPr/>
          <p:nvPr/>
        </p:nvSpPr>
        <p:spPr>
          <a:xfrm>
            <a:off x="10206505" y="2556885"/>
            <a:ext cx="643057" cy="2769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Feb</a:t>
            </a:r>
          </a:p>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2031</a:t>
            </a:r>
            <a:endParaRPr kumimoji="0" lang="zh-CN" altLang="en-US"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91" name="Freeform: Shape 152">
            <a:extLst>
              <a:ext uri="{FF2B5EF4-FFF2-40B4-BE49-F238E27FC236}">
                <a16:creationId xmlns:a16="http://schemas.microsoft.com/office/drawing/2014/main" id="{808EC121-D3B7-4E05-908F-C8EFBD0CB71E}"/>
              </a:ext>
            </a:extLst>
          </p:cNvPr>
          <p:cNvSpPr/>
          <p:nvPr/>
        </p:nvSpPr>
        <p:spPr bwMode="auto">
          <a:xfrm>
            <a:off x="48865" y="3684009"/>
            <a:ext cx="1030308" cy="254541"/>
          </a:xfrm>
          <a:custGeom>
            <a:avLst/>
            <a:gdLst>
              <a:gd name="connsiteX0" fmla="*/ 95453 w 852935"/>
              <a:gd name="connsiteY0" fmla="*/ 0 h 190906"/>
              <a:gd name="connsiteX1" fmla="*/ 852935 w 852935"/>
              <a:gd name="connsiteY1" fmla="*/ 0 h 190906"/>
              <a:gd name="connsiteX2" fmla="*/ 852935 w 852935"/>
              <a:gd name="connsiteY2" fmla="*/ 190906 h 190906"/>
              <a:gd name="connsiteX3" fmla="*/ 95453 w 852935"/>
              <a:gd name="connsiteY3" fmla="*/ 190906 h 190906"/>
              <a:gd name="connsiteX4" fmla="*/ 0 w 852935"/>
              <a:gd name="connsiteY4" fmla="*/ 95453 h 190906"/>
              <a:gd name="connsiteX5" fmla="*/ 95453 w 852935"/>
              <a:gd name="connsiteY5" fmla="*/ 0 h 190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2935" h="190906">
                <a:moveTo>
                  <a:pt x="95453" y="0"/>
                </a:moveTo>
                <a:lnTo>
                  <a:pt x="852935" y="0"/>
                </a:lnTo>
                <a:lnTo>
                  <a:pt x="852935" y="190906"/>
                </a:lnTo>
                <a:lnTo>
                  <a:pt x="95453" y="190906"/>
                </a:lnTo>
                <a:cubicBezTo>
                  <a:pt x="42736" y="190906"/>
                  <a:pt x="0" y="148170"/>
                  <a:pt x="0" y="95453"/>
                </a:cubicBezTo>
                <a:cubicBezTo>
                  <a:pt x="0" y="42736"/>
                  <a:pt x="42736" y="0"/>
                  <a:pt x="95453" y="0"/>
                </a:cubicBezTo>
                <a:close/>
              </a:path>
            </a:pathLst>
          </a:custGeom>
          <a:solidFill>
            <a:srgbClr val="00467E"/>
          </a:solidFill>
          <a:ln w="9525" cap="flat" cmpd="sng" algn="ctr">
            <a:solidFill>
              <a:srgbClr val="00467E"/>
            </a:solidFill>
            <a:prstDash val="solid"/>
            <a:round/>
            <a:headEnd type="none" w="med" len="med"/>
            <a:tailEnd type="none" w="med" len="med"/>
          </a:ln>
          <a:effectLst/>
        </p:spPr>
        <p:txBody>
          <a:bodyPr vert="horz" wrap="square" lIns="487680" tIns="45720" rIns="91440" bIns="45720" numCol="1" rtlCol="0" anchor="ctr" anchorCtr="0" compatLnSpc="1">
            <a:prstTxWarp prst="textNoShape">
              <a:avLst/>
            </a:prstTxWarp>
            <a:noAutofit/>
          </a:bodyPr>
          <a:lstStyle/>
          <a:p>
            <a:pPr marL="0" marR="0" lvl="0" indent="0" algn="l" defTabSz="1219110" rtl="0" eaLnBrk="0" fontAlgn="base" latinLnBrk="0" hangingPunct="0">
              <a:lnSpc>
                <a:spcPct val="100000"/>
              </a:lnSpc>
              <a:spcBef>
                <a:spcPct val="0"/>
              </a:spcBef>
              <a:spcAft>
                <a:spcPct val="0"/>
              </a:spcAft>
              <a:buClrTx/>
              <a:buSzTx/>
              <a:buFontTx/>
              <a:buNone/>
              <a:tabLst/>
              <a:defRPr/>
            </a:pPr>
            <a:r>
              <a:rPr kumimoji="0" lang="en-US" altLang="zh-CN" sz="1100" b="1" i="0" u="none" strike="noStrike" kern="0" cap="none" spc="0" normalizeH="0" baseline="0" noProof="0">
                <a:ln>
                  <a:noFill/>
                </a:ln>
                <a:solidFill>
                  <a:srgbClr val="FFFFFF"/>
                </a:solidFill>
                <a:effectLst/>
                <a:uLnTx/>
                <a:uFillTx/>
                <a:latin typeface="BISans" panose="02000503040000020004"/>
                <a:ea typeface="+mn-ea"/>
                <a:cs typeface="Calibri" panose="020F0502020204030204" pitchFamily="34" charset="0"/>
              </a:rPr>
              <a:t>China</a:t>
            </a:r>
            <a:endParaRPr kumimoji="0" lang="zh-CN" altLang="en-US" sz="1100" b="1" i="0" u="none" strike="noStrike" kern="0" cap="none" spc="0" normalizeH="0" baseline="0" noProof="0">
              <a:ln>
                <a:noFill/>
              </a:ln>
              <a:solidFill>
                <a:srgbClr val="FFFFFF"/>
              </a:solidFill>
              <a:effectLst/>
              <a:uLnTx/>
              <a:uFillTx/>
              <a:latin typeface="BISans" panose="02000503040000020004"/>
              <a:ea typeface="+mn-ea"/>
              <a:cs typeface="Calibri" panose="020F0502020204030204" pitchFamily="34" charset="0"/>
            </a:endParaRPr>
          </a:p>
        </p:txBody>
      </p:sp>
      <p:sp>
        <p:nvSpPr>
          <p:cNvPr id="92" name="Oval 134">
            <a:extLst>
              <a:ext uri="{FF2B5EF4-FFF2-40B4-BE49-F238E27FC236}">
                <a16:creationId xmlns:a16="http://schemas.microsoft.com/office/drawing/2014/main" id="{FEFADB89-8F35-407D-93F6-37544172D655}"/>
              </a:ext>
            </a:extLst>
          </p:cNvPr>
          <p:cNvSpPr/>
          <p:nvPr/>
        </p:nvSpPr>
        <p:spPr>
          <a:xfrm>
            <a:off x="33042" y="3587669"/>
            <a:ext cx="447229" cy="447229"/>
          </a:xfrm>
          <a:prstGeom prst="ellipse">
            <a:avLst/>
          </a:prstGeom>
          <a:solidFill>
            <a:schemeClr val="bg1"/>
          </a:solidFill>
          <a:ln w="12700">
            <a:noFill/>
          </a:ln>
          <a:effectLst>
            <a:outerShdw blurRad="38100" sx="102000" sy="102000" algn="ctr"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marL="0" marR="0" lvl="0" indent="0" algn="l" defTabSz="121911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FFFFFF"/>
              </a:solidFill>
              <a:effectLst/>
              <a:uLnTx/>
              <a:uFillTx/>
              <a:latin typeface="BISans" panose="02000503040000020004"/>
              <a:ea typeface="+mn-ea"/>
              <a:cs typeface="+mn-cs"/>
            </a:endParaRPr>
          </a:p>
        </p:txBody>
      </p:sp>
      <p:pic>
        <p:nvPicPr>
          <p:cNvPr id="94" name="Picture 2" descr="Image result for China flag circle png">
            <a:extLst>
              <a:ext uri="{FF2B5EF4-FFF2-40B4-BE49-F238E27FC236}">
                <a16:creationId xmlns:a16="http://schemas.microsoft.com/office/drawing/2014/main" id="{5D0DAFC1-B389-482F-96F8-F1B93ED1C479}"/>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69256" y="3623880"/>
            <a:ext cx="374799" cy="374797"/>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p:cNvPicPr>
            <a:picLocks noChangeAspect="1"/>
          </p:cNvPicPr>
          <p:nvPr/>
        </p:nvPicPr>
        <p:blipFill>
          <a:blip r:embed="rId26"/>
          <a:stretch>
            <a:fillRect/>
          </a:stretch>
        </p:blipFill>
        <p:spPr>
          <a:xfrm>
            <a:off x="21439" y="1602873"/>
            <a:ext cx="854956" cy="418383"/>
          </a:xfrm>
          <a:prstGeom prst="rect">
            <a:avLst/>
          </a:prstGeom>
        </p:spPr>
      </p:pic>
      <p:sp>
        <p:nvSpPr>
          <p:cNvPr id="135" name="OTLSHAPE_T_e17f3958430f4cff8650518c93c7635e_Shape">
            <a:extLst>
              <a:ext uri="{FF2B5EF4-FFF2-40B4-BE49-F238E27FC236}">
                <a16:creationId xmlns:a16="http://schemas.microsoft.com/office/drawing/2014/main" id="{856E6EFB-19BA-463B-BA51-2CC7710D0A18}"/>
              </a:ext>
            </a:extLst>
          </p:cNvPr>
          <p:cNvSpPr/>
          <p:nvPr>
            <p:custDataLst>
              <p:tags r:id="rId3"/>
            </p:custDataLst>
          </p:nvPr>
        </p:nvSpPr>
        <p:spPr bwMode="auto">
          <a:xfrm>
            <a:off x="2751639" y="2815546"/>
            <a:ext cx="6549544" cy="212698"/>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9110" rtl="0" eaLnBrk="0" fontAlgn="base" latinLnBrk="0" hangingPunct="0">
              <a:lnSpc>
                <a:spcPct val="100000"/>
              </a:lnSpc>
              <a:spcBef>
                <a:spcPct val="0"/>
              </a:spcBef>
              <a:spcAft>
                <a:spcPct val="0"/>
              </a:spcAft>
              <a:buClrTx/>
              <a:buSzTx/>
              <a:buFontTx/>
              <a:buNone/>
              <a:tabLst/>
              <a:defRPr/>
            </a:pPr>
            <a:r>
              <a:rPr kumimoji="0" lang="en-US" altLang="zh-CN" sz="1000" b="1" i="0" u="none" strike="noStrike" kern="1200" cap="none" spc="0" normalizeH="0" baseline="0" noProof="0" err="1">
                <a:ln>
                  <a:noFill/>
                </a:ln>
                <a:solidFill>
                  <a:srgbClr val="000000"/>
                </a:solidFill>
                <a:effectLst/>
                <a:uLnTx/>
                <a:uFillTx/>
                <a:latin typeface="Calibri" panose="020F0502020204030204" pitchFamily="34" charset="0"/>
                <a:ea typeface="+mn-ea"/>
                <a:cs typeface="Calibri" panose="020F0502020204030204" pitchFamily="34" charset="0"/>
              </a:rPr>
              <a:t>SSc</a:t>
            </a:r>
            <a:r>
              <a:rPr kumimoji="0" lang="en-US" altLang="zh-CN" sz="10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 Ph3 (N=448)</a:t>
            </a:r>
            <a:endParaRPr kumimoji="0" lang="zh-CN" altLang="en-US" sz="10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36" name="Star: 4 Points 143">
            <a:extLst>
              <a:ext uri="{FF2B5EF4-FFF2-40B4-BE49-F238E27FC236}">
                <a16:creationId xmlns:a16="http://schemas.microsoft.com/office/drawing/2014/main" id="{EB0D7CD9-9939-4001-94C5-9E99ECAF630C}"/>
              </a:ext>
            </a:extLst>
          </p:cNvPr>
          <p:cNvSpPr/>
          <p:nvPr/>
        </p:nvSpPr>
        <p:spPr bwMode="auto">
          <a:xfrm>
            <a:off x="2665924" y="2906664"/>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32"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34" name="TextBox 133">
            <a:extLst>
              <a:ext uri="{FF2B5EF4-FFF2-40B4-BE49-F238E27FC236}">
                <a16:creationId xmlns:a16="http://schemas.microsoft.com/office/drawing/2014/main" id="{E6DC675E-0C04-4313-97B8-84D2678DBE97}"/>
              </a:ext>
            </a:extLst>
          </p:cNvPr>
          <p:cNvSpPr txBox="1"/>
          <p:nvPr/>
        </p:nvSpPr>
        <p:spPr>
          <a:xfrm>
            <a:off x="22470" y="2706021"/>
            <a:ext cx="572912" cy="328423"/>
          </a:xfrm>
          <a:prstGeom prst="rect">
            <a:avLst/>
          </a:prstGeom>
          <a:noFill/>
          <a:ln>
            <a:solidFill>
              <a:schemeClr val="accent1"/>
            </a:solidFill>
          </a:ln>
        </p:spPr>
        <p:txBody>
          <a:bodyPr wrap="square" lIns="0" tIns="0" rIns="0" bIns="0" rtlCol="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Ph3-1305.52</a:t>
            </a:r>
          </a:p>
        </p:txBody>
      </p:sp>
      <p:sp>
        <p:nvSpPr>
          <p:cNvPr id="210" name="OTLSHAPE_T_e17f3958430f4cff8650518c93c7635e_StartDate">
            <a:extLst>
              <a:ext uri="{FF2B5EF4-FFF2-40B4-BE49-F238E27FC236}">
                <a16:creationId xmlns:a16="http://schemas.microsoft.com/office/drawing/2014/main" id="{6A0574E4-9366-44A4-B234-500AE40A94DA}"/>
              </a:ext>
            </a:extLst>
          </p:cNvPr>
          <p:cNvSpPr txBox="1"/>
          <p:nvPr>
            <p:custDataLst>
              <p:tags r:id="rId4"/>
            </p:custDataLst>
          </p:nvPr>
        </p:nvSpPr>
        <p:spPr>
          <a:xfrm>
            <a:off x="2578180" y="2622997"/>
            <a:ext cx="452670" cy="2769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9 Jun 2026</a:t>
            </a:r>
            <a:endParaRPr kumimoji="0" lang="zh-CN" altLang="en-US" sz="900" b="1" i="0" u="none" strike="sng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pic>
        <p:nvPicPr>
          <p:cNvPr id="52" name="Graphic 51" descr="Flag with solid fill">
            <a:extLst>
              <a:ext uri="{FF2B5EF4-FFF2-40B4-BE49-F238E27FC236}">
                <a16:creationId xmlns:a16="http://schemas.microsoft.com/office/drawing/2014/main" id="{D8E229BE-0E6D-08D7-DD03-DFA857222A2B}"/>
              </a:ext>
            </a:extLst>
          </p:cNvPr>
          <p:cNvPicPr>
            <a:picLocks noChangeAspect="1"/>
          </p:cNvPicPr>
          <p:nvPr/>
        </p:nvPicPr>
        <p:blipFill>
          <a:blip>
            <a:extLst>
              <a:ext uri="{96DAC541-7B7A-43D3-8B79-37D633B846F1}">
                <asvg:svgBlip xmlns:asvg="http://schemas.microsoft.com/office/drawing/2016/SVG/main" r:embed="rId27"/>
              </a:ext>
            </a:extLst>
          </a:blip>
          <a:stretch>
            <a:fillRect/>
          </a:stretch>
        </p:blipFill>
        <p:spPr>
          <a:xfrm>
            <a:off x="10462054" y="2868536"/>
            <a:ext cx="194560" cy="194560"/>
          </a:xfrm>
          <a:prstGeom prst="rect">
            <a:avLst/>
          </a:prstGeom>
        </p:spPr>
      </p:pic>
      <p:sp>
        <p:nvSpPr>
          <p:cNvPr id="15" name="Star: 4 Points 143">
            <a:extLst>
              <a:ext uri="{FF2B5EF4-FFF2-40B4-BE49-F238E27FC236}">
                <a16:creationId xmlns:a16="http://schemas.microsoft.com/office/drawing/2014/main" id="{CFB83DC0-5A2E-7510-6D49-D8CEDC885EEB}"/>
              </a:ext>
            </a:extLst>
          </p:cNvPr>
          <p:cNvSpPr/>
          <p:nvPr/>
        </p:nvSpPr>
        <p:spPr bwMode="auto">
          <a:xfrm>
            <a:off x="5842898" y="2086197"/>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32"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30" name="Isosceles Triangle 29">
            <a:extLst>
              <a:ext uri="{FF2B5EF4-FFF2-40B4-BE49-F238E27FC236}">
                <a16:creationId xmlns:a16="http://schemas.microsoft.com/office/drawing/2014/main" id="{9C0271C8-4168-3528-2FC4-765E04CC3CE8}"/>
              </a:ext>
            </a:extLst>
          </p:cNvPr>
          <p:cNvSpPr/>
          <p:nvPr/>
        </p:nvSpPr>
        <p:spPr bwMode="gray">
          <a:xfrm>
            <a:off x="3744626" y="2173842"/>
            <a:ext cx="130608" cy="121858"/>
          </a:xfrm>
          <a:prstGeom prst="triangl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1" name="Rectangle 37">
            <a:extLst>
              <a:ext uri="{FF2B5EF4-FFF2-40B4-BE49-F238E27FC236}">
                <a16:creationId xmlns:a16="http://schemas.microsoft.com/office/drawing/2014/main" id="{3B6F82DE-F9AC-578D-C45F-342300A4C34B}"/>
              </a:ext>
            </a:extLst>
          </p:cNvPr>
          <p:cNvSpPr/>
          <p:nvPr/>
        </p:nvSpPr>
        <p:spPr>
          <a:xfrm>
            <a:off x="3581429" y="1793894"/>
            <a:ext cx="471874" cy="307777"/>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31Jan 2027</a:t>
            </a:r>
            <a:endParaRPr kumimoji="0" lang="zh-CN" altLang="en-US" sz="10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36" name="Rectangle 37">
            <a:extLst>
              <a:ext uri="{FF2B5EF4-FFF2-40B4-BE49-F238E27FC236}">
                <a16:creationId xmlns:a16="http://schemas.microsoft.com/office/drawing/2014/main" id="{8C1717B8-EAD0-3EA6-6D22-540178F02D0F}"/>
              </a:ext>
            </a:extLst>
          </p:cNvPr>
          <p:cNvSpPr/>
          <p:nvPr/>
        </p:nvSpPr>
        <p:spPr>
          <a:xfrm>
            <a:off x="2041547" y="2552310"/>
            <a:ext cx="583432" cy="2769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08312A"/>
                </a:solidFill>
                <a:effectLst/>
                <a:uLnTx/>
                <a:uFillTx/>
                <a:latin typeface="Calibri"/>
                <a:ea typeface="Calibri"/>
                <a:cs typeface="Calibri"/>
              </a:rPr>
              <a:t>12 Mar 2026</a:t>
            </a:r>
            <a:endParaRPr kumimoji="0" lang="zh-CN" altLang="en-US" sz="900" b="1" i="0" u="none" strike="noStrike" kern="1200" cap="none" spc="0" normalizeH="0" baseline="0" noProof="0">
              <a:ln>
                <a:noFill/>
              </a:ln>
              <a:solidFill>
                <a:srgbClr val="08312A"/>
              </a:solidFill>
              <a:effectLst/>
              <a:uLnTx/>
              <a:uFillTx/>
              <a:latin typeface="Calibri"/>
              <a:ea typeface="+mn-ea"/>
              <a:cs typeface="Calibri"/>
            </a:endParaRPr>
          </a:p>
        </p:txBody>
      </p:sp>
      <p:sp>
        <p:nvSpPr>
          <p:cNvPr id="41" name="OTLSHAPE_T_5a934a26f311425e8ebaa0f45e6533ad_Shape">
            <a:extLst>
              <a:ext uri="{FF2B5EF4-FFF2-40B4-BE49-F238E27FC236}">
                <a16:creationId xmlns:a16="http://schemas.microsoft.com/office/drawing/2014/main" id="{B1E308F7-A38B-1D2A-DF17-49FBF403CD3E}"/>
              </a:ext>
            </a:extLst>
          </p:cNvPr>
          <p:cNvSpPr/>
          <p:nvPr>
            <p:custDataLst>
              <p:tags r:id="rId5"/>
            </p:custDataLst>
          </p:nvPr>
        </p:nvSpPr>
        <p:spPr bwMode="auto">
          <a:xfrm>
            <a:off x="3355125" y="4168502"/>
            <a:ext cx="5946057" cy="298347"/>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9110" rtl="0" eaLnBrk="0" fontAlgn="base" latinLnBrk="0" hangingPunct="0">
              <a:lnSpc>
                <a:spcPct val="100000"/>
              </a:lnSpc>
              <a:spcBef>
                <a:spcPct val="0"/>
              </a:spcBef>
              <a:spcAft>
                <a:spcPct val="0"/>
              </a:spcAft>
              <a:buClrTx/>
              <a:buSzTx/>
              <a:buFontTx/>
              <a:buNone/>
              <a:tabLst/>
              <a:defRPr/>
            </a:pPr>
            <a:r>
              <a:rPr kumimoji="0" lang="en-US" altLang="zh-CN" sz="1000" b="1" i="0" u="none" strike="noStrike" kern="1200" cap="none" spc="0" normalizeH="0" baseline="0" noProof="0" err="1">
                <a:ln>
                  <a:noFill/>
                </a:ln>
                <a:solidFill>
                  <a:srgbClr val="000000"/>
                </a:solidFill>
                <a:effectLst/>
                <a:uLnTx/>
                <a:uFillTx/>
                <a:latin typeface="Calibri" panose="020F0502020204030204" pitchFamily="34" charset="0"/>
                <a:ea typeface="+mn-ea"/>
                <a:cs typeface="Calibri" panose="020F0502020204030204" pitchFamily="34" charset="0"/>
              </a:rPr>
              <a:t>SSc</a:t>
            </a:r>
            <a:r>
              <a:rPr kumimoji="0" lang="en-US" altLang="zh-CN" sz="10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 Ph3 (N=45)</a:t>
            </a:r>
          </a:p>
        </p:txBody>
      </p:sp>
      <p:sp>
        <p:nvSpPr>
          <p:cNvPr id="68" name="五角星 55">
            <a:extLst>
              <a:ext uri="{FF2B5EF4-FFF2-40B4-BE49-F238E27FC236}">
                <a16:creationId xmlns:a16="http://schemas.microsoft.com/office/drawing/2014/main" id="{CC709E3D-6EB6-EFE5-6A60-08E4FBDBB0B5}"/>
              </a:ext>
            </a:extLst>
          </p:cNvPr>
          <p:cNvSpPr>
            <a:spLocks noChangeAspect="1"/>
          </p:cNvSpPr>
          <p:nvPr/>
        </p:nvSpPr>
        <p:spPr bwMode="auto">
          <a:xfrm>
            <a:off x="9709705" y="2879502"/>
            <a:ext cx="146125" cy="128492"/>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marL="0" marR="0" lvl="0" indent="0" algn="l" defTabSz="1219110" rtl="0" eaLnBrk="0" fontAlgn="auto" latinLnBrk="0" hangingPunct="0">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FF0000"/>
              </a:solidFill>
              <a:effectLst/>
              <a:uLnTx/>
              <a:uFillTx/>
              <a:latin typeface="BISansOpti"/>
              <a:ea typeface="+mn-ea"/>
              <a:cs typeface="+mn-cs"/>
            </a:endParaRPr>
          </a:p>
        </p:txBody>
      </p:sp>
      <p:sp>
        <p:nvSpPr>
          <p:cNvPr id="70" name="Rectangle 37">
            <a:extLst>
              <a:ext uri="{FF2B5EF4-FFF2-40B4-BE49-F238E27FC236}">
                <a16:creationId xmlns:a16="http://schemas.microsoft.com/office/drawing/2014/main" id="{9C44927C-B0F2-F829-0974-DDE58573E96D}"/>
              </a:ext>
            </a:extLst>
          </p:cNvPr>
          <p:cNvSpPr/>
          <p:nvPr/>
        </p:nvSpPr>
        <p:spPr>
          <a:xfrm>
            <a:off x="9426934" y="3907951"/>
            <a:ext cx="925720" cy="2769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Sep</a:t>
            </a:r>
          </a:p>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2030</a:t>
            </a:r>
            <a:endParaRPr kumimoji="0" lang="zh-CN" altLang="en-US"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pic>
        <p:nvPicPr>
          <p:cNvPr id="81" name="Graphic 80" descr="Flag with solid fill">
            <a:extLst>
              <a:ext uri="{FF2B5EF4-FFF2-40B4-BE49-F238E27FC236}">
                <a16:creationId xmlns:a16="http://schemas.microsoft.com/office/drawing/2014/main" id="{128A88A2-37A9-01C9-C115-7EB797234945}"/>
              </a:ext>
            </a:extLst>
          </p:cNvPr>
          <p:cNvPicPr>
            <a:picLocks noChangeAspect="1"/>
          </p:cNvPicPr>
          <p:nvPr/>
        </p:nvPicPr>
        <p:blipFill>
          <a:blip>
            <a:extLst>
              <a:ext uri="{96DAC541-7B7A-43D3-8B79-37D633B846F1}">
                <asvg:svgBlip xmlns:asvg="http://schemas.microsoft.com/office/drawing/2016/SVG/main" r:embed="rId27"/>
              </a:ext>
            </a:extLst>
          </a:blip>
          <a:stretch>
            <a:fillRect/>
          </a:stretch>
        </p:blipFill>
        <p:spPr>
          <a:xfrm>
            <a:off x="11079453" y="4218976"/>
            <a:ext cx="194560" cy="194560"/>
          </a:xfrm>
          <a:prstGeom prst="rect">
            <a:avLst/>
          </a:prstGeom>
        </p:spPr>
      </p:pic>
      <p:sp>
        <p:nvSpPr>
          <p:cNvPr id="86" name="五角星 55">
            <a:extLst>
              <a:ext uri="{FF2B5EF4-FFF2-40B4-BE49-F238E27FC236}">
                <a16:creationId xmlns:a16="http://schemas.microsoft.com/office/drawing/2014/main" id="{08F3E73E-2376-95A3-2678-E55C4143DB2B}"/>
              </a:ext>
            </a:extLst>
          </p:cNvPr>
          <p:cNvSpPr>
            <a:spLocks noChangeAspect="1"/>
          </p:cNvSpPr>
          <p:nvPr/>
        </p:nvSpPr>
        <p:spPr bwMode="auto">
          <a:xfrm>
            <a:off x="9835988" y="4229754"/>
            <a:ext cx="146125" cy="128492"/>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marL="0" marR="0" lvl="0" indent="0" algn="l" defTabSz="1219110" rtl="0" eaLnBrk="0" fontAlgn="auto" latinLnBrk="0" hangingPunct="0">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FF0000"/>
              </a:solidFill>
              <a:effectLst/>
              <a:uLnTx/>
              <a:uFillTx/>
              <a:latin typeface="BISansOpti"/>
              <a:ea typeface="+mn-ea"/>
              <a:cs typeface="+mn-cs"/>
            </a:endParaRPr>
          </a:p>
        </p:txBody>
      </p:sp>
      <p:sp>
        <p:nvSpPr>
          <p:cNvPr id="89" name="Rectangle 37">
            <a:extLst>
              <a:ext uri="{FF2B5EF4-FFF2-40B4-BE49-F238E27FC236}">
                <a16:creationId xmlns:a16="http://schemas.microsoft.com/office/drawing/2014/main" id="{4030344B-944E-38BC-ABFC-BC9FF7686C6F}"/>
              </a:ext>
            </a:extLst>
          </p:cNvPr>
          <p:cNvSpPr/>
          <p:nvPr/>
        </p:nvSpPr>
        <p:spPr>
          <a:xfrm>
            <a:off x="10667898" y="3941977"/>
            <a:ext cx="993545" cy="2769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Jul</a:t>
            </a:r>
          </a:p>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2031</a:t>
            </a:r>
            <a:endParaRPr kumimoji="0" lang="zh-CN" altLang="en-US"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grpSp>
        <p:nvGrpSpPr>
          <p:cNvPr id="3" name="Group 2">
            <a:extLst>
              <a:ext uri="{FF2B5EF4-FFF2-40B4-BE49-F238E27FC236}">
                <a16:creationId xmlns:a16="http://schemas.microsoft.com/office/drawing/2014/main" id="{617F5821-6204-96A0-0496-51C04921EC49}"/>
              </a:ext>
            </a:extLst>
          </p:cNvPr>
          <p:cNvGrpSpPr/>
          <p:nvPr/>
        </p:nvGrpSpPr>
        <p:grpSpPr>
          <a:xfrm>
            <a:off x="2301099" y="1366172"/>
            <a:ext cx="546747" cy="3795204"/>
            <a:chOff x="1956799" y="1275522"/>
            <a:chExt cx="546747" cy="3893172"/>
          </a:xfrm>
        </p:grpSpPr>
        <p:cxnSp>
          <p:nvCxnSpPr>
            <p:cNvPr id="5" name="Straight Connector 4">
              <a:extLst>
                <a:ext uri="{FF2B5EF4-FFF2-40B4-BE49-F238E27FC236}">
                  <a16:creationId xmlns:a16="http://schemas.microsoft.com/office/drawing/2014/main" id="{6D4CE5F4-855A-A1A9-6E07-E09C6FB11AC0}"/>
                </a:ext>
              </a:extLst>
            </p:cNvPr>
            <p:cNvCxnSpPr>
              <a:cxnSpLocks/>
            </p:cNvCxnSpPr>
            <p:nvPr/>
          </p:nvCxnSpPr>
          <p:spPr bwMode="auto">
            <a:xfrm flipV="1">
              <a:off x="2278209" y="1393721"/>
              <a:ext cx="0" cy="3774973"/>
            </a:xfrm>
            <a:prstGeom prst="line">
              <a:avLst/>
            </a:prstGeom>
            <a:solidFill>
              <a:schemeClr val="accent1"/>
            </a:solidFill>
            <a:ln w="6350" cap="flat" cmpd="sng" algn="ctr">
              <a:solidFill>
                <a:srgbClr val="FF0000"/>
              </a:solidFill>
              <a:prstDash val="sysDot"/>
              <a:round/>
              <a:headEnd type="none" w="med" len="med"/>
              <a:tailEnd type="none" w="med" len="med"/>
            </a:ln>
            <a:effectLst/>
          </p:spPr>
        </p:cxnSp>
        <p:sp>
          <p:nvSpPr>
            <p:cNvPr id="6" name="OTLSHAPE_T_e17f3958430f4cff8650518c93c7635e_StartDate">
              <a:extLst>
                <a:ext uri="{FF2B5EF4-FFF2-40B4-BE49-F238E27FC236}">
                  <a16:creationId xmlns:a16="http://schemas.microsoft.com/office/drawing/2014/main" id="{4C312F06-6870-7A4E-55B9-E66F21E62F02}"/>
                </a:ext>
              </a:extLst>
            </p:cNvPr>
            <p:cNvSpPr txBox="1"/>
            <p:nvPr>
              <p:custDataLst>
                <p:tags r:id="rId22"/>
              </p:custDataLst>
            </p:nvPr>
          </p:nvSpPr>
          <p:spPr>
            <a:xfrm>
              <a:off x="1956799" y="1275522"/>
              <a:ext cx="546747" cy="123159"/>
            </a:xfrm>
            <a:prstGeom prst="rect">
              <a:avLst/>
            </a:prstGeom>
            <a:noFill/>
            <a:ln w="12700">
              <a:noFill/>
            </a:ln>
          </p:spPr>
          <p:txBody>
            <a:bodyPr vert="horz" wrap="square" lIns="0" tIns="0" rIns="0" bIns="0" rtlCol="0" anchor="ctr" anchorCtr="0">
              <a:spAutoFit/>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altLang="zh-CN" sz="1067" b="1" i="0" u="none" strike="noStrike" kern="1200" cap="none" spc="0" normalizeH="0" baseline="0" noProof="0">
                  <a:ln>
                    <a:noFill/>
                  </a:ln>
                  <a:solidFill>
                    <a:srgbClr val="FF0000"/>
                  </a:solidFill>
                  <a:effectLst/>
                  <a:uLnTx/>
                  <a:uFillTx/>
                  <a:latin typeface="Calibri" panose="020F0502020204030204" pitchFamily="34" charset="0"/>
                  <a:ea typeface="+mn-ea"/>
                  <a:cs typeface="Calibri" panose="020F0502020204030204" pitchFamily="34" charset="0"/>
                </a:rPr>
                <a:t>We are here</a:t>
              </a:r>
              <a:endParaRPr kumimoji="0" lang="zh-CN" altLang="en-US" sz="1067" b="1" i="0" u="none" strike="noStrike" kern="1200" cap="none" spc="0" normalizeH="0" baseline="0" noProof="0">
                <a:ln>
                  <a:noFill/>
                </a:ln>
                <a:solidFill>
                  <a:srgbClr val="FF0000"/>
                </a:solidFill>
                <a:effectLst/>
                <a:uLnTx/>
                <a:uFillTx/>
                <a:latin typeface="Calibri" panose="020F0502020204030204" pitchFamily="34" charset="0"/>
                <a:ea typeface="+mn-ea"/>
                <a:cs typeface="Calibri" panose="020F0502020204030204" pitchFamily="34" charset="0"/>
              </a:endParaRPr>
            </a:p>
          </p:txBody>
        </p:sp>
      </p:grpSp>
      <p:sp>
        <p:nvSpPr>
          <p:cNvPr id="12" name="Star: 4 Points 143">
            <a:extLst>
              <a:ext uri="{FF2B5EF4-FFF2-40B4-BE49-F238E27FC236}">
                <a16:creationId xmlns:a16="http://schemas.microsoft.com/office/drawing/2014/main" id="{2419FA29-FC90-DE03-C49F-CFEB0A659ADA}"/>
              </a:ext>
            </a:extLst>
          </p:cNvPr>
          <p:cNvSpPr/>
          <p:nvPr/>
        </p:nvSpPr>
        <p:spPr bwMode="auto">
          <a:xfrm>
            <a:off x="3272752" y="4229939"/>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32"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4" name="OTLSHAPE_T_e17f3958430f4cff8650518c93c7635e_StartDate">
            <a:extLst>
              <a:ext uri="{FF2B5EF4-FFF2-40B4-BE49-F238E27FC236}">
                <a16:creationId xmlns:a16="http://schemas.microsoft.com/office/drawing/2014/main" id="{8DB288A6-1FBD-8C9C-6127-9E6FDC6F36A7}"/>
              </a:ext>
            </a:extLst>
          </p:cNvPr>
          <p:cNvSpPr txBox="1"/>
          <p:nvPr>
            <p:custDataLst>
              <p:tags r:id="rId6"/>
            </p:custDataLst>
          </p:nvPr>
        </p:nvSpPr>
        <p:spPr>
          <a:xfrm>
            <a:off x="5635013" y="1764656"/>
            <a:ext cx="581310" cy="307777"/>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15Apr 2028</a:t>
            </a:r>
            <a:endParaRPr kumimoji="0" lang="zh-CN" altLang="en-US" sz="1000" b="1" i="0" u="none" strike="sng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17" name="Rectangle 37">
            <a:extLst>
              <a:ext uri="{FF2B5EF4-FFF2-40B4-BE49-F238E27FC236}">
                <a16:creationId xmlns:a16="http://schemas.microsoft.com/office/drawing/2014/main" id="{B434AB64-63A9-79E1-4CED-EC45EAE00949}"/>
              </a:ext>
            </a:extLst>
          </p:cNvPr>
          <p:cNvSpPr/>
          <p:nvPr/>
        </p:nvSpPr>
        <p:spPr>
          <a:xfrm>
            <a:off x="2225941" y="3991806"/>
            <a:ext cx="686127" cy="2769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08312A"/>
                </a:solidFill>
                <a:effectLst/>
                <a:uLnTx/>
                <a:uFillTx/>
                <a:latin typeface="Calibri"/>
                <a:ea typeface="Calibri"/>
                <a:cs typeface="Calibri"/>
              </a:rPr>
              <a:t>13 Apr</a:t>
            </a:r>
          </a:p>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a:ea typeface="Calibri"/>
                <a:cs typeface="Calibri"/>
              </a:rPr>
              <a:t>2026</a:t>
            </a:r>
            <a:endParaRPr kumimoji="0" lang="zh-CN" altLang="en-US" sz="900" b="1" i="0" u="none" strike="noStrike" kern="1200" cap="none" spc="0" normalizeH="0" baseline="0" noProof="0">
              <a:ln>
                <a:noFill/>
              </a:ln>
              <a:solidFill>
                <a:srgbClr val="44546A"/>
              </a:solidFill>
              <a:effectLst/>
              <a:uLnTx/>
              <a:uFillTx/>
              <a:latin typeface="Calibri"/>
              <a:ea typeface="+mn-ea"/>
              <a:cs typeface="Calibri"/>
            </a:endParaRPr>
          </a:p>
        </p:txBody>
      </p:sp>
      <p:sp>
        <p:nvSpPr>
          <p:cNvPr id="8" name="Rectangle 7">
            <a:extLst>
              <a:ext uri="{FF2B5EF4-FFF2-40B4-BE49-F238E27FC236}">
                <a16:creationId xmlns:a16="http://schemas.microsoft.com/office/drawing/2014/main" id="{F420ADC8-AA2E-5293-DFFA-CAC8A7ACE401}"/>
              </a:ext>
            </a:extLst>
          </p:cNvPr>
          <p:cNvSpPr/>
          <p:nvPr/>
        </p:nvSpPr>
        <p:spPr>
          <a:xfrm>
            <a:off x="1878800" y="2046199"/>
            <a:ext cx="2020350" cy="246221"/>
          </a:xfrm>
          <a:prstGeom prst="rect">
            <a:avLst/>
          </a:prstGeom>
        </p:spPr>
        <p:txBody>
          <a:bodyPr wrap="square">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CONQUEST Trial, </a:t>
            </a:r>
            <a:r>
              <a:rPr kumimoji="0" lang="en-US" altLang="zh-CN" sz="1000" b="1" i="0" u="none" strike="noStrike" kern="1200" cap="none" spc="0" normalizeH="0" baseline="0" noProof="0" err="1">
                <a:ln>
                  <a:noFill/>
                </a:ln>
                <a:solidFill>
                  <a:srgbClr val="44546A"/>
                </a:solidFill>
                <a:effectLst/>
                <a:uLnTx/>
                <a:uFillTx/>
                <a:latin typeface="Calibri" panose="020F0502020204030204" pitchFamily="34" charset="0"/>
                <a:ea typeface="+mn-ea"/>
                <a:cs typeface="Calibri" panose="020F0502020204030204" pitchFamily="34" charset="0"/>
              </a:rPr>
              <a:t>SSc</a:t>
            </a:r>
            <a:r>
              <a:rPr kumimoji="0" lang="en-US" altLang="zh-CN" sz="10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-ILD, ph2b</a:t>
            </a:r>
            <a:endParaRPr kumimoji="0" lang="zh-CN" altLang="en-US" sz="10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18" name="Star: 4 Points 143">
            <a:extLst>
              <a:ext uri="{FF2B5EF4-FFF2-40B4-BE49-F238E27FC236}">
                <a16:creationId xmlns:a16="http://schemas.microsoft.com/office/drawing/2014/main" id="{5B97D9C5-8C92-BE5C-A9BD-9750D22EB10E}"/>
              </a:ext>
            </a:extLst>
          </p:cNvPr>
          <p:cNvSpPr/>
          <p:nvPr/>
        </p:nvSpPr>
        <p:spPr bwMode="auto">
          <a:xfrm>
            <a:off x="9178760" y="285321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32"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9" name="OTLSHAPE_T_e17f3958430f4cff8650518c93c7635e_StartDate">
            <a:extLst>
              <a:ext uri="{FF2B5EF4-FFF2-40B4-BE49-F238E27FC236}">
                <a16:creationId xmlns:a16="http://schemas.microsoft.com/office/drawing/2014/main" id="{6A8A5E06-8C92-D9FA-B2B6-D5DE65ADC7FA}"/>
              </a:ext>
            </a:extLst>
          </p:cNvPr>
          <p:cNvSpPr txBox="1"/>
          <p:nvPr>
            <p:custDataLst>
              <p:tags r:id="rId7"/>
            </p:custDataLst>
          </p:nvPr>
        </p:nvSpPr>
        <p:spPr>
          <a:xfrm>
            <a:off x="3158342" y="3933190"/>
            <a:ext cx="380248" cy="2769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08312A"/>
                </a:solidFill>
                <a:effectLst/>
                <a:uLnTx/>
                <a:uFillTx/>
                <a:latin typeface="Calibri" panose="020F0502020204030204" pitchFamily="34" charset="0"/>
                <a:ea typeface="+mn-ea"/>
                <a:cs typeface="Calibri" panose="020F0502020204030204" pitchFamily="34" charset="0"/>
              </a:rPr>
              <a:t>12 Oct 2026</a:t>
            </a:r>
            <a:endParaRPr kumimoji="0" lang="zh-CN" altLang="en-US" sz="900" b="1" i="0" u="none" strike="sngStrike" kern="1200" cap="none" spc="0" normalizeH="0" baseline="0" noProof="0">
              <a:ln>
                <a:noFill/>
              </a:ln>
              <a:solidFill>
                <a:srgbClr val="08312A"/>
              </a:solidFill>
              <a:effectLst/>
              <a:uLnTx/>
              <a:uFillTx/>
              <a:latin typeface="Calibri" panose="020F0502020204030204" pitchFamily="34" charset="0"/>
              <a:ea typeface="+mn-ea"/>
              <a:cs typeface="Calibri" panose="020F0502020204030204" pitchFamily="34" charset="0"/>
            </a:endParaRPr>
          </a:p>
        </p:txBody>
      </p:sp>
      <p:sp>
        <p:nvSpPr>
          <p:cNvPr id="23" name="Rectangle 37">
            <a:extLst>
              <a:ext uri="{FF2B5EF4-FFF2-40B4-BE49-F238E27FC236}">
                <a16:creationId xmlns:a16="http://schemas.microsoft.com/office/drawing/2014/main" id="{2B05A927-7A25-E18E-8B53-1CE53CB659F5}"/>
              </a:ext>
            </a:extLst>
          </p:cNvPr>
          <p:cNvSpPr/>
          <p:nvPr/>
        </p:nvSpPr>
        <p:spPr>
          <a:xfrm>
            <a:off x="1149536" y="2677974"/>
            <a:ext cx="539760" cy="2769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a:ea typeface="Calibri"/>
                <a:cs typeface="Calibri"/>
              </a:rPr>
              <a:t>15 Aug 2025</a:t>
            </a:r>
            <a:endParaRPr kumimoji="0" lang="zh-CN" altLang="en-US" sz="900" b="1" i="0" u="none" strike="noStrike" kern="1200" cap="none" spc="0" normalizeH="0" baseline="0" noProof="0">
              <a:ln>
                <a:noFill/>
              </a:ln>
              <a:solidFill>
                <a:srgbClr val="44546A"/>
              </a:solidFill>
              <a:effectLst/>
              <a:uLnTx/>
              <a:uFillTx/>
              <a:latin typeface="Calibri"/>
              <a:ea typeface="+mn-ea"/>
              <a:cs typeface="Calibri"/>
            </a:endParaRPr>
          </a:p>
        </p:txBody>
      </p:sp>
      <p:sp>
        <p:nvSpPr>
          <p:cNvPr id="27" name="Rectangle 37">
            <a:extLst>
              <a:ext uri="{FF2B5EF4-FFF2-40B4-BE49-F238E27FC236}">
                <a16:creationId xmlns:a16="http://schemas.microsoft.com/office/drawing/2014/main" id="{82E01482-82E0-8A5A-16BE-F164724DC1B5}"/>
              </a:ext>
            </a:extLst>
          </p:cNvPr>
          <p:cNvSpPr/>
          <p:nvPr/>
        </p:nvSpPr>
        <p:spPr>
          <a:xfrm>
            <a:off x="1286717" y="3929535"/>
            <a:ext cx="392033" cy="2769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a:ea typeface="Calibri"/>
                <a:cs typeface="Calibri"/>
              </a:rPr>
              <a:t>21 Aug 2025</a:t>
            </a:r>
            <a:endParaRPr kumimoji="0" lang="zh-CN" altLang="en-US" sz="900" b="1" i="0" u="none" strike="noStrike" kern="1200" cap="none" spc="0" normalizeH="0" baseline="0" noProof="0">
              <a:ln>
                <a:noFill/>
              </a:ln>
              <a:solidFill>
                <a:srgbClr val="44546A"/>
              </a:solidFill>
              <a:effectLst/>
              <a:uLnTx/>
              <a:uFillTx/>
              <a:latin typeface="Calibri"/>
              <a:ea typeface="+mn-ea"/>
              <a:cs typeface="Calibri"/>
            </a:endParaRPr>
          </a:p>
        </p:txBody>
      </p:sp>
      <p:sp>
        <p:nvSpPr>
          <p:cNvPr id="7" name="5-Point Star 5">
            <a:extLst>
              <a:ext uri="{FF2B5EF4-FFF2-40B4-BE49-F238E27FC236}">
                <a16:creationId xmlns:a16="http://schemas.microsoft.com/office/drawing/2014/main" id="{1C0A289F-A7E3-2F6F-4626-702D6F9F7592}"/>
              </a:ext>
            </a:extLst>
          </p:cNvPr>
          <p:cNvSpPr/>
          <p:nvPr/>
        </p:nvSpPr>
        <p:spPr>
          <a:xfrm>
            <a:off x="1404067" y="4257611"/>
            <a:ext cx="154005" cy="160143"/>
          </a:xfrm>
          <a:prstGeom prst="flowChartDecision">
            <a:avLst/>
          </a:prstGeom>
          <a:solidFill>
            <a:srgbClr val="FFD03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10" name="5-Point Star 5">
            <a:extLst>
              <a:ext uri="{FF2B5EF4-FFF2-40B4-BE49-F238E27FC236}">
                <a16:creationId xmlns:a16="http://schemas.microsoft.com/office/drawing/2014/main" id="{30059EFD-319A-EF4F-9248-24674CA05622}"/>
              </a:ext>
            </a:extLst>
          </p:cNvPr>
          <p:cNvSpPr/>
          <p:nvPr/>
        </p:nvSpPr>
        <p:spPr>
          <a:xfrm>
            <a:off x="2464298" y="4256820"/>
            <a:ext cx="154005" cy="160143"/>
          </a:xfrm>
          <a:prstGeom prst="flowChartDecision">
            <a:avLst/>
          </a:prstGeom>
          <a:solidFill>
            <a:srgbClr val="FFD03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11" name="5-Point Star 5">
            <a:extLst>
              <a:ext uri="{FF2B5EF4-FFF2-40B4-BE49-F238E27FC236}">
                <a16:creationId xmlns:a16="http://schemas.microsoft.com/office/drawing/2014/main" id="{C50CB7DD-1E26-9A65-FFCD-A2DDAE35A43E}"/>
              </a:ext>
            </a:extLst>
          </p:cNvPr>
          <p:cNvSpPr/>
          <p:nvPr/>
        </p:nvSpPr>
        <p:spPr>
          <a:xfrm>
            <a:off x="1393782" y="2929952"/>
            <a:ext cx="154005" cy="160143"/>
          </a:xfrm>
          <a:prstGeom prst="flowChartDecision">
            <a:avLst/>
          </a:prstGeom>
          <a:solidFill>
            <a:srgbClr val="FFD03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16" name="5-Point Star 5">
            <a:extLst>
              <a:ext uri="{FF2B5EF4-FFF2-40B4-BE49-F238E27FC236}">
                <a16:creationId xmlns:a16="http://schemas.microsoft.com/office/drawing/2014/main" id="{20BCC26C-CA80-2E2D-C0A0-ACA16A14C096}"/>
              </a:ext>
            </a:extLst>
          </p:cNvPr>
          <p:cNvSpPr/>
          <p:nvPr/>
        </p:nvSpPr>
        <p:spPr>
          <a:xfrm>
            <a:off x="2269613" y="2915485"/>
            <a:ext cx="154005" cy="160143"/>
          </a:xfrm>
          <a:prstGeom prst="flowChartDecision">
            <a:avLst/>
          </a:prstGeom>
          <a:solidFill>
            <a:srgbClr val="FFD03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24" name="TextBox 85">
            <a:extLst>
              <a:ext uri="{FF2B5EF4-FFF2-40B4-BE49-F238E27FC236}">
                <a16:creationId xmlns:a16="http://schemas.microsoft.com/office/drawing/2014/main" id="{FD930C03-7489-2769-92E5-A7416D63BD04}"/>
              </a:ext>
            </a:extLst>
          </p:cNvPr>
          <p:cNvSpPr txBox="1"/>
          <p:nvPr/>
        </p:nvSpPr>
        <p:spPr bwMode="gray">
          <a:xfrm>
            <a:off x="129981" y="5093923"/>
            <a:ext cx="11909224" cy="753989"/>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spAutoFit/>
          </a:bodyPr>
          <a:lstStyle/>
          <a:p>
            <a:pPr marL="356616" marR="0" lvl="0" indent="-173736" algn="l" defTabSz="914400"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Boehringer Forward Text" panose="020B0504030403020204" pitchFamily="2" charset="0"/>
                <a:ea typeface="+mn-ea"/>
                <a:cs typeface="+mn-cs"/>
              </a:rPr>
              <a:t>US IND open was achieved on Apr 10. Non-hold comments from FDA are anticipated in May, which may trigger CTP amendment. ODD was granted by FDA on Apr 9.</a:t>
            </a:r>
          </a:p>
          <a:p>
            <a:pPr marL="356616" indent="-173736">
              <a:lnSpc>
                <a:spcPct val="140000"/>
              </a:lnSpc>
              <a:buFont typeface="Arial" panose="020B0604020202020204" pitchFamily="34" charset="0"/>
              <a:buChar char="•"/>
            </a:pPr>
            <a:r>
              <a:rPr lang="en-US" altLang="zh-CN" sz="1200">
                <a:solidFill>
                  <a:srgbClr val="000000"/>
                </a:solidFill>
                <a:latin typeface="Boehringer Forward Text" panose="020B0504030403020204" pitchFamily="2" charset="0"/>
              </a:rPr>
              <a:t>The China CTA was submitted on Apr 13, with acceptance notice received on Apr 17.  Approval is expected by Jul 15.</a:t>
            </a:r>
          </a:p>
          <a:p>
            <a:pPr marL="356616" marR="0" lvl="0" indent="-173736" algn="l" defTabSz="914400"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0" lang="en-US" altLang="zh-CN" sz="1200" b="0" i="0" u="none" strike="noStrike" kern="1200" cap="none" spc="0" normalizeH="0" baseline="0" noProof="0">
                <a:ln>
                  <a:noFill/>
                </a:ln>
                <a:solidFill>
                  <a:srgbClr val="000000"/>
                </a:solidFill>
                <a:effectLst/>
                <a:uLnTx/>
                <a:uFillTx/>
                <a:latin typeface="Boehringer Forward Text" panose="020B0504030403020204" pitchFamily="2" charset="0"/>
                <a:ea typeface="+mn-ea"/>
                <a:cs typeface="+mn-cs"/>
              </a:rPr>
              <a:t>Leading site GCP submission is completed on Apr 20 and currently under review. </a:t>
            </a:r>
          </a:p>
        </p:txBody>
      </p:sp>
      <p:sp>
        <p:nvSpPr>
          <p:cNvPr id="25" name="OTLSHAPE_T_e17f3958430f4cff8650518c93c7635e_StartDate">
            <a:extLst>
              <a:ext uri="{FF2B5EF4-FFF2-40B4-BE49-F238E27FC236}">
                <a16:creationId xmlns:a16="http://schemas.microsoft.com/office/drawing/2014/main" id="{CF1A1996-36F3-1756-DA34-B2D505F2F834}"/>
              </a:ext>
            </a:extLst>
          </p:cNvPr>
          <p:cNvSpPr txBox="1"/>
          <p:nvPr>
            <p:custDataLst>
              <p:tags r:id="rId8"/>
            </p:custDataLst>
          </p:nvPr>
        </p:nvSpPr>
        <p:spPr>
          <a:xfrm>
            <a:off x="3364873" y="2340557"/>
            <a:ext cx="904987" cy="215444"/>
          </a:xfrm>
          <a:prstGeom prst="rect">
            <a:avLst/>
          </a:prstGeom>
        </p:spPr>
        <p:txBody>
          <a:bodyPr wrap="square">
            <a:spAutoFit/>
          </a:bodyPr>
          <a:lstStyle>
            <a:defPPr>
              <a:defRPr lang="zh-CN"/>
            </a:defPPr>
            <a:lvl1pPr algn="ctr" defTabSz="1219080">
              <a:defRPr sz="1000" b="1">
                <a:solidFill>
                  <a:srgbClr val="44546A"/>
                </a:solidFill>
                <a:cs typeface="Calibri" panose="020F0502020204030204" pitchFamily="34" charset="0"/>
              </a:defRPr>
            </a:lvl1p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IA</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28" name="OTLSHAPE_T_e17f3958430f4cff8650518c93c7635e_StartDate">
            <a:extLst>
              <a:ext uri="{FF2B5EF4-FFF2-40B4-BE49-F238E27FC236}">
                <a16:creationId xmlns:a16="http://schemas.microsoft.com/office/drawing/2014/main" id="{2EB6FC2C-BB94-6B96-FF5A-F13B6DFF5EC3}"/>
              </a:ext>
            </a:extLst>
          </p:cNvPr>
          <p:cNvSpPr txBox="1"/>
          <p:nvPr>
            <p:custDataLst>
              <p:tags r:id="rId9"/>
            </p:custDataLst>
          </p:nvPr>
        </p:nvSpPr>
        <p:spPr>
          <a:xfrm>
            <a:off x="5482525" y="2295939"/>
            <a:ext cx="904987" cy="215444"/>
          </a:xfrm>
          <a:prstGeom prst="rect">
            <a:avLst/>
          </a:prstGeom>
        </p:spPr>
        <p:txBody>
          <a:bodyPr wrap="square">
            <a:spAutoFit/>
          </a:bodyPr>
          <a:lstStyle>
            <a:defPPr>
              <a:defRPr lang="zh-CN"/>
            </a:defPPr>
            <a:lvl1pPr algn="ctr" defTabSz="1219080">
              <a:defRPr sz="1000" b="1">
                <a:solidFill>
                  <a:srgbClr val="44546A"/>
                </a:solidFill>
                <a:cs typeface="Calibri" panose="020F0502020204030204" pitchFamily="34" charset="0"/>
              </a:defRPr>
            </a:lvl1p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Key results</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29" name="OTLSHAPE_T_e17f3958430f4cff8650518c93c7635e_StartDate">
            <a:extLst>
              <a:ext uri="{FF2B5EF4-FFF2-40B4-BE49-F238E27FC236}">
                <a16:creationId xmlns:a16="http://schemas.microsoft.com/office/drawing/2014/main" id="{337DB876-AECC-595E-522D-B54FD8922BBA}"/>
              </a:ext>
            </a:extLst>
          </p:cNvPr>
          <p:cNvSpPr txBox="1"/>
          <p:nvPr>
            <p:custDataLst>
              <p:tags r:id="rId10"/>
            </p:custDataLst>
          </p:nvPr>
        </p:nvSpPr>
        <p:spPr>
          <a:xfrm>
            <a:off x="1016473" y="3092570"/>
            <a:ext cx="904987" cy="215444"/>
          </a:xfrm>
          <a:prstGeom prst="rect">
            <a:avLst/>
          </a:prstGeom>
        </p:spPr>
        <p:txBody>
          <a:bodyPr wrap="square">
            <a:spAutoFit/>
          </a:bodyPr>
          <a:lstStyle>
            <a:defPPr>
              <a:defRPr lang="zh-CN"/>
            </a:defPPr>
            <a:lvl1pPr algn="ctr" defTabSz="1219080">
              <a:defRPr sz="1000" b="1">
                <a:solidFill>
                  <a:srgbClr val="44546A"/>
                </a:solidFill>
                <a:cs typeface="Calibri" panose="020F0502020204030204" pitchFamily="34" charset="0"/>
              </a:defRPr>
            </a:lvl1p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HAI</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34" name="OTLSHAPE_T_e17f3958430f4cff8650518c93c7635e_StartDate">
            <a:extLst>
              <a:ext uri="{FF2B5EF4-FFF2-40B4-BE49-F238E27FC236}">
                <a16:creationId xmlns:a16="http://schemas.microsoft.com/office/drawing/2014/main" id="{D105C575-841F-C6D7-A806-07486A5F065A}"/>
              </a:ext>
            </a:extLst>
          </p:cNvPr>
          <p:cNvSpPr txBox="1"/>
          <p:nvPr>
            <p:custDataLst>
              <p:tags r:id="rId11"/>
            </p:custDataLst>
          </p:nvPr>
        </p:nvSpPr>
        <p:spPr>
          <a:xfrm>
            <a:off x="2099697" y="3030403"/>
            <a:ext cx="501875" cy="338554"/>
          </a:xfrm>
          <a:prstGeom prst="rect">
            <a:avLst/>
          </a:prstGeom>
        </p:spPr>
        <p:txBody>
          <a:bodyPr wrap="square">
            <a:spAutoFit/>
          </a:bodyPr>
          <a:lstStyle>
            <a:defPPr>
              <a:defRPr lang="zh-CN"/>
            </a:defPPr>
            <a:lvl1pPr algn="ctr" defTabSz="1219080">
              <a:defRPr sz="1000" b="1">
                <a:solidFill>
                  <a:srgbClr val="44546A"/>
                </a:solidFill>
                <a:cs typeface="Calibri" panose="020F0502020204030204" pitchFamily="34" charset="0"/>
              </a:defRPr>
            </a:lvl1p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CTA sub.</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35" name="OTLSHAPE_T_e17f3958430f4cff8650518c93c7635e_StartDate">
            <a:extLst>
              <a:ext uri="{FF2B5EF4-FFF2-40B4-BE49-F238E27FC236}">
                <a16:creationId xmlns:a16="http://schemas.microsoft.com/office/drawing/2014/main" id="{C894EAC2-0460-A329-50A7-C7DA59C663C4}"/>
              </a:ext>
            </a:extLst>
          </p:cNvPr>
          <p:cNvSpPr txBox="1"/>
          <p:nvPr>
            <p:custDataLst>
              <p:tags r:id="rId12"/>
            </p:custDataLst>
          </p:nvPr>
        </p:nvSpPr>
        <p:spPr>
          <a:xfrm>
            <a:off x="2336170" y="3092570"/>
            <a:ext cx="904987" cy="215444"/>
          </a:xfrm>
          <a:prstGeom prst="rect">
            <a:avLst/>
          </a:prstGeom>
        </p:spPr>
        <p:txBody>
          <a:bodyPr wrap="square">
            <a:spAutoFit/>
          </a:bodyPr>
          <a:lstStyle>
            <a:defPPr>
              <a:defRPr lang="zh-CN"/>
            </a:defPPr>
            <a:lvl1pPr algn="ctr" defTabSz="1219080">
              <a:defRPr sz="1000" b="1">
                <a:solidFill>
                  <a:srgbClr val="44546A"/>
                </a:solidFill>
                <a:cs typeface="Calibri" panose="020F0502020204030204" pitchFamily="34" charset="0"/>
              </a:defRPr>
            </a:lvl1p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FSS</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37" name="OTLSHAPE_T_e17f3958430f4cff8650518c93c7635e_StartDate">
            <a:extLst>
              <a:ext uri="{FF2B5EF4-FFF2-40B4-BE49-F238E27FC236}">
                <a16:creationId xmlns:a16="http://schemas.microsoft.com/office/drawing/2014/main" id="{6616317D-1161-AB2F-A04C-29C9EBD6F686}"/>
              </a:ext>
            </a:extLst>
          </p:cNvPr>
          <p:cNvSpPr txBox="1"/>
          <p:nvPr>
            <p:custDataLst>
              <p:tags r:id="rId13"/>
            </p:custDataLst>
          </p:nvPr>
        </p:nvSpPr>
        <p:spPr>
          <a:xfrm>
            <a:off x="8808759" y="3077175"/>
            <a:ext cx="904987" cy="215444"/>
          </a:xfrm>
          <a:prstGeom prst="rect">
            <a:avLst/>
          </a:prstGeom>
        </p:spPr>
        <p:txBody>
          <a:bodyPr wrap="square">
            <a:spAutoFit/>
          </a:bodyPr>
          <a:lstStyle>
            <a:defPPr>
              <a:defRPr lang="zh-CN"/>
            </a:defPPr>
            <a:lvl1pPr algn="ctr" defTabSz="1219080">
              <a:defRPr sz="1000" b="1">
                <a:solidFill>
                  <a:srgbClr val="44546A"/>
                </a:solidFill>
                <a:cs typeface="Calibri" panose="020F0502020204030204" pitchFamily="34" charset="0"/>
              </a:defRPr>
            </a:lvl1p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DBL</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38" name="OTLSHAPE_T_e17f3958430f4cff8650518c93c7635e_StartDate">
            <a:extLst>
              <a:ext uri="{FF2B5EF4-FFF2-40B4-BE49-F238E27FC236}">
                <a16:creationId xmlns:a16="http://schemas.microsoft.com/office/drawing/2014/main" id="{FE90227F-7713-6CAF-DA8E-EB32BE8985BF}"/>
              </a:ext>
            </a:extLst>
          </p:cNvPr>
          <p:cNvSpPr txBox="1"/>
          <p:nvPr>
            <p:custDataLst>
              <p:tags r:id="rId14"/>
            </p:custDataLst>
          </p:nvPr>
        </p:nvSpPr>
        <p:spPr>
          <a:xfrm>
            <a:off x="9363003" y="3048330"/>
            <a:ext cx="904987" cy="215444"/>
          </a:xfrm>
          <a:prstGeom prst="rect">
            <a:avLst/>
          </a:prstGeom>
        </p:spPr>
        <p:txBody>
          <a:bodyPr wrap="square">
            <a:spAutoFit/>
          </a:bodyPr>
          <a:lstStyle>
            <a:defPPr>
              <a:defRPr lang="zh-CN"/>
            </a:defPPr>
            <a:lvl1pPr algn="ctr" defTabSz="1219080">
              <a:defRPr sz="1000" b="1">
                <a:solidFill>
                  <a:srgbClr val="44546A"/>
                </a:solidFill>
                <a:cs typeface="Calibri" panose="020F0502020204030204" pitchFamily="34" charset="0"/>
              </a:defRPr>
            </a:lvl1p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NDA sub.</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39" name="OTLSHAPE_T_e17f3958430f4cff8650518c93c7635e_StartDate">
            <a:extLst>
              <a:ext uri="{FF2B5EF4-FFF2-40B4-BE49-F238E27FC236}">
                <a16:creationId xmlns:a16="http://schemas.microsoft.com/office/drawing/2014/main" id="{F42DBE8A-C098-F6BC-79D4-4447F9C579D8}"/>
              </a:ext>
            </a:extLst>
          </p:cNvPr>
          <p:cNvSpPr txBox="1"/>
          <p:nvPr>
            <p:custDataLst>
              <p:tags r:id="rId15"/>
            </p:custDataLst>
          </p:nvPr>
        </p:nvSpPr>
        <p:spPr>
          <a:xfrm>
            <a:off x="10156779" y="3062515"/>
            <a:ext cx="904987" cy="215444"/>
          </a:xfrm>
          <a:prstGeom prst="rect">
            <a:avLst/>
          </a:prstGeom>
        </p:spPr>
        <p:txBody>
          <a:bodyPr wrap="square">
            <a:spAutoFit/>
          </a:bodyPr>
          <a:lstStyle>
            <a:defPPr>
              <a:defRPr lang="zh-CN"/>
            </a:defPPr>
            <a:lvl1pPr algn="ctr" defTabSz="1219080">
              <a:defRPr sz="1000" b="1">
                <a:solidFill>
                  <a:srgbClr val="44546A"/>
                </a:solidFill>
                <a:cs typeface="Calibri" panose="020F0502020204030204" pitchFamily="34" charset="0"/>
              </a:defRPr>
            </a:lvl1p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NDA appr.</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40" name="OTLSHAPE_T_e17f3958430f4cff8650518c93c7635e_StartDate">
            <a:extLst>
              <a:ext uri="{FF2B5EF4-FFF2-40B4-BE49-F238E27FC236}">
                <a16:creationId xmlns:a16="http://schemas.microsoft.com/office/drawing/2014/main" id="{1DF8E5F2-21C9-49E9-729A-0B45B70695D9}"/>
              </a:ext>
            </a:extLst>
          </p:cNvPr>
          <p:cNvSpPr txBox="1"/>
          <p:nvPr>
            <p:custDataLst>
              <p:tags r:id="rId16"/>
            </p:custDataLst>
          </p:nvPr>
        </p:nvSpPr>
        <p:spPr>
          <a:xfrm>
            <a:off x="996265" y="4452941"/>
            <a:ext cx="904987" cy="215444"/>
          </a:xfrm>
          <a:prstGeom prst="rect">
            <a:avLst/>
          </a:prstGeom>
        </p:spPr>
        <p:txBody>
          <a:bodyPr wrap="square">
            <a:spAutoFit/>
          </a:bodyPr>
          <a:lstStyle>
            <a:defPPr>
              <a:defRPr lang="zh-CN"/>
            </a:defPPr>
            <a:lvl1pPr algn="ctr" defTabSz="1219080">
              <a:defRPr sz="1000" b="1">
                <a:solidFill>
                  <a:srgbClr val="44546A"/>
                </a:solidFill>
                <a:cs typeface="Calibri" panose="020F0502020204030204" pitchFamily="34" charset="0"/>
              </a:defRPr>
            </a:lvl1p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HAI</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42" name="OTLSHAPE_T_e17f3958430f4cff8650518c93c7635e_StartDate">
            <a:extLst>
              <a:ext uri="{FF2B5EF4-FFF2-40B4-BE49-F238E27FC236}">
                <a16:creationId xmlns:a16="http://schemas.microsoft.com/office/drawing/2014/main" id="{58CF18B1-3788-C69E-BF27-07C0EF28AD69}"/>
              </a:ext>
            </a:extLst>
          </p:cNvPr>
          <p:cNvSpPr txBox="1"/>
          <p:nvPr>
            <p:custDataLst>
              <p:tags r:id="rId17"/>
            </p:custDataLst>
          </p:nvPr>
        </p:nvSpPr>
        <p:spPr>
          <a:xfrm>
            <a:off x="2024579" y="4453043"/>
            <a:ext cx="904987" cy="215444"/>
          </a:xfrm>
          <a:prstGeom prst="rect">
            <a:avLst/>
          </a:prstGeom>
        </p:spPr>
        <p:txBody>
          <a:bodyPr wrap="square">
            <a:spAutoFit/>
          </a:bodyPr>
          <a:lstStyle>
            <a:defPPr>
              <a:defRPr lang="zh-CN"/>
            </a:defPPr>
            <a:lvl1pPr algn="ctr" defTabSz="1219080">
              <a:defRPr sz="1000" b="1">
                <a:solidFill>
                  <a:srgbClr val="44546A"/>
                </a:solidFill>
                <a:cs typeface="Calibri" panose="020F0502020204030204" pitchFamily="34" charset="0"/>
              </a:defRPr>
            </a:lvl1p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CTA sub.</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43" name="OTLSHAPE_T_e17f3958430f4cff8650518c93c7635e_StartDate">
            <a:extLst>
              <a:ext uri="{FF2B5EF4-FFF2-40B4-BE49-F238E27FC236}">
                <a16:creationId xmlns:a16="http://schemas.microsoft.com/office/drawing/2014/main" id="{2FD1E0FB-9F0A-E520-1757-7E4AEA7FABDA}"/>
              </a:ext>
            </a:extLst>
          </p:cNvPr>
          <p:cNvSpPr txBox="1"/>
          <p:nvPr>
            <p:custDataLst>
              <p:tags r:id="rId18"/>
            </p:custDataLst>
          </p:nvPr>
        </p:nvSpPr>
        <p:spPr>
          <a:xfrm>
            <a:off x="2888693" y="4432541"/>
            <a:ext cx="904987" cy="215444"/>
          </a:xfrm>
          <a:prstGeom prst="rect">
            <a:avLst/>
          </a:prstGeom>
        </p:spPr>
        <p:txBody>
          <a:bodyPr wrap="square">
            <a:spAutoFit/>
          </a:bodyPr>
          <a:lstStyle>
            <a:defPPr>
              <a:defRPr lang="zh-CN"/>
            </a:defPPr>
            <a:lvl1pPr algn="ctr" defTabSz="1219080">
              <a:defRPr sz="1000" b="1">
                <a:solidFill>
                  <a:srgbClr val="44546A"/>
                </a:solidFill>
                <a:cs typeface="Calibri" panose="020F0502020204030204" pitchFamily="34" charset="0"/>
              </a:defRPr>
            </a:lvl1p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FSS</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48" name="OTLSHAPE_T_e17f3958430f4cff8650518c93c7635e_StartDate">
            <a:extLst>
              <a:ext uri="{FF2B5EF4-FFF2-40B4-BE49-F238E27FC236}">
                <a16:creationId xmlns:a16="http://schemas.microsoft.com/office/drawing/2014/main" id="{8DE0B0D6-6DDA-585E-B368-353A51252392}"/>
              </a:ext>
            </a:extLst>
          </p:cNvPr>
          <p:cNvSpPr txBox="1"/>
          <p:nvPr>
            <p:custDataLst>
              <p:tags r:id="rId19"/>
            </p:custDataLst>
          </p:nvPr>
        </p:nvSpPr>
        <p:spPr>
          <a:xfrm>
            <a:off x="9466924" y="4443185"/>
            <a:ext cx="904987" cy="215444"/>
          </a:xfrm>
          <a:prstGeom prst="rect">
            <a:avLst/>
          </a:prstGeom>
        </p:spPr>
        <p:txBody>
          <a:bodyPr wrap="square">
            <a:spAutoFit/>
          </a:bodyPr>
          <a:lstStyle>
            <a:defPPr>
              <a:defRPr lang="zh-CN"/>
            </a:defPPr>
            <a:lvl1pPr algn="ctr" defTabSz="1219080">
              <a:defRPr sz="1000" b="1">
                <a:solidFill>
                  <a:srgbClr val="44546A"/>
                </a:solidFill>
                <a:cs typeface="Calibri" panose="020F0502020204030204" pitchFamily="34" charset="0"/>
              </a:defRPr>
            </a:lvl1p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NDA sub.</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53" name="OTLSHAPE_T_e17f3958430f4cff8650518c93c7635e_StartDate">
            <a:extLst>
              <a:ext uri="{FF2B5EF4-FFF2-40B4-BE49-F238E27FC236}">
                <a16:creationId xmlns:a16="http://schemas.microsoft.com/office/drawing/2014/main" id="{E5C476A4-DB74-DD15-0373-747B493F8A02}"/>
              </a:ext>
            </a:extLst>
          </p:cNvPr>
          <p:cNvSpPr txBox="1"/>
          <p:nvPr>
            <p:custDataLst>
              <p:tags r:id="rId20"/>
            </p:custDataLst>
          </p:nvPr>
        </p:nvSpPr>
        <p:spPr>
          <a:xfrm>
            <a:off x="10693125" y="4412007"/>
            <a:ext cx="904987" cy="215444"/>
          </a:xfrm>
          <a:prstGeom prst="rect">
            <a:avLst/>
          </a:prstGeom>
        </p:spPr>
        <p:txBody>
          <a:bodyPr wrap="square">
            <a:spAutoFit/>
          </a:bodyPr>
          <a:lstStyle>
            <a:defPPr>
              <a:defRPr lang="zh-CN"/>
            </a:defPPr>
            <a:lvl1pPr algn="ctr" defTabSz="1219080">
              <a:defRPr sz="1000" b="1">
                <a:solidFill>
                  <a:srgbClr val="44546A"/>
                </a:solidFill>
                <a:cs typeface="Calibri" panose="020F0502020204030204" pitchFamily="34" charset="0"/>
              </a:defRPr>
            </a:lvl1p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NDA appr.</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55" name="OTLSHAPE_T_e17f3958430f4cff8650518c93c7635e_StartDate">
            <a:extLst>
              <a:ext uri="{FF2B5EF4-FFF2-40B4-BE49-F238E27FC236}">
                <a16:creationId xmlns:a16="http://schemas.microsoft.com/office/drawing/2014/main" id="{57A93F4E-3E86-7AE5-F11D-93DC54E657FC}"/>
              </a:ext>
            </a:extLst>
          </p:cNvPr>
          <p:cNvSpPr txBox="1"/>
          <p:nvPr>
            <p:custDataLst>
              <p:tags r:id="rId21"/>
            </p:custDataLst>
          </p:nvPr>
        </p:nvSpPr>
        <p:spPr>
          <a:xfrm>
            <a:off x="1622441" y="3074973"/>
            <a:ext cx="501875" cy="215444"/>
          </a:xfrm>
          <a:prstGeom prst="rect">
            <a:avLst/>
          </a:prstGeom>
        </p:spPr>
        <p:txBody>
          <a:bodyPr wrap="square">
            <a:spAutoFit/>
          </a:bodyPr>
          <a:lstStyle>
            <a:defPPr>
              <a:defRPr lang="zh-CN"/>
            </a:defPPr>
            <a:lvl1pPr algn="ctr" defTabSz="1219080">
              <a:defRPr sz="1000" b="1">
                <a:solidFill>
                  <a:srgbClr val="44546A"/>
                </a:solidFill>
                <a:cs typeface="Calibri" panose="020F0502020204030204" pitchFamily="34" charset="0"/>
              </a:defRPr>
            </a:lvl1p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err="1">
                <a:ln>
                  <a:noFill/>
                </a:ln>
                <a:solidFill>
                  <a:srgbClr val="44546A"/>
                </a:solidFill>
                <a:effectLst/>
                <a:uLnTx/>
                <a:uFillTx/>
                <a:latin typeface="Boehringer Forward Text"/>
                <a:ea typeface="+mn-ea"/>
                <a:cs typeface="Calibri" panose="020F0502020204030204" pitchFamily="34" charset="0"/>
              </a:rPr>
              <a:t>RoFD</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56" name="Star: 4 Points 143">
            <a:extLst>
              <a:ext uri="{FF2B5EF4-FFF2-40B4-BE49-F238E27FC236}">
                <a16:creationId xmlns:a16="http://schemas.microsoft.com/office/drawing/2014/main" id="{19E29455-A644-1314-C6CF-0E79898D1DB0}"/>
              </a:ext>
            </a:extLst>
          </p:cNvPr>
          <p:cNvSpPr/>
          <p:nvPr/>
        </p:nvSpPr>
        <p:spPr bwMode="auto">
          <a:xfrm>
            <a:off x="1806311" y="289554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32"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57" name="Rectangle 37">
            <a:extLst>
              <a:ext uri="{FF2B5EF4-FFF2-40B4-BE49-F238E27FC236}">
                <a16:creationId xmlns:a16="http://schemas.microsoft.com/office/drawing/2014/main" id="{DCB1151E-B253-F962-AD94-DDD22BDD50B9}"/>
              </a:ext>
            </a:extLst>
          </p:cNvPr>
          <p:cNvSpPr/>
          <p:nvPr/>
        </p:nvSpPr>
        <p:spPr>
          <a:xfrm>
            <a:off x="1758052" y="2592496"/>
            <a:ext cx="273077" cy="415498"/>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a:ea typeface="Calibri"/>
                <a:cs typeface="Calibri"/>
              </a:rPr>
              <a:t>18 Nov 2025</a:t>
            </a:r>
            <a:endParaRPr kumimoji="0" lang="zh-CN" altLang="en-US" sz="900" b="1" i="0" u="none" strike="noStrike" kern="1200" cap="none" spc="0" normalizeH="0" baseline="0" noProof="0">
              <a:ln>
                <a:noFill/>
              </a:ln>
              <a:solidFill>
                <a:srgbClr val="44546A"/>
              </a:solidFill>
              <a:effectLst/>
              <a:uLnTx/>
              <a:uFillTx/>
              <a:latin typeface="Calibri"/>
              <a:ea typeface="+mn-ea"/>
              <a:cs typeface="Calibri"/>
            </a:endParaRPr>
          </a:p>
        </p:txBody>
      </p:sp>
    </p:spTree>
    <p:extLst>
      <p:ext uri="{BB962C8B-B14F-4D97-AF65-F5344CB8AC3E}">
        <p14:creationId xmlns:p14="http://schemas.microsoft.com/office/powerpoint/2010/main" val="19967689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41648-5A81-236E-A52D-CD16C9D6386E}"/>
            </a:ext>
          </a:extLst>
        </p:cNvPr>
        <p:cNvGrpSpPr/>
        <p:nvPr/>
      </p:nvGrpSpPr>
      <p:grpSpPr>
        <a:xfrm>
          <a:off x="0" y="0"/>
          <a:ext cx="0" cy="0"/>
          <a:chOff x="0" y="0"/>
          <a:chExt cx="0" cy="0"/>
        </a:xfrm>
      </p:grpSpPr>
      <p:sp>
        <p:nvSpPr>
          <p:cNvPr id="39" name="OTLSHAPE_T_e17f3958430f4cff8650518c93c7635e_Shape">
            <a:extLst>
              <a:ext uri="{FF2B5EF4-FFF2-40B4-BE49-F238E27FC236}">
                <a16:creationId xmlns:a16="http://schemas.microsoft.com/office/drawing/2014/main" id="{9EE02624-285C-F724-50FC-3B0F8A1FE3C5}"/>
              </a:ext>
            </a:extLst>
          </p:cNvPr>
          <p:cNvSpPr/>
          <p:nvPr>
            <p:custDataLst>
              <p:tags r:id="rId1"/>
            </p:custDataLst>
          </p:nvPr>
        </p:nvSpPr>
        <p:spPr bwMode="auto">
          <a:xfrm>
            <a:off x="3270225" y="2404760"/>
            <a:ext cx="5814160" cy="259791"/>
          </a:xfrm>
          <a:prstGeom prst="roundRect">
            <a:avLst/>
          </a:prstGeom>
          <a:solidFill>
            <a:srgbClr val="CDE2E5"/>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9110" rtl="0" eaLnBrk="0" fontAlgn="base" latinLnBrk="0" hangingPunct="0">
              <a:lnSpc>
                <a:spcPct val="100000"/>
              </a:lnSpc>
              <a:spcBef>
                <a:spcPct val="0"/>
              </a:spcBef>
              <a:spcAft>
                <a:spcPct val="0"/>
              </a:spcAft>
              <a:buClrTx/>
              <a:buSzTx/>
              <a:buFontTx/>
              <a:buNone/>
              <a:tabLst/>
              <a:defRPr/>
            </a:pPr>
            <a:r>
              <a:rPr kumimoji="0" lang="en-US" altLang="zh-CN" sz="10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IIM Ph3 (n~270)</a:t>
            </a:r>
            <a:endParaRPr kumimoji="0" lang="zh-CN" altLang="en-US" sz="10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4" name="Title 3">
            <a:extLst>
              <a:ext uri="{FF2B5EF4-FFF2-40B4-BE49-F238E27FC236}">
                <a16:creationId xmlns:a16="http://schemas.microsoft.com/office/drawing/2014/main" id="{D2DE0AB1-B544-03A5-BC57-EE102BDD2E69}"/>
              </a:ext>
            </a:extLst>
          </p:cNvPr>
          <p:cNvSpPr>
            <a:spLocks noGrp="1"/>
          </p:cNvSpPr>
          <p:nvPr>
            <p:ph type="title"/>
          </p:nvPr>
        </p:nvSpPr>
        <p:spPr>
          <a:xfrm>
            <a:off x="346236" y="281595"/>
            <a:ext cx="11233151" cy="720000"/>
          </a:xfrm>
        </p:spPr>
        <p:txBody>
          <a:bodyPr>
            <a:normAutofit fontScale="90000"/>
          </a:bodyPr>
          <a:lstStyle/>
          <a:p>
            <a:r>
              <a:rPr lang="en-US" altLang="zh-CN" sz="2400" b="0" i="1" u="sng">
                <a:ea typeface="+mn-ea"/>
                <a:cs typeface="Calibri" panose="020F0502020204030204" pitchFamily="34" charset="0"/>
              </a:rPr>
              <a:t>Ongoing: </a:t>
            </a:r>
            <a:r>
              <a:rPr lang="en-US" altLang="zh-CN" sz="2400" b="0" i="1">
                <a:cs typeface="Calibri" panose="020F0502020204030204" pitchFamily="34" charset="0"/>
              </a:rPr>
              <a:t>Nerandomilast (PDE4b inhibitor): </a:t>
            </a:r>
            <a:r>
              <a:rPr lang="en-US" altLang="zh-CN" sz="2400" b="0">
                <a:cs typeface="Calibri" panose="020F0502020204030204" pitchFamily="34" charset="0"/>
              </a:rPr>
              <a:t>I</a:t>
            </a:r>
            <a:r>
              <a:rPr lang="en-US" altLang="zh-CN" b="0"/>
              <a:t>diopathic Inflammatory Myopathies (IIM)</a:t>
            </a:r>
            <a:r>
              <a:rPr lang="en-US" altLang="zh-CN" sz="2400" b="0">
                <a:ea typeface="+mn-ea"/>
                <a:cs typeface="Calibri" panose="020F0502020204030204" pitchFamily="34" charset="0"/>
              </a:rPr>
              <a:t> Development Plan</a:t>
            </a:r>
            <a:endParaRPr lang="zh-CN" altLang="en-US" sz="2400" b="0">
              <a:ea typeface="+mn-ea"/>
              <a:cs typeface="Calibri" panose="020F0502020204030204" pitchFamily="34" charset="0"/>
            </a:endParaRPr>
          </a:p>
        </p:txBody>
      </p:sp>
      <p:cxnSp>
        <p:nvCxnSpPr>
          <p:cNvPr id="9" name="Straight Connector 8">
            <a:extLst>
              <a:ext uri="{FF2B5EF4-FFF2-40B4-BE49-F238E27FC236}">
                <a16:creationId xmlns:a16="http://schemas.microsoft.com/office/drawing/2014/main" id="{0B6B0B24-2D31-08FF-AB26-BCCB2E54B3FB}"/>
              </a:ext>
            </a:extLst>
          </p:cNvPr>
          <p:cNvCxnSpPr>
            <a:cxnSpLocks/>
          </p:cNvCxnSpPr>
          <p:nvPr/>
        </p:nvCxnSpPr>
        <p:spPr bwMode="auto">
          <a:xfrm flipH="1">
            <a:off x="-15121" y="3540697"/>
            <a:ext cx="1216800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graphicFrame>
        <p:nvGraphicFramePr>
          <p:cNvPr id="49" name="Table 48">
            <a:extLst>
              <a:ext uri="{FF2B5EF4-FFF2-40B4-BE49-F238E27FC236}">
                <a16:creationId xmlns:a16="http://schemas.microsoft.com/office/drawing/2014/main" id="{0CDBD9A9-D59F-A4C0-060F-C30302095F7A}"/>
              </a:ext>
            </a:extLst>
          </p:cNvPr>
          <p:cNvGraphicFramePr>
            <a:graphicFrameLocks noGrp="1"/>
          </p:cNvGraphicFramePr>
          <p:nvPr/>
        </p:nvGraphicFramePr>
        <p:xfrm>
          <a:off x="369569" y="1039091"/>
          <a:ext cx="11669672" cy="685800"/>
        </p:xfrm>
        <a:graphic>
          <a:graphicData uri="http://schemas.openxmlformats.org/drawingml/2006/table">
            <a:tbl>
              <a:tblPr firstRow="1" bandRow="1"/>
              <a:tblGrid>
                <a:gridCol w="416774">
                  <a:extLst>
                    <a:ext uri="{9D8B030D-6E8A-4147-A177-3AD203B41FA5}">
                      <a16:colId xmlns:a16="http://schemas.microsoft.com/office/drawing/2014/main" val="3696607442"/>
                    </a:ext>
                  </a:extLst>
                </a:gridCol>
                <a:gridCol w="416774">
                  <a:extLst>
                    <a:ext uri="{9D8B030D-6E8A-4147-A177-3AD203B41FA5}">
                      <a16:colId xmlns:a16="http://schemas.microsoft.com/office/drawing/2014/main" val="223989776"/>
                    </a:ext>
                  </a:extLst>
                </a:gridCol>
                <a:gridCol w="416774">
                  <a:extLst>
                    <a:ext uri="{9D8B030D-6E8A-4147-A177-3AD203B41FA5}">
                      <a16:colId xmlns:a16="http://schemas.microsoft.com/office/drawing/2014/main" val="124731204"/>
                    </a:ext>
                  </a:extLst>
                </a:gridCol>
                <a:gridCol w="416774">
                  <a:extLst>
                    <a:ext uri="{9D8B030D-6E8A-4147-A177-3AD203B41FA5}">
                      <a16:colId xmlns:a16="http://schemas.microsoft.com/office/drawing/2014/main" val="3066978585"/>
                    </a:ext>
                  </a:extLst>
                </a:gridCol>
                <a:gridCol w="416774">
                  <a:extLst>
                    <a:ext uri="{9D8B030D-6E8A-4147-A177-3AD203B41FA5}">
                      <a16:colId xmlns:a16="http://schemas.microsoft.com/office/drawing/2014/main" val="1064917641"/>
                    </a:ext>
                  </a:extLst>
                </a:gridCol>
                <a:gridCol w="416774">
                  <a:extLst>
                    <a:ext uri="{9D8B030D-6E8A-4147-A177-3AD203B41FA5}">
                      <a16:colId xmlns:a16="http://schemas.microsoft.com/office/drawing/2014/main" val="4221117315"/>
                    </a:ext>
                  </a:extLst>
                </a:gridCol>
                <a:gridCol w="416774">
                  <a:extLst>
                    <a:ext uri="{9D8B030D-6E8A-4147-A177-3AD203B41FA5}">
                      <a16:colId xmlns:a16="http://schemas.microsoft.com/office/drawing/2014/main" val="3266065341"/>
                    </a:ext>
                  </a:extLst>
                </a:gridCol>
                <a:gridCol w="416774">
                  <a:extLst>
                    <a:ext uri="{9D8B030D-6E8A-4147-A177-3AD203B41FA5}">
                      <a16:colId xmlns:a16="http://schemas.microsoft.com/office/drawing/2014/main" val="2374051224"/>
                    </a:ext>
                  </a:extLst>
                </a:gridCol>
                <a:gridCol w="416774">
                  <a:extLst>
                    <a:ext uri="{9D8B030D-6E8A-4147-A177-3AD203B41FA5}">
                      <a16:colId xmlns:a16="http://schemas.microsoft.com/office/drawing/2014/main" val="1840388365"/>
                    </a:ext>
                  </a:extLst>
                </a:gridCol>
                <a:gridCol w="416774">
                  <a:extLst>
                    <a:ext uri="{9D8B030D-6E8A-4147-A177-3AD203B41FA5}">
                      <a16:colId xmlns:a16="http://schemas.microsoft.com/office/drawing/2014/main" val="267750830"/>
                    </a:ext>
                  </a:extLst>
                </a:gridCol>
                <a:gridCol w="416774">
                  <a:extLst>
                    <a:ext uri="{9D8B030D-6E8A-4147-A177-3AD203B41FA5}">
                      <a16:colId xmlns:a16="http://schemas.microsoft.com/office/drawing/2014/main" val="3966469970"/>
                    </a:ext>
                  </a:extLst>
                </a:gridCol>
                <a:gridCol w="416774">
                  <a:extLst>
                    <a:ext uri="{9D8B030D-6E8A-4147-A177-3AD203B41FA5}">
                      <a16:colId xmlns:a16="http://schemas.microsoft.com/office/drawing/2014/main" val="2522973146"/>
                    </a:ext>
                  </a:extLst>
                </a:gridCol>
                <a:gridCol w="416774">
                  <a:extLst>
                    <a:ext uri="{9D8B030D-6E8A-4147-A177-3AD203B41FA5}">
                      <a16:colId xmlns:a16="http://schemas.microsoft.com/office/drawing/2014/main" val="3852236956"/>
                    </a:ext>
                  </a:extLst>
                </a:gridCol>
                <a:gridCol w="416774">
                  <a:extLst>
                    <a:ext uri="{9D8B030D-6E8A-4147-A177-3AD203B41FA5}">
                      <a16:colId xmlns:a16="http://schemas.microsoft.com/office/drawing/2014/main" val="2684703990"/>
                    </a:ext>
                  </a:extLst>
                </a:gridCol>
                <a:gridCol w="416774">
                  <a:extLst>
                    <a:ext uri="{9D8B030D-6E8A-4147-A177-3AD203B41FA5}">
                      <a16:colId xmlns:a16="http://schemas.microsoft.com/office/drawing/2014/main" val="493228184"/>
                    </a:ext>
                  </a:extLst>
                </a:gridCol>
                <a:gridCol w="416774">
                  <a:extLst>
                    <a:ext uri="{9D8B030D-6E8A-4147-A177-3AD203B41FA5}">
                      <a16:colId xmlns:a16="http://schemas.microsoft.com/office/drawing/2014/main" val="1381913138"/>
                    </a:ext>
                  </a:extLst>
                </a:gridCol>
                <a:gridCol w="416774">
                  <a:extLst>
                    <a:ext uri="{9D8B030D-6E8A-4147-A177-3AD203B41FA5}">
                      <a16:colId xmlns:a16="http://schemas.microsoft.com/office/drawing/2014/main" val="2981130253"/>
                    </a:ext>
                  </a:extLst>
                </a:gridCol>
                <a:gridCol w="416774">
                  <a:extLst>
                    <a:ext uri="{9D8B030D-6E8A-4147-A177-3AD203B41FA5}">
                      <a16:colId xmlns:a16="http://schemas.microsoft.com/office/drawing/2014/main" val="1079565870"/>
                    </a:ext>
                  </a:extLst>
                </a:gridCol>
                <a:gridCol w="416774">
                  <a:extLst>
                    <a:ext uri="{9D8B030D-6E8A-4147-A177-3AD203B41FA5}">
                      <a16:colId xmlns:a16="http://schemas.microsoft.com/office/drawing/2014/main" val="3858798142"/>
                    </a:ext>
                  </a:extLst>
                </a:gridCol>
                <a:gridCol w="416774">
                  <a:extLst>
                    <a:ext uri="{9D8B030D-6E8A-4147-A177-3AD203B41FA5}">
                      <a16:colId xmlns:a16="http://schemas.microsoft.com/office/drawing/2014/main" val="3644221336"/>
                    </a:ext>
                  </a:extLst>
                </a:gridCol>
                <a:gridCol w="416774">
                  <a:extLst>
                    <a:ext uri="{9D8B030D-6E8A-4147-A177-3AD203B41FA5}">
                      <a16:colId xmlns:a16="http://schemas.microsoft.com/office/drawing/2014/main" val="2294277384"/>
                    </a:ext>
                  </a:extLst>
                </a:gridCol>
                <a:gridCol w="416774">
                  <a:extLst>
                    <a:ext uri="{9D8B030D-6E8A-4147-A177-3AD203B41FA5}">
                      <a16:colId xmlns:a16="http://schemas.microsoft.com/office/drawing/2014/main" val="3507583475"/>
                    </a:ext>
                  </a:extLst>
                </a:gridCol>
                <a:gridCol w="416774">
                  <a:extLst>
                    <a:ext uri="{9D8B030D-6E8A-4147-A177-3AD203B41FA5}">
                      <a16:colId xmlns:a16="http://schemas.microsoft.com/office/drawing/2014/main" val="886327182"/>
                    </a:ext>
                  </a:extLst>
                </a:gridCol>
                <a:gridCol w="416774">
                  <a:extLst>
                    <a:ext uri="{9D8B030D-6E8A-4147-A177-3AD203B41FA5}">
                      <a16:colId xmlns:a16="http://schemas.microsoft.com/office/drawing/2014/main" val="1377691189"/>
                    </a:ext>
                  </a:extLst>
                </a:gridCol>
                <a:gridCol w="416774">
                  <a:extLst>
                    <a:ext uri="{9D8B030D-6E8A-4147-A177-3AD203B41FA5}">
                      <a16:colId xmlns:a16="http://schemas.microsoft.com/office/drawing/2014/main" val="3833544948"/>
                    </a:ext>
                  </a:extLst>
                </a:gridCol>
                <a:gridCol w="416774">
                  <a:extLst>
                    <a:ext uri="{9D8B030D-6E8A-4147-A177-3AD203B41FA5}">
                      <a16:colId xmlns:a16="http://schemas.microsoft.com/office/drawing/2014/main" val="1839448441"/>
                    </a:ext>
                  </a:extLst>
                </a:gridCol>
                <a:gridCol w="416774">
                  <a:extLst>
                    <a:ext uri="{9D8B030D-6E8A-4147-A177-3AD203B41FA5}">
                      <a16:colId xmlns:a16="http://schemas.microsoft.com/office/drawing/2014/main" val="3130983783"/>
                    </a:ext>
                  </a:extLst>
                </a:gridCol>
                <a:gridCol w="416774">
                  <a:extLst>
                    <a:ext uri="{9D8B030D-6E8A-4147-A177-3AD203B41FA5}">
                      <a16:colId xmlns:a16="http://schemas.microsoft.com/office/drawing/2014/main" val="2768341058"/>
                    </a:ext>
                  </a:extLst>
                </a:gridCol>
              </a:tblGrid>
              <a:tr h="209835">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2025</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2026</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2027</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2028</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2029</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2030</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2031</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426720">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Q1</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Q1</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2722476245"/>
                  </a:ext>
                </a:extLst>
              </a:tr>
            </a:tbl>
          </a:graphicData>
        </a:graphic>
      </p:graphicFrame>
      <p:sp>
        <p:nvSpPr>
          <p:cNvPr id="50" name="Isosceles Triangle 49">
            <a:extLst>
              <a:ext uri="{FF2B5EF4-FFF2-40B4-BE49-F238E27FC236}">
                <a16:creationId xmlns:a16="http://schemas.microsoft.com/office/drawing/2014/main" id="{671E923E-B853-C08F-5B00-FE6789AF4DFB}"/>
              </a:ext>
            </a:extLst>
          </p:cNvPr>
          <p:cNvSpPr/>
          <p:nvPr/>
        </p:nvSpPr>
        <p:spPr>
          <a:xfrm rot="16200000" flipH="1">
            <a:off x="-97992" y="1209843"/>
            <a:ext cx="648393" cy="227349"/>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51" name="Isosceles Triangle 50">
            <a:extLst>
              <a:ext uri="{FF2B5EF4-FFF2-40B4-BE49-F238E27FC236}">
                <a16:creationId xmlns:a16="http://schemas.microsoft.com/office/drawing/2014/main" id="{94A73A6D-93F0-7341-DC60-32CB5A7B1E78}"/>
              </a:ext>
            </a:extLst>
          </p:cNvPr>
          <p:cNvSpPr/>
          <p:nvPr/>
        </p:nvSpPr>
        <p:spPr>
          <a:xfrm rot="5400000">
            <a:off x="11828683" y="1190892"/>
            <a:ext cx="648393" cy="227349"/>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44" name="TextBox 43">
            <a:extLst>
              <a:ext uri="{FF2B5EF4-FFF2-40B4-BE49-F238E27FC236}">
                <a16:creationId xmlns:a16="http://schemas.microsoft.com/office/drawing/2014/main" id="{7B8F8A94-ABFB-6B4E-A062-F06FAC0E7524}"/>
              </a:ext>
            </a:extLst>
          </p:cNvPr>
          <p:cNvSpPr txBox="1"/>
          <p:nvPr/>
        </p:nvSpPr>
        <p:spPr>
          <a:xfrm>
            <a:off x="0" y="2014615"/>
            <a:ext cx="572911" cy="328423"/>
          </a:xfrm>
          <a:prstGeom prst="rect">
            <a:avLst/>
          </a:prstGeom>
          <a:noFill/>
          <a:ln>
            <a:solidFill>
              <a:schemeClr val="accent1"/>
            </a:solidFill>
          </a:ln>
        </p:spPr>
        <p:txBody>
          <a:bodyPr wrap="square" lIns="0" tIns="0" rIns="0" bIns="0" rtlCol="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Ph3-1305.146</a:t>
            </a:r>
          </a:p>
        </p:txBody>
      </p:sp>
      <p:sp>
        <p:nvSpPr>
          <p:cNvPr id="45" name="TextBox 44">
            <a:extLst>
              <a:ext uri="{FF2B5EF4-FFF2-40B4-BE49-F238E27FC236}">
                <a16:creationId xmlns:a16="http://schemas.microsoft.com/office/drawing/2014/main" id="{57241A9A-363C-98C9-7188-CA930A56AEE2}"/>
              </a:ext>
            </a:extLst>
          </p:cNvPr>
          <p:cNvSpPr txBox="1"/>
          <p:nvPr/>
        </p:nvSpPr>
        <p:spPr>
          <a:xfrm>
            <a:off x="48755" y="4479386"/>
            <a:ext cx="619207" cy="328423"/>
          </a:xfrm>
          <a:prstGeom prst="rect">
            <a:avLst/>
          </a:prstGeom>
          <a:noFill/>
          <a:ln>
            <a:solidFill>
              <a:schemeClr val="accent1"/>
            </a:solidFill>
          </a:ln>
        </p:spPr>
        <p:txBody>
          <a:bodyPr wrap="square" lIns="0" tIns="0" rIns="0" bIns="0" rtlCol="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Ph3-</a:t>
            </a:r>
          </a:p>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1305.146</a:t>
            </a:r>
          </a:p>
        </p:txBody>
      </p:sp>
      <p:sp>
        <p:nvSpPr>
          <p:cNvPr id="74" name="Rectangle 37">
            <a:extLst>
              <a:ext uri="{FF2B5EF4-FFF2-40B4-BE49-F238E27FC236}">
                <a16:creationId xmlns:a16="http://schemas.microsoft.com/office/drawing/2014/main" id="{746D3092-0F5B-DB3A-712C-01A8715D116A}"/>
              </a:ext>
            </a:extLst>
          </p:cNvPr>
          <p:cNvSpPr/>
          <p:nvPr/>
        </p:nvSpPr>
        <p:spPr>
          <a:xfrm>
            <a:off x="9448350" y="2209536"/>
            <a:ext cx="925720" cy="1384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Sep 2030</a:t>
            </a:r>
            <a:endParaRPr kumimoji="0" lang="zh-CN" altLang="en-US"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76" name="Rectangle 37">
            <a:extLst>
              <a:ext uri="{FF2B5EF4-FFF2-40B4-BE49-F238E27FC236}">
                <a16:creationId xmlns:a16="http://schemas.microsoft.com/office/drawing/2014/main" id="{A52462A7-4A25-D5CC-A325-FC5428278EC8}"/>
              </a:ext>
            </a:extLst>
          </p:cNvPr>
          <p:cNvSpPr/>
          <p:nvPr/>
        </p:nvSpPr>
        <p:spPr>
          <a:xfrm>
            <a:off x="10330630" y="2185300"/>
            <a:ext cx="798581" cy="1384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Mar 2031</a:t>
            </a:r>
            <a:endParaRPr kumimoji="0" lang="zh-CN" altLang="en-US"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91" name="Freeform: Shape 152">
            <a:extLst>
              <a:ext uri="{FF2B5EF4-FFF2-40B4-BE49-F238E27FC236}">
                <a16:creationId xmlns:a16="http://schemas.microsoft.com/office/drawing/2014/main" id="{A0BD9FC3-582B-B89D-4B82-30D868E44B7F}"/>
              </a:ext>
            </a:extLst>
          </p:cNvPr>
          <p:cNvSpPr/>
          <p:nvPr/>
        </p:nvSpPr>
        <p:spPr bwMode="auto">
          <a:xfrm>
            <a:off x="48865" y="4097667"/>
            <a:ext cx="1030308" cy="254541"/>
          </a:xfrm>
          <a:custGeom>
            <a:avLst/>
            <a:gdLst>
              <a:gd name="connsiteX0" fmla="*/ 95453 w 852935"/>
              <a:gd name="connsiteY0" fmla="*/ 0 h 190906"/>
              <a:gd name="connsiteX1" fmla="*/ 852935 w 852935"/>
              <a:gd name="connsiteY1" fmla="*/ 0 h 190906"/>
              <a:gd name="connsiteX2" fmla="*/ 852935 w 852935"/>
              <a:gd name="connsiteY2" fmla="*/ 190906 h 190906"/>
              <a:gd name="connsiteX3" fmla="*/ 95453 w 852935"/>
              <a:gd name="connsiteY3" fmla="*/ 190906 h 190906"/>
              <a:gd name="connsiteX4" fmla="*/ 0 w 852935"/>
              <a:gd name="connsiteY4" fmla="*/ 95453 h 190906"/>
              <a:gd name="connsiteX5" fmla="*/ 95453 w 852935"/>
              <a:gd name="connsiteY5" fmla="*/ 0 h 190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2935" h="190906">
                <a:moveTo>
                  <a:pt x="95453" y="0"/>
                </a:moveTo>
                <a:lnTo>
                  <a:pt x="852935" y="0"/>
                </a:lnTo>
                <a:lnTo>
                  <a:pt x="852935" y="190906"/>
                </a:lnTo>
                <a:lnTo>
                  <a:pt x="95453" y="190906"/>
                </a:lnTo>
                <a:cubicBezTo>
                  <a:pt x="42736" y="190906"/>
                  <a:pt x="0" y="148170"/>
                  <a:pt x="0" y="95453"/>
                </a:cubicBezTo>
                <a:cubicBezTo>
                  <a:pt x="0" y="42736"/>
                  <a:pt x="42736" y="0"/>
                  <a:pt x="95453" y="0"/>
                </a:cubicBezTo>
                <a:close/>
              </a:path>
            </a:pathLst>
          </a:custGeom>
          <a:solidFill>
            <a:srgbClr val="00467E"/>
          </a:solidFill>
          <a:ln w="9525" cap="flat" cmpd="sng" algn="ctr">
            <a:solidFill>
              <a:srgbClr val="00467E"/>
            </a:solidFill>
            <a:prstDash val="solid"/>
            <a:round/>
            <a:headEnd type="none" w="med" len="med"/>
            <a:tailEnd type="none" w="med" len="med"/>
          </a:ln>
          <a:effectLst/>
        </p:spPr>
        <p:txBody>
          <a:bodyPr vert="horz" wrap="square" lIns="487680" tIns="45720" rIns="91440" bIns="45720" numCol="1" rtlCol="0" anchor="ctr" anchorCtr="0" compatLnSpc="1">
            <a:prstTxWarp prst="textNoShape">
              <a:avLst/>
            </a:prstTxWarp>
            <a:noAutofit/>
          </a:bodyPr>
          <a:lstStyle/>
          <a:p>
            <a:pPr marL="0" marR="0" lvl="0" indent="0" algn="l" defTabSz="1219110" rtl="0" eaLnBrk="0" fontAlgn="base" latinLnBrk="0" hangingPunct="0">
              <a:lnSpc>
                <a:spcPct val="100000"/>
              </a:lnSpc>
              <a:spcBef>
                <a:spcPct val="0"/>
              </a:spcBef>
              <a:spcAft>
                <a:spcPct val="0"/>
              </a:spcAft>
              <a:buClrTx/>
              <a:buSzTx/>
              <a:buFontTx/>
              <a:buNone/>
              <a:tabLst/>
              <a:defRPr/>
            </a:pPr>
            <a:r>
              <a:rPr kumimoji="0" lang="en-US" altLang="zh-CN" sz="1100" b="1" i="0" u="none" strike="noStrike" kern="0" cap="none" spc="0" normalizeH="0" baseline="0" noProof="0">
                <a:ln>
                  <a:noFill/>
                </a:ln>
                <a:solidFill>
                  <a:srgbClr val="FFFFFF"/>
                </a:solidFill>
                <a:effectLst/>
                <a:uLnTx/>
                <a:uFillTx/>
                <a:latin typeface="BISans" panose="02000503040000020004"/>
                <a:ea typeface="+mn-ea"/>
                <a:cs typeface="Calibri" panose="020F0502020204030204" pitchFamily="34" charset="0"/>
              </a:rPr>
              <a:t>China</a:t>
            </a:r>
            <a:endParaRPr kumimoji="0" lang="zh-CN" altLang="en-US" sz="1100" b="1" i="0" u="none" strike="noStrike" kern="0" cap="none" spc="0" normalizeH="0" baseline="0" noProof="0">
              <a:ln>
                <a:noFill/>
              </a:ln>
              <a:solidFill>
                <a:srgbClr val="FFFFFF"/>
              </a:solidFill>
              <a:effectLst/>
              <a:uLnTx/>
              <a:uFillTx/>
              <a:latin typeface="BISans" panose="02000503040000020004"/>
              <a:ea typeface="+mn-ea"/>
              <a:cs typeface="Calibri" panose="020F0502020204030204" pitchFamily="34" charset="0"/>
            </a:endParaRPr>
          </a:p>
        </p:txBody>
      </p:sp>
      <p:sp>
        <p:nvSpPr>
          <p:cNvPr id="92" name="Oval 134">
            <a:extLst>
              <a:ext uri="{FF2B5EF4-FFF2-40B4-BE49-F238E27FC236}">
                <a16:creationId xmlns:a16="http://schemas.microsoft.com/office/drawing/2014/main" id="{44D0AEC4-0BC8-081F-C304-79CD12250479}"/>
              </a:ext>
            </a:extLst>
          </p:cNvPr>
          <p:cNvSpPr/>
          <p:nvPr/>
        </p:nvSpPr>
        <p:spPr>
          <a:xfrm>
            <a:off x="-2107" y="3987011"/>
            <a:ext cx="447229" cy="447229"/>
          </a:xfrm>
          <a:prstGeom prst="ellipse">
            <a:avLst/>
          </a:prstGeom>
          <a:solidFill>
            <a:schemeClr val="bg1"/>
          </a:solidFill>
          <a:ln w="12700">
            <a:noFill/>
          </a:ln>
          <a:effectLst>
            <a:outerShdw blurRad="38100" sx="102000" sy="102000" algn="ctr"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marL="0" marR="0" lvl="0" indent="0" algn="l" defTabSz="121911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FFFFFF"/>
              </a:solidFill>
              <a:effectLst/>
              <a:uLnTx/>
              <a:uFillTx/>
              <a:latin typeface="BISans" panose="02000503040000020004"/>
              <a:ea typeface="+mn-ea"/>
              <a:cs typeface="+mn-cs"/>
            </a:endParaRPr>
          </a:p>
        </p:txBody>
      </p:sp>
      <p:pic>
        <p:nvPicPr>
          <p:cNvPr id="94" name="Picture 2" descr="Image result for China flag circle png">
            <a:extLst>
              <a:ext uri="{FF2B5EF4-FFF2-40B4-BE49-F238E27FC236}">
                <a16:creationId xmlns:a16="http://schemas.microsoft.com/office/drawing/2014/main" id="{DC586996-92EC-B516-6A40-E5EF485599D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969" y="4032506"/>
            <a:ext cx="374799" cy="374797"/>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a:extLst>
              <a:ext uri="{FF2B5EF4-FFF2-40B4-BE49-F238E27FC236}">
                <a16:creationId xmlns:a16="http://schemas.microsoft.com/office/drawing/2014/main" id="{D99CB1D6-0BBC-C0C6-88E3-E968FB7B4220}"/>
              </a:ext>
            </a:extLst>
          </p:cNvPr>
          <p:cNvPicPr>
            <a:picLocks noChangeAspect="1"/>
          </p:cNvPicPr>
          <p:nvPr/>
        </p:nvPicPr>
        <p:blipFill>
          <a:blip r:embed="rId7"/>
          <a:stretch>
            <a:fillRect/>
          </a:stretch>
        </p:blipFill>
        <p:spPr>
          <a:xfrm>
            <a:off x="21439" y="1602873"/>
            <a:ext cx="854956" cy="418383"/>
          </a:xfrm>
          <a:prstGeom prst="rect">
            <a:avLst/>
          </a:prstGeom>
        </p:spPr>
      </p:pic>
      <p:sp>
        <p:nvSpPr>
          <p:cNvPr id="36" name="Rectangle 37">
            <a:extLst>
              <a:ext uri="{FF2B5EF4-FFF2-40B4-BE49-F238E27FC236}">
                <a16:creationId xmlns:a16="http://schemas.microsoft.com/office/drawing/2014/main" id="{102F093A-398A-4A0D-862F-C2D08A93DF66}"/>
              </a:ext>
            </a:extLst>
          </p:cNvPr>
          <p:cNvSpPr/>
          <p:nvPr/>
        </p:nvSpPr>
        <p:spPr>
          <a:xfrm>
            <a:off x="1909442" y="2121389"/>
            <a:ext cx="489451" cy="2769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a:ea typeface="Calibri"/>
                <a:cs typeface="Calibri"/>
              </a:rPr>
              <a:t>9 Jan</a:t>
            </a:r>
          </a:p>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a:ea typeface="Calibri"/>
                <a:cs typeface="Calibri"/>
              </a:rPr>
              <a:t> 2026</a:t>
            </a:r>
            <a:endParaRPr kumimoji="0" lang="zh-CN" altLang="en-US" sz="900" b="1" i="0" u="none" strike="noStrike" kern="1200" cap="none" spc="0" normalizeH="0" baseline="0" noProof="0">
              <a:ln>
                <a:noFill/>
              </a:ln>
              <a:solidFill>
                <a:srgbClr val="44546A"/>
              </a:solidFill>
              <a:effectLst/>
              <a:uLnTx/>
              <a:uFillTx/>
              <a:latin typeface="Calibri"/>
              <a:ea typeface="+mn-ea"/>
              <a:cs typeface="Calibri"/>
            </a:endParaRPr>
          </a:p>
        </p:txBody>
      </p:sp>
      <p:grpSp>
        <p:nvGrpSpPr>
          <p:cNvPr id="3" name="Group 2">
            <a:extLst>
              <a:ext uri="{FF2B5EF4-FFF2-40B4-BE49-F238E27FC236}">
                <a16:creationId xmlns:a16="http://schemas.microsoft.com/office/drawing/2014/main" id="{BBEAF94D-1511-83C8-79F5-B8D5C36F09AD}"/>
              </a:ext>
            </a:extLst>
          </p:cNvPr>
          <p:cNvGrpSpPr/>
          <p:nvPr/>
        </p:nvGrpSpPr>
        <p:grpSpPr>
          <a:xfrm>
            <a:off x="2201299" y="1492192"/>
            <a:ext cx="546747" cy="3225417"/>
            <a:chOff x="1956799" y="1275522"/>
            <a:chExt cx="546747" cy="3893172"/>
          </a:xfrm>
        </p:grpSpPr>
        <p:cxnSp>
          <p:nvCxnSpPr>
            <p:cNvPr id="5" name="Straight Connector 4">
              <a:extLst>
                <a:ext uri="{FF2B5EF4-FFF2-40B4-BE49-F238E27FC236}">
                  <a16:creationId xmlns:a16="http://schemas.microsoft.com/office/drawing/2014/main" id="{84D297EC-4348-DB57-F5AA-1B1411817215}"/>
                </a:ext>
              </a:extLst>
            </p:cNvPr>
            <p:cNvCxnSpPr>
              <a:cxnSpLocks/>
            </p:cNvCxnSpPr>
            <p:nvPr/>
          </p:nvCxnSpPr>
          <p:spPr bwMode="auto">
            <a:xfrm flipV="1">
              <a:off x="2278209" y="1393721"/>
              <a:ext cx="0" cy="3774973"/>
            </a:xfrm>
            <a:prstGeom prst="line">
              <a:avLst/>
            </a:prstGeom>
            <a:solidFill>
              <a:schemeClr val="accent1"/>
            </a:solidFill>
            <a:ln w="6350" cap="flat" cmpd="sng" algn="ctr">
              <a:solidFill>
                <a:srgbClr val="FF0000"/>
              </a:solidFill>
              <a:prstDash val="sysDot"/>
              <a:round/>
              <a:headEnd type="none" w="med" len="med"/>
              <a:tailEnd type="none" w="med" len="med"/>
            </a:ln>
            <a:effectLst/>
          </p:spPr>
        </p:cxnSp>
        <p:sp>
          <p:nvSpPr>
            <p:cNvPr id="6" name="OTLSHAPE_T_e17f3958430f4cff8650518c93c7635e_StartDate">
              <a:extLst>
                <a:ext uri="{FF2B5EF4-FFF2-40B4-BE49-F238E27FC236}">
                  <a16:creationId xmlns:a16="http://schemas.microsoft.com/office/drawing/2014/main" id="{58228150-1EB6-A7B7-5256-9BC2F9BD662D}"/>
                </a:ext>
              </a:extLst>
            </p:cNvPr>
            <p:cNvSpPr txBox="1"/>
            <p:nvPr>
              <p:custDataLst>
                <p:tags r:id="rId3"/>
              </p:custDataLst>
            </p:nvPr>
          </p:nvSpPr>
          <p:spPr>
            <a:xfrm>
              <a:off x="1956799" y="1275522"/>
              <a:ext cx="546747" cy="123159"/>
            </a:xfrm>
            <a:prstGeom prst="rect">
              <a:avLst/>
            </a:prstGeom>
            <a:noFill/>
            <a:ln w="12700">
              <a:noFill/>
            </a:ln>
          </p:spPr>
          <p:txBody>
            <a:bodyPr vert="horz" wrap="square" lIns="0" tIns="0" rIns="0" bIns="0" rtlCol="0" anchor="ctr" anchorCtr="0">
              <a:spAutoFit/>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altLang="zh-CN" sz="1067" b="1" i="0" u="none" strike="noStrike" kern="1200" cap="none" spc="0" normalizeH="0" baseline="0" noProof="0">
                  <a:ln>
                    <a:noFill/>
                  </a:ln>
                  <a:solidFill>
                    <a:srgbClr val="FF0000"/>
                  </a:solidFill>
                  <a:effectLst/>
                  <a:uLnTx/>
                  <a:uFillTx/>
                  <a:latin typeface="Calibri" panose="020F0502020204030204" pitchFamily="34" charset="0"/>
                  <a:ea typeface="+mn-ea"/>
                  <a:cs typeface="Calibri" panose="020F0502020204030204" pitchFamily="34" charset="0"/>
                </a:rPr>
                <a:t>We are here</a:t>
              </a:r>
              <a:endParaRPr kumimoji="0" lang="zh-CN" altLang="en-US" sz="1067" b="1" i="0" u="none" strike="noStrike" kern="1200" cap="none" spc="0" normalizeH="0" baseline="0" noProof="0">
                <a:ln>
                  <a:noFill/>
                </a:ln>
                <a:solidFill>
                  <a:srgbClr val="FF0000"/>
                </a:solidFill>
                <a:effectLst/>
                <a:uLnTx/>
                <a:uFillTx/>
                <a:latin typeface="Calibri" panose="020F0502020204030204" pitchFamily="34" charset="0"/>
                <a:ea typeface="+mn-ea"/>
                <a:cs typeface="Calibri" panose="020F0502020204030204" pitchFamily="34" charset="0"/>
              </a:endParaRPr>
            </a:p>
          </p:txBody>
        </p:sp>
      </p:grpSp>
      <p:sp>
        <p:nvSpPr>
          <p:cNvPr id="23" name="Rectangle 37">
            <a:extLst>
              <a:ext uri="{FF2B5EF4-FFF2-40B4-BE49-F238E27FC236}">
                <a16:creationId xmlns:a16="http://schemas.microsoft.com/office/drawing/2014/main" id="{AEEDF1CF-1B28-29BB-DA6B-8CAC7E425104}"/>
              </a:ext>
            </a:extLst>
          </p:cNvPr>
          <p:cNvSpPr/>
          <p:nvPr/>
        </p:nvSpPr>
        <p:spPr>
          <a:xfrm>
            <a:off x="1037581" y="2578699"/>
            <a:ext cx="676530" cy="2769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a:ea typeface="Calibri"/>
                <a:cs typeface="Calibri"/>
              </a:rPr>
              <a:t>Release of </a:t>
            </a:r>
            <a:r>
              <a:rPr kumimoji="0" lang="en-US" altLang="zh-CN" sz="900" b="1" i="0" u="none" strike="noStrike" kern="1200" cap="none" spc="0" normalizeH="0" baseline="0" noProof="0" err="1">
                <a:ln>
                  <a:noFill/>
                </a:ln>
                <a:solidFill>
                  <a:srgbClr val="44546A"/>
                </a:solidFill>
                <a:effectLst/>
                <a:uLnTx/>
                <a:uFillTx/>
                <a:latin typeface="Calibri"/>
                <a:ea typeface="Calibri"/>
                <a:cs typeface="Calibri"/>
              </a:rPr>
              <a:t>SoD</a:t>
            </a:r>
            <a:endParaRPr kumimoji="0" lang="zh-CN" altLang="en-US" sz="900" b="1" i="0" u="none" strike="noStrike" kern="1200" cap="none" spc="0" normalizeH="0" baseline="0" noProof="0">
              <a:ln>
                <a:noFill/>
              </a:ln>
              <a:solidFill>
                <a:srgbClr val="44546A"/>
              </a:solidFill>
              <a:effectLst/>
              <a:uLnTx/>
              <a:uFillTx/>
              <a:latin typeface="Calibri"/>
              <a:ea typeface="+mn-ea"/>
              <a:cs typeface="Calibri"/>
            </a:endParaRPr>
          </a:p>
        </p:txBody>
      </p:sp>
      <p:sp>
        <p:nvSpPr>
          <p:cNvPr id="11" name="5-Point Star 5">
            <a:extLst>
              <a:ext uri="{FF2B5EF4-FFF2-40B4-BE49-F238E27FC236}">
                <a16:creationId xmlns:a16="http://schemas.microsoft.com/office/drawing/2014/main" id="{82BEEE8B-5ECD-3301-7E17-9A591BFA9F7E}"/>
              </a:ext>
            </a:extLst>
          </p:cNvPr>
          <p:cNvSpPr/>
          <p:nvPr/>
        </p:nvSpPr>
        <p:spPr>
          <a:xfrm>
            <a:off x="1305076" y="2406729"/>
            <a:ext cx="154005" cy="160143"/>
          </a:xfrm>
          <a:prstGeom prst="flowChartDecision">
            <a:avLst/>
          </a:prstGeom>
          <a:solidFill>
            <a:srgbClr val="FFD03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16" name="5-Point Star 5">
            <a:extLst>
              <a:ext uri="{FF2B5EF4-FFF2-40B4-BE49-F238E27FC236}">
                <a16:creationId xmlns:a16="http://schemas.microsoft.com/office/drawing/2014/main" id="{0721F5EF-523D-C675-6B09-35C4E26760A0}"/>
              </a:ext>
            </a:extLst>
          </p:cNvPr>
          <p:cNvSpPr/>
          <p:nvPr/>
        </p:nvSpPr>
        <p:spPr>
          <a:xfrm>
            <a:off x="2064846" y="2428778"/>
            <a:ext cx="154005" cy="160143"/>
          </a:xfrm>
          <a:prstGeom prst="flowChartDecision">
            <a:avLst/>
          </a:prstGeom>
          <a:solidFill>
            <a:srgbClr val="FFD03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13" name="Rectangle 37">
            <a:extLst>
              <a:ext uri="{FF2B5EF4-FFF2-40B4-BE49-F238E27FC236}">
                <a16:creationId xmlns:a16="http://schemas.microsoft.com/office/drawing/2014/main" id="{ED73342C-FE36-5634-2026-5EC1D4A7D183}"/>
              </a:ext>
            </a:extLst>
          </p:cNvPr>
          <p:cNvSpPr/>
          <p:nvPr/>
        </p:nvSpPr>
        <p:spPr>
          <a:xfrm>
            <a:off x="1156157" y="2121781"/>
            <a:ext cx="439377" cy="2769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a:ea typeface="Calibri"/>
                <a:cs typeface="Calibri"/>
              </a:rPr>
              <a:t>2 Jul 2025</a:t>
            </a:r>
            <a:endParaRPr kumimoji="0" lang="zh-CN" altLang="en-US" sz="900" b="1" i="0" u="none" strike="noStrike" kern="1200" cap="none" spc="0" normalizeH="0" baseline="0" noProof="0">
              <a:ln>
                <a:noFill/>
              </a:ln>
              <a:solidFill>
                <a:srgbClr val="44546A"/>
              </a:solidFill>
              <a:effectLst/>
              <a:uLnTx/>
              <a:uFillTx/>
              <a:latin typeface="Calibri"/>
              <a:ea typeface="+mn-ea"/>
              <a:cs typeface="Calibri"/>
            </a:endParaRPr>
          </a:p>
        </p:txBody>
      </p:sp>
      <p:sp>
        <p:nvSpPr>
          <p:cNvPr id="22" name="Rectangle 37">
            <a:extLst>
              <a:ext uri="{FF2B5EF4-FFF2-40B4-BE49-F238E27FC236}">
                <a16:creationId xmlns:a16="http://schemas.microsoft.com/office/drawing/2014/main" id="{9224650A-8B0F-8B80-E3AF-FEA775259B67}"/>
              </a:ext>
            </a:extLst>
          </p:cNvPr>
          <p:cNvSpPr/>
          <p:nvPr/>
        </p:nvSpPr>
        <p:spPr>
          <a:xfrm>
            <a:off x="1976630" y="2593290"/>
            <a:ext cx="330436" cy="2769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a:ea typeface="Calibri"/>
                <a:cs typeface="Calibri"/>
              </a:rPr>
              <a:t>HAI sub.</a:t>
            </a:r>
            <a:endParaRPr kumimoji="0" lang="zh-CN" altLang="en-US" sz="900" b="1" i="0" u="none" strike="noStrike" kern="1200" cap="none" spc="0" normalizeH="0" baseline="0" noProof="0">
              <a:ln>
                <a:noFill/>
              </a:ln>
              <a:solidFill>
                <a:srgbClr val="44546A"/>
              </a:solidFill>
              <a:effectLst/>
              <a:uLnTx/>
              <a:uFillTx/>
              <a:latin typeface="Calibri"/>
              <a:ea typeface="+mn-ea"/>
              <a:cs typeface="Calibri"/>
            </a:endParaRPr>
          </a:p>
        </p:txBody>
      </p:sp>
      <p:sp>
        <p:nvSpPr>
          <p:cNvPr id="25" name="Star: 4 Points 143">
            <a:extLst>
              <a:ext uri="{FF2B5EF4-FFF2-40B4-BE49-F238E27FC236}">
                <a16:creationId xmlns:a16="http://schemas.microsoft.com/office/drawing/2014/main" id="{6CDCE35A-7C4F-3A71-AD79-C0B650C2E713}"/>
              </a:ext>
            </a:extLst>
          </p:cNvPr>
          <p:cNvSpPr/>
          <p:nvPr/>
        </p:nvSpPr>
        <p:spPr bwMode="auto">
          <a:xfrm>
            <a:off x="2327262" y="2407486"/>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32"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26" name="Rectangle 37">
            <a:extLst>
              <a:ext uri="{FF2B5EF4-FFF2-40B4-BE49-F238E27FC236}">
                <a16:creationId xmlns:a16="http://schemas.microsoft.com/office/drawing/2014/main" id="{9505647F-61E1-2F55-BEBB-1B1AD432B322}"/>
              </a:ext>
            </a:extLst>
          </p:cNvPr>
          <p:cNvSpPr/>
          <p:nvPr/>
        </p:nvSpPr>
        <p:spPr>
          <a:xfrm>
            <a:off x="2226498" y="2645161"/>
            <a:ext cx="474139" cy="1384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err="1">
                <a:ln>
                  <a:noFill/>
                </a:ln>
                <a:solidFill>
                  <a:srgbClr val="44546A"/>
                </a:solidFill>
                <a:effectLst/>
                <a:uLnTx/>
                <a:uFillTx/>
                <a:latin typeface="Calibri"/>
                <a:ea typeface="Calibri"/>
                <a:cs typeface="Calibri"/>
              </a:rPr>
              <a:t>RoFD</a:t>
            </a:r>
            <a:endParaRPr kumimoji="0" lang="zh-CN" altLang="en-US" sz="900" b="1" i="0" u="none" strike="noStrike" kern="1200" cap="none" spc="0" normalizeH="0" baseline="0" noProof="0">
              <a:ln>
                <a:noFill/>
              </a:ln>
              <a:solidFill>
                <a:srgbClr val="44546A"/>
              </a:solidFill>
              <a:effectLst/>
              <a:uLnTx/>
              <a:uFillTx/>
              <a:latin typeface="Calibri"/>
              <a:ea typeface="+mn-ea"/>
              <a:cs typeface="Calibri"/>
            </a:endParaRPr>
          </a:p>
        </p:txBody>
      </p:sp>
      <p:sp>
        <p:nvSpPr>
          <p:cNvPr id="28" name="Rectangle 37">
            <a:extLst>
              <a:ext uri="{FF2B5EF4-FFF2-40B4-BE49-F238E27FC236}">
                <a16:creationId xmlns:a16="http://schemas.microsoft.com/office/drawing/2014/main" id="{F79DE200-08CF-E0A7-2E6F-2083DD9A0A03}"/>
              </a:ext>
            </a:extLst>
          </p:cNvPr>
          <p:cNvSpPr/>
          <p:nvPr/>
        </p:nvSpPr>
        <p:spPr>
          <a:xfrm>
            <a:off x="2226498" y="2130307"/>
            <a:ext cx="489451" cy="2769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a:ea typeface="Calibri"/>
                <a:cs typeface="Calibri"/>
              </a:rPr>
              <a:t>27 Mar 2026</a:t>
            </a:r>
            <a:endParaRPr kumimoji="0" lang="zh-CN" altLang="en-US" sz="900" b="1" i="0" u="none" strike="noStrike" kern="1200" cap="none" spc="0" normalizeH="0" baseline="0" noProof="0">
              <a:ln>
                <a:noFill/>
              </a:ln>
              <a:solidFill>
                <a:srgbClr val="44546A"/>
              </a:solidFill>
              <a:effectLst/>
              <a:uLnTx/>
              <a:uFillTx/>
              <a:latin typeface="Calibri"/>
              <a:ea typeface="+mn-ea"/>
              <a:cs typeface="Calibri"/>
            </a:endParaRPr>
          </a:p>
        </p:txBody>
      </p:sp>
      <p:sp>
        <p:nvSpPr>
          <p:cNvPr id="29" name="Rectangle 37">
            <a:extLst>
              <a:ext uri="{FF2B5EF4-FFF2-40B4-BE49-F238E27FC236}">
                <a16:creationId xmlns:a16="http://schemas.microsoft.com/office/drawing/2014/main" id="{7F7D30F1-AC66-2699-BB9D-36E44EE47BB2}"/>
              </a:ext>
            </a:extLst>
          </p:cNvPr>
          <p:cNvSpPr/>
          <p:nvPr/>
        </p:nvSpPr>
        <p:spPr>
          <a:xfrm>
            <a:off x="2578528" y="2121014"/>
            <a:ext cx="394415" cy="2769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a:ea typeface="Calibri"/>
                <a:cs typeface="Calibri"/>
              </a:rPr>
              <a:t>17 Jun 2026</a:t>
            </a:r>
            <a:endParaRPr kumimoji="0" lang="zh-CN" altLang="en-US" sz="900" b="1" i="0" u="none" strike="noStrike" kern="1200" cap="none" spc="0" normalizeH="0" baseline="0" noProof="0">
              <a:ln>
                <a:noFill/>
              </a:ln>
              <a:solidFill>
                <a:srgbClr val="44546A"/>
              </a:solidFill>
              <a:effectLst/>
              <a:uLnTx/>
              <a:uFillTx/>
              <a:latin typeface="Calibri"/>
              <a:ea typeface="+mn-ea"/>
              <a:cs typeface="Calibri"/>
            </a:endParaRPr>
          </a:p>
        </p:txBody>
      </p:sp>
      <p:sp>
        <p:nvSpPr>
          <p:cNvPr id="32" name="5-Point Star 5">
            <a:extLst>
              <a:ext uri="{FF2B5EF4-FFF2-40B4-BE49-F238E27FC236}">
                <a16:creationId xmlns:a16="http://schemas.microsoft.com/office/drawing/2014/main" id="{815972BF-BC78-59F7-FCC3-EFA043A2A584}"/>
              </a:ext>
            </a:extLst>
          </p:cNvPr>
          <p:cNvSpPr/>
          <p:nvPr/>
        </p:nvSpPr>
        <p:spPr>
          <a:xfrm>
            <a:off x="2654782" y="2441521"/>
            <a:ext cx="154005" cy="160143"/>
          </a:xfrm>
          <a:prstGeom prst="flowChartDecision">
            <a:avLst/>
          </a:prstGeom>
          <a:solidFill>
            <a:srgbClr val="FFD03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33" name="Rectangle 37">
            <a:extLst>
              <a:ext uri="{FF2B5EF4-FFF2-40B4-BE49-F238E27FC236}">
                <a16:creationId xmlns:a16="http://schemas.microsoft.com/office/drawing/2014/main" id="{5245B287-EDE7-FF1A-D81D-920CF07AC9FE}"/>
              </a:ext>
            </a:extLst>
          </p:cNvPr>
          <p:cNvSpPr/>
          <p:nvPr/>
        </p:nvSpPr>
        <p:spPr>
          <a:xfrm>
            <a:off x="2566566" y="2606033"/>
            <a:ext cx="330436" cy="2769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a:ea typeface="Calibri"/>
                <a:cs typeface="Calibri"/>
              </a:rPr>
              <a:t>CTA sub.</a:t>
            </a:r>
            <a:endParaRPr kumimoji="0" lang="zh-CN" altLang="en-US" sz="900" b="1" i="0" u="none" strike="noStrike" kern="1200" cap="none" spc="0" normalizeH="0" baseline="0" noProof="0">
              <a:ln>
                <a:noFill/>
              </a:ln>
              <a:solidFill>
                <a:srgbClr val="44546A"/>
              </a:solidFill>
              <a:effectLst/>
              <a:uLnTx/>
              <a:uFillTx/>
              <a:latin typeface="Calibri"/>
              <a:ea typeface="+mn-ea"/>
              <a:cs typeface="Calibri"/>
            </a:endParaRPr>
          </a:p>
        </p:txBody>
      </p:sp>
      <p:sp>
        <p:nvSpPr>
          <p:cNvPr id="34" name="Rectangle 37">
            <a:extLst>
              <a:ext uri="{FF2B5EF4-FFF2-40B4-BE49-F238E27FC236}">
                <a16:creationId xmlns:a16="http://schemas.microsoft.com/office/drawing/2014/main" id="{5FD646FE-4239-2450-00F6-084AEDB4B9EC}"/>
              </a:ext>
            </a:extLst>
          </p:cNvPr>
          <p:cNvSpPr/>
          <p:nvPr/>
        </p:nvSpPr>
        <p:spPr>
          <a:xfrm>
            <a:off x="3074356" y="2132030"/>
            <a:ext cx="394415" cy="2769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a:ea typeface="Calibri"/>
                <a:cs typeface="Calibri"/>
              </a:rPr>
              <a:t>Sep 2026</a:t>
            </a:r>
            <a:endParaRPr kumimoji="0" lang="zh-CN" altLang="en-US" sz="900" b="1" i="0" u="none" strike="noStrike" kern="1200" cap="none" spc="0" normalizeH="0" baseline="0" noProof="0">
              <a:ln>
                <a:noFill/>
              </a:ln>
              <a:solidFill>
                <a:srgbClr val="44546A"/>
              </a:solidFill>
              <a:effectLst/>
              <a:uLnTx/>
              <a:uFillTx/>
              <a:latin typeface="Calibri"/>
              <a:ea typeface="+mn-ea"/>
              <a:cs typeface="Calibri"/>
            </a:endParaRPr>
          </a:p>
        </p:txBody>
      </p:sp>
      <p:sp>
        <p:nvSpPr>
          <p:cNvPr id="35" name="5-Point Star 5">
            <a:extLst>
              <a:ext uri="{FF2B5EF4-FFF2-40B4-BE49-F238E27FC236}">
                <a16:creationId xmlns:a16="http://schemas.microsoft.com/office/drawing/2014/main" id="{0962F0A8-0FDF-A001-0D64-E8BE49EA4BD6}"/>
              </a:ext>
            </a:extLst>
          </p:cNvPr>
          <p:cNvSpPr/>
          <p:nvPr/>
        </p:nvSpPr>
        <p:spPr>
          <a:xfrm>
            <a:off x="3166763" y="2430789"/>
            <a:ext cx="154005" cy="160143"/>
          </a:xfrm>
          <a:prstGeom prst="flowChartDecision">
            <a:avLst/>
          </a:prstGeom>
          <a:solidFill>
            <a:srgbClr val="FFD03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37" name="Rectangle 37">
            <a:extLst>
              <a:ext uri="{FF2B5EF4-FFF2-40B4-BE49-F238E27FC236}">
                <a16:creationId xmlns:a16="http://schemas.microsoft.com/office/drawing/2014/main" id="{9BB1C23E-547A-6E4B-BB05-76C8B9B18DF8}"/>
              </a:ext>
            </a:extLst>
          </p:cNvPr>
          <p:cNvSpPr/>
          <p:nvPr/>
        </p:nvSpPr>
        <p:spPr>
          <a:xfrm>
            <a:off x="3078547" y="2664551"/>
            <a:ext cx="330436" cy="1384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a:ea typeface="Calibri"/>
                <a:cs typeface="Calibri"/>
              </a:rPr>
              <a:t>FSS</a:t>
            </a:r>
            <a:endParaRPr kumimoji="0" lang="zh-CN" altLang="en-US" sz="900" b="1" i="0" u="none" strike="noStrike" kern="1200" cap="none" spc="0" normalizeH="0" baseline="0" noProof="0">
              <a:ln>
                <a:noFill/>
              </a:ln>
              <a:solidFill>
                <a:srgbClr val="44546A"/>
              </a:solidFill>
              <a:effectLst/>
              <a:uLnTx/>
              <a:uFillTx/>
              <a:latin typeface="Calibri"/>
              <a:ea typeface="+mn-ea"/>
              <a:cs typeface="Calibri"/>
            </a:endParaRPr>
          </a:p>
        </p:txBody>
      </p:sp>
      <p:pic>
        <p:nvPicPr>
          <p:cNvPr id="52" name="Graphic 51" descr="Flag with solid fill">
            <a:extLst>
              <a:ext uri="{FF2B5EF4-FFF2-40B4-BE49-F238E27FC236}">
                <a16:creationId xmlns:a16="http://schemas.microsoft.com/office/drawing/2014/main" id="{0DDFC8A5-EC70-5950-407B-6C8C1FE0E8F5}"/>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599249" y="2403710"/>
            <a:ext cx="194560" cy="194560"/>
          </a:xfrm>
          <a:prstGeom prst="rect">
            <a:avLst/>
          </a:prstGeom>
        </p:spPr>
      </p:pic>
      <p:sp>
        <p:nvSpPr>
          <p:cNvPr id="68" name="五角星 55">
            <a:extLst>
              <a:ext uri="{FF2B5EF4-FFF2-40B4-BE49-F238E27FC236}">
                <a16:creationId xmlns:a16="http://schemas.microsoft.com/office/drawing/2014/main" id="{001E36D7-2A61-B5BE-39B6-EC5D93CD29CA}"/>
              </a:ext>
            </a:extLst>
          </p:cNvPr>
          <p:cNvSpPr>
            <a:spLocks noChangeAspect="1"/>
          </p:cNvSpPr>
          <p:nvPr/>
        </p:nvSpPr>
        <p:spPr bwMode="auto">
          <a:xfrm>
            <a:off x="9820859" y="2404760"/>
            <a:ext cx="146125" cy="128492"/>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marL="0" marR="0" lvl="0" indent="0" algn="l" defTabSz="1219110" rtl="0" eaLnBrk="0" fontAlgn="auto" latinLnBrk="0" hangingPunct="0">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FF0000"/>
              </a:solidFill>
              <a:effectLst/>
              <a:uLnTx/>
              <a:uFillTx/>
              <a:latin typeface="BISansOpti"/>
              <a:ea typeface="+mn-ea"/>
              <a:cs typeface="+mn-cs"/>
            </a:endParaRPr>
          </a:p>
        </p:txBody>
      </p:sp>
      <p:sp>
        <p:nvSpPr>
          <p:cNvPr id="18" name="Star: 4 Points 143">
            <a:extLst>
              <a:ext uri="{FF2B5EF4-FFF2-40B4-BE49-F238E27FC236}">
                <a16:creationId xmlns:a16="http://schemas.microsoft.com/office/drawing/2014/main" id="{6FA699E2-EEBC-6046-4A03-EE13B89D46A2}"/>
              </a:ext>
            </a:extLst>
          </p:cNvPr>
          <p:cNvSpPr/>
          <p:nvPr/>
        </p:nvSpPr>
        <p:spPr bwMode="auto">
          <a:xfrm>
            <a:off x="8982795" y="246586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32"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42" name="Rectangle 37">
            <a:extLst>
              <a:ext uri="{FF2B5EF4-FFF2-40B4-BE49-F238E27FC236}">
                <a16:creationId xmlns:a16="http://schemas.microsoft.com/office/drawing/2014/main" id="{AC49629E-B22F-E531-6A02-82CFBF4D3A98}"/>
              </a:ext>
            </a:extLst>
          </p:cNvPr>
          <p:cNvSpPr/>
          <p:nvPr/>
        </p:nvSpPr>
        <p:spPr>
          <a:xfrm>
            <a:off x="9504124" y="2643233"/>
            <a:ext cx="925720" cy="1384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NDA sub.</a:t>
            </a:r>
            <a:endParaRPr kumimoji="0" lang="zh-CN" altLang="en-US"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43" name="Rectangle 37">
            <a:extLst>
              <a:ext uri="{FF2B5EF4-FFF2-40B4-BE49-F238E27FC236}">
                <a16:creationId xmlns:a16="http://schemas.microsoft.com/office/drawing/2014/main" id="{9A6C4EA8-B793-1662-AF24-1A2D38FAC6B9}"/>
              </a:ext>
            </a:extLst>
          </p:cNvPr>
          <p:cNvSpPr/>
          <p:nvPr/>
        </p:nvSpPr>
        <p:spPr>
          <a:xfrm>
            <a:off x="10330630" y="2653105"/>
            <a:ext cx="798581" cy="1384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NDA Appr.</a:t>
            </a:r>
          </a:p>
        </p:txBody>
      </p:sp>
      <p:sp>
        <p:nvSpPr>
          <p:cNvPr id="53" name="Rectangle 37">
            <a:extLst>
              <a:ext uri="{FF2B5EF4-FFF2-40B4-BE49-F238E27FC236}">
                <a16:creationId xmlns:a16="http://schemas.microsoft.com/office/drawing/2014/main" id="{46CD4FFF-58E8-8078-ACEB-3F75D907E906}"/>
              </a:ext>
            </a:extLst>
          </p:cNvPr>
          <p:cNvSpPr/>
          <p:nvPr/>
        </p:nvSpPr>
        <p:spPr>
          <a:xfrm>
            <a:off x="8570670" y="2239519"/>
            <a:ext cx="925720" cy="1384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Mar/Apr 2030</a:t>
            </a:r>
            <a:endParaRPr kumimoji="0" lang="zh-CN" altLang="en-US"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54" name="Rectangle 37">
            <a:extLst>
              <a:ext uri="{FF2B5EF4-FFF2-40B4-BE49-F238E27FC236}">
                <a16:creationId xmlns:a16="http://schemas.microsoft.com/office/drawing/2014/main" id="{B015F5F3-E46D-887B-0E93-9A8A74B8C7EE}"/>
              </a:ext>
            </a:extLst>
          </p:cNvPr>
          <p:cNvSpPr/>
          <p:nvPr/>
        </p:nvSpPr>
        <p:spPr>
          <a:xfrm>
            <a:off x="8651012" y="2641030"/>
            <a:ext cx="925720" cy="1384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DBL</a:t>
            </a:r>
            <a:endParaRPr kumimoji="0" lang="zh-CN" altLang="en-US"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55" name="OTLSHAPE_T_e17f3958430f4cff8650518c93c7635e_Shape">
            <a:extLst>
              <a:ext uri="{FF2B5EF4-FFF2-40B4-BE49-F238E27FC236}">
                <a16:creationId xmlns:a16="http://schemas.microsoft.com/office/drawing/2014/main" id="{709A11AE-27F4-5FE6-B882-B32E145FDA9C}"/>
              </a:ext>
            </a:extLst>
          </p:cNvPr>
          <p:cNvSpPr/>
          <p:nvPr>
            <p:custDataLst>
              <p:tags r:id="rId2"/>
            </p:custDataLst>
          </p:nvPr>
        </p:nvSpPr>
        <p:spPr bwMode="auto">
          <a:xfrm>
            <a:off x="3549303" y="4580405"/>
            <a:ext cx="5535079" cy="194558"/>
          </a:xfrm>
          <a:prstGeom prst="roundRect">
            <a:avLst/>
          </a:prstGeom>
          <a:solidFill>
            <a:srgbClr val="CDE2E5"/>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9110" rtl="0" eaLnBrk="0" fontAlgn="base" latinLnBrk="0" hangingPunct="0">
              <a:lnSpc>
                <a:spcPct val="100000"/>
              </a:lnSpc>
              <a:spcBef>
                <a:spcPct val="0"/>
              </a:spcBef>
              <a:spcAft>
                <a:spcPct val="0"/>
              </a:spcAft>
              <a:buClrTx/>
              <a:buSzTx/>
              <a:buFontTx/>
              <a:buNone/>
              <a:tabLst/>
              <a:defRPr/>
            </a:pPr>
            <a:r>
              <a:rPr kumimoji="0" lang="en-US" altLang="zh-CN" sz="10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IIM ph3</a:t>
            </a:r>
            <a:endParaRPr kumimoji="0" lang="zh-CN" altLang="en-US" sz="10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7" name="5-Point Star 5">
            <a:extLst>
              <a:ext uri="{FF2B5EF4-FFF2-40B4-BE49-F238E27FC236}">
                <a16:creationId xmlns:a16="http://schemas.microsoft.com/office/drawing/2014/main" id="{B2333206-A6FB-E983-3A47-3C5E252AC2AD}"/>
              </a:ext>
            </a:extLst>
          </p:cNvPr>
          <p:cNvSpPr/>
          <p:nvPr/>
        </p:nvSpPr>
        <p:spPr>
          <a:xfrm>
            <a:off x="2062752" y="4531082"/>
            <a:ext cx="154005" cy="160143"/>
          </a:xfrm>
          <a:prstGeom prst="flowChartDecision">
            <a:avLst/>
          </a:prstGeom>
          <a:solidFill>
            <a:srgbClr val="FFD03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8" name="Rectangle 37">
            <a:extLst>
              <a:ext uri="{FF2B5EF4-FFF2-40B4-BE49-F238E27FC236}">
                <a16:creationId xmlns:a16="http://schemas.microsoft.com/office/drawing/2014/main" id="{97F6BD07-BB15-D2AD-C27A-56AC35948AF5}"/>
              </a:ext>
            </a:extLst>
          </p:cNvPr>
          <p:cNvSpPr/>
          <p:nvPr/>
        </p:nvSpPr>
        <p:spPr>
          <a:xfrm>
            <a:off x="1974536" y="4695594"/>
            <a:ext cx="330436" cy="2769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a:ea typeface="Calibri"/>
                <a:cs typeface="Calibri"/>
              </a:rPr>
              <a:t>HAI sub.</a:t>
            </a:r>
            <a:endParaRPr kumimoji="0" lang="zh-CN" altLang="en-US" sz="900" b="1" i="0" u="none" strike="noStrike" kern="1200" cap="none" spc="0" normalizeH="0" baseline="0" noProof="0">
              <a:ln>
                <a:noFill/>
              </a:ln>
              <a:solidFill>
                <a:srgbClr val="44546A"/>
              </a:solidFill>
              <a:effectLst/>
              <a:uLnTx/>
              <a:uFillTx/>
              <a:latin typeface="Calibri"/>
              <a:ea typeface="+mn-ea"/>
              <a:cs typeface="Calibri"/>
            </a:endParaRPr>
          </a:p>
        </p:txBody>
      </p:sp>
      <p:sp>
        <p:nvSpPr>
          <p:cNvPr id="10" name="Rectangle 37">
            <a:extLst>
              <a:ext uri="{FF2B5EF4-FFF2-40B4-BE49-F238E27FC236}">
                <a16:creationId xmlns:a16="http://schemas.microsoft.com/office/drawing/2014/main" id="{4B7CCD61-95C2-8C9D-582C-F4EDE2DAA9A7}"/>
              </a:ext>
            </a:extLst>
          </p:cNvPr>
          <p:cNvSpPr/>
          <p:nvPr/>
        </p:nvSpPr>
        <p:spPr>
          <a:xfrm>
            <a:off x="2700270" y="4130345"/>
            <a:ext cx="394415" cy="415498"/>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a:ea typeface="Calibri"/>
                <a:cs typeface="Calibri"/>
              </a:rPr>
              <a:t>Mid Jun</a:t>
            </a:r>
          </a:p>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a:ea typeface="Calibri"/>
                <a:cs typeface="Calibri"/>
              </a:rPr>
              <a:t>2026 (TBC)</a:t>
            </a:r>
            <a:endParaRPr kumimoji="0" lang="zh-CN" altLang="en-US" sz="900" b="1" i="0" u="none" strike="noStrike" kern="1200" cap="none" spc="0" normalizeH="0" baseline="0" noProof="0">
              <a:ln>
                <a:noFill/>
              </a:ln>
              <a:solidFill>
                <a:srgbClr val="44546A"/>
              </a:solidFill>
              <a:effectLst/>
              <a:uLnTx/>
              <a:uFillTx/>
              <a:latin typeface="Calibri"/>
              <a:ea typeface="+mn-ea"/>
              <a:cs typeface="Calibri"/>
            </a:endParaRPr>
          </a:p>
        </p:txBody>
      </p:sp>
      <p:sp>
        <p:nvSpPr>
          <p:cNvPr id="12" name="5-Point Star 5">
            <a:extLst>
              <a:ext uri="{FF2B5EF4-FFF2-40B4-BE49-F238E27FC236}">
                <a16:creationId xmlns:a16="http://schemas.microsoft.com/office/drawing/2014/main" id="{48BC4DF3-964D-70E0-57E0-AFDFDD210F50}"/>
              </a:ext>
            </a:extLst>
          </p:cNvPr>
          <p:cNvSpPr/>
          <p:nvPr/>
        </p:nvSpPr>
        <p:spPr>
          <a:xfrm>
            <a:off x="2793841" y="4555282"/>
            <a:ext cx="154005" cy="160143"/>
          </a:xfrm>
          <a:prstGeom prst="flowChartDecision">
            <a:avLst/>
          </a:prstGeom>
          <a:solidFill>
            <a:srgbClr val="FFD03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14" name="Rectangle 37">
            <a:extLst>
              <a:ext uri="{FF2B5EF4-FFF2-40B4-BE49-F238E27FC236}">
                <a16:creationId xmlns:a16="http://schemas.microsoft.com/office/drawing/2014/main" id="{C4C035A4-491D-83BB-E260-8D3D6399C4BD}"/>
              </a:ext>
            </a:extLst>
          </p:cNvPr>
          <p:cNvSpPr/>
          <p:nvPr/>
        </p:nvSpPr>
        <p:spPr>
          <a:xfrm>
            <a:off x="2705625" y="4719794"/>
            <a:ext cx="330436" cy="2769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a:ea typeface="Calibri"/>
                <a:cs typeface="Calibri"/>
              </a:rPr>
              <a:t>CTA sub.</a:t>
            </a:r>
            <a:endParaRPr kumimoji="0" lang="zh-CN" altLang="en-US" sz="900" b="1" i="0" u="none" strike="noStrike" kern="1200" cap="none" spc="0" normalizeH="0" baseline="0" noProof="0">
              <a:ln>
                <a:noFill/>
              </a:ln>
              <a:solidFill>
                <a:srgbClr val="44546A"/>
              </a:solidFill>
              <a:effectLst/>
              <a:uLnTx/>
              <a:uFillTx/>
              <a:latin typeface="Calibri"/>
              <a:ea typeface="+mn-ea"/>
              <a:cs typeface="Calibri"/>
            </a:endParaRPr>
          </a:p>
        </p:txBody>
      </p:sp>
      <p:sp>
        <p:nvSpPr>
          <p:cNvPr id="15" name="Rectangle 37">
            <a:extLst>
              <a:ext uri="{FF2B5EF4-FFF2-40B4-BE49-F238E27FC236}">
                <a16:creationId xmlns:a16="http://schemas.microsoft.com/office/drawing/2014/main" id="{12014EE0-CC24-6ECA-4992-1C1C6EA86E4A}"/>
              </a:ext>
            </a:extLst>
          </p:cNvPr>
          <p:cNvSpPr/>
          <p:nvPr/>
        </p:nvSpPr>
        <p:spPr>
          <a:xfrm>
            <a:off x="1909887" y="4340751"/>
            <a:ext cx="489451" cy="1384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a:ea typeface="Calibri"/>
                <a:cs typeface="Calibri"/>
              </a:rPr>
              <a:t>15 Jan</a:t>
            </a:r>
            <a:endParaRPr kumimoji="0" lang="zh-CN" altLang="en-US" sz="900" b="1" i="0" u="none" strike="noStrike" kern="1200" cap="none" spc="0" normalizeH="0" baseline="0" noProof="0">
              <a:ln>
                <a:noFill/>
              </a:ln>
              <a:solidFill>
                <a:srgbClr val="44546A"/>
              </a:solidFill>
              <a:effectLst/>
              <a:uLnTx/>
              <a:uFillTx/>
              <a:latin typeface="Calibri"/>
              <a:ea typeface="+mn-ea"/>
              <a:cs typeface="Calibri"/>
            </a:endParaRPr>
          </a:p>
        </p:txBody>
      </p:sp>
      <p:sp>
        <p:nvSpPr>
          <p:cNvPr id="17" name="Rectangle 37">
            <a:extLst>
              <a:ext uri="{FF2B5EF4-FFF2-40B4-BE49-F238E27FC236}">
                <a16:creationId xmlns:a16="http://schemas.microsoft.com/office/drawing/2014/main" id="{20776CF6-ECCD-54F6-3962-8B8C27F2BB09}"/>
              </a:ext>
            </a:extLst>
          </p:cNvPr>
          <p:cNvSpPr/>
          <p:nvPr/>
        </p:nvSpPr>
        <p:spPr>
          <a:xfrm>
            <a:off x="9739939" y="4386751"/>
            <a:ext cx="925720" cy="1384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Oct 2030</a:t>
            </a:r>
            <a:endParaRPr kumimoji="0" lang="zh-CN" altLang="en-US"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19" name="Rectangle 37">
            <a:extLst>
              <a:ext uri="{FF2B5EF4-FFF2-40B4-BE49-F238E27FC236}">
                <a16:creationId xmlns:a16="http://schemas.microsoft.com/office/drawing/2014/main" id="{49B42C50-B02C-7FA3-EB2F-F44C8DB407B6}"/>
              </a:ext>
            </a:extLst>
          </p:cNvPr>
          <p:cNvSpPr/>
          <p:nvPr/>
        </p:nvSpPr>
        <p:spPr>
          <a:xfrm>
            <a:off x="11061894" y="4349905"/>
            <a:ext cx="798581" cy="1384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Aug 2031</a:t>
            </a:r>
            <a:endParaRPr kumimoji="0" lang="zh-CN" altLang="en-US"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pic>
        <p:nvPicPr>
          <p:cNvPr id="20" name="Graphic 51" descr="Flag with solid fill">
            <a:extLst>
              <a:ext uri="{FF2B5EF4-FFF2-40B4-BE49-F238E27FC236}">
                <a16:creationId xmlns:a16="http://schemas.microsoft.com/office/drawing/2014/main" id="{B93FDA7A-D01A-1740-FEDF-9D6B263EA63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1312630" y="4568131"/>
            <a:ext cx="194560" cy="194560"/>
          </a:xfrm>
          <a:prstGeom prst="rect">
            <a:avLst/>
          </a:prstGeom>
        </p:spPr>
      </p:pic>
      <p:sp>
        <p:nvSpPr>
          <p:cNvPr id="21" name="五角星 55">
            <a:extLst>
              <a:ext uri="{FF2B5EF4-FFF2-40B4-BE49-F238E27FC236}">
                <a16:creationId xmlns:a16="http://schemas.microsoft.com/office/drawing/2014/main" id="{9B1C1E33-FE2F-82E1-048F-0810490EF131}"/>
              </a:ext>
            </a:extLst>
          </p:cNvPr>
          <p:cNvSpPr>
            <a:spLocks noChangeAspect="1"/>
          </p:cNvSpPr>
          <p:nvPr/>
        </p:nvSpPr>
        <p:spPr bwMode="auto">
          <a:xfrm>
            <a:off x="10063327" y="4603124"/>
            <a:ext cx="146125" cy="128492"/>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marL="0" marR="0" lvl="0" indent="0" algn="l" defTabSz="1219110" rtl="0" eaLnBrk="0" fontAlgn="auto" latinLnBrk="0" hangingPunct="0">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FF0000"/>
              </a:solidFill>
              <a:effectLst/>
              <a:uLnTx/>
              <a:uFillTx/>
              <a:latin typeface="BISansOpti"/>
              <a:ea typeface="+mn-ea"/>
              <a:cs typeface="+mn-cs"/>
            </a:endParaRPr>
          </a:p>
        </p:txBody>
      </p:sp>
      <p:sp>
        <p:nvSpPr>
          <p:cNvPr id="30" name="Rectangle 37">
            <a:extLst>
              <a:ext uri="{FF2B5EF4-FFF2-40B4-BE49-F238E27FC236}">
                <a16:creationId xmlns:a16="http://schemas.microsoft.com/office/drawing/2014/main" id="{B98ACD89-C553-AB3E-B4A2-60BE1B9BBD52}"/>
              </a:ext>
            </a:extLst>
          </p:cNvPr>
          <p:cNvSpPr/>
          <p:nvPr/>
        </p:nvSpPr>
        <p:spPr>
          <a:xfrm>
            <a:off x="9673529" y="4852867"/>
            <a:ext cx="925720" cy="1384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NDA sub.</a:t>
            </a:r>
            <a:endParaRPr kumimoji="0" lang="zh-CN" altLang="en-US"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31" name="Rectangle 37">
            <a:extLst>
              <a:ext uri="{FF2B5EF4-FFF2-40B4-BE49-F238E27FC236}">
                <a16:creationId xmlns:a16="http://schemas.microsoft.com/office/drawing/2014/main" id="{031535F4-0D35-FC0F-CB03-D5C31A29CCAF}"/>
              </a:ext>
            </a:extLst>
          </p:cNvPr>
          <p:cNvSpPr/>
          <p:nvPr/>
        </p:nvSpPr>
        <p:spPr>
          <a:xfrm>
            <a:off x="11044011" y="4817526"/>
            <a:ext cx="798581" cy="1384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NDA Appr.</a:t>
            </a:r>
          </a:p>
        </p:txBody>
      </p:sp>
      <p:sp>
        <p:nvSpPr>
          <p:cNvPr id="24" name="5-Point Star 5">
            <a:extLst>
              <a:ext uri="{FF2B5EF4-FFF2-40B4-BE49-F238E27FC236}">
                <a16:creationId xmlns:a16="http://schemas.microsoft.com/office/drawing/2014/main" id="{5CCC2C68-3990-2C97-DA20-941BFF0F25CB}"/>
              </a:ext>
            </a:extLst>
          </p:cNvPr>
          <p:cNvSpPr/>
          <p:nvPr/>
        </p:nvSpPr>
        <p:spPr>
          <a:xfrm>
            <a:off x="3461088" y="4622610"/>
            <a:ext cx="154005" cy="160143"/>
          </a:xfrm>
          <a:prstGeom prst="flowChartDecision">
            <a:avLst/>
          </a:prstGeom>
          <a:solidFill>
            <a:srgbClr val="FFD03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27" name="Rectangle 37">
            <a:extLst>
              <a:ext uri="{FF2B5EF4-FFF2-40B4-BE49-F238E27FC236}">
                <a16:creationId xmlns:a16="http://schemas.microsoft.com/office/drawing/2014/main" id="{91996ED1-09A3-C251-07C7-47C174E6062A}"/>
              </a:ext>
            </a:extLst>
          </p:cNvPr>
          <p:cNvSpPr/>
          <p:nvPr/>
        </p:nvSpPr>
        <p:spPr>
          <a:xfrm>
            <a:off x="3347173" y="4262633"/>
            <a:ext cx="394415" cy="2769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a:ea typeface="Calibri"/>
                <a:cs typeface="Calibri"/>
              </a:rPr>
              <a:t>Dec 2026</a:t>
            </a:r>
            <a:endParaRPr kumimoji="0" lang="zh-CN" altLang="en-US" sz="900" b="1" i="0" u="none" strike="noStrike" kern="1200" cap="none" spc="0" normalizeH="0" baseline="0" noProof="0">
              <a:ln>
                <a:noFill/>
              </a:ln>
              <a:solidFill>
                <a:srgbClr val="44546A"/>
              </a:solidFill>
              <a:effectLst/>
              <a:uLnTx/>
              <a:uFillTx/>
              <a:latin typeface="Calibri"/>
              <a:ea typeface="+mn-ea"/>
              <a:cs typeface="Calibri"/>
            </a:endParaRPr>
          </a:p>
        </p:txBody>
      </p:sp>
      <p:sp>
        <p:nvSpPr>
          <p:cNvPr id="38" name="Rectangle 37">
            <a:extLst>
              <a:ext uri="{FF2B5EF4-FFF2-40B4-BE49-F238E27FC236}">
                <a16:creationId xmlns:a16="http://schemas.microsoft.com/office/drawing/2014/main" id="{11E27B9B-B9DE-C661-0C70-9CC359BA08D0}"/>
              </a:ext>
            </a:extLst>
          </p:cNvPr>
          <p:cNvSpPr/>
          <p:nvPr/>
        </p:nvSpPr>
        <p:spPr>
          <a:xfrm>
            <a:off x="3347173" y="4858294"/>
            <a:ext cx="330436" cy="138499"/>
          </a:xfrm>
          <a:prstGeom prst="rect">
            <a:avLst/>
          </a:prstGeom>
          <a:noFill/>
        </p:spPr>
        <p:txBody>
          <a:bodyPr vert="horz" wrap="square" lIns="0" tIns="0" rIns="0" bIns="0" rtlCol="0" anchor="ctr" anchorCtr="0">
            <a:spAutoFit/>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a:ln>
                  <a:noFill/>
                </a:ln>
                <a:solidFill>
                  <a:srgbClr val="44546A"/>
                </a:solidFill>
                <a:effectLst/>
                <a:uLnTx/>
                <a:uFillTx/>
                <a:latin typeface="Calibri"/>
                <a:ea typeface="Calibri"/>
                <a:cs typeface="Calibri"/>
              </a:rPr>
              <a:t>FSS</a:t>
            </a:r>
            <a:endParaRPr kumimoji="0" lang="zh-CN" altLang="en-US" sz="900" b="1" i="0" u="none" strike="noStrike" kern="1200" cap="none" spc="0" normalizeH="0" baseline="0" noProof="0">
              <a:ln>
                <a:noFill/>
              </a:ln>
              <a:solidFill>
                <a:srgbClr val="44546A"/>
              </a:solidFill>
              <a:effectLst/>
              <a:uLnTx/>
              <a:uFillTx/>
              <a:latin typeface="Calibri"/>
              <a:ea typeface="+mn-ea"/>
              <a:cs typeface="Calibri"/>
            </a:endParaRPr>
          </a:p>
        </p:txBody>
      </p:sp>
      <p:sp>
        <p:nvSpPr>
          <p:cNvPr id="40" name="TextBox 85">
            <a:extLst>
              <a:ext uri="{FF2B5EF4-FFF2-40B4-BE49-F238E27FC236}">
                <a16:creationId xmlns:a16="http://schemas.microsoft.com/office/drawing/2014/main" id="{38C6BE43-9C6D-4E4D-261F-291C54B53915}"/>
              </a:ext>
            </a:extLst>
          </p:cNvPr>
          <p:cNvSpPr txBox="1"/>
          <p:nvPr/>
        </p:nvSpPr>
        <p:spPr bwMode="gray">
          <a:xfrm>
            <a:off x="558039" y="5252041"/>
            <a:ext cx="11284553" cy="1012521"/>
          </a:xfrm>
          <a:prstGeom prst="rect">
            <a:avLst/>
          </a:prstGeom>
        </p:spPr>
        <p:style>
          <a:lnRef idx="2">
            <a:schemeClr val="accent4"/>
          </a:lnRef>
          <a:fillRef idx="1">
            <a:schemeClr val="lt1"/>
          </a:fillRef>
          <a:effectRef idx="0">
            <a:schemeClr val="accent4"/>
          </a:effectRef>
          <a:fontRef idx="minor">
            <a:schemeClr val="dk1"/>
          </a:fontRef>
        </p:style>
        <p:txBody>
          <a:bodyPr wrap="square" lIns="0" tIns="0" rIns="0" bIns="0" rtlCol="0">
            <a:spAutoFit/>
          </a:bodyPr>
          <a:lstStyle/>
          <a:p>
            <a:pPr marL="356616" marR="0" lvl="0" indent="-173736" algn="l" defTabSz="914400"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err="1">
                <a:ln>
                  <a:noFill/>
                </a:ln>
                <a:solidFill>
                  <a:srgbClr val="000000"/>
                </a:solidFill>
                <a:effectLst/>
                <a:uLnTx/>
                <a:uFillTx/>
                <a:latin typeface="Boehringer Forward Text" panose="020B0504030403020204" pitchFamily="2" charset="0"/>
                <a:ea typeface="+mn-ea"/>
                <a:cs typeface="+mn-cs"/>
              </a:rPr>
              <a:t>RoFD</a:t>
            </a:r>
            <a:r>
              <a:rPr kumimoji="0" lang="en-US" sz="1200" b="0" i="0" u="none" strike="noStrike" kern="1200" cap="none" spc="0" normalizeH="0" baseline="0" noProof="0">
                <a:ln>
                  <a:noFill/>
                </a:ln>
                <a:solidFill>
                  <a:srgbClr val="000000"/>
                </a:solidFill>
                <a:effectLst/>
                <a:uLnTx/>
                <a:uFillTx/>
                <a:latin typeface="Boehringer Forward Text" panose="020B0504030403020204" pitchFamily="2" charset="0"/>
                <a:ea typeface="+mn-ea"/>
                <a:cs typeface="+mn-cs"/>
              </a:rPr>
              <a:t> was released on Mar 27.</a:t>
            </a:r>
          </a:p>
          <a:p>
            <a:pPr marL="356616" marR="0" lvl="0" indent="-173736" algn="l" defTabSz="914400"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Boehringer Forward Text" panose="020B0504030403020204" pitchFamily="2" charset="0"/>
                <a:ea typeface="+mn-ea"/>
                <a:cs typeface="+mn-cs"/>
              </a:rPr>
              <a:t>Final feedback from the FDA and EMA for HAI has been received, along with initial feedback from the PMDA. Updates for TDO/CTP are in progress, and the CTA is currently being prepared. China HAI is still under review.</a:t>
            </a:r>
          </a:p>
          <a:p>
            <a:pPr marL="356616" marR="0" lvl="0" indent="-173736" algn="l" defTabSz="914400" rtl="0" eaLnBrk="1" fontAlgn="auto" latinLnBrk="0" hangingPunct="1">
              <a:lnSpc>
                <a:spcPct val="140000"/>
              </a:lnSpc>
              <a:spcBef>
                <a:spcPts val="0"/>
              </a:spcBef>
              <a:spcAft>
                <a:spcPts val="0"/>
              </a:spcAft>
              <a:buClrTx/>
              <a:buSzTx/>
              <a:buFont typeface="Arial" panose="020B0604020202020204" pitchFamily="34" charset="0"/>
              <a:buChar char="•"/>
              <a:tabLst/>
              <a:defRPr/>
            </a:pPr>
            <a:r>
              <a:rPr kumimoji="0" lang="en-US" altLang="zh-CN" sz="1200" b="0" i="0" u="none" strike="noStrike" kern="1200" cap="none" spc="0" normalizeH="0" baseline="0" noProof="0">
                <a:ln>
                  <a:noFill/>
                </a:ln>
                <a:solidFill>
                  <a:srgbClr val="000000"/>
                </a:solidFill>
                <a:effectLst/>
                <a:uLnTx/>
                <a:uFillTx/>
                <a:latin typeface="Boehringer Forward Text" panose="020B0504030403020204" pitchFamily="2" charset="0"/>
                <a:ea typeface="+mn-ea"/>
                <a:cs typeface="+mn-cs"/>
              </a:rPr>
              <a:t>SQVs in 21 sites are in progress. </a:t>
            </a:r>
          </a:p>
        </p:txBody>
      </p:sp>
    </p:spTree>
    <p:extLst>
      <p:ext uri="{BB962C8B-B14F-4D97-AF65-F5344CB8AC3E}">
        <p14:creationId xmlns:p14="http://schemas.microsoft.com/office/powerpoint/2010/main" val="3336843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B0A775B-E55C-B26B-2F63-892CB085B861}"/>
              </a:ext>
            </a:extLst>
          </p:cNvPr>
          <p:cNvSpPr>
            <a:spLocks noGrp="1"/>
          </p:cNvSpPr>
          <p:nvPr>
            <p:ph type="title"/>
          </p:nvPr>
        </p:nvSpPr>
        <p:spPr/>
        <p:txBody>
          <a:bodyPr/>
          <a:lstStyle/>
          <a:p>
            <a:r>
              <a:rPr lang="en-US" altLang="zh-CN"/>
              <a:t>Summary of HAI feedbacks, risks and mitigation plan</a:t>
            </a:r>
            <a:endParaRPr lang="zh-CN" altLang="en-US"/>
          </a:p>
        </p:txBody>
      </p:sp>
      <p:sp>
        <p:nvSpPr>
          <p:cNvPr id="3" name="文本占位符 2">
            <a:extLst>
              <a:ext uri="{FF2B5EF4-FFF2-40B4-BE49-F238E27FC236}">
                <a16:creationId xmlns:a16="http://schemas.microsoft.com/office/drawing/2014/main" id="{DD32A1E2-7F44-EF07-5986-D18FD537B50E}"/>
              </a:ext>
            </a:extLst>
          </p:cNvPr>
          <p:cNvSpPr>
            <a:spLocks noGrp="1"/>
          </p:cNvSpPr>
          <p:nvPr>
            <p:ph type="body" sz="quarter" idx="13"/>
          </p:nvPr>
        </p:nvSpPr>
        <p:spPr/>
        <p:txBody>
          <a:bodyPr/>
          <a:lstStyle/>
          <a:p>
            <a:endParaRPr lang="zh-CN" altLang="en-US"/>
          </a:p>
        </p:txBody>
      </p:sp>
      <p:sp>
        <p:nvSpPr>
          <p:cNvPr id="4" name="页脚占位符 3">
            <a:extLst>
              <a:ext uri="{FF2B5EF4-FFF2-40B4-BE49-F238E27FC236}">
                <a16:creationId xmlns:a16="http://schemas.microsoft.com/office/drawing/2014/main" id="{89A895CA-C77F-82C8-FDAA-076C539E0145}"/>
              </a:ext>
            </a:extLst>
          </p:cNvPr>
          <p:cNvSpPr>
            <a:spLocks noGrp="1"/>
          </p:cNvSpPr>
          <p:nvPr>
            <p:ph type="ftr" sz="quarter" idx="10"/>
          </p:nvPr>
        </p:nvSpPr>
        <p:spPr/>
        <p:txBody>
          <a:bodyPr/>
          <a:lstStyle/>
          <a:p>
            <a:r>
              <a:rPr lang="en-US" altLang="zh-CN"/>
              <a:t>|    ONLY FOR INTERNAL USE</a:t>
            </a:r>
          </a:p>
        </p:txBody>
      </p:sp>
      <p:sp>
        <p:nvSpPr>
          <p:cNvPr id="5" name="灯片编号占位符 4">
            <a:extLst>
              <a:ext uri="{FF2B5EF4-FFF2-40B4-BE49-F238E27FC236}">
                <a16:creationId xmlns:a16="http://schemas.microsoft.com/office/drawing/2014/main" id="{E027A15C-5831-1DA9-F2AD-120F6C07CAEA}"/>
              </a:ext>
            </a:extLst>
          </p:cNvPr>
          <p:cNvSpPr>
            <a:spLocks noGrp="1"/>
          </p:cNvSpPr>
          <p:nvPr>
            <p:ph type="sldNum" sz="quarter" idx="11"/>
          </p:nvPr>
        </p:nvSpPr>
        <p:spPr/>
        <p:txBody>
          <a:bodyPr/>
          <a:lstStyle/>
          <a:p>
            <a:fld id="{8FF9B0DE-3FEB-4AA0-B465-B80EF7C1333D}" type="slidenum">
              <a:rPr lang="en-US" smtClean="0"/>
              <a:pPr/>
              <a:t>21</a:t>
            </a:fld>
            <a:endParaRPr lang="en-US"/>
          </a:p>
        </p:txBody>
      </p:sp>
      <p:graphicFrame>
        <p:nvGraphicFramePr>
          <p:cNvPr id="6" name="表格 5">
            <a:extLst>
              <a:ext uri="{FF2B5EF4-FFF2-40B4-BE49-F238E27FC236}">
                <a16:creationId xmlns:a16="http://schemas.microsoft.com/office/drawing/2014/main" id="{7DCD6B0A-08A9-C410-91D5-8DD0DB9C246E}"/>
              </a:ext>
            </a:extLst>
          </p:cNvPr>
          <p:cNvGraphicFramePr>
            <a:graphicFrameLocks noGrp="1"/>
          </p:cNvGraphicFramePr>
          <p:nvPr>
            <p:extLst>
              <p:ext uri="{D42A27DB-BD31-4B8C-83A1-F6EECF244321}">
                <p14:modId xmlns:p14="http://schemas.microsoft.com/office/powerpoint/2010/main" val="2081882047"/>
              </p:ext>
            </p:extLst>
          </p:nvPr>
        </p:nvGraphicFramePr>
        <p:xfrm>
          <a:off x="119433" y="1164771"/>
          <a:ext cx="11926793" cy="4182589"/>
        </p:xfrm>
        <a:graphic>
          <a:graphicData uri="http://schemas.openxmlformats.org/drawingml/2006/table">
            <a:tbl>
              <a:tblPr firstRow="1" bandRow="1">
                <a:tableStyleId>{5C22544A-7EE6-4342-B048-85BDC9FD1C3A}</a:tableStyleId>
              </a:tblPr>
              <a:tblGrid>
                <a:gridCol w="4999219">
                  <a:extLst>
                    <a:ext uri="{9D8B030D-6E8A-4147-A177-3AD203B41FA5}">
                      <a16:colId xmlns:a16="http://schemas.microsoft.com/office/drawing/2014/main" val="3038338933"/>
                    </a:ext>
                  </a:extLst>
                </a:gridCol>
                <a:gridCol w="1838739">
                  <a:extLst>
                    <a:ext uri="{9D8B030D-6E8A-4147-A177-3AD203B41FA5}">
                      <a16:colId xmlns:a16="http://schemas.microsoft.com/office/drawing/2014/main" val="3452603854"/>
                    </a:ext>
                  </a:extLst>
                </a:gridCol>
                <a:gridCol w="2566399">
                  <a:extLst>
                    <a:ext uri="{9D8B030D-6E8A-4147-A177-3AD203B41FA5}">
                      <a16:colId xmlns:a16="http://schemas.microsoft.com/office/drawing/2014/main" val="4063834180"/>
                    </a:ext>
                  </a:extLst>
                </a:gridCol>
                <a:gridCol w="2522436">
                  <a:extLst>
                    <a:ext uri="{9D8B030D-6E8A-4147-A177-3AD203B41FA5}">
                      <a16:colId xmlns:a16="http://schemas.microsoft.com/office/drawing/2014/main" val="259790167"/>
                    </a:ext>
                  </a:extLst>
                </a:gridCol>
              </a:tblGrid>
              <a:tr h="403069">
                <a:tc>
                  <a:txBody>
                    <a:bodyPr/>
                    <a:lstStyle/>
                    <a:p>
                      <a:r>
                        <a:rPr lang="en-US" altLang="zh-CN"/>
                        <a:t>Summary of HAI feedbacks</a:t>
                      </a:r>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r>
                        <a:rPr lang="en-US" altLang="zh-CN"/>
                        <a:t>Current status</a:t>
                      </a:r>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r>
                        <a:rPr lang="en-US" altLang="zh-CN"/>
                        <a:t>Key risks</a:t>
                      </a:r>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r>
                        <a:rPr lang="en-US" altLang="zh-CN"/>
                        <a:t>Mitigation plan</a:t>
                      </a:r>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2319137270"/>
                  </a:ext>
                </a:extLst>
              </a:tr>
              <a:tr h="370840">
                <a:tc>
                  <a:txBody>
                    <a:bodyPr/>
                    <a:lstStyle/>
                    <a:p>
                      <a:r>
                        <a:rPr lang="en-US" altLang="zh-CN" sz="1100" b="1"/>
                        <a:t>FDA (written response): </a:t>
                      </a:r>
                    </a:p>
                    <a:p>
                      <a:pPr marL="171450" indent="-171450">
                        <a:buFont typeface="Arial" panose="020B0604020202020204" pitchFamily="34" charset="0"/>
                        <a:buChar char="•"/>
                      </a:pPr>
                      <a:r>
                        <a:rPr lang="en-US" altLang="zh-CN" sz="1100" b="1">
                          <a:solidFill>
                            <a:srgbClr val="FF0000"/>
                          </a:solidFill>
                        </a:rPr>
                        <a:t>Insufficient evidence</a:t>
                      </a:r>
                      <a:r>
                        <a:rPr lang="en-US" altLang="zh-CN" sz="1100"/>
                        <a:t> and a ph2 dose‑ranging </a:t>
                      </a:r>
                      <a:r>
                        <a:rPr lang="en-US" altLang="zh-CN" sz="1100" b="1">
                          <a:solidFill>
                            <a:srgbClr val="FF0000"/>
                          </a:solidFill>
                        </a:rPr>
                        <a:t>POC study is strongly recommended</a:t>
                      </a:r>
                      <a:r>
                        <a:rPr lang="en-US" altLang="zh-CN" sz="1100"/>
                        <a:t>.</a:t>
                      </a:r>
                    </a:p>
                    <a:p>
                      <a:pPr marL="171450" indent="-171450">
                        <a:buFont typeface="Arial" panose="020B0604020202020204" pitchFamily="34" charset="0"/>
                        <a:buChar char="•"/>
                      </a:pPr>
                      <a:r>
                        <a:rPr lang="en-US" altLang="zh-CN" sz="1100"/>
                        <a:t>A broad IIM indication </a:t>
                      </a:r>
                      <a:r>
                        <a:rPr lang="en-US" altLang="zh-CN" sz="1100" b="1">
                          <a:solidFill>
                            <a:srgbClr val="FF0000"/>
                          </a:solidFill>
                        </a:rPr>
                        <a:t>not supported </a:t>
                      </a:r>
                      <a:r>
                        <a:rPr lang="en-US" altLang="zh-CN" sz="1100"/>
                        <a:t>and development should focus on specific disease subgroups (e.g., DM).</a:t>
                      </a:r>
                    </a:p>
                    <a:p>
                      <a:pPr marL="171450" indent="-171450">
                        <a:buFont typeface="Arial" panose="020B0604020202020204" pitchFamily="34" charset="0"/>
                        <a:buChar char="•"/>
                      </a:pPr>
                      <a:r>
                        <a:rPr lang="en-US" altLang="zh-CN" sz="1100"/>
                        <a:t>Primary endpoint (TIS) validity and clinical meaningfulness must be justified per disease subgroups.</a:t>
                      </a:r>
                    </a:p>
                    <a:p>
                      <a:pPr marL="0" indent="0">
                        <a:buFont typeface="Arial" panose="020B0604020202020204" pitchFamily="34" charset="0"/>
                        <a:buNone/>
                      </a:pPr>
                      <a:endParaRPr lang="en-US" altLang="zh-CN" sz="1100"/>
                    </a:p>
                    <a:p>
                      <a:pPr marL="0" indent="0">
                        <a:buFont typeface="Arial" panose="020B0604020202020204" pitchFamily="34" charset="0"/>
                        <a:buNone/>
                      </a:pPr>
                      <a:r>
                        <a:rPr lang="en-US" altLang="zh-CN" sz="1100" b="1"/>
                        <a:t>EMA (written response):</a:t>
                      </a:r>
                    </a:p>
                    <a:p>
                      <a:pPr marL="171450" indent="-171450">
                        <a:buFont typeface="Arial" panose="020B0604020202020204" pitchFamily="34" charset="0"/>
                        <a:buChar char="•"/>
                      </a:pPr>
                      <a:r>
                        <a:rPr lang="en-US" altLang="zh-CN" sz="1100" b="0">
                          <a:solidFill>
                            <a:schemeClr val="tx1"/>
                          </a:solidFill>
                        </a:rPr>
                        <a:t>Rationale </a:t>
                      </a:r>
                      <a:r>
                        <a:rPr lang="en-US" altLang="zh-CN" sz="1100" b="1">
                          <a:solidFill>
                            <a:schemeClr val="accent2"/>
                          </a:solidFill>
                        </a:rPr>
                        <a:t>supports</a:t>
                      </a:r>
                      <a:r>
                        <a:rPr lang="en-US" altLang="zh-CN" sz="1100" b="0">
                          <a:solidFill>
                            <a:schemeClr val="tx1"/>
                          </a:solidFill>
                        </a:rPr>
                        <a:t> direct ph3 entry in IIM; design and dose selection are </a:t>
                      </a:r>
                      <a:r>
                        <a:rPr lang="en-US" altLang="zh-CN" sz="1100" b="1">
                          <a:solidFill>
                            <a:schemeClr val="accent2"/>
                          </a:solidFill>
                        </a:rPr>
                        <a:t>acceptable.</a:t>
                      </a:r>
                    </a:p>
                    <a:p>
                      <a:pPr marL="171450" indent="-171450">
                        <a:buFont typeface="Arial" panose="020B0604020202020204" pitchFamily="34" charset="0"/>
                        <a:buChar char="•"/>
                      </a:pPr>
                      <a:r>
                        <a:rPr lang="en-US" altLang="zh-CN" sz="1100"/>
                        <a:t>TIS </a:t>
                      </a:r>
                      <a:r>
                        <a:rPr lang="en-US" altLang="zh-CN" sz="1100" b="1">
                          <a:solidFill>
                            <a:schemeClr val="accent2"/>
                          </a:solidFill>
                        </a:rPr>
                        <a:t>acceptable</a:t>
                      </a:r>
                      <a:r>
                        <a:rPr lang="en-US" altLang="zh-CN" sz="1100"/>
                        <a:t> as primary endpoint despite remaining validation limitations.</a:t>
                      </a:r>
                    </a:p>
                    <a:p>
                      <a:pPr marL="171450" indent="-171450">
                        <a:buFont typeface="Arial" panose="020B0604020202020204" pitchFamily="34" charset="0"/>
                        <a:buChar char="•"/>
                      </a:pPr>
                      <a:r>
                        <a:rPr lang="en-US" altLang="zh-CN" sz="1100"/>
                        <a:t>Exclusion of IBM/IMNM </a:t>
                      </a:r>
                      <a:r>
                        <a:rPr lang="en-US" altLang="zh-CN" sz="1100" b="1">
                          <a:solidFill>
                            <a:srgbClr val="FF0000"/>
                          </a:solidFill>
                        </a:rPr>
                        <a:t>may affect the indication label</a:t>
                      </a:r>
                      <a:r>
                        <a:rPr lang="en-US" altLang="zh-CN" sz="1100"/>
                        <a:t>.</a:t>
                      </a:r>
                    </a:p>
                    <a:p>
                      <a:pPr marL="171450" indent="-171450">
                        <a:buFont typeface="Arial" panose="020B0604020202020204" pitchFamily="34" charset="0"/>
                        <a:buChar char="•"/>
                      </a:pPr>
                      <a:r>
                        <a:rPr lang="en-US" altLang="zh-CN" sz="1100"/>
                        <a:t>Supportive evidence is limited; MA remains uncertain.</a:t>
                      </a:r>
                    </a:p>
                    <a:p>
                      <a:pPr marL="171450" indent="-171450">
                        <a:buFont typeface="Arial" panose="020B0604020202020204" pitchFamily="34" charset="0"/>
                        <a:buChar char="•"/>
                      </a:pPr>
                      <a:endParaRPr lang="en-US" altLang="zh-CN" sz="1100"/>
                    </a:p>
                    <a:p>
                      <a:pPr marL="0" indent="0">
                        <a:buFont typeface="Arial" panose="020B0604020202020204" pitchFamily="34" charset="0"/>
                        <a:buNone/>
                      </a:pPr>
                      <a:r>
                        <a:rPr lang="en-US" altLang="zh-CN" sz="1100" b="1"/>
                        <a:t>PMDA (preliminary feedback):</a:t>
                      </a:r>
                    </a:p>
                    <a:p>
                      <a:pPr marL="171450" indent="-171450">
                        <a:buFont typeface="Arial" panose="020B0604020202020204" pitchFamily="34" charset="0"/>
                        <a:buChar char="•"/>
                      </a:pPr>
                      <a:r>
                        <a:rPr lang="en-US" altLang="zh-CN" sz="1100"/>
                        <a:t>An exploratory ph2 PoC study is recommended prior to ph3, but </a:t>
                      </a:r>
                      <a:r>
                        <a:rPr lang="en-US" altLang="zh-CN" sz="1100" b="1">
                          <a:solidFill>
                            <a:schemeClr val="tx2"/>
                          </a:solidFill>
                        </a:rPr>
                        <a:t>study initiation and Japan participation are not precluded.</a:t>
                      </a:r>
                    </a:p>
                    <a:p>
                      <a:pPr marL="171450" indent="-171450">
                        <a:buFont typeface="Arial" panose="020B0604020202020204" pitchFamily="34" charset="0"/>
                        <a:buChar char="•"/>
                      </a:pPr>
                      <a:endParaRPr lang="en-US" altLang="zh-CN" sz="1100"/>
                    </a:p>
                    <a:p>
                      <a:pPr marL="0" indent="0">
                        <a:buFont typeface="Arial" panose="020B0604020202020204" pitchFamily="34" charset="0"/>
                        <a:buNone/>
                      </a:pPr>
                      <a:r>
                        <a:rPr lang="en-US" altLang="zh-CN" sz="1100" b="1"/>
                        <a:t>CDE (under review):</a:t>
                      </a:r>
                    </a:p>
                    <a:p>
                      <a:pPr marL="171450" indent="-171450">
                        <a:buFont typeface="Arial" panose="020B0604020202020204" pitchFamily="34" charset="0"/>
                        <a:buChar char="•"/>
                      </a:pPr>
                      <a:r>
                        <a:rPr lang="en-US" altLang="zh-CN" sz="1100" b="0"/>
                        <a:t>Summaries of the feedback from FDA and EMA have been submitted.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1450" marR="0" lvl="0" indent="-171450" algn="l" defTabSz="914377" rtl="0" eaLnBrk="1" fontAlgn="auto" latinLnBrk="0" hangingPunct="1">
                        <a:lnSpc>
                          <a:spcPct val="100000"/>
                        </a:lnSpc>
                        <a:spcBef>
                          <a:spcPts val="600"/>
                        </a:spcBef>
                        <a:spcAft>
                          <a:spcPts val="600"/>
                        </a:spcAft>
                        <a:buClrTx/>
                        <a:buSzTx/>
                        <a:buFont typeface="Arial" panose="020B0604020202020204" pitchFamily="34" charset="0"/>
                        <a:buChar char="•"/>
                        <a:tabLst/>
                        <a:defRPr/>
                      </a:pPr>
                      <a:r>
                        <a:rPr lang="en-US" altLang="zh-CN" sz="1100" b="0" err="1">
                          <a:solidFill>
                            <a:schemeClr val="tx1"/>
                          </a:solidFill>
                        </a:rPr>
                        <a:t>RoFD</a:t>
                      </a:r>
                      <a:r>
                        <a:rPr lang="en-US" altLang="zh-CN" sz="1100" b="0">
                          <a:solidFill>
                            <a:schemeClr val="tx1"/>
                          </a:solidFill>
                        </a:rPr>
                        <a:t> of IIM ph3 program was released.</a:t>
                      </a:r>
                    </a:p>
                    <a:p>
                      <a:pPr marL="171450" marR="0" lvl="0" indent="-171450" algn="l" defTabSz="914377" rtl="0" eaLnBrk="1" fontAlgn="auto" latinLnBrk="0" hangingPunct="1">
                        <a:lnSpc>
                          <a:spcPct val="100000"/>
                        </a:lnSpc>
                        <a:spcBef>
                          <a:spcPts val="600"/>
                        </a:spcBef>
                        <a:spcAft>
                          <a:spcPts val="600"/>
                        </a:spcAft>
                        <a:buClrTx/>
                        <a:buSzTx/>
                        <a:buFont typeface="Arial" panose="020B0604020202020204" pitchFamily="34" charset="0"/>
                        <a:buChar char="•"/>
                        <a:tabLst/>
                        <a:defRPr/>
                      </a:pPr>
                      <a:r>
                        <a:rPr lang="en-US" altLang="zh-CN" sz="1100" b="0">
                          <a:solidFill>
                            <a:schemeClr val="tx1"/>
                          </a:solidFill>
                        </a:rPr>
                        <a:t>TDO and CTP update are in progress.</a:t>
                      </a:r>
                    </a:p>
                    <a:p>
                      <a:pPr marL="171450" marR="0" lvl="0" indent="-171450" algn="l" defTabSz="914377" rtl="0" eaLnBrk="1" fontAlgn="auto" latinLnBrk="0" hangingPunct="1">
                        <a:lnSpc>
                          <a:spcPct val="100000"/>
                        </a:lnSpc>
                        <a:spcBef>
                          <a:spcPts val="600"/>
                        </a:spcBef>
                        <a:spcAft>
                          <a:spcPts val="600"/>
                        </a:spcAft>
                        <a:buClrTx/>
                        <a:buSzTx/>
                        <a:buFont typeface="Arial" panose="020B0604020202020204" pitchFamily="34" charset="0"/>
                        <a:buChar char="•"/>
                        <a:tabLst/>
                        <a:defRPr/>
                      </a:pPr>
                      <a:r>
                        <a:rPr lang="en-US" altLang="zh-CN" sz="1100" b="0">
                          <a:solidFill>
                            <a:schemeClr val="tx1"/>
                          </a:solidFill>
                        </a:rPr>
                        <a:t>Ph3 CTA preparation is ongoing and submission will proceed as planned (Jun).  </a:t>
                      </a:r>
                      <a:endParaRPr lang="zh-CN" altLang="en-US" sz="11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1450" indent="-171450">
                        <a:spcBef>
                          <a:spcPts val="600"/>
                        </a:spcBef>
                        <a:spcAft>
                          <a:spcPts val="600"/>
                        </a:spcAft>
                        <a:buFont typeface="Arial" panose="020B0604020202020204" pitchFamily="34" charset="0"/>
                        <a:buChar char="•"/>
                      </a:pPr>
                      <a:r>
                        <a:rPr lang="en-US" altLang="zh-CN" sz="1100" b="1"/>
                        <a:t>CTA approval: </a:t>
                      </a:r>
                      <a:r>
                        <a:rPr lang="en-US" altLang="zh-CN" sz="1100" b="0"/>
                        <a:t>CDE</a:t>
                      </a:r>
                      <a:r>
                        <a:rPr lang="en-US" altLang="zh-CN" sz="1100"/>
                        <a:t> may challenge the scientific justification for initiating a ph3 study directly.</a:t>
                      </a:r>
                    </a:p>
                    <a:p>
                      <a:pPr marL="171450" indent="-171450">
                        <a:spcBef>
                          <a:spcPts val="600"/>
                        </a:spcBef>
                        <a:spcAft>
                          <a:spcPts val="600"/>
                        </a:spcAft>
                        <a:buFont typeface="Arial" panose="020B0604020202020204" pitchFamily="34" charset="0"/>
                        <a:buChar char="•"/>
                      </a:pPr>
                      <a:r>
                        <a:rPr lang="en-US" altLang="zh-CN" sz="1100" b="1"/>
                        <a:t>EC approval: </a:t>
                      </a:r>
                      <a:r>
                        <a:rPr lang="en-US" altLang="zh-CN" sz="1100" kern="1200">
                          <a:solidFill>
                            <a:schemeClr val="dk1"/>
                          </a:solidFill>
                          <a:latin typeface="+mn-lt"/>
                          <a:ea typeface="+mn-ea"/>
                          <a:cs typeface="+mn-cs"/>
                        </a:rPr>
                        <a:t>EC may request the CDE’s feedback on HAI. If concerns are documented in the written response, s</a:t>
                      </a:r>
                      <a:r>
                        <a:rPr lang="en-US" altLang="zh-CN" sz="1100"/>
                        <a:t>ite EC may also raise concerns or delay approval.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1450" indent="-171450">
                        <a:spcBef>
                          <a:spcPts val="600"/>
                        </a:spcBef>
                        <a:spcAft>
                          <a:spcPts val="600"/>
                        </a:spcAft>
                        <a:buFont typeface="Arial" panose="020B0604020202020204" pitchFamily="34" charset="0"/>
                        <a:buChar char="•"/>
                      </a:pPr>
                      <a:r>
                        <a:rPr lang="en-US" altLang="zh-CN" sz="1100"/>
                        <a:t>Closely follow with global team to ensure incorporation of key regulatory feedback from all HAs into the final CTA/EC packages.</a:t>
                      </a:r>
                    </a:p>
                    <a:p>
                      <a:pPr marL="171450" indent="-171450">
                        <a:spcBef>
                          <a:spcPts val="600"/>
                        </a:spcBef>
                        <a:spcAft>
                          <a:spcPts val="600"/>
                        </a:spcAft>
                        <a:buFont typeface="Arial" panose="020B0604020202020204" pitchFamily="34" charset="0"/>
                        <a:buChar char="•"/>
                      </a:pPr>
                      <a:r>
                        <a:rPr lang="en-US" altLang="zh-CN" sz="1100"/>
                        <a:t>Collaborate with global team and strengthen the overall evidence package by proactively addressing identified data gaps, including clear justification of endpoints, target population, and supportive evidence strategy.</a:t>
                      </a:r>
                      <a:endParaRPr lang="zh-CN" altLang="en-US" sz="110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21337315"/>
                  </a:ext>
                </a:extLst>
              </a:tr>
            </a:tbl>
          </a:graphicData>
        </a:graphic>
      </p:graphicFrame>
    </p:spTree>
    <p:extLst>
      <p:ext uri="{BB962C8B-B14F-4D97-AF65-F5344CB8AC3E}">
        <p14:creationId xmlns:p14="http://schemas.microsoft.com/office/powerpoint/2010/main" val="749431036"/>
      </p:ext>
    </p:extLst>
  </p:cSld>
  <p:clrMapOvr>
    <a:masterClrMapping/>
  </p:clrMapOvr>
  <p:extLst>
    <p:ext uri="{6950BFC3-D8DA-4A85-94F7-54DA5524770B}">
      <p188:commentRel xmlns:p188="http://schemas.microsoft.com/office/powerpoint/2018/8/main" r:id="rId2"/>
    </p:ext>
  </p:extLst>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00883A-29F6-AA2A-0A3B-58D0E56B85C1}"/>
              </a:ext>
            </a:extLst>
          </p:cNvPr>
          <p:cNvSpPr>
            <a:spLocks noGrp="1"/>
          </p:cNvSpPr>
          <p:nvPr>
            <p:ph type="title"/>
          </p:nvPr>
        </p:nvSpPr>
        <p:spPr>
          <a:xfrm>
            <a:off x="479999" y="254938"/>
            <a:ext cx="11233151" cy="720000"/>
          </a:xfrm>
        </p:spPr>
        <p:txBody>
          <a:bodyPr/>
          <a:lstStyle/>
          <a:p>
            <a:r>
              <a:rPr lang="en-US" altLang="zh-CN"/>
              <a:t>Summary of HAI feedbacks from FDA/EMA/PMDA</a:t>
            </a:r>
            <a:endParaRPr lang="zh-CN" altLang="en-US"/>
          </a:p>
        </p:txBody>
      </p:sp>
      <p:sp>
        <p:nvSpPr>
          <p:cNvPr id="3" name="文本占位符 2">
            <a:extLst>
              <a:ext uri="{FF2B5EF4-FFF2-40B4-BE49-F238E27FC236}">
                <a16:creationId xmlns:a16="http://schemas.microsoft.com/office/drawing/2014/main" id="{8C99BCCC-A635-F6F7-D2E5-429D8435535A}"/>
              </a:ext>
            </a:extLst>
          </p:cNvPr>
          <p:cNvSpPr>
            <a:spLocks noGrp="1"/>
          </p:cNvSpPr>
          <p:nvPr>
            <p:ph type="body" sz="quarter" idx="13"/>
          </p:nvPr>
        </p:nvSpPr>
        <p:spPr/>
        <p:txBody>
          <a:bodyPr/>
          <a:lstStyle/>
          <a:p>
            <a:endParaRPr lang="zh-CN" altLang="en-US"/>
          </a:p>
        </p:txBody>
      </p:sp>
      <p:sp>
        <p:nvSpPr>
          <p:cNvPr id="4" name="页脚占位符 3">
            <a:extLst>
              <a:ext uri="{FF2B5EF4-FFF2-40B4-BE49-F238E27FC236}">
                <a16:creationId xmlns:a16="http://schemas.microsoft.com/office/drawing/2014/main" id="{A47250AD-696D-4D1F-4D88-96B1C58DE96B}"/>
              </a:ext>
            </a:extLst>
          </p:cNvPr>
          <p:cNvSpPr>
            <a:spLocks noGrp="1"/>
          </p:cNvSpPr>
          <p:nvPr>
            <p:ph type="ftr" sz="quarter" idx="10"/>
          </p:nvPr>
        </p:nvSpPr>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altLang="zh-CN" sz="800" b="0" i="0" u="none" strike="noStrike" kern="1200" cap="none" spc="0" normalizeH="0" baseline="0" noProof="0">
                <a:ln>
                  <a:noFill/>
                </a:ln>
                <a:solidFill>
                  <a:srgbClr val="08312A"/>
                </a:solidFill>
                <a:effectLst/>
                <a:uLnTx/>
                <a:uFillTx/>
                <a:latin typeface="Boehringer Forward Text"/>
                <a:ea typeface="+mn-ea"/>
                <a:cs typeface="+mn-cs"/>
              </a:rPr>
              <a:t>TA CEC Portfolio Update|    ONLY FOR INTERNAL USE</a:t>
            </a:r>
          </a:p>
        </p:txBody>
      </p:sp>
      <p:sp>
        <p:nvSpPr>
          <p:cNvPr id="5" name="灯片编号占位符 4">
            <a:extLst>
              <a:ext uri="{FF2B5EF4-FFF2-40B4-BE49-F238E27FC236}">
                <a16:creationId xmlns:a16="http://schemas.microsoft.com/office/drawing/2014/main" id="{51352D8F-32D7-BD03-A6BF-5C88286820F7}"/>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graphicFrame>
        <p:nvGraphicFramePr>
          <p:cNvPr id="6" name="表格 5">
            <a:extLst>
              <a:ext uri="{FF2B5EF4-FFF2-40B4-BE49-F238E27FC236}">
                <a16:creationId xmlns:a16="http://schemas.microsoft.com/office/drawing/2014/main" id="{5C9FDF34-8D5F-BA90-1E95-A08133CD76E7}"/>
              </a:ext>
            </a:extLst>
          </p:cNvPr>
          <p:cNvGraphicFramePr>
            <a:graphicFrameLocks noGrp="1"/>
          </p:cNvGraphicFramePr>
          <p:nvPr>
            <p:extLst>
              <p:ext uri="{D42A27DB-BD31-4B8C-83A1-F6EECF244321}">
                <p14:modId xmlns:p14="http://schemas.microsoft.com/office/powerpoint/2010/main" val="3777188361"/>
              </p:ext>
            </p:extLst>
          </p:nvPr>
        </p:nvGraphicFramePr>
        <p:xfrm>
          <a:off x="185057" y="690880"/>
          <a:ext cx="11832771" cy="5405120"/>
        </p:xfrm>
        <a:graphic>
          <a:graphicData uri="http://schemas.openxmlformats.org/drawingml/2006/table">
            <a:tbl>
              <a:tblPr firstRow="1" bandRow="1">
                <a:tableStyleId>{9D7B26C5-4107-4FEC-AEDC-1716B250A1EF}</a:tableStyleId>
              </a:tblPr>
              <a:tblGrid>
                <a:gridCol w="1001486">
                  <a:extLst>
                    <a:ext uri="{9D8B030D-6E8A-4147-A177-3AD203B41FA5}">
                      <a16:colId xmlns:a16="http://schemas.microsoft.com/office/drawing/2014/main" val="2716144212"/>
                    </a:ext>
                  </a:extLst>
                </a:gridCol>
                <a:gridCol w="4060371">
                  <a:extLst>
                    <a:ext uri="{9D8B030D-6E8A-4147-A177-3AD203B41FA5}">
                      <a16:colId xmlns:a16="http://schemas.microsoft.com/office/drawing/2014/main" val="397850526"/>
                    </a:ext>
                  </a:extLst>
                </a:gridCol>
                <a:gridCol w="3407229">
                  <a:extLst>
                    <a:ext uri="{9D8B030D-6E8A-4147-A177-3AD203B41FA5}">
                      <a16:colId xmlns:a16="http://schemas.microsoft.com/office/drawing/2014/main" val="160184730"/>
                    </a:ext>
                  </a:extLst>
                </a:gridCol>
                <a:gridCol w="3363685">
                  <a:extLst>
                    <a:ext uri="{9D8B030D-6E8A-4147-A177-3AD203B41FA5}">
                      <a16:colId xmlns:a16="http://schemas.microsoft.com/office/drawing/2014/main" val="238194898"/>
                    </a:ext>
                  </a:extLst>
                </a:gridCol>
              </a:tblGrid>
              <a:tr h="370840">
                <a:tc>
                  <a:txBody>
                    <a:bodyPr/>
                    <a:lstStyle/>
                    <a:p>
                      <a:endParaRPr lang="zh-CN" altLang="en-US">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r>
                        <a:rPr lang="en-US" altLang="zh-CN">
                          <a:solidFill>
                            <a:schemeClr val="tx1"/>
                          </a:solidFill>
                        </a:rPr>
                        <a:t>FDA-</a:t>
                      </a:r>
                      <a:r>
                        <a:rPr lang="en-US" altLang="zh-CN" sz="1400" b="0">
                          <a:solidFill>
                            <a:schemeClr val="tx1"/>
                          </a:solidFill>
                        </a:rPr>
                        <a:t>written response</a:t>
                      </a:r>
                      <a:endParaRPr lang="zh-CN" altLang="en-US"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r>
                        <a:rPr lang="en-US" altLang="zh-CN">
                          <a:solidFill>
                            <a:schemeClr val="tx1"/>
                          </a:solidFill>
                        </a:rPr>
                        <a:t>EMA-</a:t>
                      </a:r>
                      <a:r>
                        <a:rPr lang="en-US" altLang="zh-CN" sz="1400" b="0">
                          <a:solidFill>
                            <a:schemeClr val="tx1"/>
                          </a:solidFill>
                        </a:rPr>
                        <a:t>written response</a:t>
                      </a:r>
                      <a:endParaRPr lang="zh-CN" altLang="en-US"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r>
                        <a:rPr lang="en-US" altLang="zh-CN">
                          <a:solidFill>
                            <a:schemeClr val="tx1"/>
                          </a:solidFill>
                        </a:rPr>
                        <a:t>PMDA-</a:t>
                      </a:r>
                      <a:r>
                        <a:rPr lang="en-US" altLang="zh-CN" sz="1400" b="0">
                          <a:solidFill>
                            <a:schemeClr val="tx1"/>
                          </a:solidFill>
                        </a:rPr>
                        <a:t>preliminary feedback</a:t>
                      </a:r>
                      <a:endParaRPr lang="zh-CN" altLang="en-US" sz="1400" b="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2301605240"/>
                  </a:ext>
                </a:extLst>
              </a:tr>
              <a:tr h="370840">
                <a:tc>
                  <a:txBody>
                    <a:bodyPr/>
                    <a:lstStyle/>
                    <a:p>
                      <a:r>
                        <a:rPr lang="en-US" altLang="zh-CN" sz="1400">
                          <a:solidFill>
                            <a:schemeClr val="tx1"/>
                          </a:solidFill>
                        </a:rPr>
                        <a:t>Summary of HAI feedback</a:t>
                      </a:r>
                      <a:endParaRPr lang="zh-CN" altLang="en-US" sz="14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1450" indent="-171450">
                        <a:spcBef>
                          <a:spcPts val="0"/>
                        </a:spcBef>
                        <a:spcAft>
                          <a:spcPts val="600"/>
                        </a:spcAft>
                        <a:buFont typeface="Arial" panose="020B0604020202020204" pitchFamily="34" charset="0"/>
                        <a:buChar char="•"/>
                      </a:pPr>
                      <a:r>
                        <a:rPr lang="en-US" altLang="zh-CN" sz="1000" b="0" i="0" kern="1200">
                          <a:solidFill>
                            <a:schemeClr val="tx1"/>
                          </a:solidFill>
                          <a:effectLst/>
                          <a:latin typeface="+mn-lt"/>
                          <a:ea typeface="+mn-ea"/>
                          <a:cs typeface="+mn-cs"/>
                        </a:rPr>
                        <a:t>We </a:t>
                      </a:r>
                      <a:r>
                        <a:rPr lang="en-US" altLang="zh-CN" sz="1000" b="1" i="0" kern="1200">
                          <a:solidFill>
                            <a:srgbClr val="FF0000"/>
                          </a:solidFill>
                          <a:effectLst/>
                          <a:latin typeface="+mn-lt"/>
                          <a:ea typeface="+mn-ea"/>
                          <a:cs typeface="+mn-cs"/>
                        </a:rPr>
                        <a:t>do not agree </a:t>
                      </a:r>
                      <a:r>
                        <a:rPr lang="en-US" altLang="zh-CN" sz="1000" b="0" i="0" kern="1200">
                          <a:solidFill>
                            <a:schemeClr val="tx1"/>
                          </a:solidFill>
                          <a:effectLst/>
                          <a:latin typeface="+mn-lt"/>
                          <a:ea typeface="+mn-ea"/>
                          <a:cs typeface="+mn-cs"/>
                        </a:rPr>
                        <a:t>with your proposal for a general indication for</a:t>
                      </a:r>
                      <a:r>
                        <a:rPr lang="en-US" altLang="zh-CN" sz="1000" b="0" i="0" kern="1200">
                          <a:solidFill>
                            <a:srgbClr val="FF0000"/>
                          </a:solidFill>
                          <a:effectLst/>
                          <a:latin typeface="+mn-lt"/>
                          <a:ea typeface="+mn-ea"/>
                          <a:cs typeface="+mn-cs"/>
                        </a:rPr>
                        <a:t> </a:t>
                      </a:r>
                      <a:r>
                        <a:rPr lang="en-US" altLang="zh-CN" sz="1000" b="1" i="0" kern="1200">
                          <a:solidFill>
                            <a:srgbClr val="FF0000"/>
                          </a:solidFill>
                          <a:effectLst/>
                          <a:latin typeface="+mn-lt"/>
                          <a:ea typeface="+mn-ea"/>
                          <a:cs typeface="+mn-cs"/>
                        </a:rPr>
                        <a:t>IIM</a:t>
                      </a:r>
                      <a:r>
                        <a:rPr lang="en-US" altLang="zh-CN" sz="1000" b="0" i="0" kern="1200">
                          <a:solidFill>
                            <a:schemeClr val="tx1"/>
                          </a:solidFill>
                          <a:effectLst/>
                          <a:latin typeface="+mn-lt"/>
                          <a:ea typeface="+mn-ea"/>
                          <a:cs typeface="+mn-cs"/>
                        </a:rPr>
                        <a:t>, and we strongly recommend that you base your development program on </a:t>
                      </a:r>
                      <a:r>
                        <a:rPr lang="en-US" altLang="zh-CN" sz="1000" b="1" i="0" kern="1200">
                          <a:solidFill>
                            <a:srgbClr val="FF0000"/>
                          </a:solidFill>
                          <a:effectLst/>
                          <a:latin typeface="+mn-lt"/>
                          <a:ea typeface="+mn-ea"/>
                          <a:cs typeface="+mn-cs"/>
                        </a:rPr>
                        <a:t>specific, clearly defined diseases</a:t>
                      </a:r>
                      <a:r>
                        <a:rPr lang="en-US" altLang="zh-CN" sz="1000" b="1" i="0" kern="1200">
                          <a:solidFill>
                            <a:schemeClr val="tx1"/>
                          </a:solidFill>
                          <a:effectLst/>
                          <a:latin typeface="+mn-lt"/>
                          <a:ea typeface="+mn-ea"/>
                          <a:cs typeface="+mn-cs"/>
                        </a:rPr>
                        <a:t> </a:t>
                      </a:r>
                      <a:r>
                        <a:rPr lang="en-US" altLang="zh-CN" sz="1000" b="0" i="0" kern="1200">
                          <a:solidFill>
                            <a:schemeClr val="tx1"/>
                          </a:solidFill>
                          <a:effectLst/>
                          <a:latin typeface="+mn-lt"/>
                          <a:ea typeface="+mn-ea"/>
                          <a:cs typeface="+mn-cs"/>
                        </a:rPr>
                        <a:t>(e.g., DM).</a:t>
                      </a:r>
                    </a:p>
                    <a:p>
                      <a:pPr marL="171450" indent="-171450">
                        <a:spcBef>
                          <a:spcPts val="0"/>
                        </a:spcBef>
                        <a:spcAft>
                          <a:spcPts val="600"/>
                        </a:spcAft>
                        <a:buFont typeface="Arial" panose="020B0604020202020204" pitchFamily="34" charset="0"/>
                        <a:buChar char="•"/>
                      </a:pPr>
                      <a:r>
                        <a:rPr lang="en-US" altLang="zh-CN" sz="1000" b="0" i="0" kern="1200">
                          <a:solidFill>
                            <a:schemeClr val="tx1"/>
                          </a:solidFill>
                          <a:effectLst/>
                          <a:latin typeface="+mn-lt"/>
                          <a:ea typeface="+mn-ea"/>
                          <a:cs typeface="+mn-cs"/>
                        </a:rPr>
                        <a:t>You will need to justify the </a:t>
                      </a:r>
                      <a:r>
                        <a:rPr lang="en-US" altLang="zh-CN" sz="1000" b="1" i="0" kern="1200">
                          <a:solidFill>
                            <a:schemeClr val="tx1"/>
                          </a:solidFill>
                          <a:effectLst/>
                          <a:latin typeface="+mn-lt"/>
                          <a:ea typeface="+mn-ea"/>
                          <a:cs typeface="+mn-cs"/>
                        </a:rPr>
                        <a:t>content validity of TIS and the clinical meaningfulness </a:t>
                      </a:r>
                      <a:r>
                        <a:rPr lang="en-US" altLang="zh-CN" sz="1000" b="0" i="0" kern="1200">
                          <a:solidFill>
                            <a:schemeClr val="tx1"/>
                          </a:solidFill>
                          <a:effectLst/>
                          <a:latin typeface="+mn-lt"/>
                          <a:ea typeface="+mn-ea"/>
                          <a:cs typeface="+mn-cs"/>
                        </a:rPr>
                        <a:t>of observed differences for each of the different diseases you evaluate. The adequacy of your justification will be a review issue.</a:t>
                      </a:r>
                    </a:p>
                    <a:p>
                      <a:pPr marL="171450" indent="-171450">
                        <a:spcBef>
                          <a:spcPts val="0"/>
                        </a:spcBef>
                        <a:spcAft>
                          <a:spcPts val="600"/>
                        </a:spcAft>
                        <a:buFont typeface="Arial" panose="020B0604020202020204" pitchFamily="34" charset="0"/>
                        <a:buChar char="•"/>
                      </a:pPr>
                      <a:r>
                        <a:rPr lang="en-US" altLang="zh-CN" sz="1000" b="0" i="0" kern="1200">
                          <a:solidFill>
                            <a:schemeClr val="tx1"/>
                          </a:solidFill>
                          <a:effectLst/>
                          <a:latin typeface="+mn-lt"/>
                          <a:ea typeface="+mn-ea"/>
                          <a:cs typeface="+mn-cs"/>
                        </a:rPr>
                        <a:t>Given the </a:t>
                      </a:r>
                      <a:r>
                        <a:rPr lang="en-US" altLang="zh-CN" sz="1000" b="1" i="0" kern="1200">
                          <a:solidFill>
                            <a:srgbClr val="FF0000"/>
                          </a:solidFill>
                          <a:effectLst/>
                          <a:latin typeface="+mn-lt"/>
                          <a:ea typeface="+mn-ea"/>
                          <a:cs typeface="+mn-cs"/>
                        </a:rPr>
                        <a:t>limitations of the available data </a:t>
                      </a:r>
                      <a:r>
                        <a:rPr lang="en-US" altLang="zh-CN" sz="1000" b="0" i="0" kern="1200">
                          <a:solidFill>
                            <a:schemeClr val="tx1"/>
                          </a:solidFill>
                          <a:effectLst/>
                          <a:latin typeface="+mn-lt"/>
                          <a:ea typeface="+mn-ea"/>
                          <a:cs typeface="+mn-cs"/>
                        </a:rPr>
                        <a:t>from the small subgroup of IIM-ILD subjects from Study 1305-0023, it is </a:t>
                      </a:r>
                      <a:r>
                        <a:rPr lang="en-US" altLang="zh-CN" sz="1000" b="1" i="0" kern="1200">
                          <a:solidFill>
                            <a:srgbClr val="FF0000"/>
                          </a:solidFill>
                          <a:effectLst/>
                          <a:latin typeface="+mn-lt"/>
                          <a:ea typeface="+mn-ea"/>
                          <a:cs typeface="+mn-cs"/>
                        </a:rPr>
                        <a:t>highly uncertain </a:t>
                      </a:r>
                      <a:r>
                        <a:rPr lang="en-US" altLang="zh-CN" sz="1000" b="0" i="0" kern="1200">
                          <a:solidFill>
                            <a:schemeClr val="tx1"/>
                          </a:solidFill>
                          <a:effectLst/>
                          <a:latin typeface="+mn-lt"/>
                          <a:ea typeface="+mn-ea"/>
                          <a:cs typeface="+mn-cs"/>
                        </a:rPr>
                        <a:t>how this information could reasonably serve as confirmatory evidence.</a:t>
                      </a:r>
                    </a:p>
                    <a:p>
                      <a:pPr marL="171450" indent="-171450">
                        <a:spcBef>
                          <a:spcPts val="0"/>
                        </a:spcBef>
                        <a:spcAft>
                          <a:spcPts val="600"/>
                        </a:spcAft>
                        <a:buFont typeface="Arial" panose="020B0604020202020204" pitchFamily="34" charset="0"/>
                        <a:buChar char="•"/>
                      </a:pPr>
                      <a:r>
                        <a:rPr lang="en-US" altLang="zh-CN" sz="1000" b="0" i="0" kern="1200">
                          <a:solidFill>
                            <a:schemeClr val="tx1"/>
                          </a:solidFill>
                          <a:effectLst/>
                          <a:latin typeface="+mn-lt"/>
                          <a:ea typeface="+mn-ea"/>
                          <a:cs typeface="+mn-cs"/>
                        </a:rPr>
                        <a:t>The relevance of the proposed mouse bleomycin model to inflammatory myopathies is </a:t>
                      </a:r>
                      <a:r>
                        <a:rPr lang="en-US" altLang="zh-CN" sz="1000" b="1" i="0" kern="1200">
                          <a:solidFill>
                            <a:srgbClr val="FF0000"/>
                          </a:solidFill>
                          <a:effectLst/>
                          <a:latin typeface="+mn-lt"/>
                          <a:ea typeface="+mn-ea"/>
                          <a:cs typeface="+mn-cs"/>
                        </a:rPr>
                        <a:t>minimal.</a:t>
                      </a:r>
                    </a:p>
                    <a:p>
                      <a:pPr marL="171450" indent="-171450">
                        <a:spcBef>
                          <a:spcPts val="0"/>
                        </a:spcBef>
                        <a:spcAft>
                          <a:spcPts val="600"/>
                        </a:spcAft>
                        <a:buFont typeface="Arial" panose="020B0604020202020204" pitchFamily="34" charset="0"/>
                        <a:buChar char="•"/>
                      </a:pPr>
                      <a:r>
                        <a:rPr lang="en-US" altLang="zh-CN" sz="1000" b="1" i="0" kern="1200">
                          <a:solidFill>
                            <a:srgbClr val="FF0000"/>
                          </a:solidFill>
                          <a:effectLst/>
                          <a:latin typeface="+mn-lt"/>
                          <a:ea typeface="+mn-ea"/>
                          <a:cs typeface="+mn-cs"/>
                        </a:rPr>
                        <a:t>We reiterate that you currently have very limited clinical information to inform the preliminary efficacy and safety of </a:t>
                      </a:r>
                      <a:r>
                        <a:rPr lang="en-US" altLang="zh-CN" sz="1000" b="1" i="0" kern="1200" err="1">
                          <a:solidFill>
                            <a:srgbClr val="FF0000"/>
                          </a:solidFill>
                          <a:effectLst/>
                          <a:latin typeface="+mn-lt"/>
                          <a:ea typeface="+mn-ea"/>
                          <a:cs typeface="+mn-cs"/>
                        </a:rPr>
                        <a:t>nerandomilast</a:t>
                      </a:r>
                      <a:r>
                        <a:rPr lang="en-US" altLang="zh-CN" sz="1000" b="1" i="0" kern="1200">
                          <a:solidFill>
                            <a:srgbClr val="FF0000"/>
                          </a:solidFill>
                          <a:effectLst/>
                          <a:latin typeface="+mn-lt"/>
                          <a:ea typeface="+mn-ea"/>
                          <a:cs typeface="+mn-cs"/>
                        </a:rPr>
                        <a:t> for IIM and strongly recommend that you conduct a phase 2, dose-ranging, POC study or studies.</a:t>
                      </a:r>
                    </a:p>
                    <a:p>
                      <a:pPr marL="171450" indent="-171450">
                        <a:spcBef>
                          <a:spcPts val="0"/>
                        </a:spcBef>
                        <a:spcAft>
                          <a:spcPts val="600"/>
                        </a:spcAft>
                        <a:buFont typeface="Arial" panose="020B0604020202020204" pitchFamily="34" charset="0"/>
                        <a:buChar char="•"/>
                      </a:pPr>
                      <a:r>
                        <a:rPr lang="en-US" altLang="zh-CN" sz="1000" b="0" i="0" kern="1200">
                          <a:solidFill>
                            <a:schemeClr val="tx1"/>
                          </a:solidFill>
                          <a:effectLst/>
                          <a:latin typeface="+mn-lt"/>
                          <a:ea typeface="+mn-ea"/>
                          <a:cs typeface="+mn-cs"/>
                        </a:rPr>
                        <a:t>Whether a single well-controlled trial, together with supportive data (</a:t>
                      </a:r>
                      <a:r>
                        <a:rPr lang="en-US" altLang="zh-CN" sz="1000" b="0" i="1" kern="1200">
                          <a:solidFill>
                            <a:schemeClr val="tx1"/>
                          </a:solidFill>
                          <a:effectLst/>
                          <a:latin typeface="+mn-lt"/>
                          <a:ea typeface="+mn-ea"/>
                          <a:cs typeface="+mn-cs"/>
                        </a:rPr>
                        <a:t>e.g. from a well-designed, well-conducted POC study</a:t>
                      </a:r>
                      <a:r>
                        <a:rPr lang="en-US" altLang="zh-CN" sz="1000" b="0" i="0" kern="1200">
                          <a:solidFill>
                            <a:schemeClr val="tx1"/>
                          </a:solidFill>
                          <a:effectLst/>
                          <a:latin typeface="+mn-lt"/>
                          <a:ea typeface="+mn-ea"/>
                          <a:cs typeface="+mn-cs"/>
                        </a:rPr>
                        <a:t>), will be sufficient will depend on review of the data and strength of the results.</a:t>
                      </a:r>
                    </a:p>
                    <a:p>
                      <a:pPr marL="171450" indent="-171450">
                        <a:spcBef>
                          <a:spcPts val="0"/>
                        </a:spcBef>
                        <a:spcAft>
                          <a:spcPts val="600"/>
                        </a:spcAft>
                        <a:buFont typeface="Arial" panose="020B0604020202020204" pitchFamily="34" charset="0"/>
                        <a:buChar char="•"/>
                      </a:pPr>
                      <a:r>
                        <a:rPr lang="en-US" altLang="zh-CN" sz="1000" b="0" i="0" kern="1200">
                          <a:solidFill>
                            <a:schemeClr val="tx1"/>
                          </a:solidFill>
                          <a:effectLst/>
                          <a:latin typeface="+mn-lt"/>
                          <a:ea typeface="+mn-ea"/>
                          <a:cs typeface="+mn-cs"/>
                        </a:rPr>
                        <a:t>The sufficiency of a single study to support approval will depend on factors beyond only achieving small p-value. Such a determination would also depend on a lack of new safety signals in a treatment population that would require further characterization.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1450" indent="-171450" algn="l" defTabSz="914377" rtl="0" eaLnBrk="1" latinLnBrk="0" hangingPunct="1">
                        <a:spcBef>
                          <a:spcPts val="0"/>
                        </a:spcBef>
                        <a:spcAft>
                          <a:spcPts val="600"/>
                        </a:spcAft>
                        <a:buFont typeface="Arial" panose="020B0604020202020204" pitchFamily="34" charset="0"/>
                        <a:buChar char="•"/>
                      </a:pPr>
                      <a:r>
                        <a:rPr lang="en-US" altLang="zh-CN" sz="1000" b="0" i="0" kern="1200">
                          <a:solidFill>
                            <a:schemeClr val="tx1"/>
                          </a:solidFill>
                          <a:effectLst/>
                          <a:latin typeface="+mn-lt"/>
                          <a:ea typeface="+mn-ea"/>
                          <a:cs typeface="+mn-cs"/>
                        </a:rPr>
                        <a:t>There is </a:t>
                      </a:r>
                      <a:r>
                        <a:rPr lang="en-US" altLang="zh-CN" sz="1000" b="1" i="0" kern="1200">
                          <a:solidFill>
                            <a:schemeClr val="tx2"/>
                          </a:solidFill>
                          <a:effectLst/>
                          <a:latin typeface="+mn-lt"/>
                          <a:ea typeface="+mn-ea"/>
                          <a:cs typeface="+mn-cs"/>
                        </a:rPr>
                        <a:t>sufficient rationale to proceed directly to a pivotal Phase III clinical trial in IIM</a:t>
                      </a:r>
                      <a:r>
                        <a:rPr lang="en-US" altLang="zh-CN" sz="1000" b="0" i="0" kern="1200">
                          <a:solidFill>
                            <a:schemeClr val="tx1"/>
                          </a:solidFill>
                          <a:effectLst/>
                          <a:latin typeface="+mn-lt"/>
                          <a:ea typeface="+mn-ea"/>
                          <a:cs typeface="+mn-cs"/>
                        </a:rPr>
                        <a:t>, based on a sufficient non‑clinical package, a supported mechanistic rationale, supportive PD signals observed in IIM‑ILD, and extensive safety experience in related fibrosing ILDs.</a:t>
                      </a:r>
                    </a:p>
                    <a:p>
                      <a:pPr marL="171450" indent="-171450" algn="l" defTabSz="914377" rtl="0" eaLnBrk="1" latinLnBrk="0" hangingPunct="1">
                        <a:spcBef>
                          <a:spcPts val="0"/>
                        </a:spcBef>
                        <a:spcAft>
                          <a:spcPts val="600"/>
                        </a:spcAft>
                        <a:buFont typeface="Arial" panose="020B0604020202020204" pitchFamily="34" charset="0"/>
                        <a:buChar char="•"/>
                      </a:pPr>
                      <a:r>
                        <a:rPr lang="en-GB" altLang="zh-CN" sz="1000" b="0" i="0" kern="1200">
                          <a:solidFill>
                            <a:schemeClr val="tx1"/>
                          </a:solidFill>
                          <a:effectLst/>
                          <a:latin typeface="+mn-lt"/>
                          <a:ea typeface="+mn-ea"/>
                          <a:cs typeface="+mn-cs"/>
                        </a:rPr>
                        <a:t>Overall, </a:t>
                      </a:r>
                      <a:r>
                        <a:rPr lang="en-GB" altLang="zh-CN" sz="1000" b="1" i="0" kern="1200">
                          <a:solidFill>
                            <a:schemeClr val="tx2"/>
                          </a:solidFill>
                          <a:effectLst/>
                          <a:latin typeface="+mn-lt"/>
                          <a:ea typeface="+mn-ea"/>
                          <a:cs typeface="+mn-cs"/>
                        </a:rPr>
                        <a:t>the proposed study design seems acceptable. </a:t>
                      </a:r>
                    </a:p>
                    <a:p>
                      <a:pPr marL="171450" indent="-171450" algn="l" defTabSz="914377" rtl="0" eaLnBrk="1" latinLnBrk="0" hangingPunct="1">
                        <a:spcBef>
                          <a:spcPts val="0"/>
                        </a:spcBef>
                        <a:spcAft>
                          <a:spcPts val="600"/>
                        </a:spcAft>
                        <a:buFont typeface="Arial" panose="020B0604020202020204" pitchFamily="34" charset="0"/>
                        <a:buChar char="•"/>
                      </a:pPr>
                      <a:r>
                        <a:rPr lang="en-GB" altLang="zh-CN" sz="1000" b="1" i="0" kern="1200">
                          <a:solidFill>
                            <a:srgbClr val="FF0000"/>
                          </a:solidFill>
                          <a:effectLst/>
                          <a:latin typeface="+mn-lt"/>
                          <a:ea typeface="+mn-ea"/>
                          <a:cs typeface="+mn-cs"/>
                        </a:rPr>
                        <a:t>The exclusion of subgroups (IBM, IMNM) will likely have implications on the indication label. </a:t>
                      </a:r>
                    </a:p>
                    <a:p>
                      <a:pPr marL="171450" indent="-171450" algn="l" defTabSz="914377" rtl="0" eaLnBrk="1" latinLnBrk="0" hangingPunct="1">
                        <a:spcBef>
                          <a:spcPts val="0"/>
                        </a:spcBef>
                        <a:spcAft>
                          <a:spcPts val="600"/>
                        </a:spcAft>
                        <a:buFont typeface="Arial" panose="020B0604020202020204" pitchFamily="34" charset="0"/>
                        <a:buChar char="•"/>
                      </a:pPr>
                      <a:r>
                        <a:rPr lang="en-GB" altLang="zh-CN" sz="1000" b="1" i="0" kern="1200">
                          <a:solidFill>
                            <a:srgbClr val="FF0000"/>
                          </a:solidFill>
                          <a:effectLst/>
                          <a:latin typeface="+mn-lt"/>
                          <a:ea typeface="+mn-ea"/>
                          <a:cs typeface="+mn-cs"/>
                        </a:rPr>
                        <a:t>Certain limitations</a:t>
                      </a:r>
                      <a:r>
                        <a:rPr lang="en-GB" altLang="zh-CN" sz="1000" b="0" i="0" kern="1200">
                          <a:solidFill>
                            <a:schemeClr val="tx1"/>
                          </a:solidFill>
                          <a:effectLst/>
                          <a:latin typeface="+mn-lt"/>
                          <a:ea typeface="+mn-ea"/>
                          <a:cs typeface="+mn-cs"/>
                        </a:rPr>
                        <a:t> seem to remain regarding the validation status and interpretability of TIS. However, its use as the primary endpoint—supported by a responder analysis (TIS-40) and complementary analyses of the individual Core Set Measures—</a:t>
                      </a:r>
                      <a:r>
                        <a:rPr lang="en-GB" altLang="zh-CN" sz="1000" b="1" i="0" kern="1200">
                          <a:solidFill>
                            <a:schemeClr val="tx2"/>
                          </a:solidFill>
                          <a:effectLst/>
                          <a:latin typeface="+mn-lt"/>
                          <a:ea typeface="+mn-ea"/>
                          <a:cs typeface="+mn-cs"/>
                        </a:rPr>
                        <a:t>can be considered overall acceptable.</a:t>
                      </a:r>
                    </a:p>
                    <a:p>
                      <a:pPr marL="171450" indent="-171450" algn="l" defTabSz="914377" rtl="0" eaLnBrk="1" latinLnBrk="0" hangingPunct="1">
                        <a:spcBef>
                          <a:spcPts val="0"/>
                        </a:spcBef>
                        <a:spcAft>
                          <a:spcPts val="600"/>
                        </a:spcAft>
                        <a:buFont typeface="Arial" panose="020B0604020202020204" pitchFamily="34" charset="0"/>
                        <a:buChar char="•"/>
                      </a:pPr>
                      <a:r>
                        <a:rPr lang="en-GB" altLang="zh-CN" sz="1000" b="0" i="0" kern="1200">
                          <a:solidFill>
                            <a:schemeClr val="tx1"/>
                          </a:solidFill>
                          <a:effectLst/>
                          <a:latin typeface="+mn-lt"/>
                          <a:ea typeface="+mn-ea"/>
                          <a:cs typeface="+mn-cs"/>
                        </a:rPr>
                        <a:t>Current dose selection is </a:t>
                      </a:r>
                      <a:r>
                        <a:rPr lang="en-GB" altLang="zh-CN" sz="1000" b="1" i="0" kern="1200">
                          <a:solidFill>
                            <a:schemeClr val="tx2"/>
                          </a:solidFill>
                          <a:effectLst/>
                          <a:latin typeface="+mn-lt"/>
                          <a:ea typeface="+mn-ea"/>
                          <a:cs typeface="+mn-cs"/>
                        </a:rPr>
                        <a:t>acceptable</a:t>
                      </a:r>
                      <a:r>
                        <a:rPr lang="en-GB" altLang="zh-CN" sz="1000" b="0" i="0" kern="1200">
                          <a:solidFill>
                            <a:schemeClr val="tx1"/>
                          </a:solidFill>
                          <a:effectLst/>
                          <a:latin typeface="+mn-lt"/>
                          <a:ea typeface="+mn-ea"/>
                          <a:cs typeface="+mn-cs"/>
                        </a:rPr>
                        <a:t>.</a:t>
                      </a:r>
                    </a:p>
                    <a:p>
                      <a:pPr marL="171450" marR="0" lvl="0" indent="-171450" algn="l" defTabSz="914377"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altLang="zh-CN" sz="1000" b="0" i="0" kern="1200">
                          <a:solidFill>
                            <a:schemeClr val="tx1"/>
                          </a:solidFill>
                          <a:effectLst/>
                          <a:latin typeface="+mn-lt"/>
                          <a:ea typeface="+mn-ea"/>
                          <a:cs typeface="+mn-cs"/>
                        </a:rPr>
                        <a:t>The non-clinical efficacy data and data from a subgroup of IIM patients from the ILD trials are considered to provide </a:t>
                      </a:r>
                      <a:r>
                        <a:rPr lang="en-US" altLang="zh-CN" sz="1000" b="1" i="0" kern="1200">
                          <a:solidFill>
                            <a:srgbClr val="FF0000"/>
                          </a:solidFill>
                          <a:effectLst/>
                          <a:latin typeface="+mn-lt"/>
                          <a:ea typeface="+mn-ea"/>
                          <a:cs typeface="+mn-cs"/>
                        </a:rPr>
                        <a:t>only limited supportive evidence.</a:t>
                      </a:r>
                      <a:r>
                        <a:rPr lang="en-US" altLang="zh-CN" sz="1000" b="0" i="0" kern="1200">
                          <a:solidFill>
                            <a:schemeClr val="tx1"/>
                          </a:solidFill>
                          <a:effectLst/>
                          <a:latin typeface="+mn-lt"/>
                          <a:ea typeface="+mn-ea"/>
                          <a:cs typeface="+mn-cs"/>
                        </a:rPr>
                        <a:t> </a:t>
                      </a:r>
                      <a:r>
                        <a:rPr lang="en-US" altLang="zh-CN" sz="1000"/>
                        <a:t>Whether a single pivotal trial will provide sufficiently robust and compelling evidence to support MA will be a matter of assessment.</a:t>
                      </a:r>
                      <a:endParaRPr lang="en-US" altLang="zh-CN" sz="1000" b="0" i="0" kern="1200">
                        <a:solidFill>
                          <a:schemeClr val="tx1"/>
                        </a:solidFill>
                        <a:effectLst/>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spcBef>
                          <a:spcPts val="600"/>
                        </a:spcBef>
                        <a:buFont typeface="Arial" panose="020B0604020202020204" pitchFamily="34" charset="0"/>
                        <a:buNone/>
                      </a:pPr>
                      <a:r>
                        <a:rPr lang="en-US" altLang="zh-CN" sz="1050" b="1" u="sng">
                          <a:solidFill>
                            <a:schemeClr val="tx1"/>
                          </a:solidFill>
                        </a:rPr>
                        <a:t>Mar 23, PMDA preliminary feedback:</a:t>
                      </a:r>
                    </a:p>
                    <a:p>
                      <a:pPr marL="0" indent="0">
                        <a:spcBef>
                          <a:spcPts val="600"/>
                        </a:spcBef>
                        <a:buFont typeface="Arial" panose="020B0604020202020204" pitchFamily="34" charset="0"/>
                        <a:buNone/>
                      </a:pPr>
                      <a:r>
                        <a:rPr lang="en-US" altLang="zh-CN" sz="1050">
                          <a:solidFill>
                            <a:schemeClr val="tx1"/>
                          </a:solidFill>
                        </a:rPr>
                        <a:t>PMDA 's opinion is such that  it is </a:t>
                      </a:r>
                      <a:r>
                        <a:rPr lang="en-US" altLang="zh-CN" sz="1050" b="1">
                          <a:solidFill>
                            <a:srgbClr val="FF0000"/>
                          </a:solidFill>
                        </a:rPr>
                        <a:t>desirable to conduct an exploratory study</a:t>
                      </a:r>
                      <a:r>
                        <a:rPr lang="en-US" altLang="zh-CN" sz="1050">
                          <a:solidFill>
                            <a:schemeClr val="tx1"/>
                          </a:solidFill>
                        </a:rPr>
                        <a:t> in IIM patients to collect information that would support the selection of an </a:t>
                      </a:r>
                      <a:r>
                        <a:rPr lang="en-US" altLang="zh-CN" sz="1050">
                          <a:solidFill>
                            <a:srgbClr val="FF0000"/>
                          </a:solidFill>
                        </a:rPr>
                        <a:t>appropriate target population</a:t>
                      </a:r>
                      <a:r>
                        <a:rPr lang="en-US" altLang="zh-CN" sz="1050">
                          <a:solidFill>
                            <a:schemeClr val="tx1"/>
                          </a:solidFill>
                        </a:rPr>
                        <a:t> and the </a:t>
                      </a:r>
                      <a:r>
                        <a:rPr lang="en-US" altLang="zh-CN" sz="1050">
                          <a:solidFill>
                            <a:srgbClr val="FF0000"/>
                          </a:solidFill>
                        </a:rPr>
                        <a:t>determination of primary efficacy endpoints and</a:t>
                      </a:r>
                      <a:r>
                        <a:rPr lang="en-US" altLang="zh-CN" sz="1050">
                          <a:solidFill>
                            <a:schemeClr val="tx1"/>
                          </a:solidFill>
                        </a:rPr>
                        <a:t> then design and conduct a confirmatory study based on such findings. But PMDA </a:t>
                      </a:r>
                      <a:r>
                        <a:rPr lang="en-US" altLang="zh-CN" sz="1050" b="1">
                          <a:solidFill>
                            <a:schemeClr val="accent2"/>
                          </a:solidFill>
                        </a:rPr>
                        <a:t>does not preclude from initiation the study and join from Japan</a:t>
                      </a:r>
                      <a:r>
                        <a:rPr lang="en-US" altLang="zh-CN" sz="1050">
                          <a:solidFill>
                            <a:schemeClr val="tx1"/>
                          </a:solidFill>
                        </a:rPr>
                        <a:t>.</a:t>
                      </a:r>
                    </a:p>
                    <a:p>
                      <a:pPr marL="0" indent="0">
                        <a:spcBef>
                          <a:spcPts val="600"/>
                        </a:spcBef>
                        <a:buFont typeface="Arial" panose="020B0604020202020204" pitchFamily="34" charset="0"/>
                        <a:buNone/>
                      </a:pPr>
                      <a:r>
                        <a:rPr lang="en-US" altLang="zh-CN" sz="1050" b="1" u="sng">
                          <a:solidFill>
                            <a:schemeClr val="tx1"/>
                          </a:solidFill>
                        </a:rPr>
                        <a:t>Apr 1, Meeting outcome (internal interpretation) :</a:t>
                      </a:r>
                    </a:p>
                    <a:p>
                      <a:pPr marL="171450" indent="-171450">
                        <a:spcBef>
                          <a:spcPts val="600"/>
                        </a:spcBef>
                        <a:buFont typeface="Arial" panose="020B0604020202020204" pitchFamily="34" charset="0"/>
                        <a:buChar char="•"/>
                      </a:pPr>
                      <a:r>
                        <a:rPr lang="en-US" altLang="zh-CN" sz="1050">
                          <a:solidFill>
                            <a:schemeClr val="tx1"/>
                          </a:solidFill>
                        </a:rPr>
                        <a:t>PMDA </a:t>
                      </a:r>
                      <a:r>
                        <a:rPr lang="en-US" altLang="zh-CN" sz="1050" b="1">
                          <a:solidFill>
                            <a:schemeClr val="tx2"/>
                          </a:solidFill>
                        </a:rPr>
                        <a:t>does not object </a:t>
                      </a:r>
                      <a:r>
                        <a:rPr lang="en-US" altLang="zh-CN" sz="1050">
                          <a:solidFill>
                            <a:schemeClr val="tx1"/>
                          </a:solidFill>
                        </a:rPr>
                        <a:t>to</a:t>
                      </a:r>
                      <a:r>
                        <a:rPr lang="en-US" altLang="zh-CN" sz="1050">
                          <a:solidFill>
                            <a:schemeClr val="tx2"/>
                          </a:solidFill>
                        </a:rPr>
                        <a:t> </a:t>
                      </a:r>
                      <a:r>
                        <a:rPr lang="en-US" altLang="zh-CN" sz="1050">
                          <a:solidFill>
                            <a:schemeClr val="tx1"/>
                          </a:solidFill>
                        </a:rPr>
                        <a:t>the initiation of the 1305-0146 study, as there appears to be no significant safety concerns.</a:t>
                      </a:r>
                    </a:p>
                    <a:p>
                      <a:pPr marL="171450" indent="-171450">
                        <a:spcBef>
                          <a:spcPts val="600"/>
                        </a:spcBef>
                        <a:buFont typeface="Arial" panose="020B0604020202020204" pitchFamily="34" charset="0"/>
                        <a:buChar char="•"/>
                      </a:pPr>
                      <a:r>
                        <a:rPr lang="en-US" altLang="zh-CN" sz="1050">
                          <a:solidFill>
                            <a:schemeClr val="tx1"/>
                          </a:solidFill>
                        </a:rPr>
                        <a:t>PMDA considers the </a:t>
                      </a:r>
                      <a:r>
                        <a:rPr lang="en-US" altLang="zh-CN" sz="1050">
                          <a:solidFill>
                            <a:schemeClr val="tx2"/>
                          </a:solidFill>
                        </a:rPr>
                        <a:t>primary endpoint </a:t>
                      </a:r>
                      <a:r>
                        <a:rPr lang="en-US" altLang="zh-CN" sz="1050">
                          <a:solidFill>
                            <a:schemeClr val="tx1"/>
                          </a:solidFill>
                        </a:rPr>
                        <a:t>to be TIS with a cut off level (e.g. TIS-40, etc.), which </a:t>
                      </a:r>
                      <a:r>
                        <a:rPr lang="en-US" altLang="zh-CN" sz="1050">
                          <a:solidFill>
                            <a:schemeClr val="tx2"/>
                          </a:solidFill>
                        </a:rPr>
                        <a:t>has international consensus</a:t>
                      </a:r>
                      <a:r>
                        <a:rPr lang="en-US" altLang="zh-CN" sz="1050">
                          <a:solidFill>
                            <a:schemeClr val="tx1"/>
                          </a:solidFill>
                        </a:rPr>
                        <a:t>.</a:t>
                      </a:r>
                    </a:p>
                    <a:p>
                      <a:pPr marL="171450" indent="-171450">
                        <a:spcBef>
                          <a:spcPts val="600"/>
                        </a:spcBef>
                        <a:buFont typeface="Arial" panose="020B0604020202020204" pitchFamily="34" charset="0"/>
                        <a:buChar char="•"/>
                      </a:pPr>
                      <a:r>
                        <a:rPr lang="en-US" altLang="zh-CN" sz="1050">
                          <a:solidFill>
                            <a:schemeClr val="tx1"/>
                          </a:solidFill>
                        </a:rPr>
                        <a:t>There have been changes to the </a:t>
                      </a:r>
                      <a:r>
                        <a:rPr lang="en-US" altLang="zh-CN" sz="1050">
                          <a:solidFill>
                            <a:srgbClr val="FF0000"/>
                          </a:solidFill>
                        </a:rPr>
                        <a:t>target population</a:t>
                      </a:r>
                      <a:r>
                        <a:rPr lang="en-US" altLang="zh-CN" sz="1050">
                          <a:solidFill>
                            <a:schemeClr val="tx1"/>
                          </a:solidFill>
                        </a:rPr>
                        <a:t> (inclusion, exclusion criteria) </a:t>
                      </a:r>
                      <a:r>
                        <a:rPr lang="en-US" altLang="zh-CN" sz="1050">
                          <a:solidFill>
                            <a:srgbClr val="FF0000"/>
                          </a:solidFill>
                        </a:rPr>
                        <a:t>after providing PMDA’s pre-opinion, they could not be able to conclude their opinion for these changes</a:t>
                      </a:r>
                      <a:r>
                        <a:rPr lang="en-US" altLang="zh-CN" sz="1050">
                          <a:solidFill>
                            <a:schemeClr val="tx1"/>
                          </a:solidFill>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87707591"/>
                  </a:ext>
                </a:extLst>
              </a:tr>
              <a:tr h="370840">
                <a:tc>
                  <a:txBody>
                    <a:bodyPr/>
                    <a:lstStyle/>
                    <a:p>
                      <a:r>
                        <a:rPr lang="en-US" altLang="zh-CN" sz="1400">
                          <a:solidFill>
                            <a:schemeClr val="tx1"/>
                          </a:solidFill>
                        </a:rPr>
                        <a:t>Next step</a:t>
                      </a:r>
                      <a:endParaRPr lang="zh-CN" altLang="en-US" sz="140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r>
                        <a:rPr lang="en-US" altLang="zh-CN" sz="1050" b="1">
                          <a:solidFill>
                            <a:schemeClr val="tx2"/>
                          </a:solidFill>
                        </a:rPr>
                        <a:t>TDO/CTP update and CTA submission will proceed.  </a:t>
                      </a:r>
                      <a:endParaRPr lang="zh-CN" altLang="en-US" sz="1050" b="1">
                        <a:solidFill>
                          <a:schemeClr val="tx2"/>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zh-CN" altLang="en-US" sz="105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zh-CN" altLang="en-US" sz="105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47636216"/>
                  </a:ext>
                </a:extLst>
              </a:tr>
            </a:tbl>
          </a:graphicData>
        </a:graphic>
      </p:graphicFrame>
    </p:spTree>
    <p:extLst>
      <p:ext uri="{BB962C8B-B14F-4D97-AF65-F5344CB8AC3E}">
        <p14:creationId xmlns:p14="http://schemas.microsoft.com/office/powerpoint/2010/main" val="1227948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F744C-4A7A-DAFF-15D5-6D20D5998967}"/>
              </a:ext>
            </a:extLst>
          </p:cNvPr>
          <p:cNvSpPr>
            <a:spLocks noGrp="1"/>
          </p:cNvSpPr>
          <p:nvPr>
            <p:ph type="ctrTitle"/>
          </p:nvPr>
        </p:nvSpPr>
        <p:spPr>
          <a:xfrm>
            <a:off x="502871" y="2390815"/>
            <a:ext cx="8280755" cy="1584000"/>
          </a:xfrm>
        </p:spPr>
        <p:txBody>
          <a:bodyPr/>
          <a:lstStyle/>
          <a:p>
            <a:r>
              <a:rPr lang="de-DE"/>
              <a:t>Update Verducatib</a:t>
            </a:r>
            <a:endParaRPr lang="en-US"/>
          </a:p>
        </p:txBody>
      </p:sp>
      <p:sp>
        <p:nvSpPr>
          <p:cNvPr id="4" name="Footer Placeholder 3">
            <a:extLst>
              <a:ext uri="{FF2B5EF4-FFF2-40B4-BE49-F238E27FC236}">
                <a16:creationId xmlns:a16="http://schemas.microsoft.com/office/drawing/2014/main" id="{6ED5021E-1AC3-0E0C-D7C8-89B9CD912841}"/>
              </a:ext>
            </a:extLst>
          </p:cNvPr>
          <p:cNvSpPr>
            <a:spLocks noGrp="1"/>
          </p:cNvSpPr>
          <p:nvPr>
            <p:ph type="ftr" sz="quarter" idx="19"/>
          </p:nvPr>
        </p:nvSpPr>
        <p:spPr/>
        <p:txBody>
          <a:bodyPr/>
          <a:lstStyle/>
          <a:p>
            <a:r>
              <a:rPr lang="en-US"/>
              <a:t>ONLY FOR INTERNAL USE</a:t>
            </a:r>
          </a:p>
        </p:txBody>
      </p:sp>
    </p:spTree>
    <p:extLst>
      <p:ext uri="{BB962C8B-B14F-4D97-AF65-F5344CB8AC3E}">
        <p14:creationId xmlns:p14="http://schemas.microsoft.com/office/powerpoint/2010/main" val="35890528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DAC8A5D-AF9D-C977-4230-57FE3FB6642E}"/>
              </a:ext>
            </a:extLst>
          </p:cNvPr>
          <p:cNvSpPr>
            <a:spLocks noGrp="1"/>
          </p:cNvSpPr>
          <p:nvPr>
            <p:ph type="sldNum" sz="quarter" idx="20"/>
          </p:nvPr>
        </p:nvSpPr>
        <p:spPr/>
        <p:txBody>
          <a:bodyPr/>
          <a:lstStyle/>
          <a:p>
            <a:fld id="{DF4E8F9F-5B1F-4F5B-BE49-3245D8C18D9F}" type="slidenum">
              <a:rPr lang="en-US" smtClean="0"/>
              <a:pPr/>
              <a:t>24</a:t>
            </a:fld>
            <a:endParaRPr lang="en-US"/>
          </a:p>
        </p:txBody>
      </p:sp>
      <p:pic>
        <p:nvPicPr>
          <p:cNvPr id="6" name="Picture 5" descr="Traffic light - Simple English Wikipedia, the free ...">
            <a:extLst>
              <a:ext uri="{FF2B5EF4-FFF2-40B4-BE49-F238E27FC236}">
                <a16:creationId xmlns:a16="http://schemas.microsoft.com/office/drawing/2014/main" id="{09571202-1C5F-E536-4C35-7311E95A9E44}"/>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rot="16200000" flipV="1">
            <a:off x="10850096" y="-476913"/>
            <a:ext cx="698504" cy="1726513"/>
          </a:xfrm>
          <a:prstGeom prst="rect">
            <a:avLst/>
          </a:prstGeom>
        </p:spPr>
      </p:pic>
      <p:sp>
        <p:nvSpPr>
          <p:cNvPr id="7" name="标题 1">
            <a:extLst>
              <a:ext uri="{FF2B5EF4-FFF2-40B4-BE49-F238E27FC236}">
                <a16:creationId xmlns:a16="http://schemas.microsoft.com/office/drawing/2014/main" id="{7EBF7B03-1BFA-5613-5ABD-604ACD7C94B9}"/>
              </a:ext>
            </a:extLst>
          </p:cNvPr>
          <p:cNvSpPr>
            <a:spLocks noGrp="1"/>
          </p:cNvSpPr>
          <p:nvPr>
            <p:ph type="title"/>
          </p:nvPr>
        </p:nvSpPr>
        <p:spPr>
          <a:xfrm>
            <a:off x="413621" y="260435"/>
            <a:ext cx="11233150" cy="451108"/>
          </a:xfrm>
        </p:spPr>
        <p:txBody>
          <a:bodyPr vert="horz" lIns="0" tIns="0" rIns="0" bIns="0" rtlCol="0" anchor="t">
            <a:noAutofit/>
          </a:bodyPr>
          <a:lstStyle/>
          <a:p>
            <a:r>
              <a:rPr lang="it-IT" altLang="zh-CN"/>
              <a:t>Verducatib/BI 1291583 </a:t>
            </a:r>
            <a:r>
              <a:rPr lang="en-US"/>
              <a:t>(DPP-1 inhibitor): </a:t>
            </a:r>
            <a:r>
              <a:rPr lang="it-IT" altLang="zh-CN"/>
              <a:t>Bronchiectasis</a:t>
            </a:r>
            <a:endParaRPr lang="en-US"/>
          </a:p>
        </p:txBody>
      </p:sp>
      <p:graphicFrame>
        <p:nvGraphicFramePr>
          <p:cNvPr id="9" name="Table 8">
            <a:extLst>
              <a:ext uri="{FF2B5EF4-FFF2-40B4-BE49-F238E27FC236}">
                <a16:creationId xmlns:a16="http://schemas.microsoft.com/office/drawing/2014/main" id="{25173B41-C4CE-25F9-1B01-AAD5A8993EBD}"/>
              </a:ext>
            </a:extLst>
          </p:cNvPr>
          <p:cNvGraphicFramePr>
            <a:graphicFrameLocks noGrp="1"/>
          </p:cNvGraphicFramePr>
          <p:nvPr/>
        </p:nvGraphicFramePr>
        <p:xfrm>
          <a:off x="479425" y="957820"/>
          <a:ext cx="11583180" cy="526534"/>
        </p:xfrm>
        <a:graphic>
          <a:graphicData uri="http://schemas.openxmlformats.org/drawingml/2006/table">
            <a:tbl>
              <a:tblPr firstRow="1" bandRow="1"/>
              <a:tblGrid>
                <a:gridCol w="386106">
                  <a:extLst>
                    <a:ext uri="{9D8B030D-6E8A-4147-A177-3AD203B41FA5}">
                      <a16:colId xmlns:a16="http://schemas.microsoft.com/office/drawing/2014/main" val="3091663135"/>
                    </a:ext>
                  </a:extLst>
                </a:gridCol>
                <a:gridCol w="386106">
                  <a:extLst>
                    <a:ext uri="{9D8B030D-6E8A-4147-A177-3AD203B41FA5}">
                      <a16:colId xmlns:a16="http://schemas.microsoft.com/office/drawing/2014/main" val="2003423086"/>
                    </a:ext>
                  </a:extLst>
                </a:gridCol>
                <a:gridCol w="386106">
                  <a:extLst>
                    <a:ext uri="{9D8B030D-6E8A-4147-A177-3AD203B41FA5}">
                      <a16:colId xmlns:a16="http://schemas.microsoft.com/office/drawing/2014/main" val="2466911814"/>
                    </a:ext>
                  </a:extLst>
                </a:gridCol>
                <a:gridCol w="386106">
                  <a:extLst>
                    <a:ext uri="{9D8B030D-6E8A-4147-A177-3AD203B41FA5}">
                      <a16:colId xmlns:a16="http://schemas.microsoft.com/office/drawing/2014/main" val="3023231563"/>
                    </a:ext>
                  </a:extLst>
                </a:gridCol>
                <a:gridCol w="386106">
                  <a:extLst>
                    <a:ext uri="{9D8B030D-6E8A-4147-A177-3AD203B41FA5}">
                      <a16:colId xmlns:a16="http://schemas.microsoft.com/office/drawing/2014/main" val="3411862845"/>
                    </a:ext>
                  </a:extLst>
                </a:gridCol>
                <a:gridCol w="386106">
                  <a:extLst>
                    <a:ext uri="{9D8B030D-6E8A-4147-A177-3AD203B41FA5}">
                      <a16:colId xmlns:a16="http://schemas.microsoft.com/office/drawing/2014/main" val="2851474774"/>
                    </a:ext>
                  </a:extLst>
                </a:gridCol>
                <a:gridCol w="386106">
                  <a:extLst>
                    <a:ext uri="{9D8B030D-6E8A-4147-A177-3AD203B41FA5}">
                      <a16:colId xmlns:a16="http://schemas.microsoft.com/office/drawing/2014/main" val="107595344"/>
                    </a:ext>
                  </a:extLst>
                </a:gridCol>
                <a:gridCol w="386106">
                  <a:extLst>
                    <a:ext uri="{9D8B030D-6E8A-4147-A177-3AD203B41FA5}">
                      <a16:colId xmlns:a16="http://schemas.microsoft.com/office/drawing/2014/main" val="1666999431"/>
                    </a:ext>
                  </a:extLst>
                </a:gridCol>
                <a:gridCol w="386106">
                  <a:extLst>
                    <a:ext uri="{9D8B030D-6E8A-4147-A177-3AD203B41FA5}">
                      <a16:colId xmlns:a16="http://schemas.microsoft.com/office/drawing/2014/main" val="3696607442"/>
                    </a:ext>
                  </a:extLst>
                </a:gridCol>
                <a:gridCol w="386106">
                  <a:extLst>
                    <a:ext uri="{9D8B030D-6E8A-4147-A177-3AD203B41FA5}">
                      <a16:colId xmlns:a16="http://schemas.microsoft.com/office/drawing/2014/main" val="223989776"/>
                    </a:ext>
                  </a:extLst>
                </a:gridCol>
                <a:gridCol w="386106">
                  <a:extLst>
                    <a:ext uri="{9D8B030D-6E8A-4147-A177-3AD203B41FA5}">
                      <a16:colId xmlns:a16="http://schemas.microsoft.com/office/drawing/2014/main" val="124731204"/>
                    </a:ext>
                  </a:extLst>
                </a:gridCol>
                <a:gridCol w="386106">
                  <a:extLst>
                    <a:ext uri="{9D8B030D-6E8A-4147-A177-3AD203B41FA5}">
                      <a16:colId xmlns:a16="http://schemas.microsoft.com/office/drawing/2014/main" val="3066978585"/>
                    </a:ext>
                  </a:extLst>
                </a:gridCol>
                <a:gridCol w="386106">
                  <a:extLst>
                    <a:ext uri="{9D8B030D-6E8A-4147-A177-3AD203B41FA5}">
                      <a16:colId xmlns:a16="http://schemas.microsoft.com/office/drawing/2014/main" val="1064917641"/>
                    </a:ext>
                  </a:extLst>
                </a:gridCol>
                <a:gridCol w="386106">
                  <a:extLst>
                    <a:ext uri="{9D8B030D-6E8A-4147-A177-3AD203B41FA5}">
                      <a16:colId xmlns:a16="http://schemas.microsoft.com/office/drawing/2014/main" val="4221117315"/>
                    </a:ext>
                  </a:extLst>
                </a:gridCol>
                <a:gridCol w="386106">
                  <a:extLst>
                    <a:ext uri="{9D8B030D-6E8A-4147-A177-3AD203B41FA5}">
                      <a16:colId xmlns:a16="http://schemas.microsoft.com/office/drawing/2014/main" val="3266065341"/>
                    </a:ext>
                  </a:extLst>
                </a:gridCol>
                <a:gridCol w="386106">
                  <a:extLst>
                    <a:ext uri="{9D8B030D-6E8A-4147-A177-3AD203B41FA5}">
                      <a16:colId xmlns:a16="http://schemas.microsoft.com/office/drawing/2014/main" val="2374051224"/>
                    </a:ext>
                  </a:extLst>
                </a:gridCol>
                <a:gridCol w="386106">
                  <a:extLst>
                    <a:ext uri="{9D8B030D-6E8A-4147-A177-3AD203B41FA5}">
                      <a16:colId xmlns:a16="http://schemas.microsoft.com/office/drawing/2014/main" val="1840388365"/>
                    </a:ext>
                  </a:extLst>
                </a:gridCol>
                <a:gridCol w="386106">
                  <a:extLst>
                    <a:ext uri="{9D8B030D-6E8A-4147-A177-3AD203B41FA5}">
                      <a16:colId xmlns:a16="http://schemas.microsoft.com/office/drawing/2014/main" val="267750830"/>
                    </a:ext>
                  </a:extLst>
                </a:gridCol>
                <a:gridCol w="386106">
                  <a:extLst>
                    <a:ext uri="{9D8B030D-6E8A-4147-A177-3AD203B41FA5}">
                      <a16:colId xmlns:a16="http://schemas.microsoft.com/office/drawing/2014/main" val="3966469970"/>
                    </a:ext>
                  </a:extLst>
                </a:gridCol>
                <a:gridCol w="386106">
                  <a:extLst>
                    <a:ext uri="{9D8B030D-6E8A-4147-A177-3AD203B41FA5}">
                      <a16:colId xmlns:a16="http://schemas.microsoft.com/office/drawing/2014/main" val="2522973146"/>
                    </a:ext>
                  </a:extLst>
                </a:gridCol>
                <a:gridCol w="386106">
                  <a:extLst>
                    <a:ext uri="{9D8B030D-6E8A-4147-A177-3AD203B41FA5}">
                      <a16:colId xmlns:a16="http://schemas.microsoft.com/office/drawing/2014/main" val="309019048"/>
                    </a:ext>
                  </a:extLst>
                </a:gridCol>
                <a:gridCol w="386106">
                  <a:extLst>
                    <a:ext uri="{9D8B030D-6E8A-4147-A177-3AD203B41FA5}">
                      <a16:colId xmlns:a16="http://schemas.microsoft.com/office/drawing/2014/main" val="4088660355"/>
                    </a:ext>
                  </a:extLst>
                </a:gridCol>
                <a:gridCol w="386106">
                  <a:extLst>
                    <a:ext uri="{9D8B030D-6E8A-4147-A177-3AD203B41FA5}">
                      <a16:colId xmlns:a16="http://schemas.microsoft.com/office/drawing/2014/main" val="4101055617"/>
                    </a:ext>
                  </a:extLst>
                </a:gridCol>
                <a:gridCol w="386106">
                  <a:extLst>
                    <a:ext uri="{9D8B030D-6E8A-4147-A177-3AD203B41FA5}">
                      <a16:colId xmlns:a16="http://schemas.microsoft.com/office/drawing/2014/main" val="1497634779"/>
                    </a:ext>
                  </a:extLst>
                </a:gridCol>
                <a:gridCol w="386106">
                  <a:extLst>
                    <a:ext uri="{9D8B030D-6E8A-4147-A177-3AD203B41FA5}">
                      <a16:colId xmlns:a16="http://schemas.microsoft.com/office/drawing/2014/main" val="1313870339"/>
                    </a:ext>
                  </a:extLst>
                </a:gridCol>
                <a:gridCol w="386106">
                  <a:extLst>
                    <a:ext uri="{9D8B030D-6E8A-4147-A177-3AD203B41FA5}">
                      <a16:colId xmlns:a16="http://schemas.microsoft.com/office/drawing/2014/main" val="380966906"/>
                    </a:ext>
                  </a:extLst>
                </a:gridCol>
                <a:gridCol w="386106">
                  <a:extLst>
                    <a:ext uri="{9D8B030D-6E8A-4147-A177-3AD203B41FA5}">
                      <a16:colId xmlns:a16="http://schemas.microsoft.com/office/drawing/2014/main" val="370559516"/>
                    </a:ext>
                  </a:extLst>
                </a:gridCol>
                <a:gridCol w="386106">
                  <a:extLst>
                    <a:ext uri="{9D8B030D-6E8A-4147-A177-3AD203B41FA5}">
                      <a16:colId xmlns:a16="http://schemas.microsoft.com/office/drawing/2014/main" val="2085800570"/>
                    </a:ext>
                  </a:extLst>
                </a:gridCol>
                <a:gridCol w="386106">
                  <a:extLst>
                    <a:ext uri="{9D8B030D-6E8A-4147-A177-3AD203B41FA5}">
                      <a16:colId xmlns:a16="http://schemas.microsoft.com/office/drawing/2014/main" val="2866958328"/>
                    </a:ext>
                  </a:extLst>
                </a:gridCol>
                <a:gridCol w="386106">
                  <a:extLst>
                    <a:ext uri="{9D8B030D-6E8A-4147-A177-3AD203B41FA5}">
                      <a16:colId xmlns:a16="http://schemas.microsoft.com/office/drawing/2014/main" val="2742855301"/>
                    </a:ext>
                  </a:extLst>
                </a:gridCol>
              </a:tblGrid>
              <a:tr h="225779">
                <a:tc gridSpan="2">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mn-ea"/>
                          <a:ea typeface="+mn-ea"/>
                          <a:cs typeface="Arial" panose="020B0604020202020204" pitchFamily="34" charset="0"/>
                        </a:rPr>
                        <a:t>2022</a:t>
                      </a:r>
                      <a:endParaRPr lang="zh-CN" altLang="en-US" sz="1100" b="1">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1100" b="1">
                          <a:solidFill>
                            <a:schemeClr val="bg1"/>
                          </a:solidFill>
                          <a:latin typeface="+mn-ea"/>
                          <a:ea typeface="+mn-ea"/>
                          <a:cs typeface="Arial"/>
                        </a:rPr>
                        <a:t>2023</a:t>
                      </a:r>
                      <a:endParaRPr lang="zh-CN" altLang="en-US" sz="1100" b="1">
                        <a:solidFill>
                          <a:schemeClr val="bg1"/>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1100" b="1">
                          <a:solidFill>
                            <a:schemeClr val="bg1"/>
                          </a:solidFill>
                          <a:latin typeface="+mn-ea"/>
                          <a:ea typeface="+mn-ea"/>
                          <a:cs typeface="Arial"/>
                        </a:rPr>
                        <a:t>2024</a:t>
                      </a:r>
                      <a:endParaRPr lang="zh-CN" altLang="en-US" sz="1100" b="1">
                        <a:solidFill>
                          <a:schemeClr val="bg1"/>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1100" b="1">
                          <a:solidFill>
                            <a:schemeClr val="bg1"/>
                          </a:solidFill>
                          <a:latin typeface="+mn-ea"/>
                          <a:ea typeface="+mn-ea"/>
                          <a:cs typeface="Arial"/>
                        </a:rPr>
                        <a:t>2025</a:t>
                      </a:r>
                      <a:endParaRPr lang="zh-CN" altLang="en-US" sz="1100" b="1">
                        <a:solidFill>
                          <a:schemeClr val="bg1"/>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1100" b="1">
                          <a:solidFill>
                            <a:schemeClr val="bg1"/>
                          </a:solidFill>
                          <a:latin typeface="+mn-ea"/>
                          <a:ea typeface="+mn-ea"/>
                          <a:cs typeface="Arial"/>
                        </a:rPr>
                        <a:t>2026</a:t>
                      </a:r>
                      <a:endParaRPr lang="zh-CN" altLang="en-US" sz="1100" b="1">
                        <a:solidFill>
                          <a:schemeClr val="bg1"/>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1100" b="1" kern="1200">
                          <a:solidFill>
                            <a:schemeClr val="bg1"/>
                          </a:solidFill>
                          <a:latin typeface="+mn-ea"/>
                          <a:ea typeface="+mn-ea"/>
                          <a:cs typeface="Arial"/>
                        </a:rPr>
                        <a:t>2027</a:t>
                      </a:r>
                      <a:endParaRPr lang="zh-CN" altLang="en-US" sz="1100" b="1" kern="1200">
                        <a:solidFill>
                          <a:schemeClr val="bg1"/>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1100" b="1" kern="1200">
                          <a:solidFill>
                            <a:schemeClr val="lt1"/>
                          </a:solidFill>
                          <a:latin typeface="+mn-ea"/>
                          <a:ea typeface="+mn-ea"/>
                          <a:cs typeface="Arial"/>
                        </a:rPr>
                        <a:t>2028</a:t>
                      </a:r>
                      <a:endParaRPr lang="zh-CN" altLang="en-US" sz="1100" b="1" kern="1200">
                        <a:solidFill>
                          <a:schemeClr val="lt1"/>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1100" b="1" kern="1200">
                          <a:solidFill>
                            <a:schemeClr val="lt1"/>
                          </a:solidFill>
                          <a:latin typeface="+mn-ea"/>
                          <a:ea typeface="+mn-ea"/>
                          <a:cs typeface="Arial"/>
                        </a:rPr>
                        <a:t>2029</a:t>
                      </a:r>
                      <a:endParaRPr lang="zh-CN" altLang="en-US" sz="1100" b="1" kern="1200">
                        <a:solidFill>
                          <a:schemeClr val="lt1"/>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1100" b="1" kern="1200">
                          <a:solidFill>
                            <a:schemeClr val="lt1"/>
                          </a:solidFill>
                          <a:latin typeface="+mn-ea"/>
                          <a:ea typeface="+mn-ea"/>
                          <a:cs typeface="Arial"/>
                        </a:rPr>
                        <a:t>2030</a:t>
                      </a:r>
                      <a:endParaRPr lang="zh-CN" altLang="en-US" sz="1100" b="1" kern="1200">
                        <a:solidFill>
                          <a:schemeClr val="lt1"/>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267454">
                <a:tc>
                  <a:txBody>
                    <a:bodyPr/>
                    <a:lstStyle/>
                    <a:p>
                      <a:pPr algn="ctr"/>
                      <a:r>
                        <a:rPr lang="en-US" altLang="zh-CN" sz="1100" b="1">
                          <a:solidFill>
                            <a:schemeClr val="bg2"/>
                          </a:solidFill>
                          <a:latin typeface="+mn-ea"/>
                          <a:ea typeface="+mn-ea"/>
                          <a:cs typeface="Arial" panose="020B0604020202020204" pitchFamily="34" charset="0"/>
                        </a:rPr>
                        <a:t>Q3</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chemeClr val="bg2"/>
                          </a:solidFill>
                          <a:latin typeface="+mn-ea"/>
                          <a:ea typeface="+mn-ea"/>
                          <a:cs typeface="Arial" panose="020B0604020202020204" pitchFamily="34" charset="0"/>
                        </a:rPr>
                        <a:t>Q4</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chemeClr val="bg2"/>
                          </a:solidFill>
                          <a:latin typeface="+mn-ea"/>
                          <a:ea typeface="+mn-ea"/>
                          <a:cs typeface="Arial" panose="020B0604020202020204" pitchFamily="34" charset="0"/>
                        </a:rPr>
                        <a:t>Q1</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chemeClr val="bg2"/>
                          </a:solidFill>
                          <a:latin typeface="+mn-ea"/>
                          <a:ea typeface="+mn-ea"/>
                          <a:cs typeface="Arial"/>
                        </a:rPr>
                        <a:t>Q2</a:t>
                      </a:r>
                      <a:endParaRPr lang="zh-CN" altLang="en-US" sz="110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p>
                      <a:pPr algn="ctr"/>
                      <a:r>
                        <a:rPr lang="en-US" altLang="zh-CN" sz="1100" b="1">
                          <a:solidFill>
                            <a:schemeClr val="bg2"/>
                          </a:solidFill>
                          <a:latin typeface="+mn-ea"/>
                          <a:ea typeface="+mn-ea"/>
                          <a:cs typeface="Arial" panose="020B0604020202020204" pitchFamily="34" charset="0"/>
                        </a:rPr>
                        <a:t>Q3</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chemeClr val="bg2"/>
                          </a:solidFill>
                          <a:latin typeface="+mn-ea"/>
                          <a:ea typeface="+mn-ea"/>
                          <a:cs typeface="Arial" panose="020B0604020202020204" pitchFamily="34" charset="0"/>
                        </a:rPr>
                        <a:t>Q4</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chemeClr val="bg2"/>
                          </a:solidFill>
                          <a:latin typeface="+mn-ea"/>
                          <a:ea typeface="+mn-ea"/>
                          <a:cs typeface="Arial"/>
                        </a:rPr>
                        <a:t>Q1</a:t>
                      </a:r>
                      <a:endParaRPr lang="zh-CN" altLang="en-US" sz="110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chemeClr val="bg2"/>
                          </a:solidFill>
                          <a:latin typeface="+mn-ea"/>
                          <a:ea typeface="+mn-ea"/>
                          <a:cs typeface="Arial" panose="020B0604020202020204" pitchFamily="34" charset="0"/>
                        </a:rPr>
                        <a:t>Q2</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p>
                      <a:pPr algn="ctr"/>
                      <a:r>
                        <a:rPr lang="en-US" altLang="zh-CN" sz="1100" b="1">
                          <a:solidFill>
                            <a:schemeClr val="bg2"/>
                          </a:solidFill>
                          <a:latin typeface="+mn-ea"/>
                          <a:ea typeface="+mn-ea"/>
                          <a:cs typeface="Arial" panose="020B0604020202020204" pitchFamily="34" charset="0"/>
                        </a:rPr>
                        <a:t>Q3</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chemeClr val="bg2"/>
                          </a:solidFill>
                          <a:latin typeface="+mn-ea"/>
                          <a:ea typeface="+mn-ea"/>
                          <a:cs typeface="Arial"/>
                        </a:rPr>
                        <a:t>Q4</a:t>
                      </a:r>
                      <a:endParaRPr lang="zh-CN" altLang="en-US" sz="110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chemeClr val="bg2"/>
                          </a:solidFill>
                          <a:latin typeface="+mn-ea"/>
                          <a:ea typeface="+mn-ea"/>
                          <a:cs typeface="Arial" panose="020B0604020202020204" pitchFamily="34" charset="0"/>
                        </a:rPr>
                        <a:t>Q1</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chemeClr val="bg2"/>
                          </a:solidFill>
                          <a:latin typeface="+mn-ea"/>
                          <a:ea typeface="+mn-ea"/>
                          <a:cs typeface="Arial"/>
                        </a:rPr>
                        <a:t>Q2</a:t>
                      </a:r>
                      <a:endParaRPr lang="zh-CN" altLang="en-US" sz="110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p>
                      <a:pPr algn="ctr"/>
                      <a:r>
                        <a:rPr lang="en-US" altLang="zh-CN" sz="1100" b="1">
                          <a:solidFill>
                            <a:schemeClr val="bg2"/>
                          </a:solidFill>
                          <a:latin typeface="+mn-ea"/>
                          <a:ea typeface="+mn-ea"/>
                          <a:cs typeface="Arial" panose="020B0604020202020204" pitchFamily="34" charset="0"/>
                        </a:rPr>
                        <a:t>Q3</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chemeClr val="bg2"/>
                          </a:solidFill>
                          <a:latin typeface="+mn-ea"/>
                          <a:ea typeface="+mn-ea"/>
                          <a:cs typeface="Arial" panose="020B0604020202020204" pitchFamily="34" charset="0"/>
                        </a:rPr>
                        <a:t>Q4</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chemeClr val="bg2"/>
                          </a:solidFill>
                          <a:latin typeface="+mn-ea"/>
                          <a:ea typeface="+mn-ea"/>
                          <a:cs typeface="Arial" panose="020B0604020202020204" pitchFamily="34" charset="0"/>
                        </a:rPr>
                        <a:t>Q1</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chemeClr val="bg2"/>
                          </a:solidFill>
                          <a:latin typeface="+mn-ea"/>
                          <a:ea typeface="+mn-ea"/>
                          <a:cs typeface="Arial"/>
                        </a:rPr>
                        <a:t>Q2</a:t>
                      </a:r>
                      <a:endParaRPr lang="zh-CN" altLang="en-US" sz="110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p>
                      <a:pPr algn="ctr"/>
                      <a:r>
                        <a:rPr lang="en-US" altLang="zh-CN" sz="1100" b="1">
                          <a:solidFill>
                            <a:schemeClr val="bg2"/>
                          </a:solidFill>
                          <a:latin typeface="+mn-ea"/>
                          <a:ea typeface="+mn-ea"/>
                          <a:cs typeface="Arial" panose="020B0604020202020204" pitchFamily="34" charset="0"/>
                        </a:rPr>
                        <a:t>Q3</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chemeClr val="bg2"/>
                          </a:solidFill>
                          <a:latin typeface="+mn-ea"/>
                          <a:ea typeface="+mn-ea"/>
                          <a:cs typeface="Arial" panose="020B0604020202020204" pitchFamily="34" charset="0"/>
                        </a:rPr>
                        <a:t>Q4</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chemeClr val="bg2"/>
                          </a:solidFill>
                          <a:latin typeface="+mn-ea"/>
                          <a:ea typeface="+mn-ea"/>
                          <a:cs typeface="Arial"/>
                        </a:rPr>
                        <a:t>Q1</a:t>
                      </a:r>
                      <a:endParaRPr lang="zh-CN" altLang="en-US" sz="110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chemeClr val="bg2"/>
                          </a:solidFill>
                          <a:latin typeface="+mn-ea"/>
                          <a:ea typeface="+mn-ea"/>
                          <a:cs typeface="Arial"/>
                        </a:rPr>
                        <a:t>Q2</a:t>
                      </a:r>
                      <a:endParaRPr lang="zh-CN" altLang="en-US" sz="110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p>
                      <a:pPr algn="ctr"/>
                      <a:r>
                        <a:rPr lang="en-US" altLang="zh-CN" sz="1100" b="1">
                          <a:solidFill>
                            <a:schemeClr val="bg2"/>
                          </a:solidFill>
                          <a:latin typeface="+mn-ea"/>
                          <a:ea typeface="+mn-ea"/>
                          <a:cs typeface="Arial"/>
                        </a:rPr>
                        <a:t>Q3</a:t>
                      </a:r>
                      <a:endParaRPr lang="zh-CN" altLang="en-US" sz="110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chemeClr val="bg2"/>
                          </a:solidFill>
                          <a:latin typeface="+mn-ea"/>
                          <a:ea typeface="+mn-ea"/>
                          <a:cs typeface="Arial"/>
                        </a:rPr>
                        <a:t>Q4</a:t>
                      </a:r>
                      <a:endParaRPr lang="zh-CN" altLang="en-US" sz="110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chemeClr val="bg2"/>
                          </a:solidFill>
                          <a:latin typeface="+mn-ea"/>
                          <a:ea typeface="+mn-ea"/>
                          <a:cs typeface="Arial" panose="020B0604020202020204" pitchFamily="34" charset="0"/>
                        </a:rPr>
                        <a:t>Q1</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chemeClr val="bg2"/>
                          </a:solidFill>
                          <a:latin typeface="+mn-ea"/>
                          <a:ea typeface="+mn-ea"/>
                          <a:cs typeface="Arial" panose="020B0604020202020204" pitchFamily="34" charset="0"/>
                        </a:rPr>
                        <a:t>Q2</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p>
                      <a:pPr algn="ctr"/>
                      <a:r>
                        <a:rPr lang="en-US" altLang="zh-CN" sz="1100" b="1">
                          <a:solidFill>
                            <a:schemeClr val="bg2"/>
                          </a:solidFill>
                          <a:latin typeface="+mn-ea"/>
                          <a:ea typeface="+mn-ea"/>
                          <a:cs typeface="Arial" panose="020B0604020202020204" pitchFamily="34" charset="0"/>
                        </a:rPr>
                        <a:t>Q3</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chemeClr val="bg2"/>
                          </a:solidFill>
                          <a:latin typeface="+mn-ea"/>
                          <a:ea typeface="+mn-ea"/>
                          <a:cs typeface="Arial" panose="020B0604020202020204" pitchFamily="34" charset="0"/>
                        </a:rPr>
                        <a:t>Q4</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p>
                      <a:pPr algn="ctr"/>
                      <a:r>
                        <a:rPr lang="en-US" altLang="zh-CN" sz="1100" b="1">
                          <a:solidFill>
                            <a:schemeClr val="bg2"/>
                          </a:solidFill>
                          <a:latin typeface="+mn-ea"/>
                          <a:ea typeface="+mn-ea"/>
                          <a:cs typeface="Arial" panose="020B0604020202020204" pitchFamily="34" charset="0"/>
                        </a:rPr>
                        <a:t>H1</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p>
                      <a:pPr algn="ctr"/>
                      <a:r>
                        <a:rPr lang="en-US" altLang="zh-CN" sz="1100" b="1">
                          <a:solidFill>
                            <a:schemeClr val="bg2"/>
                          </a:solidFill>
                          <a:latin typeface="+mn-ea"/>
                          <a:ea typeface="+mn-ea"/>
                          <a:cs typeface="Arial"/>
                        </a:rPr>
                        <a:t>H2</a:t>
                      </a:r>
                      <a:endParaRPr lang="zh-CN" altLang="en-US" sz="110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p>
                      <a:pPr algn="ctr"/>
                      <a:r>
                        <a:rPr lang="en-US" altLang="zh-CN" sz="1100" b="1">
                          <a:solidFill>
                            <a:schemeClr val="bg2"/>
                          </a:solidFill>
                          <a:latin typeface="+mn-ea"/>
                          <a:ea typeface="+mn-ea"/>
                          <a:cs typeface="Arial" panose="020B0604020202020204" pitchFamily="34" charset="0"/>
                        </a:rPr>
                        <a:t>H1</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p>
                      <a:pPr algn="ctr"/>
                      <a:r>
                        <a:rPr lang="en-US" altLang="zh-CN" sz="1100" b="1">
                          <a:solidFill>
                            <a:schemeClr val="bg2"/>
                          </a:solidFill>
                          <a:latin typeface="+mn-ea"/>
                          <a:ea typeface="+mn-ea"/>
                          <a:cs typeface="Arial" panose="020B0604020202020204" pitchFamily="34" charset="0"/>
                        </a:rPr>
                        <a:t>H2</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extLst>
                  <a:ext uri="{0D108BD9-81ED-4DB2-BD59-A6C34878D82A}">
                    <a16:rowId xmlns:a16="http://schemas.microsoft.com/office/drawing/2014/main" val="2722476245"/>
                  </a:ext>
                </a:extLst>
              </a:tr>
            </a:tbl>
          </a:graphicData>
        </a:graphic>
      </p:graphicFrame>
      <p:sp>
        <p:nvSpPr>
          <p:cNvPr id="10" name="Isosceles Triangle 9">
            <a:extLst>
              <a:ext uri="{FF2B5EF4-FFF2-40B4-BE49-F238E27FC236}">
                <a16:creationId xmlns:a16="http://schemas.microsoft.com/office/drawing/2014/main" id="{4399AABB-F84C-BAAB-D4C3-3A146B729A23}"/>
              </a:ext>
            </a:extLst>
          </p:cNvPr>
          <p:cNvSpPr/>
          <p:nvPr/>
        </p:nvSpPr>
        <p:spPr>
          <a:xfrm rot="16200000" flipH="1">
            <a:off x="163925" y="1137035"/>
            <a:ext cx="487802" cy="129376"/>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1218990">
              <a:defRPr/>
            </a:pPr>
            <a:endParaRPr lang="en-US" sz="1867" err="1">
              <a:solidFill>
                <a:srgbClr val="000000"/>
              </a:solidFill>
            </a:endParaRPr>
          </a:p>
        </p:txBody>
      </p:sp>
      <p:sp>
        <p:nvSpPr>
          <p:cNvPr id="11" name="Isosceles Triangle 10">
            <a:extLst>
              <a:ext uri="{FF2B5EF4-FFF2-40B4-BE49-F238E27FC236}">
                <a16:creationId xmlns:a16="http://schemas.microsoft.com/office/drawing/2014/main" id="{DA1736F1-AD10-4198-C3B9-A01697DE8EE4}"/>
              </a:ext>
            </a:extLst>
          </p:cNvPr>
          <p:cNvSpPr/>
          <p:nvPr/>
        </p:nvSpPr>
        <p:spPr>
          <a:xfrm rot="5400000">
            <a:off x="11883408" y="1137033"/>
            <a:ext cx="487801" cy="129375"/>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1218990">
              <a:defRPr/>
            </a:pPr>
            <a:endParaRPr lang="en-US" sz="1867" err="1">
              <a:solidFill>
                <a:srgbClr val="000000"/>
              </a:solidFill>
            </a:endParaRPr>
          </a:p>
        </p:txBody>
      </p:sp>
      <p:pic>
        <p:nvPicPr>
          <p:cNvPr id="12" name="Picture 11">
            <a:extLst>
              <a:ext uri="{FF2B5EF4-FFF2-40B4-BE49-F238E27FC236}">
                <a16:creationId xmlns:a16="http://schemas.microsoft.com/office/drawing/2014/main" id="{3471E2A8-2DA3-F130-1243-97FEF1A5818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278" y="1427764"/>
            <a:ext cx="730436" cy="360000"/>
          </a:xfrm>
          <a:prstGeom prst="rect">
            <a:avLst/>
          </a:prstGeom>
        </p:spPr>
      </p:pic>
      <p:sp>
        <p:nvSpPr>
          <p:cNvPr id="13" name="TextBox 12">
            <a:extLst>
              <a:ext uri="{FF2B5EF4-FFF2-40B4-BE49-F238E27FC236}">
                <a16:creationId xmlns:a16="http://schemas.microsoft.com/office/drawing/2014/main" id="{E21FAD2D-411D-7B71-3FA1-0A736A7FD8FD}"/>
              </a:ext>
            </a:extLst>
          </p:cNvPr>
          <p:cNvSpPr txBox="1"/>
          <p:nvPr/>
        </p:nvSpPr>
        <p:spPr>
          <a:xfrm>
            <a:off x="56497" y="1793437"/>
            <a:ext cx="630000" cy="246221"/>
          </a:xfrm>
          <a:prstGeom prst="rect">
            <a:avLst/>
          </a:prstGeom>
          <a:noFill/>
          <a:ln>
            <a:solidFill>
              <a:schemeClr val="accent1"/>
            </a:solidFill>
          </a:ln>
        </p:spPr>
        <p:txBody>
          <a:bodyPr wrap="square" lIns="0" tIns="0" rIns="0" bIns="0" rtlCol="0">
            <a:spAutoFit/>
          </a:bodyPr>
          <a:lstStyle/>
          <a:p>
            <a:pPr algn="ctr" defTabSz="1218960">
              <a:defRPr/>
            </a:pPr>
            <a:r>
              <a:rPr lang="en-US" sz="800" b="1">
                <a:solidFill>
                  <a:schemeClr val="bg2"/>
                </a:solidFill>
                <a:cs typeface="Calibri" panose="020F0502020204030204" pitchFamily="34" charset="0"/>
              </a:rPr>
              <a:t>Phase 2</a:t>
            </a:r>
          </a:p>
          <a:p>
            <a:pPr algn="ctr" defTabSz="1218960">
              <a:defRPr/>
            </a:pPr>
            <a:r>
              <a:rPr lang="en-US" sz="800" b="1">
                <a:solidFill>
                  <a:schemeClr val="bg2"/>
                </a:solidFill>
                <a:cs typeface="Calibri" panose="020F0502020204030204" pitchFamily="34" charset="0"/>
              </a:rPr>
              <a:t>1397-0012</a:t>
            </a:r>
          </a:p>
        </p:txBody>
      </p:sp>
      <p:grpSp>
        <p:nvGrpSpPr>
          <p:cNvPr id="14" name="Group 13">
            <a:extLst>
              <a:ext uri="{FF2B5EF4-FFF2-40B4-BE49-F238E27FC236}">
                <a16:creationId xmlns:a16="http://schemas.microsoft.com/office/drawing/2014/main" id="{0FA7741C-86E6-197F-428A-39E71C3A5739}"/>
              </a:ext>
            </a:extLst>
          </p:cNvPr>
          <p:cNvGrpSpPr/>
          <p:nvPr/>
        </p:nvGrpSpPr>
        <p:grpSpPr>
          <a:xfrm>
            <a:off x="532405" y="1712956"/>
            <a:ext cx="3923565" cy="631671"/>
            <a:chOff x="532405" y="1930679"/>
            <a:chExt cx="3923565" cy="631671"/>
          </a:xfrm>
        </p:grpSpPr>
        <p:sp>
          <p:nvSpPr>
            <p:cNvPr id="15" name="OTLSHAPE_T_5a934a26f311425e8ebaa0f45e6533ad_Shape">
              <a:extLst>
                <a:ext uri="{FF2B5EF4-FFF2-40B4-BE49-F238E27FC236}">
                  <a16:creationId xmlns:a16="http://schemas.microsoft.com/office/drawing/2014/main" id="{065854EE-9E0F-4A01-5F62-1071F01AD444}"/>
                </a:ext>
              </a:extLst>
            </p:cNvPr>
            <p:cNvSpPr/>
            <p:nvPr/>
          </p:nvSpPr>
          <p:spPr bwMode="auto">
            <a:xfrm>
              <a:off x="741597" y="2078800"/>
              <a:ext cx="2783431" cy="201598"/>
            </a:xfrm>
            <a:prstGeom prst="roundRect">
              <a:avLst/>
            </a:prstGeom>
            <a:solidFill>
              <a:schemeClr val="tx2">
                <a:lumMod val="40000"/>
                <a:lumOff val="60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8990">
                <a:defRPr/>
              </a:pPr>
              <a:r>
                <a:rPr lang="en-US" altLang="zh-CN" sz="900" b="1" err="1">
                  <a:solidFill>
                    <a:schemeClr val="bg2"/>
                  </a:solidFill>
                  <a:cs typeface="Calibri" panose="020F0502020204030204" pitchFamily="34" charset="0"/>
                </a:rPr>
                <a:t>Airleaf</a:t>
              </a:r>
              <a:r>
                <a:rPr lang="en-US" altLang="zh-CN" sz="900" b="1">
                  <a:solidFill>
                    <a:schemeClr val="bg2"/>
                  </a:solidFill>
                  <a:cs typeface="Calibri" panose="020F0502020204030204" pitchFamily="34" charset="0"/>
                </a:rPr>
                <a:t> Ph II 1397-0012 </a:t>
              </a:r>
            </a:p>
          </p:txBody>
        </p:sp>
        <p:sp>
          <p:nvSpPr>
            <p:cNvPr id="16" name="TextBox 15">
              <a:extLst>
                <a:ext uri="{FF2B5EF4-FFF2-40B4-BE49-F238E27FC236}">
                  <a16:creationId xmlns:a16="http://schemas.microsoft.com/office/drawing/2014/main" id="{D479A9FF-1AD4-ABB6-0B19-CA7E5209801E}"/>
                </a:ext>
              </a:extLst>
            </p:cNvPr>
            <p:cNvSpPr txBox="1"/>
            <p:nvPr/>
          </p:nvSpPr>
          <p:spPr bwMode="gray">
            <a:xfrm>
              <a:off x="532405" y="2285864"/>
              <a:ext cx="418384" cy="138243"/>
            </a:xfrm>
            <a:prstGeom prst="rect">
              <a:avLst/>
            </a:prstGeom>
            <a:noFill/>
          </p:spPr>
          <p:txBody>
            <a:bodyPr wrap="none" lIns="0" tIns="0" rIns="0" bIns="0" rtlCol="0">
              <a:spAutoFit/>
            </a:bodyPr>
            <a:lstStyle/>
            <a:p>
              <a:pPr algn="ctr">
                <a:lnSpc>
                  <a:spcPct val="140000"/>
                </a:lnSpc>
              </a:pPr>
              <a:r>
                <a:rPr lang="en-US" sz="700" b="1">
                  <a:solidFill>
                    <a:schemeClr val="bg2"/>
                  </a:solidFill>
                </a:rPr>
                <a:t>Aug 2022</a:t>
              </a:r>
            </a:p>
          </p:txBody>
        </p:sp>
        <p:grpSp>
          <p:nvGrpSpPr>
            <p:cNvPr id="17" name="Group 16">
              <a:extLst>
                <a:ext uri="{FF2B5EF4-FFF2-40B4-BE49-F238E27FC236}">
                  <a16:creationId xmlns:a16="http://schemas.microsoft.com/office/drawing/2014/main" id="{9DF3C47C-CF5D-0EC4-E9E7-4448A7BAA221}"/>
                </a:ext>
              </a:extLst>
            </p:cNvPr>
            <p:cNvGrpSpPr/>
            <p:nvPr/>
          </p:nvGrpSpPr>
          <p:grpSpPr>
            <a:xfrm>
              <a:off x="1134842" y="1930679"/>
              <a:ext cx="400751" cy="631671"/>
              <a:chOff x="1134842" y="1930679"/>
              <a:chExt cx="400751" cy="631671"/>
            </a:xfrm>
          </p:grpSpPr>
          <p:sp>
            <p:nvSpPr>
              <p:cNvPr id="30" name="Star: 5 Points 29">
                <a:extLst>
                  <a:ext uri="{FF2B5EF4-FFF2-40B4-BE49-F238E27FC236}">
                    <a16:creationId xmlns:a16="http://schemas.microsoft.com/office/drawing/2014/main" id="{C4677D93-A432-D00A-2E8A-F4E203E4415A}"/>
                  </a:ext>
                </a:extLst>
              </p:cNvPr>
              <p:cNvSpPr/>
              <p:nvPr/>
            </p:nvSpPr>
            <p:spPr bwMode="gray">
              <a:xfrm>
                <a:off x="1275428" y="2284773"/>
                <a:ext cx="119578" cy="119578"/>
              </a:xfrm>
              <a:prstGeom prst="star5">
                <a:avLst/>
              </a:prstGeom>
              <a:solidFill>
                <a:schemeClr val="bg1"/>
              </a:solidFill>
              <a:ln w="127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ln w="12700">
                    <a:solidFill>
                      <a:schemeClr val="bg2"/>
                    </a:solidFill>
                  </a:ln>
                  <a:solidFill>
                    <a:schemeClr val="accent2">
                      <a:lumMod val="50000"/>
                    </a:schemeClr>
                  </a:solidFill>
                </a:endParaRPr>
              </a:p>
            </p:txBody>
          </p:sp>
          <p:sp>
            <p:nvSpPr>
              <p:cNvPr id="31" name="TextBox 30">
                <a:extLst>
                  <a:ext uri="{FF2B5EF4-FFF2-40B4-BE49-F238E27FC236}">
                    <a16:creationId xmlns:a16="http://schemas.microsoft.com/office/drawing/2014/main" id="{6E65CB53-9D36-5A37-B8A9-F6454F6EC416}"/>
                  </a:ext>
                </a:extLst>
              </p:cNvPr>
              <p:cNvSpPr txBox="1"/>
              <p:nvPr/>
            </p:nvSpPr>
            <p:spPr bwMode="gray">
              <a:xfrm>
                <a:off x="1214992" y="2424107"/>
                <a:ext cx="240451" cy="138243"/>
              </a:xfrm>
              <a:prstGeom prst="rect">
                <a:avLst/>
              </a:prstGeom>
              <a:noFill/>
            </p:spPr>
            <p:txBody>
              <a:bodyPr wrap="none" lIns="0" tIns="0" rIns="0" bIns="0" rtlCol="0">
                <a:spAutoFit/>
              </a:bodyPr>
              <a:lstStyle/>
              <a:p>
                <a:pPr algn="ctr">
                  <a:lnSpc>
                    <a:spcPct val="140000"/>
                  </a:lnSpc>
                </a:pPr>
                <a:r>
                  <a:rPr lang="en-US" sz="700" b="1" err="1">
                    <a:solidFill>
                      <a:schemeClr val="bg2"/>
                    </a:solidFill>
                  </a:rPr>
                  <a:t>PoCP</a:t>
                </a:r>
                <a:endParaRPr lang="en-US" sz="700" b="1">
                  <a:solidFill>
                    <a:schemeClr val="bg2"/>
                  </a:solidFill>
                </a:endParaRPr>
              </a:p>
            </p:txBody>
          </p:sp>
          <p:sp>
            <p:nvSpPr>
              <p:cNvPr id="32" name="TextBox 31">
                <a:extLst>
                  <a:ext uri="{FF2B5EF4-FFF2-40B4-BE49-F238E27FC236}">
                    <a16:creationId xmlns:a16="http://schemas.microsoft.com/office/drawing/2014/main" id="{4429D23A-9533-F6BE-72D0-DB2E43761578}"/>
                  </a:ext>
                </a:extLst>
              </p:cNvPr>
              <p:cNvSpPr txBox="1"/>
              <p:nvPr/>
            </p:nvSpPr>
            <p:spPr bwMode="gray">
              <a:xfrm>
                <a:off x="1134842" y="1930679"/>
                <a:ext cx="400751" cy="138243"/>
              </a:xfrm>
              <a:prstGeom prst="rect">
                <a:avLst/>
              </a:prstGeom>
              <a:noFill/>
            </p:spPr>
            <p:txBody>
              <a:bodyPr wrap="none" lIns="0" tIns="0" rIns="0" bIns="0" rtlCol="0">
                <a:spAutoFit/>
              </a:bodyPr>
              <a:lstStyle/>
              <a:p>
                <a:pPr algn="ctr">
                  <a:lnSpc>
                    <a:spcPct val="140000"/>
                  </a:lnSpc>
                </a:pPr>
                <a:r>
                  <a:rPr lang="en-US" sz="700" b="1">
                    <a:solidFill>
                      <a:schemeClr val="bg2"/>
                    </a:solidFill>
                  </a:rPr>
                  <a:t>Jan 2023</a:t>
                </a:r>
              </a:p>
            </p:txBody>
          </p:sp>
        </p:grpSp>
        <p:grpSp>
          <p:nvGrpSpPr>
            <p:cNvPr id="18" name="Group 17">
              <a:extLst>
                <a:ext uri="{FF2B5EF4-FFF2-40B4-BE49-F238E27FC236}">
                  <a16:creationId xmlns:a16="http://schemas.microsoft.com/office/drawing/2014/main" id="{DEE1185B-FF0F-8E59-5845-8A989308BB50}"/>
                </a:ext>
              </a:extLst>
            </p:cNvPr>
            <p:cNvGrpSpPr/>
            <p:nvPr/>
          </p:nvGrpSpPr>
          <p:grpSpPr>
            <a:xfrm>
              <a:off x="2067216" y="1930679"/>
              <a:ext cx="413575" cy="625586"/>
              <a:chOff x="2067216" y="1930679"/>
              <a:chExt cx="413575" cy="625586"/>
            </a:xfrm>
          </p:grpSpPr>
          <p:sp>
            <p:nvSpPr>
              <p:cNvPr id="27" name="Flowchart: Extract 26">
                <a:extLst>
                  <a:ext uri="{FF2B5EF4-FFF2-40B4-BE49-F238E27FC236}">
                    <a16:creationId xmlns:a16="http://schemas.microsoft.com/office/drawing/2014/main" id="{A09A0833-9B0D-E33A-464F-534F594BFE17}"/>
                  </a:ext>
                </a:extLst>
              </p:cNvPr>
              <p:cNvSpPr/>
              <p:nvPr/>
            </p:nvSpPr>
            <p:spPr bwMode="gray">
              <a:xfrm>
                <a:off x="2224497" y="2297816"/>
                <a:ext cx="99012" cy="99012"/>
              </a:xfrm>
              <a:prstGeom prst="flowChartExtract">
                <a:avLst/>
              </a:prstGeom>
              <a:solidFill>
                <a:schemeClr val="bg1"/>
              </a:solidFill>
              <a:ln w="127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accent2">
                      <a:lumMod val="50000"/>
                    </a:schemeClr>
                  </a:solidFill>
                </a:endParaRPr>
              </a:p>
            </p:txBody>
          </p:sp>
          <p:sp>
            <p:nvSpPr>
              <p:cNvPr id="28" name="TextBox 27">
                <a:extLst>
                  <a:ext uri="{FF2B5EF4-FFF2-40B4-BE49-F238E27FC236}">
                    <a16:creationId xmlns:a16="http://schemas.microsoft.com/office/drawing/2014/main" id="{0F635753-6957-0BBE-2000-237F91B7BA64}"/>
                  </a:ext>
                </a:extLst>
              </p:cNvPr>
              <p:cNvSpPr txBox="1"/>
              <p:nvPr/>
            </p:nvSpPr>
            <p:spPr bwMode="gray">
              <a:xfrm>
                <a:off x="2189845" y="2418022"/>
                <a:ext cx="168316" cy="138243"/>
              </a:xfrm>
              <a:prstGeom prst="rect">
                <a:avLst/>
              </a:prstGeom>
              <a:noFill/>
            </p:spPr>
            <p:txBody>
              <a:bodyPr wrap="none" lIns="0" tIns="0" rIns="0" bIns="0" rtlCol="0">
                <a:spAutoFit/>
              </a:bodyPr>
              <a:lstStyle/>
              <a:p>
                <a:pPr algn="ctr">
                  <a:lnSpc>
                    <a:spcPct val="140000"/>
                  </a:lnSpc>
                </a:pPr>
                <a:r>
                  <a:rPr lang="en-US" sz="700" b="1">
                    <a:solidFill>
                      <a:schemeClr val="bg2"/>
                    </a:solidFill>
                  </a:rPr>
                  <a:t>LSS</a:t>
                </a:r>
              </a:p>
            </p:txBody>
          </p:sp>
          <p:sp>
            <p:nvSpPr>
              <p:cNvPr id="29" name="TextBox 28">
                <a:extLst>
                  <a:ext uri="{FF2B5EF4-FFF2-40B4-BE49-F238E27FC236}">
                    <a16:creationId xmlns:a16="http://schemas.microsoft.com/office/drawing/2014/main" id="{1B8D75CA-382A-1D6A-3D29-1B31E3127139}"/>
                  </a:ext>
                </a:extLst>
              </p:cNvPr>
              <p:cNvSpPr txBox="1"/>
              <p:nvPr/>
            </p:nvSpPr>
            <p:spPr bwMode="gray">
              <a:xfrm>
                <a:off x="2067216" y="1930679"/>
                <a:ext cx="413575" cy="138243"/>
              </a:xfrm>
              <a:prstGeom prst="rect">
                <a:avLst/>
              </a:prstGeom>
              <a:noFill/>
            </p:spPr>
            <p:txBody>
              <a:bodyPr wrap="none" lIns="0" tIns="0" rIns="0" bIns="0" rtlCol="0">
                <a:spAutoFit/>
              </a:bodyPr>
              <a:lstStyle/>
              <a:p>
                <a:pPr algn="ctr">
                  <a:lnSpc>
                    <a:spcPct val="140000"/>
                  </a:lnSpc>
                </a:pPr>
                <a:r>
                  <a:rPr lang="en-US" sz="700" b="1">
                    <a:solidFill>
                      <a:schemeClr val="bg2"/>
                    </a:solidFill>
                  </a:rPr>
                  <a:t>Sep 2023</a:t>
                </a:r>
              </a:p>
            </p:txBody>
          </p:sp>
        </p:grpSp>
        <p:grpSp>
          <p:nvGrpSpPr>
            <p:cNvPr id="19" name="Group 18">
              <a:extLst>
                <a:ext uri="{FF2B5EF4-FFF2-40B4-BE49-F238E27FC236}">
                  <a16:creationId xmlns:a16="http://schemas.microsoft.com/office/drawing/2014/main" id="{AD63A225-1E21-DF16-0289-0F8812A66D01}"/>
                </a:ext>
              </a:extLst>
            </p:cNvPr>
            <p:cNvGrpSpPr/>
            <p:nvPr/>
          </p:nvGrpSpPr>
          <p:grpSpPr>
            <a:xfrm>
              <a:off x="3419636" y="1930679"/>
              <a:ext cx="405560" cy="475284"/>
              <a:chOff x="3419636" y="1930679"/>
              <a:chExt cx="405560" cy="475284"/>
            </a:xfrm>
          </p:grpSpPr>
          <p:sp>
            <p:nvSpPr>
              <p:cNvPr id="24" name="Star: 5 Points 23">
                <a:extLst>
                  <a:ext uri="{FF2B5EF4-FFF2-40B4-BE49-F238E27FC236}">
                    <a16:creationId xmlns:a16="http://schemas.microsoft.com/office/drawing/2014/main" id="{0D78ABE9-76CF-0A98-5898-D6CE39A553D0}"/>
                  </a:ext>
                </a:extLst>
              </p:cNvPr>
              <p:cNvSpPr/>
              <p:nvPr/>
            </p:nvSpPr>
            <p:spPr bwMode="gray">
              <a:xfrm>
                <a:off x="3562627" y="2112684"/>
                <a:ext cx="119578" cy="119578"/>
              </a:xfrm>
              <a:prstGeom prst="star5">
                <a:avLst/>
              </a:prstGeom>
              <a:solidFill>
                <a:schemeClr val="bg1"/>
              </a:solidFill>
              <a:ln w="127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ln w="12700">
                    <a:solidFill>
                      <a:schemeClr val="bg2"/>
                    </a:solidFill>
                  </a:ln>
                  <a:solidFill>
                    <a:schemeClr val="accent2">
                      <a:lumMod val="50000"/>
                    </a:schemeClr>
                  </a:solidFill>
                </a:endParaRPr>
              </a:p>
            </p:txBody>
          </p:sp>
          <p:sp>
            <p:nvSpPr>
              <p:cNvPr id="25" name="TextBox 24">
                <a:extLst>
                  <a:ext uri="{FF2B5EF4-FFF2-40B4-BE49-F238E27FC236}">
                    <a16:creationId xmlns:a16="http://schemas.microsoft.com/office/drawing/2014/main" id="{8C3CEDDB-E069-7991-7D5D-E09DFF879628}"/>
                  </a:ext>
                </a:extLst>
              </p:cNvPr>
              <p:cNvSpPr txBox="1"/>
              <p:nvPr/>
            </p:nvSpPr>
            <p:spPr bwMode="gray">
              <a:xfrm>
                <a:off x="3496580" y="2267720"/>
                <a:ext cx="251672" cy="138243"/>
              </a:xfrm>
              <a:prstGeom prst="rect">
                <a:avLst/>
              </a:prstGeom>
              <a:noFill/>
            </p:spPr>
            <p:txBody>
              <a:bodyPr wrap="none" lIns="0" tIns="0" rIns="0" bIns="0" rtlCol="0">
                <a:spAutoFit/>
              </a:bodyPr>
              <a:lstStyle/>
              <a:p>
                <a:pPr algn="ctr">
                  <a:lnSpc>
                    <a:spcPct val="140000"/>
                  </a:lnSpc>
                </a:pPr>
                <a:r>
                  <a:rPr lang="en-US" sz="700" b="1" err="1">
                    <a:solidFill>
                      <a:schemeClr val="bg2"/>
                    </a:solidFill>
                  </a:rPr>
                  <a:t>PoCC</a:t>
                </a:r>
                <a:endParaRPr lang="en-US" sz="700" b="1">
                  <a:solidFill>
                    <a:schemeClr val="bg2"/>
                  </a:solidFill>
                </a:endParaRPr>
              </a:p>
            </p:txBody>
          </p:sp>
          <p:sp>
            <p:nvSpPr>
              <p:cNvPr id="26" name="TextBox 25">
                <a:extLst>
                  <a:ext uri="{FF2B5EF4-FFF2-40B4-BE49-F238E27FC236}">
                    <a16:creationId xmlns:a16="http://schemas.microsoft.com/office/drawing/2014/main" id="{C6E08498-ACB7-BB7B-97F3-1CEF14E6AC75}"/>
                  </a:ext>
                </a:extLst>
              </p:cNvPr>
              <p:cNvSpPr txBox="1"/>
              <p:nvPr/>
            </p:nvSpPr>
            <p:spPr bwMode="gray">
              <a:xfrm>
                <a:off x="3419636" y="1930679"/>
                <a:ext cx="405560" cy="138243"/>
              </a:xfrm>
              <a:prstGeom prst="rect">
                <a:avLst/>
              </a:prstGeom>
              <a:noFill/>
            </p:spPr>
            <p:txBody>
              <a:bodyPr wrap="none" lIns="0" tIns="0" rIns="0" bIns="0" rtlCol="0">
                <a:spAutoFit/>
              </a:bodyPr>
              <a:lstStyle/>
              <a:p>
                <a:pPr algn="ctr">
                  <a:lnSpc>
                    <a:spcPct val="140000"/>
                  </a:lnSpc>
                </a:pPr>
                <a:r>
                  <a:rPr lang="en-US" sz="700" b="1">
                    <a:solidFill>
                      <a:schemeClr val="bg2"/>
                    </a:solidFill>
                  </a:rPr>
                  <a:t>Jun 2024</a:t>
                </a:r>
              </a:p>
            </p:txBody>
          </p:sp>
        </p:grpSp>
        <p:grpSp>
          <p:nvGrpSpPr>
            <p:cNvPr id="20" name="Group 19">
              <a:extLst>
                <a:ext uri="{FF2B5EF4-FFF2-40B4-BE49-F238E27FC236}">
                  <a16:creationId xmlns:a16="http://schemas.microsoft.com/office/drawing/2014/main" id="{E9828D75-26DD-6D2E-1D26-5CFA6FBED196}"/>
                </a:ext>
              </a:extLst>
            </p:cNvPr>
            <p:cNvGrpSpPr/>
            <p:nvPr/>
          </p:nvGrpSpPr>
          <p:grpSpPr>
            <a:xfrm>
              <a:off x="4040792" y="1930679"/>
              <a:ext cx="415178" cy="475284"/>
              <a:chOff x="4040792" y="1930679"/>
              <a:chExt cx="415178" cy="475284"/>
            </a:xfrm>
          </p:grpSpPr>
          <p:sp>
            <p:nvSpPr>
              <p:cNvPr id="21" name="TextBox 20">
                <a:extLst>
                  <a:ext uri="{FF2B5EF4-FFF2-40B4-BE49-F238E27FC236}">
                    <a16:creationId xmlns:a16="http://schemas.microsoft.com/office/drawing/2014/main" id="{4D373F01-5EB7-B652-2ED1-CC340BC2A4B3}"/>
                  </a:ext>
                </a:extLst>
              </p:cNvPr>
              <p:cNvSpPr txBox="1"/>
              <p:nvPr/>
            </p:nvSpPr>
            <p:spPr bwMode="gray">
              <a:xfrm>
                <a:off x="4040792" y="1930679"/>
                <a:ext cx="415178" cy="138243"/>
              </a:xfrm>
              <a:prstGeom prst="rect">
                <a:avLst/>
              </a:prstGeom>
              <a:noFill/>
            </p:spPr>
            <p:txBody>
              <a:bodyPr wrap="none" lIns="0" tIns="0" rIns="0" bIns="0" rtlCol="0">
                <a:spAutoFit/>
              </a:bodyPr>
              <a:lstStyle/>
              <a:p>
                <a:pPr algn="ctr">
                  <a:lnSpc>
                    <a:spcPct val="140000"/>
                  </a:lnSpc>
                </a:pPr>
                <a:r>
                  <a:rPr lang="en-US" sz="700" b="1">
                    <a:solidFill>
                      <a:schemeClr val="bg2"/>
                    </a:solidFill>
                  </a:rPr>
                  <a:t>Dec 2024</a:t>
                </a:r>
              </a:p>
            </p:txBody>
          </p:sp>
          <p:sp>
            <p:nvSpPr>
              <p:cNvPr id="22" name="TextBox 21">
                <a:extLst>
                  <a:ext uri="{FF2B5EF4-FFF2-40B4-BE49-F238E27FC236}">
                    <a16:creationId xmlns:a16="http://schemas.microsoft.com/office/drawing/2014/main" id="{1BC57559-8398-F7CA-5ED5-92DD8F2FEC87}"/>
                  </a:ext>
                </a:extLst>
              </p:cNvPr>
              <p:cNvSpPr txBox="1"/>
              <p:nvPr/>
            </p:nvSpPr>
            <p:spPr bwMode="gray">
              <a:xfrm>
                <a:off x="4132965" y="2267720"/>
                <a:ext cx="230832" cy="138243"/>
              </a:xfrm>
              <a:prstGeom prst="rect">
                <a:avLst/>
              </a:prstGeom>
              <a:noFill/>
            </p:spPr>
            <p:txBody>
              <a:bodyPr wrap="none" lIns="0" tIns="0" rIns="0" bIns="0" rtlCol="0">
                <a:spAutoFit/>
              </a:bodyPr>
              <a:lstStyle/>
              <a:p>
                <a:pPr algn="ctr">
                  <a:lnSpc>
                    <a:spcPct val="140000"/>
                  </a:lnSpc>
                </a:pPr>
                <a:r>
                  <a:rPr lang="en-US" sz="700" b="1" err="1">
                    <a:solidFill>
                      <a:schemeClr val="bg2"/>
                    </a:solidFill>
                  </a:rPr>
                  <a:t>RoFD</a:t>
                </a:r>
                <a:endParaRPr lang="en-US" sz="700" b="1">
                  <a:solidFill>
                    <a:schemeClr val="bg2"/>
                  </a:solidFill>
                </a:endParaRPr>
              </a:p>
            </p:txBody>
          </p:sp>
          <p:sp>
            <p:nvSpPr>
              <p:cNvPr id="23" name="Star: 5 Points 22">
                <a:extLst>
                  <a:ext uri="{FF2B5EF4-FFF2-40B4-BE49-F238E27FC236}">
                    <a16:creationId xmlns:a16="http://schemas.microsoft.com/office/drawing/2014/main" id="{F115414D-6672-5604-76E2-2604C18CFB51}"/>
                  </a:ext>
                </a:extLst>
              </p:cNvPr>
              <p:cNvSpPr/>
              <p:nvPr/>
            </p:nvSpPr>
            <p:spPr bwMode="gray">
              <a:xfrm>
                <a:off x="4188592" y="2112684"/>
                <a:ext cx="119578" cy="119578"/>
              </a:xfrm>
              <a:prstGeom prst="star5">
                <a:avLst/>
              </a:prstGeom>
              <a:solidFill>
                <a:schemeClr val="bg1"/>
              </a:solidFill>
              <a:ln w="127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ln w="12700">
                    <a:solidFill>
                      <a:schemeClr val="bg2"/>
                    </a:solidFill>
                  </a:ln>
                  <a:solidFill>
                    <a:schemeClr val="accent2">
                      <a:lumMod val="50000"/>
                    </a:schemeClr>
                  </a:solidFill>
                </a:endParaRPr>
              </a:p>
            </p:txBody>
          </p:sp>
        </p:grpSp>
      </p:grpSp>
      <p:grpSp>
        <p:nvGrpSpPr>
          <p:cNvPr id="33" name="Group 32">
            <a:extLst>
              <a:ext uri="{FF2B5EF4-FFF2-40B4-BE49-F238E27FC236}">
                <a16:creationId xmlns:a16="http://schemas.microsoft.com/office/drawing/2014/main" id="{D087DD8F-9DD1-F5D0-3C0D-D00D397E2433}"/>
              </a:ext>
            </a:extLst>
          </p:cNvPr>
          <p:cNvGrpSpPr/>
          <p:nvPr/>
        </p:nvGrpSpPr>
        <p:grpSpPr>
          <a:xfrm>
            <a:off x="2451388" y="2334581"/>
            <a:ext cx="1976207" cy="414883"/>
            <a:chOff x="2451388" y="2591688"/>
            <a:chExt cx="1976207" cy="414883"/>
          </a:xfrm>
        </p:grpSpPr>
        <p:sp>
          <p:nvSpPr>
            <p:cNvPr id="34" name="OTLSHAPE_T_5a934a26f311425e8ebaa0f45e6533ad_Shape">
              <a:extLst>
                <a:ext uri="{FF2B5EF4-FFF2-40B4-BE49-F238E27FC236}">
                  <a16:creationId xmlns:a16="http://schemas.microsoft.com/office/drawing/2014/main" id="{074CC0A8-26EC-2D69-4057-7BEE3698223A}"/>
                </a:ext>
              </a:extLst>
            </p:cNvPr>
            <p:cNvSpPr/>
            <p:nvPr/>
          </p:nvSpPr>
          <p:spPr bwMode="auto">
            <a:xfrm>
              <a:off x="2664588" y="2750539"/>
              <a:ext cx="1582874" cy="256032"/>
            </a:xfrm>
            <a:prstGeom prst="roundRect">
              <a:avLst/>
            </a:prstGeom>
            <a:solidFill>
              <a:schemeClr val="tx2">
                <a:lumMod val="40000"/>
                <a:lumOff val="60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8990">
                <a:defRPr/>
              </a:pPr>
              <a:r>
                <a:rPr lang="en-US" altLang="zh-CN" sz="800" b="1" err="1">
                  <a:solidFill>
                    <a:schemeClr val="bg2"/>
                  </a:solidFill>
                  <a:cs typeface="Calibri" panose="020F0502020204030204" pitchFamily="34" charset="0"/>
                </a:rPr>
                <a:t>Clairafly</a:t>
              </a:r>
              <a:r>
                <a:rPr lang="en-US" altLang="zh-CN" sz="800" b="1">
                  <a:solidFill>
                    <a:schemeClr val="bg2"/>
                  </a:solidFill>
                  <a:cs typeface="Calibri" panose="020F0502020204030204" pitchFamily="34" charset="0"/>
                </a:rPr>
                <a:t> 1397-0013 CF Profiling study </a:t>
              </a:r>
            </a:p>
          </p:txBody>
        </p:sp>
        <p:sp>
          <p:nvSpPr>
            <p:cNvPr id="35" name="TextBox 34">
              <a:extLst>
                <a:ext uri="{FF2B5EF4-FFF2-40B4-BE49-F238E27FC236}">
                  <a16:creationId xmlns:a16="http://schemas.microsoft.com/office/drawing/2014/main" id="{40786BB1-6BFE-EC4C-EA2D-B4129B06E278}"/>
                </a:ext>
              </a:extLst>
            </p:cNvPr>
            <p:cNvSpPr txBox="1"/>
            <p:nvPr/>
          </p:nvSpPr>
          <p:spPr bwMode="gray">
            <a:xfrm>
              <a:off x="2451388" y="2591688"/>
              <a:ext cx="426399" cy="138243"/>
            </a:xfrm>
            <a:prstGeom prst="rect">
              <a:avLst/>
            </a:prstGeom>
            <a:noFill/>
          </p:spPr>
          <p:txBody>
            <a:bodyPr wrap="none" lIns="0" tIns="0" rIns="0" bIns="0" rtlCol="0">
              <a:spAutoFit/>
            </a:bodyPr>
            <a:lstStyle/>
            <a:p>
              <a:pPr algn="ctr">
                <a:lnSpc>
                  <a:spcPct val="140000"/>
                </a:lnSpc>
              </a:pPr>
              <a:r>
                <a:rPr lang="en-US" sz="700" b="1">
                  <a:solidFill>
                    <a:schemeClr val="bg2"/>
                  </a:solidFill>
                </a:rPr>
                <a:t>Nov 2023</a:t>
              </a:r>
            </a:p>
          </p:txBody>
        </p:sp>
        <p:sp>
          <p:nvSpPr>
            <p:cNvPr id="36" name="TextBox 35">
              <a:extLst>
                <a:ext uri="{FF2B5EF4-FFF2-40B4-BE49-F238E27FC236}">
                  <a16:creationId xmlns:a16="http://schemas.microsoft.com/office/drawing/2014/main" id="{A863BE29-F7CF-69F2-9914-9C38A368E63A}"/>
                </a:ext>
              </a:extLst>
            </p:cNvPr>
            <p:cNvSpPr txBox="1"/>
            <p:nvPr/>
          </p:nvSpPr>
          <p:spPr bwMode="gray">
            <a:xfrm>
              <a:off x="4054095" y="2591688"/>
              <a:ext cx="373500" cy="138243"/>
            </a:xfrm>
            <a:prstGeom prst="rect">
              <a:avLst/>
            </a:prstGeom>
            <a:noFill/>
          </p:spPr>
          <p:txBody>
            <a:bodyPr wrap="none" lIns="0" tIns="0" rIns="0" bIns="0" rtlCol="0">
              <a:spAutoFit/>
            </a:bodyPr>
            <a:lstStyle/>
            <a:p>
              <a:pPr algn="ctr">
                <a:lnSpc>
                  <a:spcPct val="140000"/>
                </a:lnSpc>
              </a:pPr>
              <a:r>
                <a:rPr lang="en-US" sz="700" b="1">
                  <a:solidFill>
                    <a:schemeClr val="bg2"/>
                  </a:solidFill>
                </a:rPr>
                <a:t>Q4 2024</a:t>
              </a:r>
            </a:p>
          </p:txBody>
        </p:sp>
      </p:grpSp>
      <p:sp>
        <p:nvSpPr>
          <p:cNvPr id="37" name="TextBox 36">
            <a:extLst>
              <a:ext uri="{FF2B5EF4-FFF2-40B4-BE49-F238E27FC236}">
                <a16:creationId xmlns:a16="http://schemas.microsoft.com/office/drawing/2014/main" id="{15844AA9-6F38-D629-2966-57E9E8B1C5A3}"/>
              </a:ext>
            </a:extLst>
          </p:cNvPr>
          <p:cNvSpPr txBox="1"/>
          <p:nvPr/>
        </p:nvSpPr>
        <p:spPr>
          <a:xfrm>
            <a:off x="56497" y="2529247"/>
            <a:ext cx="630000" cy="246221"/>
          </a:xfrm>
          <a:prstGeom prst="rect">
            <a:avLst/>
          </a:prstGeom>
          <a:noFill/>
          <a:ln>
            <a:solidFill>
              <a:schemeClr val="accent1"/>
            </a:solidFill>
          </a:ln>
        </p:spPr>
        <p:txBody>
          <a:bodyPr wrap="square" lIns="0" tIns="0" rIns="0" bIns="0" rtlCol="0">
            <a:spAutoFit/>
          </a:bodyPr>
          <a:lstStyle>
            <a:defPPr>
              <a:defRPr lang="de-DE"/>
            </a:defPPr>
            <a:lvl1pPr marR="0" lvl="0" indent="0" algn="ctr" defTabSz="914355" fontAlgn="auto">
              <a:lnSpc>
                <a:spcPct val="100000"/>
              </a:lnSpc>
              <a:spcBef>
                <a:spcPts val="0"/>
              </a:spcBef>
              <a:spcAft>
                <a:spcPts val="0"/>
              </a:spcAft>
              <a:buClrTx/>
              <a:buSzTx/>
              <a:buFontTx/>
              <a:buNone/>
              <a:tabLst/>
              <a:defRPr kumimoji="0" sz="800" b="1" i="0" u="none" strike="noStrike" cap="none" spc="0" normalizeH="0" baseline="0">
                <a:ln>
                  <a:noFill/>
                </a:ln>
                <a:solidFill>
                  <a:srgbClr val="0066CC"/>
                </a:solidFill>
                <a:effectLst/>
                <a:uLnTx/>
                <a:uFillTx/>
                <a:latin typeface="Calibri" panose="020F0502020204030204" pitchFamily="34" charset="0"/>
                <a:cs typeface="Calibri" panose="020F0502020204030204" pitchFamily="34" charset="0"/>
              </a:defRPr>
            </a:lvl1pPr>
          </a:lstStyle>
          <a:p>
            <a:pPr defTabSz="1218960">
              <a:defRPr/>
            </a:pPr>
            <a:r>
              <a:rPr lang="en-US">
                <a:solidFill>
                  <a:schemeClr val="bg2"/>
                </a:solidFill>
                <a:latin typeface="+mn-lt"/>
              </a:rPr>
              <a:t>Phase 2</a:t>
            </a:r>
          </a:p>
          <a:p>
            <a:pPr defTabSz="1218960">
              <a:defRPr/>
            </a:pPr>
            <a:r>
              <a:rPr lang="en-US">
                <a:solidFill>
                  <a:schemeClr val="bg2"/>
                </a:solidFill>
                <a:latin typeface="+mn-lt"/>
              </a:rPr>
              <a:t>1397-0013</a:t>
            </a:r>
          </a:p>
        </p:txBody>
      </p:sp>
      <p:grpSp>
        <p:nvGrpSpPr>
          <p:cNvPr id="38" name="Group 37">
            <a:extLst>
              <a:ext uri="{FF2B5EF4-FFF2-40B4-BE49-F238E27FC236}">
                <a16:creationId xmlns:a16="http://schemas.microsoft.com/office/drawing/2014/main" id="{22D0BF2C-042C-9913-4C48-40755BC41864}"/>
              </a:ext>
            </a:extLst>
          </p:cNvPr>
          <p:cNvGrpSpPr/>
          <p:nvPr/>
        </p:nvGrpSpPr>
        <p:grpSpPr>
          <a:xfrm>
            <a:off x="1937674" y="2855365"/>
            <a:ext cx="5029260" cy="396205"/>
            <a:chOff x="1937674" y="3093260"/>
            <a:chExt cx="5029260" cy="396205"/>
          </a:xfrm>
        </p:grpSpPr>
        <p:sp>
          <p:nvSpPr>
            <p:cNvPr id="39" name="OTLSHAPE_T_5a934a26f311425e8ebaa0f45e6533ad_Shape">
              <a:extLst>
                <a:ext uri="{FF2B5EF4-FFF2-40B4-BE49-F238E27FC236}">
                  <a16:creationId xmlns:a16="http://schemas.microsoft.com/office/drawing/2014/main" id="{90DB961F-5F4F-5A75-FFCB-2CB88FFB780B}"/>
                </a:ext>
              </a:extLst>
            </p:cNvPr>
            <p:cNvSpPr/>
            <p:nvPr/>
          </p:nvSpPr>
          <p:spPr bwMode="auto">
            <a:xfrm>
              <a:off x="2131755" y="3252697"/>
              <a:ext cx="4648429" cy="236768"/>
            </a:xfrm>
            <a:prstGeom prst="roundRect">
              <a:avLst/>
            </a:prstGeom>
            <a:solidFill>
              <a:schemeClr val="tx2">
                <a:lumMod val="40000"/>
                <a:lumOff val="60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8990">
                <a:defRPr/>
              </a:pPr>
              <a:r>
                <a:rPr lang="en-US" altLang="zh-CN" sz="900" b="1" err="1">
                  <a:solidFill>
                    <a:schemeClr val="bg2"/>
                  </a:solidFill>
                  <a:latin typeface="+mn-ea"/>
                  <a:cs typeface="Calibri" panose="020F0502020204030204" pitchFamily="34" charset="0"/>
                </a:rPr>
                <a:t>Clairleaf</a:t>
              </a:r>
              <a:r>
                <a:rPr lang="en-US" altLang="zh-CN" sz="900" b="1">
                  <a:solidFill>
                    <a:schemeClr val="bg2"/>
                  </a:solidFill>
                  <a:latin typeface="+mn-ea"/>
                  <a:cs typeface="Calibri" panose="020F0502020204030204" pitchFamily="34" charset="0"/>
                </a:rPr>
                <a:t> Phase 2 CFBE + </a:t>
              </a:r>
              <a:r>
                <a:rPr lang="en-US" altLang="zh-CN" sz="900" b="1" err="1">
                  <a:solidFill>
                    <a:schemeClr val="bg2"/>
                  </a:solidFill>
                  <a:latin typeface="+mn-ea"/>
                  <a:cs typeface="Calibri" panose="020F0502020204030204" pitchFamily="34" charset="0"/>
                </a:rPr>
                <a:t>nCFBE</a:t>
              </a:r>
              <a:r>
                <a:rPr lang="en-US" altLang="zh-CN" sz="900" b="1">
                  <a:solidFill>
                    <a:schemeClr val="bg2"/>
                  </a:solidFill>
                  <a:latin typeface="+mn-ea"/>
                  <a:cs typeface="Calibri" panose="020F0502020204030204" pitchFamily="34" charset="0"/>
                </a:rPr>
                <a:t> roll-over study </a:t>
              </a:r>
            </a:p>
          </p:txBody>
        </p:sp>
        <p:sp>
          <p:nvSpPr>
            <p:cNvPr id="40" name="TextBox 39">
              <a:extLst>
                <a:ext uri="{FF2B5EF4-FFF2-40B4-BE49-F238E27FC236}">
                  <a16:creationId xmlns:a16="http://schemas.microsoft.com/office/drawing/2014/main" id="{05FE5AE9-AC38-04B9-EE75-5FE56C565830}"/>
                </a:ext>
              </a:extLst>
            </p:cNvPr>
            <p:cNvSpPr txBox="1"/>
            <p:nvPr/>
          </p:nvSpPr>
          <p:spPr bwMode="gray">
            <a:xfrm>
              <a:off x="1937674" y="3093260"/>
              <a:ext cx="373500" cy="138243"/>
            </a:xfrm>
            <a:prstGeom prst="rect">
              <a:avLst/>
            </a:prstGeom>
            <a:noFill/>
          </p:spPr>
          <p:txBody>
            <a:bodyPr wrap="none" lIns="0" tIns="0" rIns="0" bIns="0" rtlCol="0">
              <a:spAutoFit/>
            </a:bodyPr>
            <a:lstStyle/>
            <a:p>
              <a:pPr algn="ctr">
                <a:lnSpc>
                  <a:spcPct val="140000"/>
                </a:lnSpc>
              </a:pPr>
              <a:r>
                <a:rPr lang="en-US" sz="700" b="1">
                  <a:solidFill>
                    <a:schemeClr val="bg2"/>
                  </a:solidFill>
                </a:rPr>
                <a:t>Q3 2023</a:t>
              </a:r>
            </a:p>
          </p:txBody>
        </p:sp>
        <p:sp>
          <p:nvSpPr>
            <p:cNvPr id="41" name="TextBox 40">
              <a:extLst>
                <a:ext uri="{FF2B5EF4-FFF2-40B4-BE49-F238E27FC236}">
                  <a16:creationId xmlns:a16="http://schemas.microsoft.com/office/drawing/2014/main" id="{8858DC5B-B919-35FC-8FC9-BA414DE25F3B}"/>
                </a:ext>
              </a:extLst>
            </p:cNvPr>
            <p:cNvSpPr txBox="1"/>
            <p:nvPr/>
          </p:nvSpPr>
          <p:spPr bwMode="gray">
            <a:xfrm>
              <a:off x="6593434" y="3093260"/>
              <a:ext cx="373500" cy="138243"/>
            </a:xfrm>
            <a:prstGeom prst="rect">
              <a:avLst/>
            </a:prstGeom>
            <a:noFill/>
          </p:spPr>
          <p:txBody>
            <a:bodyPr wrap="none" lIns="0" tIns="0" rIns="0" bIns="0" rtlCol="0">
              <a:spAutoFit/>
            </a:bodyPr>
            <a:lstStyle/>
            <a:p>
              <a:pPr algn="ctr">
                <a:lnSpc>
                  <a:spcPct val="140000"/>
                </a:lnSpc>
              </a:pPr>
              <a:r>
                <a:rPr lang="en-US" sz="700" b="1">
                  <a:solidFill>
                    <a:schemeClr val="bg2"/>
                  </a:solidFill>
                </a:rPr>
                <a:t>Q3 2026</a:t>
              </a:r>
            </a:p>
          </p:txBody>
        </p:sp>
      </p:grpSp>
      <p:sp>
        <p:nvSpPr>
          <p:cNvPr id="42" name="TextBox 9">
            <a:extLst>
              <a:ext uri="{FF2B5EF4-FFF2-40B4-BE49-F238E27FC236}">
                <a16:creationId xmlns:a16="http://schemas.microsoft.com/office/drawing/2014/main" id="{AEB43553-FB7B-48C9-9673-35CC453A061C}"/>
              </a:ext>
            </a:extLst>
          </p:cNvPr>
          <p:cNvSpPr txBox="1"/>
          <p:nvPr/>
        </p:nvSpPr>
        <p:spPr>
          <a:xfrm>
            <a:off x="56497" y="3029017"/>
            <a:ext cx="630000" cy="246221"/>
          </a:xfrm>
          <a:prstGeom prst="rect">
            <a:avLst/>
          </a:prstGeom>
          <a:noFill/>
          <a:ln>
            <a:solidFill>
              <a:schemeClr val="accent1"/>
            </a:solidFill>
          </a:ln>
        </p:spPr>
        <p:txBody>
          <a:bodyPr wrap="square" lIns="0" tIns="0" rIns="0" bIns="0" rtlCol="0">
            <a:spAutoFit/>
          </a:bodyPr>
          <a:lstStyle>
            <a:defPPr>
              <a:defRPr lang="zh-CN"/>
            </a:defPPr>
            <a:lvl1pPr marR="0" lvl="0" indent="0" algn="ctr" defTabSz="1218960" fontAlgn="auto">
              <a:lnSpc>
                <a:spcPct val="100000"/>
              </a:lnSpc>
              <a:spcBef>
                <a:spcPts val="0"/>
              </a:spcBef>
              <a:spcAft>
                <a:spcPts val="0"/>
              </a:spcAft>
              <a:buClrTx/>
              <a:buSzTx/>
              <a:buFontTx/>
              <a:buNone/>
              <a:tabLst/>
              <a:defRPr kumimoji="0" sz="800" b="1" i="0" u="none" strike="noStrike" cap="none" spc="0" normalizeH="0" baseline="0">
                <a:ln>
                  <a:noFill/>
                </a:ln>
                <a:solidFill>
                  <a:schemeClr val="bg2"/>
                </a:solidFill>
                <a:effectLst/>
                <a:uLnTx/>
                <a:uFillTx/>
                <a:cs typeface="Calibri" panose="020F0502020204030204" pitchFamily="34" charset="0"/>
              </a:defRPr>
            </a:lvl1pPr>
          </a:lstStyle>
          <a:p>
            <a:r>
              <a:rPr lang="en-US"/>
              <a:t>Phase 2</a:t>
            </a:r>
          </a:p>
          <a:p>
            <a:r>
              <a:rPr lang="en-US"/>
              <a:t>1397-0017</a:t>
            </a:r>
          </a:p>
        </p:txBody>
      </p:sp>
      <p:sp>
        <p:nvSpPr>
          <p:cNvPr id="43" name="TextBox 42">
            <a:extLst>
              <a:ext uri="{FF2B5EF4-FFF2-40B4-BE49-F238E27FC236}">
                <a16:creationId xmlns:a16="http://schemas.microsoft.com/office/drawing/2014/main" id="{8F9B563F-5DCD-F7E2-4817-97830418AE01}"/>
              </a:ext>
            </a:extLst>
          </p:cNvPr>
          <p:cNvSpPr txBox="1"/>
          <p:nvPr/>
        </p:nvSpPr>
        <p:spPr>
          <a:xfrm>
            <a:off x="47317" y="3436898"/>
            <a:ext cx="639180" cy="246221"/>
          </a:xfrm>
          <a:prstGeom prst="rect">
            <a:avLst/>
          </a:prstGeom>
          <a:noFill/>
          <a:ln>
            <a:solidFill>
              <a:schemeClr val="accent1"/>
            </a:solidFill>
          </a:ln>
        </p:spPr>
        <p:txBody>
          <a:bodyPr wrap="square" lIns="0" tIns="0" rIns="0" bIns="0" rtlCol="0">
            <a:spAutoFit/>
          </a:bodyPr>
          <a:lstStyle>
            <a:defPPr>
              <a:defRPr lang="zh-CN"/>
            </a:defPPr>
            <a:lvl1pPr marR="0" lvl="0" indent="0" algn="ctr" defTabSz="1218960" fontAlgn="auto">
              <a:lnSpc>
                <a:spcPct val="100000"/>
              </a:lnSpc>
              <a:spcBef>
                <a:spcPts val="0"/>
              </a:spcBef>
              <a:spcAft>
                <a:spcPts val="0"/>
              </a:spcAft>
              <a:buClrTx/>
              <a:buSzTx/>
              <a:buFontTx/>
              <a:buNone/>
              <a:tabLst/>
              <a:defRPr kumimoji="0" sz="800" b="1" i="0" u="none" strike="noStrike" cap="none" spc="0" normalizeH="0" baseline="0">
                <a:ln>
                  <a:noFill/>
                </a:ln>
                <a:solidFill>
                  <a:schemeClr val="bg2"/>
                </a:solidFill>
                <a:effectLst/>
                <a:uLnTx/>
                <a:uFillTx/>
                <a:cs typeface="Calibri" panose="020F0502020204030204" pitchFamily="34" charset="0"/>
              </a:defRPr>
            </a:lvl1pPr>
          </a:lstStyle>
          <a:p>
            <a:r>
              <a:rPr lang="en-US"/>
              <a:t>Phase 3</a:t>
            </a:r>
          </a:p>
          <a:p>
            <a:r>
              <a:rPr lang="en-US"/>
              <a:t>1397-0014</a:t>
            </a:r>
          </a:p>
        </p:txBody>
      </p:sp>
      <p:sp>
        <p:nvSpPr>
          <p:cNvPr id="45" name="OTLSHAPE_T_5a934a26f311425e8ebaa0f45e6533ad_Shape">
            <a:extLst>
              <a:ext uri="{FF2B5EF4-FFF2-40B4-BE49-F238E27FC236}">
                <a16:creationId xmlns:a16="http://schemas.microsoft.com/office/drawing/2014/main" id="{AC296670-2EEE-42F2-D725-0687C4F50E8B}"/>
              </a:ext>
            </a:extLst>
          </p:cNvPr>
          <p:cNvSpPr/>
          <p:nvPr/>
        </p:nvSpPr>
        <p:spPr bwMode="auto">
          <a:xfrm>
            <a:off x="5022851" y="3583445"/>
            <a:ext cx="3599192" cy="211020"/>
          </a:xfrm>
          <a:prstGeom prst="roundRect">
            <a:avLst/>
          </a:prstGeom>
          <a:solidFill>
            <a:schemeClr val="tx2">
              <a:lumMod val="40000"/>
              <a:lumOff val="60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8990">
              <a:defRPr/>
            </a:pPr>
            <a:r>
              <a:rPr lang="en-US" altLang="zh-CN" sz="900" b="1">
                <a:solidFill>
                  <a:schemeClr val="bg2"/>
                </a:solidFill>
                <a:latin typeface="+mn-ea"/>
                <a:cs typeface="Calibri" panose="020F0502020204030204" pitchFamily="34" charset="0"/>
              </a:rPr>
              <a:t>AIRTIVITY 1397-0014 Phase 3</a:t>
            </a:r>
          </a:p>
        </p:txBody>
      </p:sp>
      <p:sp>
        <p:nvSpPr>
          <p:cNvPr id="46" name="OTLSHAPE_T_5a934a26f311425e8ebaa0f45e6533ad_Shape">
            <a:extLst>
              <a:ext uri="{FF2B5EF4-FFF2-40B4-BE49-F238E27FC236}">
                <a16:creationId xmlns:a16="http://schemas.microsoft.com/office/drawing/2014/main" id="{E08D6AAD-0680-7B68-0B15-7ACD429068B9}"/>
              </a:ext>
            </a:extLst>
          </p:cNvPr>
          <p:cNvSpPr/>
          <p:nvPr/>
        </p:nvSpPr>
        <p:spPr bwMode="auto">
          <a:xfrm>
            <a:off x="7549815" y="3970873"/>
            <a:ext cx="4512789" cy="223576"/>
          </a:xfrm>
          <a:prstGeom prst="roundRect">
            <a:avLst/>
          </a:prstGeom>
          <a:solidFill>
            <a:schemeClr val="tx2">
              <a:lumMod val="40000"/>
              <a:lumOff val="60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8990">
              <a:defRPr/>
            </a:pPr>
            <a:r>
              <a:rPr lang="en-US" altLang="zh-CN" sz="933" b="1">
                <a:solidFill>
                  <a:srgbClr val="000000"/>
                </a:solidFill>
                <a:latin typeface="Calibri" panose="020F0502020204030204" pitchFamily="34" charset="0"/>
                <a:cs typeface="Calibri" panose="020F0502020204030204" pitchFamily="34" charset="0"/>
              </a:rPr>
              <a:t>1397-0018 Phase 3 </a:t>
            </a:r>
            <a:r>
              <a:rPr lang="en-US" altLang="zh-CN" sz="933" b="1" err="1">
                <a:solidFill>
                  <a:srgbClr val="000000"/>
                </a:solidFill>
                <a:latin typeface="Calibri" panose="020F0502020204030204" pitchFamily="34" charset="0"/>
                <a:cs typeface="Calibri" panose="020F0502020204030204" pitchFamily="34" charset="0"/>
              </a:rPr>
              <a:t>nCFB</a:t>
            </a:r>
            <a:r>
              <a:rPr lang="en-US" altLang="zh-CN" sz="933" b="1">
                <a:solidFill>
                  <a:srgbClr val="000000"/>
                </a:solidFill>
                <a:latin typeface="Calibri" panose="020F0502020204030204" pitchFamily="34" charset="0"/>
                <a:cs typeface="Calibri" panose="020F0502020204030204" pitchFamily="34" charset="0"/>
              </a:rPr>
              <a:t>+/- CFB roll-over study </a:t>
            </a:r>
          </a:p>
        </p:txBody>
      </p:sp>
      <p:grpSp>
        <p:nvGrpSpPr>
          <p:cNvPr id="47" name="Group 46">
            <a:extLst>
              <a:ext uri="{FF2B5EF4-FFF2-40B4-BE49-F238E27FC236}">
                <a16:creationId xmlns:a16="http://schemas.microsoft.com/office/drawing/2014/main" id="{C4A531CF-3012-7A9F-D1CC-59FC95589C02}"/>
              </a:ext>
            </a:extLst>
          </p:cNvPr>
          <p:cNvGrpSpPr/>
          <p:nvPr/>
        </p:nvGrpSpPr>
        <p:grpSpPr>
          <a:xfrm>
            <a:off x="4291310" y="3317390"/>
            <a:ext cx="402354" cy="590994"/>
            <a:chOff x="3273356" y="3891293"/>
            <a:chExt cx="402354" cy="590994"/>
          </a:xfrm>
        </p:grpSpPr>
        <p:sp>
          <p:nvSpPr>
            <p:cNvPr id="58" name="Star: 5 Points 57">
              <a:extLst>
                <a:ext uri="{FF2B5EF4-FFF2-40B4-BE49-F238E27FC236}">
                  <a16:creationId xmlns:a16="http://schemas.microsoft.com/office/drawing/2014/main" id="{80FF7C35-62B3-0884-76B9-CF2FBC90D0E3}"/>
                </a:ext>
              </a:extLst>
            </p:cNvPr>
            <p:cNvSpPr/>
            <p:nvPr/>
          </p:nvSpPr>
          <p:spPr bwMode="gray">
            <a:xfrm>
              <a:off x="3414744" y="4189008"/>
              <a:ext cx="119578" cy="119578"/>
            </a:xfrm>
            <a:prstGeom prst="star5">
              <a:avLst/>
            </a:prstGeom>
            <a:solidFill>
              <a:schemeClr val="bg1"/>
            </a:solidFill>
            <a:ln w="127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ln w="12700">
                  <a:solidFill>
                    <a:schemeClr val="bg2"/>
                  </a:solidFill>
                </a:ln>
                <a:solidFill>
                  <a:schemeClr val="accent2">
                    <a:lumMod val="50000"/>
                  </a:schemeClr>
                </a:solidFill>
              </a:endParaRPr>
            </a:p>
          </p:txBody>
        </p:sp>
        <p:sp>
          <p:nvSpPr>
            <p:cNvPr id="59" name="TextBox 58">
              <a:extLst>
                <a:ext uri="{FF2B5EF4-FFF2-40B4-BE49-F238E27FC236}">
                  <a16:creationId xmlns:a16="http://schemas.microsoft.com/office/drawing/2014/main" id="{8461C74F-9888-D939-80BB-9E9F5ADE8730}"/>
                </a:ext>
              </a:extLst>
            </p:cNvPr>
            <p:cNvSpPr txBox="1"/>
            <p:nvPr/>
          </p:nvSpPr>
          <p:spPr bwMode="gray">
            <a:xfrm>
              <a:off x="3379154" y="4344044"/>
              <a:ext cx="190758" cy="138243"/>
            </a:xfrm>
            <a:prstGeom prst="rect">
              <a:avLst/>
            </a:prstGeom>
            <a:noFill/>
          </p:spPr>
          <p:txBody>
            <a:bodyPr wrap="none" lIns="0" tIns="0" rIns="0" bIns="0" rtlCol="0">
              <a:spAutoFit/>
            </a:bodyPr>
            <a:lstStyle/>
            <a:p>
              <a:pPr algn="ctr">
                <a:lnSpc>
                  <a:spcPct val="140000"/>
                </a:lnSpc>
              </a:pPr>
              <a:r>
                <a:rPr lang="en-US" sz="700" b="1">
                  <a:solidFill>
                    <a:schemeClr val="bg2"/>
                  </a:solidFill>
                </a:rPr>
                <a:t>CTA</a:t>
              </a:r>
            </a:p>
          </p:txBody>
        </p:sp>
        <p:sp>
          <p:nvSpPr>
            <p:cNvPr id="60" name="TextBox 59">
              <a:extLst>
                <a:ext uri="{FF2B5EF4-FFF2-40B4-BE49-F238E27FC236}">
                  <a16:creationId xmlns:a16="http://schemas.microsoft.com/office/drawing/2014/main" id="{A19B4229-985A-8D35-59D1-5DD75D859EC9}"/>
                </a:ext>
              </a:extLst>
            </p:cNvPr>
            <p:cNvSpPr txBox="1"/>
            <p:nvPr/>
          </p:nvSpPr>
          <p:spPr bwMode="gray">
            <a:xfrm>
              <a:off x="3273356" y="3891293"/>
              <a:ext cx="402354" cy="138243"/>
            </a:xfrm>
            <a:prstGeom prst="rect">
              <a:avLst/>
            </a:prstGeom>
            <a:noFill/>
          </p:spPr>
          <p:txBody>
            <a:bodyPr wrap="none" lIns="0" tIns="0" rIns="0" bIns="0" rtlCol="0">
              <a:spAutoFit/>
            </a:bodyPr>
            <a:lstStyle/>
            <a:p>
              <a:pPr algn="ctr">
                <a:lnSpc>
                  <a:spcPct val="140000"/>
                </a:lnSpc>
              </a:pPr>
              <a:r>
                <a:rPr lang="en-US" sz="700" b="1">
                  <a:solidFill>
                    <a:schemeClr val="bg2"/>
                  </a:solidFill>
                </a:rPr>
                <a:t>Feb 2025</a:t>
              </a:r>
            </a:p>
          </p:txBody>
        </p:sp>
      </p:grpSp>
      <p:sp>
        <p:nvSpPr>
          <p:cNvPr id="48" name="TextBox 47">
            <a:extLst>
              <a:ext uri="{FF2B5EF4-FFF2-40B4-BE49-F238E27FC236}">
                <a16:creationId xmlns:a16="http://schemas.microsoft.com/office/drawing/2014/main" id="{E38BA29C-AAC1-E366-2B72-F638267608A2}"/>
              </a:ext>
            </a:extLst>
          </p:cNvPr>
          <p:cNvSpPr txBox="1"/>
          <p:nvPr/>
        </p:nvSpPr>
        <p:spPr bwMode="gray">
          <a:xfrm>
            <a:off x="4673118" y="3431410"/>
            <a:ext cx="722955" cy="138243"/>
          </a:xfrm>
          <a:prstGeom prst="rect">
            <a:avLst/>
          </a:prstGeom>
          <a:noFill/>
        </p:spPr>
        <p:txBody>
          <a:bodyPr wrap="none" lIns="0" tIns="0" rIns="0" bIns="0" rtlCol="0">
            <a:spAutoFit/>
          </a:bodyPr>
          <a:lstStyle/>
          <a:p>
            <a:pPr algn="ctr">
              <a:lnSpc>
                <a:spcPct val="140000"/>
              </a:lnSpc>
            </a:pPr>
            <a:r>
              <a:rPr lang="en-US" sz="700" b="1">
                <a:solidFill>
                  <a:schemeClr val="bg2"/>
                </a:solidFill>
              </a:rPr>
              <a:t>16 Jun 2025 </a:t>
            </a:r>
            <a:r>
              <a:rPr lang="en-US" altLang="zh-CN" sz="700" b="1">
                <a:solidFill>
                  <a:schemeClr val="bg2"/>
                </a:solidFill>
              </a:rPr>
              <a:t>FSS</a:t>
            </a:r>
            <a:endParaRPr lang="en-US" sz="700" b="1">
              <a:solidFill>
                <a:schemeClr val="bg2"/>
              </a:solidFill>
            </a:endParaRPr>
          </a:p>
        </p:txBody>
      </p:sp>
      <p:sp>
        <p:nvSpPr>
          <p:cNvPr id="49" name="TextBox 48">
            <a:extLst>
              <a:ext uri="{FF2B5EF4-FFF2-40B4-BE49-F238E27FC236}">
                <a16:creationId xmlns:a16="http://schemas.microsoft.com/office/drawing/2014/main" id="{B32479EB-6F90-3AFC-5C00-85BED9459D0E}"/>
              </a:ext>
            </a:extLst>
          </p:cNvPr>
          <p:cNvSpPr txBox="1"/>
          <p:nvPr/>
        </p:nvSpPr>
        <p:spPr bwMode="gray">
          <a:xfrm>
            <a:off x="8694449" y="3430174"/>
            <a:ext cx="1341773" cy="138243"/>
          </a:xfrm>
          <a:prstGeom prst="rect">
            <a:avLst/>
          </a:prstGeom>
          <a:noFill/>
        </p:spPr>
        <p:txBody>
          <a:bodyPr wrap="square" lIns="0" tIns="0" rIns="0" bIns="0" rtlCol="0" anchor="t">
            <a:spAutoFit/>
          </a:bodyPr>
          <a:lstStyle/>
          <a:p>
            <a:pPr algn="ctr">
              <a:lnSpc>
                <a:spcPct val="140000"/>
              </a:lnSpc>
            </a:pPr>
            <a:r>
              <a:rPr lang="en-US" sz="700" b="1">
                <a:solidFill>
                  <a:schemeClr val="bg2"/>
                </a:solidFill>
              </a:rPr>
              <a:t>20 Sep 2027, DBL1 (adults)</a:t>
            </a:r>
          </a:p>
        </p:txBody>
      </p:sp>
      <p:sp>
        <p:nvSpPr>
          <p:cNvPr id="55" name="Star: 5 Points 54">
            <a:extLst>
              <a:ext uri="{FF2B5EF4-FFF2-40B4-BE49-F238E27FC236}">
                <a16:creationId xmlns:a16="http://schemas.microsoft.com/office/drawing/2014/main" id="{D7FC2126-A678-006E-4885-A94A616E8CE0}"/>
              </a:ext>
            </a:extLst>
          </p:cNvPr>
          <p:cNvSpPr/>
          <p:nvPr/>
        </p:nvSpPr>
        <p:spPr bwMode="gray">
          <a:xfrm>
            <a:off x="8991965" y="3052745"/>
            <a:ext cx="119578" cy="119578"/>
          </a:xfrm>
          <a:prstGeom prst="star5">
            <a:avLst/>
          </a:prstGeom>
          <a:solidFill>
            <a:srgbClr val="EE6541"/>
          </a:solidFill>
          <a:ln w="12700">
            <a:solidFill>
              <a:srgbClr val="EE65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ln w="12700">
                <a:solidFill>
                  <a:schemeClr val="bg2"/>
                </a:solidFill>
              </a:ln>
              <a:solidFill>
                <a:schemeClr val="accent2">
                  <a:lumMod val="50000"/>
                </a:schemeClr>
              </a:solidFill>
            </a:endParaRPr>
          </a:p>
        </p:txBody>
      </p:sp>
      <p:sp>
        <p:nvSpPr>
          <p:cNvPr id="56" name="TextBox 55">
            <a:extLst>
              <a:ext uri="{FF2B5EF4-FFF2-40B4-BE49-F238E27FC236}">
                <a16:creationId xmlns:a16="http://schemas.microsoft.com/office/drawing/2014/main" id="{BE175577-9903-36BA-B725-D886284F0C8C}"/>
              </a:ext>
            </a:extLst>
          </p:cNvPr>
          <p:cNvSpPr txBox="1"/>
          <p:nvPr/>
        </p:nvSpPr>
        <p:spPr bwMode="gray">
          <a:xfrm>
            <a:off x="8877828" y="3207781"/>
            <a:ext cx="347852" cy="138243"/>
          </a:xfrm>
          <a:prstGeom prst="rect">
            <a:avLst/>
          </a:prstGeom>
          <a:noFill/>
        </p:spPr>
        <p:txBody>
          <a:bodyPr wrap="none" lIns="0" tIns="0" rIns="0" bIns="0" rtlCol="0">
            <a:spAutoFit/>
          </a:bodyPr>
          <a:lstStyle/>
          <a:p>
            <a:pPr algn="ctr">
              <a:lnSpc>
                <a:spcPct val="140000"/>
              </a:lnSpc>
            </a:pPr>
            <a:r>
              <a:rPr lang="en-US" sz="700" b="1">
                <a:solidFill>
                  <a:srgbClr val="052EFC"/>
                </a:solidFill>
              </a:rPr>
              <a:t>US NDA</a:t>
            </a:r>
          </a:p>
        </p:txBody>
      </p:sp>
      <p:sp>
        <p:nvSpPr>
          <p:cNvPr id="57" name="TextBox 56">
            <a:extLst>
              <a:ext uri="{FF2B5EF4-FFF2-40B4-BE49-F238E27FC236}">
                <a16:creationId xmlns:a16="http://schemas.microsoft.com/office/drawing/2014/main" id="{0861E95E-31F3-C39C-1A57-6EB3078D797C}"/>
              </a:ext>
            </a:extLst>
          </p:cNvPr>
          <p:cNvSpPr txBox="1"/>
          <p:nvPr/>
        </p:nvSpPr>
        <p:spPr bwMode="gray">
          <a:xfrm>
            <a:off x="8844165" y="2816220"/>
            <a:ext cx="415178" cy="138243"/>
          </a:xfrm>
          <a:prstGeom prst="rect">
            <a:avLst/>
          </a:prstGeom>
          <a:noFill/>
        </p:spPr>
        <p:txBody>
          <a:bodyPr wrap="none" lIns="0" tIns="0" rIns="0" bIns="0" rtlCol="0" anchor="t">
            <a:spAutoFit/>
          </a:bodyPr>
          <a:lstStyle/>
          <a:p>
            <a:pPr algn="ctr">
              <a:lnSpc>
                <a:spcPct val="140000"/>
              </a:lnSpc>
            </a:pPr>
            <a:r>
              <a:rPr lang="en-US" sz="700" b="1">
                <a:solidFill>
                  <a:srgbClr val="052EFC"/>
                </a:solidFill>
              </a:rPr>
              <a:t>Dec 2027</a:t>
            </a:r>
          </a:p>
        </p:txBody>
      </p:sp>
      <p:pic>
        <p:nvPicPr>
          <p:cNvPr id="52" name="Graphic 51" descr="Flag with solid fill">
            <a:extLst>
              <a:ext uri="{FF2B5EF4-FFF2-40B4-BE49-F238E27FC236}">
                <a16:creationId xmlns:a16="http://schemas.microsoft.com/office/drawing/2014/main" id="{0AFA3E98-C086-F296-C29B-E0F48BE8BE2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821362" y="3023823"/>
            <a:ext cx="197742" cy="197742"/>
          </a:xfrm>
          <a:prstGeom prst="rect">
            <a:avLst/>
          </a:prstGeom>
        </p:spPr>
      </p:pic>
      <p:sp>
        <p:nvSpPr>
          <p:cNvPr id="53" name="TextBox 52">
            <a:extLst>
              <a:ext uri="{FF2B5EF4-FFF2-40B4-BE49-F238E27FC236}">
                <a16:creationId xmlns:a16="http://schemas.microsoft.com/office/drawing/2014/main" id="{83A46B91-6C92-9228-F7A1-81FA3FE300F6}"/>
              </a:ext>
            </a:extLst>
          </p:cNvPr>
          <p:cNvSpPr txBox="1"/>
          <p:nvPr/>
        </p:nvSpPr>
        <p:spPr bwMode="gray">
          <a:xfrm>
            <a:off x="9649325" y="3222093"/>
            <a:ext cx="541816" cy="138243"/>
          </a:xfrm>
          <a:prstGeom prst="rect">
            <a:avLst/>
          </a:prstGeom>
          <a:noFill/>
        </p:spPr>
        <p:txBody>
          <a:bodyPr wrap="none" lIns="0" tIns="0" rIns="0" bIns="0" rtlCol="0">
            <a:spAutoFit/>
          </a:bodyPr>
          <a:lstStyle/>
          <a:p>
            <a:pPr algn="ctr">
              <a:lnSpc>
                <a:spcPct val="140000"/>
              </a:lnSpc>
            </a:pPr>
            <a:r>
              <a:rPr lang="en-US" sz="700" b="1">
                <a:solidFill>
                  <a:srgbClr val="052EFC"/>
                </a:solidFill>
              </a:rPr>
              <a:t>US Approval</a:t>
            </a:r>
          </a:p>
        </p:txBody>
      </p:sp>
      <p:sp>
        <p:nvSpPr>
          <p:cNvPr id="54" name="TextBox 53">
            <a:extLst>
              <a:ext uri="{FF2B5EF4-FFF2-40B4-BE49-F238E27FC236}">
                <a16:creationId xmlns:a16="http://schemas.microsoft.com/office/drawing/2014/main" id="{F9728F93-4206-D15F-7116-BCF882201686}"/>
              </a:ext>
            </a:extLst>
          </p:cNvPr>
          <p:cNvSpPr txBox="1"/>
          <p:nvPr/>
        </p:nvSpPr>
        <p:spPr bwMode="gray">
          <a:xfrm>
            <a:off x="9693410" y="2826380"/>
            <a:ext cx="437620" cy="138243"/>
          </a:xfrm>
          <a:prstGeom prst="rect">
            <a:avLst/>
          </a:prstGeom>
          <a:noFill/>
        </p:spPr>
        <p:txBody>
          <a:bodyPr wrap="none" lIns="0" tIns="0" rIns="0" bIns="0" rtlCol="0" anchor="t">
            <a:spAutoFit/>
          </a:bodyPr>
          <a:lstStyle/>
          <a:p>
            <a:pPr algn="ctr">
              <a:lnSpc>
                <a:spcPct val="140000"/>
              </a:lnSpc>
            </a:pPr>
            <a:r>
              <a:rPr lang="en-US" sz="700" b="1">
                <a:solidFill>
                  <a:srgbClr val="052EFC"/>
                </a:solidFill>
              </a:rPr>
              <a:t>Aug 2028 </a:t>
            </a:r>
          </a:p>
        </p:txBody>
      </p:sp>
      <p:sp>
        <p:nvSpPr>
          <p:cNvPr id="61" name="TextBox 9">
            <a:extLst>
              <a:ext uri="{FF2B5EF4-FFF2-40B4-BE49-F238E27FC236}">
                <a16:creationId xmlns:a16="http://schemas.microsoft.com/office/drawing/2014/main" id="{7E25555F-30F2-921D-2600-9E535CCA8153}"/>
              </a:ext>
            </a:extLst>
          </p:cNvPr>
          <p:cNvSpPr txBox="1"/>
          <p:nvPr/>
        </p:nvSpPr>
        <p:spPr>
          <a:xfrm>
            <a:off x="56497" y="3935999"/>
            <a:ext cx="630000" cy="246221"/>
          </a:xfrm>
          <a:prstGeom prst="rect">
            <a:avLst/>
          </a:prstGeom>
          <a:noFill/>
          <a:ln>
            <a:solidFill>
              <a:schemeClr val="accent1"/>
            </a:solidFill>
          </a:ln>
        </p:spPr>
        <p:txBody>
          <a:bodyPr wrap="square" lIns="0" tIns="0" rIns="0" bIns="0" rtlCol="0">
            <a:spAutoFit/>
          </a:bodyPr>
          <a:lstStyle>
            <a:defPPr>
              <a:defRPr lang="zh-CN"/>
            </a:defPPr>
            <a:lvl1pPr marR="0" lvl="0" indent="0" algn="ctr" defTabSz="1218960" fontAlgn="auto">
              <a:lnSpc>
                <a:spcPct val="100000"/>
              </a:lnSpc>
              <a:spcBef>
                <a:spcPts val="0"/>
              </a:spcBef>
              <a:spcAft>
                <a:spcPts val="0"/>
              </a:spcAft>
              <a:buClrTx/>
              <a:buSzTx/>
              <a:buFontTx/>
              <a:buNone/>
              <a:tabLst/>
              <a:defRPr kumimoji="0" sz="800" b="1" i="0" u="none" strike="noStrike" cap="none" spc="0" normalizeH="0" baseline="0">
                <a:ln>
                  <a:noFill/>
                </a:ln>
                <a:solidFill>
                  <a:schemeClr val="bg2"/>
                </a:solidFill>
                <a:effectLst/>
                <a:uLnTx/>
                <a:uFillTx/>
                <a:cs typeface="Calibri" panose="020F0502020204030204" pitchFamily="34" charset="0"/>
              </a:defRPr>
            </a:lvl1pPr>
          </a:lstStyle>
          <a:p>
            <a:r>
              <a:rPr lang="en-US"/>
              <a:t>Phase 3</a:t>
            </a:r>
          </a:p>
          <a:p>
            <a:r>
              <a:rPr lang="en-US"/>
              <a:t>1397-0018</a:t>
            </a:r>
          </a:p>
        </p:txBody>
      </p:sp>
      <p:pic>
        <p:nvPicPr>
          <p:cNvPr id="62" name="Picture 61">
            <a:extLst>
              <a:ext uri="{FF2B5EF4-FFF2-40B4-BE49-F238E27FC236}">
                <a16:creationId xmlns:a16="http://schemas.microsoft.com/office/drawing/2014/main" id="{D6290F2C-903C-C52A-04B6-970144C9E2F8}"/>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278" y="4305908"/>
            <a:ext cx="730437" cy="360000"/>
          </a:xfrm>
          <a:prstGeom prst="rect">
            <a:avLst/>
          </a:prstGeom>
        </p:spPr>
      </p:pic>
      <p:cxnSp>
        <p:nvCxnSpPr>
          <p:cNvPr id="63" name="Straight Connector 62">
            <a:extLst>
              <a:ext uri="{FF2B5EF4-FFF2-40B4-BE49-F238E27FC236}">
                <a16:creationId xmlns:a16="http://schemas.microsoft.com/office/drawing/2014/main" id="{197D651A-1B0E-D7CA-1A81-5E2F0C8A2AE9}"/>
              </a:ext>
            </a:extLst>
          </p:cNvPr>
          <p:cNvCxnSpPr>
            <a:cxnSpLocks/>
          </p:cNvCxnSpPr>
          <p:nvPr/>
        </p:nvCxnSpPr>
        <p:spPr bwMode="gray">
          <a:xfrm>
            <a:off x="802742" y="4407528"/>
            <a:ext cx="11241211" cy="0"/>
          </a:xfrm>
          <a:prstGeom prst="line">
            <a:avLst/>
          </a:prstGeom>
          <a:ln w="19050">
            <a:solidFill>
              <a:schemeClr val="bg2"/>
            </a:solidFill>
            <a:prstDash val="lgDashDot"/>
          </a:ln>
        </p:spPr>
        <p:style>
          <a:lnRef idx="2">
            <a:schemeClr val="accent2"/>
          </a:lnRef>
          <a:fillRef idx="0">
            <a:schemeClr val="accent2"/>
          </a:fillRef>
          <a:effectRef idx="1">
            <a:schemeClr val="accent2"/>
          </a:effectRef>
          <a:fontRef idx="minor">
            <a:schemeClr val="tx1"/>
          </a:fontRef>
        </p:style>
      </p:cxnSp>
      <p:grpSp>
        <p:nvGrpSpPr>
          <p:cNvPr id="64" name="Group 63">
            <a:extLst>
              <a:ext uri="{FF2B5EF4-FFF2-40B4-BE49-F238E27FC236}">
                <a16:creationId xmlns:a16="http://schemas.microsoft.com/office/drawing/2014/main" id="{BC82375A-47D6-2105-87AD-57604735329D}"/>
              </a:ext>
            </a:extLst>
          </p:cNvPr>
          <p:cNvGrpSpPr/>
          <p:nvPr/>
        </p:nvGrpSpPr>
        <p:grpSpPr>
          <a:xfrm>
            <a:off x="3725335" y="4430698"/>
            <a:ext cx="4886480" cy="637229"/>
            <a:chOff x="3725335" y="4891875"/>
            <a:chExt cx="4886480" cy="637229"/>
          </a:xfrm>
        </p:grpSpPr>
        <p:sp>
          <p:nvSpPr>
            <p:cNvPr id="65" name="OTLSHAPE_T_5a934a26f311425e8ebaa0f45e6533ad_Shape">
              <a:extLst>
                <a:ext uri="{FF2B5EF4-FFF2-40B4-BE49-F238E27FC236}">
                  <a16:creationId xmlns:a16="http://schemas.microsoft.com/office/drawing/2014/main" id="{E1CD7819-EA99-39C4-6CF2-B50488F28504}"/>
                </a:ext>
              </a:extLst>
            </p:cNvPr>
            <p:cNvSpPr/>
            <p:nvPr/>
          </p:nvSpPr>
          <p:spPr bwMode="auto">
            <a:xfrm>
              <a:off x="5336770" y="5078355"/>
              <a:ext cx="3275045" cy="200155"/>
            </a:xfrm>
            <a:prstGeom prst="roundRect">
              <a:avLst/>
            </a:prstGeom>
            <a:solidFill>
              <a:schemeClr val="tx2">
                <a:lumMod val="40000"/>
                <a:lumOff val="60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8990">
                <a:defRPr/>
              </a:pPr>
              <a:r>
                <a:rPr lang="en-US" altLang="zh-CN" sz="900" b="1">
                  <a:solidFill>
                    <a:schemeClr val="bg2"/>
                  </a:solidFill>
                  <a:latin typeface="+mn-ea"/>
                  <a:cs typeface="Calibri" panose="020F0502020204030204" pitchFamily="34" charset="0"/>
                </a:rPr>
                <a:t>AIRTIVITY 1397-0014 Phase 3</a:t>
              </a:r>
            </a:p>
          </p:txBody>
        </p:sp>
        <p:sp>
          <p:nvSpPr>
            <p:cNvPr id="66" name="OTLSHAPE_T_e17f3958430f4cff8650518c93c7635e_Shape">
              <a:extLst>
                <a:ext uri="{FF2B5EF4-FFF2-40B4-BE49-F238E27FC236}">
                  <a16:creationId xmlns:a16="http://schemas.microsoft.com/office/drawing/2014/main" id="{F0D40A89-894F-89C1-B7F8-6AB80C9EAE91}"/>
                </a:ext>
              </a:extLst>
            </p:cNvPr>
            <p:cNvSpPr/>
            <p:nvPr>
              <p:custDataLst>
                <p:tags r:id="rId2"/>
              </p:custDataLst>
            </p:nvPr>
          </p:nvSpPr>
          <p:spPr bwMode="auto">
            <a:xfrm>
              <a:off x="4531854" y="5059679"/>
              <a:ext cx="804916" cy="201600"/>
            </a:xfrm>
            <a:prstGeom prst="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51435" tIns="25719" rIns="51435" bIns="25719" numCol="1" rtlCol="0" anchor="ctr" anchorCtr="0" compatLnSpc="1">
              <a:prstTxWarp prst="textNoShape">
                <a:avLst/>
              </a:prstTxWarp>
            </a:bodyPr>
            <a:lstStyle/>
            <a:p>
              <a:pPr algn="ctr" defTabSz="914265" eaLnBrk="0" fontAlgn="base" hangingPunct="0">
                <a:spcBef>
                  <a:spcPct val="0"/>
                </a:spcBef>
                <a:spcAft>
                  <a:spcPct val="0"/>
                </a:spcAft>
                <a:defRPr/>
              </a:pPr>
              <a:r>
                <a:rPr lang="en-US" altLang="zh-CN" sz="450" b="1">
                  <a:solidFill>
                    <a:schemeClr val="bg2"/>
                  </a:solidFill>
                  <a:latin typeface="+mn-ea"/>
                </a:rPr>
                <a:t>CTA Review + EC + HGRAC + 1</a:t>
              </a:r>
              <a:r>
                <a:rPr lang="en-US" altLang="zh-CN" sz="450" b="1" baseline="30000">
                  <a:solidFill>
                    <a:schemeClr val="bg2"/>
                  </a:solidFill>
                  <a:latin typeface="+mn-ea"/>
                </a:rPr>
                <a:t>st</a:t>
              </a:r>
              <a:r>
                <a:rPr lang="en-US" altLang="zh-CN" sz="450" b="1">
                  <a:solidFill>
                    <a:schemeClr val="bg2"/>
                  </a:solidFill>
                  <a:latin typeface="+mn-ea"/>
                </a:rPr>
                <a:t> SIV (6m) *</a:t>
              </a:r>
              <a:endParaRPr lang="zh-CN" altLang="en-US" sz="450" b="1">
                <a:solidFill>
                  <a:schemeClr val="bg2"/>
                </a:solidFill>
                <a:latin typeface="+mn-ea"/>
              </a:endParaRPr>
            </a:p>
          </p:txBody>
        </p:sp>
        <p:grpSp>
          <p:nvGrpSpPr>
            <p:cNvPr id="67" name="Group 66">
              <a:extLst>
                <a:ext uri="{FF2B5EF4-FFF2-40B4-BE49-F238E27FC236}">
                  <a16:creationId xmlns:a16="http://schemas.microsoft.com/office/drawing/2014/main" id="{02615AC4-5B68-D93B-FBFE-FD9E930DB883}"/>
                </a:ext>
              </a:extLst>
            </p:cNvPr>
            <p:cNvGrpSpPr/>
            <p:nvPr/>
          </p:nvGrpSpPr>
          <p:grpSpPr>
            <a:xfrm>
              <a:off x="4296262" y="4891875"/>
              <a:ext cx="402354" cy="483993"/>
              <a:chOff x="3007621" y="5554699"/>
              <a:chExt cx="402354" cy="483993"/>
            </a:xfrm>
          </p:grpSpPr>
          <p:sp>
            <p:nvSpPr>
              <p:cNvPr id="76" name="Star: 5 Points 75">
                <a:extLst>
                  <a:ext uri="{FF2B5EF4-FFF2-40B4-BE49-F238E27FC236}">
                    <a16:creationId xmlns:a16="http://schemas.microsoft.com/office/drawing/2014/main" id="{F14953E0-EFDA-6E29-EE6C-7C6D3ABD705A}"/>
                  </a:ext>
                </a:extLst>
              </p:cNvPr>
              <p:cNvSpPr/>
              <p:nvPr/>
            </p:nvSpPr>
            <p:spPr bwMode="gray">
              <a:xfrm>
                <a:off x="3149008" y="5745413"/>
                <a:ext cx="119578" cy="119578"/>
              </a:xfrm>
              <a:prstGeom prst="star5">
                <a:avLst/>
              </a:prstGeom>
              <a:solidFill>
                <a:schemeClr val="bg1"/>
              </a:solidFill>
              <a:ln w="127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ln w="12700">
                    <a:solidFill>
                      <a:schemeClr val="bg2"/>
                    </a:solidFill>
                  </a:ln>
                  <a:solidFill>
                    <a:schemeClr val="accent2">
                      <a:lumMod val="50000"/>
                    </a:schemeClr>
                  </a:solidFill>
                </a:endParaRPr>
              </a:p>
            </p:txBody>
          </p:sp>
          <p:sp>
            <p:nvSpPr>
              <p:cNvPr id="77" name="TextBox 76">
                <a:extLst>
                  <a:ext uri="{FF2B5EF4-FFF2-40B4-BE49-F238E27FC236}">
                    <a16:creationId xmlns:a16="http://schemas.microsoft.com/office/drawing/2014/main" id="{7F145F92-5B55-8F57-AE19-716694DFE4D5}"/>
                  </a:ext>
                </a:extLst>
              </p:cNvPr>
              <p:cNvSpPr txBox="1"/>
              <p:nvPr/>
            </p:nvSpPr>
            <p:spPr bwMode="gray">
              <a:xfrm>
                <a:off x="3113418" y="5900449"/>
                <a:ext cx="190758" cy="138243"/>
              </a:xfrm>
              <a:prstGeom prst="rect">
                <a:avLst/>
              </a:prstGeom>
              <a:noFill/>
            </p:spPr>
            <p:txBody>
              <a:bodyPr wrap="none" lIns="0" tIns="0" rIns="0" bIns="0" rtlCol="0">
                <a:spAutoFit/>
              </a:bodyPr>
              <a:lstStyle/>
              <a:p>
                <a:pPr algn="ctr">
                  <a:lnSpc>
                    <a:spcPct val="140000"/>
                  </a:lnSpc>
                </a:pPr>
                <a:r>
                  <a:rPr lang="en-US" sz="700" b="1">
                    <a:solidFill>
                      <a:schemeClr val="bg2"/>
                    </a:solidFill>
                  </a:rPr>
                  <a:t>CTA</a:t>
                </a:r>
              </a:p>
            </p:txBody>
          </p:sp>
          <p:sp>
            <p:nvSpPr>
              <p:cNvPr id="78" name="TextBox 77">
                <a:extLst>
                  <a:ext uri="{FF2B5EF4-FFF2-40B4-BE49-F238E27FC236}">
                    <a16:creationId xmlns:a16="http://schemas.microsoft.com/office/drawing/2014/main" id="{A3A7B43A-F53B-8575-2018-6BE0164B11EB}"/>
                  </a:ext>
                </a:extLst>
              </p:cNvPr>
              <p:cNvSpPr txBox="1"/>
              <p:nvPr/>
            </p:nvSpPr>
            <p:spPr bwMode="gray">
              <a:xfrm>
                <a:off x="3007621" y="5554699"/>
                <a:ext cx="402354" cy="138243"/>
              </a:xfrm>
              <a:prstGeom prst="rect">
                <a:avLst/>
              </a:prstGeom>
              <a:noFill/>
            </p:spPr>
            <p:txBody>
              <a:bodyPr wrap="none" lIns="0" tIns="0" rIns="0" bIns="0" rtlCol="0">
                <a:spAutoFit/>
              </a:bodyPr>
              <a:lstStyle/>
              <a:p>
                <a:pPr algn="ctr">
                  <a:lnSpc>
                    <a:spcPct val="140000"/>
                  </a:lnSpc>
                </a:pPr>
                <a:r>
                  <a:rPr lang="en-US" altLang="zh-CN" sz="700" b="1">
                    <a:solidFill>
                      <a:schemeClr val="bg2"/>
                    </a:solidFill>
                  </a:rPr>
                  <a:t>Feb</a:t>
                </a:r>
                <a:r>
                  <a:rPr lang="en-US" sz="700" b="1">
                    <a:solidFill>
                      <a:schemeClr val="bg2"/>
                    </a:solidFill>
                  </a:rPr>
                  <a:t> 2025</a:t>
                </a:r>
              </a:p>
            </p:txBody>
          </p:sp>
        </p:grpSp>
        <p:grpSp>
          <p:nvGrpSpPr>
            <p:cNvPr id="68" name="Group 67">
              <a:extLst>
                <a:ext uri="{FF2B5EF4-FFF2-40B4-BE49-F238E27FC236}">
                  <a16:creationId xmlns:a16="http://schemas.microsoft.com/office/drawing/2014/main" id="{1E772F7D-50B1-686A-1539-7DC6A1B0B7F9}"/>
                </a:ext>
              </a:extLst>
            </p:cNvPr>
            <p:cNvGrpSpPr/>
            <p:nvPr/>
          </p:nvGrpSpPr>
          <p:grpSpPr>
            <a:xfrm>
              <a:off x="5144206" y="4903011"/>
              <a:ext cx="379912" cy="596819"/>
              <a:chOff x="5144206" y="4903011"/>
              <a:chExt cx="379912" cy="596819"/>
            </a:xfrm>
          </p:grpSpPr>
          <p:sp>
            <p:nvSpPr>
              <p:cNvPr id="73" name="TextBox 72">
                <a:extLst>
                  <a:ext uri="{FF2B5EF4-FFF2-40B4-BE49-F238E27FC236}">
                    <a16:creationId xmlns:a16="http://schemas.microsoft.com/office/drawing/2014/main" id="{353A22AD-F351-A44E-E72F-C9F9D13F69E7}"/>
                  </a:ext>
                </a:extLst>
              </p:cNvPr>
              <p:cNvSpPr txBox="1"/>
              <p:nvPr/>
            </p:nvSpPr>
            <p:spPr bwMode="gray">
              <a:xfrm>
                <a:off x="5144206" y="4903011"/>
                <a:ext cx="379912" cy="138243"/>
              </a:xfrm>
              <a:prstGeom prst="rect">
                <a:avLst/>
              </a:prstGeom>
              <a:noFill/>
            </p:spPr>
            <p:txBody>
              <a:bodyPr wrap="none" lIns="0" tIns="0" rIns="0" bIns="0" rtlCol="0">
                <a:spAutoFit/>
              </a:bodyPr>
              <a:lstStyle/>
              <a:p>
                <a:pPr algn="ctr">
                  <a:lnSpc>
                    <a:spcPct val="140000"/>
                  </a:lnSpc>
                </a:pPr>
                <a:r>
                  <a:rPr lang="en-US" sz="700" b="1">
                    <a:solidFill>
                      <a:schemeClr val="bg2"/>
                    </a:solidFill>
                  </a:rPr>
                  <a:t>Jul 2025</a:t>
                </a:r>
              </a:p>
            </p:txBody>
          </p:sp>
          <p:sp>
            <p:nvSpPr>
              <p:cNvPr id="74" name="Star: 4 Points 73">
                <a:extLst>
                  <a:ext uri="{FF2B5EF4-FFF2-40B4-BE49-F238E27FC236}">
                    <a16:creationId xmlns:a16="http://schemas.microsoft.com/office/drawing/2014/main" id="{931CE8AB-E3F4-0A17-4968-1FA872218027}"/>
                  </a:ext>
                </a:extLst>
              </p:cNvPr>
              <p:cNvSpPr/>
              <p:nvPr/>
            </p:nvSpPr>
            <p:spPr bwMode="gray">
              <a:xfrm>
                <a:off x="5258062" y="5184288"/>
                <a:ext cx="164900" cy="164900"/>
              </a:xfrm>
              <a:prstGeom prst="star4">
                <a:avLst/>
              </a:prstGeom>
              <a:solidFill>
                <a:srgbClr val="EE6541"/>
              </a:solidFill>
              <a:ln w="6350">
                <a:solidFill>
                  <a:srgbClr val="EE65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sp>
            <p:nvSpPr>
              <p:cNvPr id="75" name="TextBox 74">
                <a:extLst>
                  <a:ext uri="{FF2B5EF4-FFF2-40B4-BE49-F238E27FC236}">
                    <a16:creationId xmlns:a16="http://schemas.microsoft.com/office/drawing/2014/main" id="{2F65CC5E-E021-D3B7-C317-AFC8E2B74E90}"/>
                  </a:ext>
                </a:extLst>
              </p:cNvPr>
              <p:cNvSpPr txBox="1"/>
              <p:nvPr/>
            </p:nvSpPr>
            <p:spPr bwMode="gray">
              <a:xfrm>
                <a:off x="5199447" y="5361587"/>
                <a:ext cx="282130" cy="138243"/>
              </a:xfrm>
              <a:prstGeom prst="rect">
                <a:avLst/>
              </a:prstGeom>
              <a:noFill/>
            </p:spPr>
            <p:txBody>
              <a:bodyPr wrap="none" lIns="0" tIns="0" rIns="0" bIns="0" rtlCol="0">
                <a:spAutoFit/>
              </a:bodyPr>
              <a:lstStyle/>
              <a:p>
                <a:pPr algn="ctr">
                  <a:lnSpc>
                    <a:spcPct val="140000"/>
                  </a:lnSpc>
                </a:pPr>
                <a:r>
                  <a:rPr lang="en-US" sz="700" b="1">
                    <a:solidFill>
                      <a:schemeClr val="bg2"/>
                    </a:solidFill>
                  </a:rPr>
                  <a:t>1</a:t>
                </a:r>
                <a:r>
                  <a:rPr lang="en-US" sz="700" b="1" baseline="30000">
                    <a:solidFill>
                      <a:schemeClr val="bg2"/>
                    </a:solidFill>
                  </a:rPr>
                  <a:t>st</a:t>
                </a:r>
                <a:r>
                  <a:rPr lang="en-US" sz="700" b="1">
                    <a:solidFill>
                      <a:schemeClr val="bg2"/>
                    </a:solidFill>
                  </a:rPr>
                  <a:t> SIV</a:t>
                </a:r>
              </a:p>
            </p:txBody>
          </p:sp>
        </p:grpSp>
        <p:grpSp>
          <p:nvGrpSpPr>
            <p:cNvPr id="69" name="Group 68">
              <a:extLst>
                <a:ext uri="{FF2B5EF4-FFF2-40B4-BE49-F238E27FC236}">
                  <a16:creationId xmlns:a16="http://schemas.microsoft.com/office/drawing/2014/main" id="{94A9B389-94DD-13A9-FBF3-5A0CD686CFFC}"/>
                </a:ext>
              </a:extLst>
            </p:cNvPr>
            <p:cNvGrpSpPr/>
            <p:nvPr/>
          </p:nvGrpSpPr>
          <p:grpSpPr>
            <a:xfrm>
              <a:off x="3725335" y="4903010"/>
              <a:ext cx="487313" cy="626094"/>
              <a:chOff x="2213536" y="5563408"/>
              <a:chExt cx="487313" cy="626094"/>
            </a:xfrm>
          </p:grpSpPr>
          <p:sp>
            <p:nvSpPr>
              <p:cNvPr id="70" name="Star: 5 Points 69">
                <a:extLst>
                  <a:ext uri="{FF2B5EF4-FFF2-40B4-BE49-F238E27FC236}">
                    <a16:creationId xmlns:a16="http://schemas.microsoft.com/office/drawing/2014/main" id="{F4ABE51B-DB5E-65B3-1D12-E2326D053987}"/>
                  </a:ext>
                </a:extLst>
              </p:cNvPr>
              <p:cNvSpPr/>
              <p:nvPr/>
            </p:nvSpPr>
            <p:spPr bwMode="gray">
              <a:xfrm>
                <a:off x="2397403" y="5745413"/>
                <a:ext cx="119578" cy="119578"/>
              </a:xfrm>
              <a:prstGeom prst="star5">
                <a:avLst/>
              </a:prstGeom>
              <a:solidFill>
                <a:schemeClr val="bg1"/>
              </a:solidFill>
              <a:ln w="127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ln w="12700">
                    <a:solidFill>
                      <a:schemeClr val="bg2"/>
                    </a:solidFill>
                  </a:ln>
                  <a:solidFill>
                    <a:schemeClr val="accent2">
                      <a:lumMod val="50000"/>
                    </a:schemeClr>
                  </a:solidFill>
                </a:endParaRPr>
              </a:p>
            </p:txBody>
          </p:sp>
          <p:sp>
            <p:nvSpPr>
              <p:cNvPr id="71" name="TextBox 70">
                <a:extLst>
                  <a:ext uri="{FF2B5EF4-FFF2-40B4-BE49-F238E27FC236}">
                    <a16:creationId xmlns:a16="http://schemas.microsoft.com/office/drawing/2014/main" id="{295D38AA-83F8-6C0E-A12E-4B55B8F29E6B}"/>
                  </a:ext>
                </a:extLst>
              </p:cNvPr>
              <p:cNvSpPr txBox="1"/>
              <p:nvPr/>
            </p:nvSpPr>
            <p:spPr bwMode="gray">
              <a:xfrm>
                <a:off x="2213536" y="5900449"/>
                <a:ext cx="487313" cy="289053"/>
              </a:xfrm>
              <a:prstGeom prst="rect">
                <a:avLst/>
              </a:prstGeom>
              <a:noFill/>
            </p:spPr>
            <p:txBody>
              <a:bodyPr wrap="none" lIns="0" tIns="0" rIns="0" bIns="0" rtlCol="0">
                <a:spAutoFit/>
              </a:bodyPr>
              <a:lstStyle/>
              <a:p>
                <a:pPr algn="ctr">
                  <a:lnSpc>
                    <a:spcPct val="140000"/>
                  </a:lnSpc>
                </a:pPr>
                <a:r>
                  <a:rPr lang="en-US" sz="700" b="1">
                    <a:solidFill>
                      <a:schemeClr val="bg2"/>
                    </a:solidFill>
                  </a:rPr>
                  <a:t>EoP2 HAI</a:t>
                </a:r>
              </a:p>
              <a:p>
                <a:pPr algn="ctr">
                  <a:lnSpc>
                    <a:spcPct val="140000"/>
                  </a:lnSpc>
                </a:pPr>
                <a:r>
                  <a:rPr lang="en-US" sz="700" b="1">
                    <a:solidFill>
                      <a:schemeClr val="bg2"/>
                    </a:solidFill>
                  </a:rPr>
                  <a:t>Req. </a:t>
                </a:r>
                <a:r>
                  <a:rPr lang="en-US" sz="700" b="1" err="1">
                    <a:solidFill>
                      <a:schemeClr val="bg2"/>
                    </a:solidFill>
                  </a:rPr>
                  <a:t>Subm</a:t>
                </a:r>
                <a:r>
                  <a:rPr lang="en-US" sz="700" b="1">
                    <a:solidFill>
                      <a:schemeClr val="bg2"/>
                    </a:solidFill>
                  </a:rPr>
                  <a:t>.</a:t>
                </a:r>
              </a:p>
            </p:txBody>
          </p:sp>
          <p:sp>
            <p:nvSpPr>
              <p:cNvPr id="72" name="TextBox 71">
                <a:extLst>
                  <a:ext uri="{FF2B5EF4-FFF2-40B4-BE49-F238E27FC236}">
                    <a16:creationId xmlns:a16="http://schemas.microsoft.com/office/drawing/2014/main" id="{EE363F73-0097-3957-780E-9BF6C8BF76B5}"/>
                  </a:ext>
                </a:extLst>
              </p:cNvPr>
              <p:cNvSpPr txBox="1"/>
              <p:nvPr/>
            </p:nvSpPr>
            <p:spPr bwMode="gray">
              <a:xfrm>
                <a:off x="2250406" y="5563408"/>
                <a:ext cx="413575" cy="138243"/>
              </a:xfrm>
              <a:prstGeom prst="rect">
                <a:avLst/>
              </a:prstGeom>
              <a:noFill/>
            </p:spPr>
            <p:txBody>
              <a:bodyPr wrap="none" lIns="0" tIns="0" rIns="0" bIns="0" rtlCol="0">
                <a:spAutoFit/>
              </a:bodyPr>
              <a:lstStyle/>
              <a:p>
                <a:pPr algn="ctr">
                  <a:lnSpc>
                    <a:spcPct val="140000"/>
                  </a:lnSpc>
                </a:pPr>
                <a:r>
                  <a:rPr lang="en-US" sz="700" b="1">
                    <a:solidFill>
                      <a:schemeClr val="bg2"/>
                    </a:solidFill>
                  </a:rPr>
                  <a:t>Sep 2024</a:t>
                </a:r>
              </a:p>
            </p:txBody>
          </p:sp>
        </p:grpSp>
      </p:grpSp>
      <p:grpSp>
        <p:nvGrpSpPr>
          <p:cNvPr id="79" name="Group 78">
            <a:extLst>
              <a:ext uri="{FF2B5EF4-FFF2-40B4-BE49-F238E27FC236}">
                <a16:creationId xmlns:a16="http://schemas.microsoft.com/office/drawing/2014/main" id="{CFB3E0FB-D184-E4ED-E7BA-B4E91C0AE34E}"/>
              </a:ext>
            </a:extLst>
          </p:cNvPr>
          <p:cNvGrpSpPr/>
          <p:nvPr/>
        </p:nvGrpSpPr>
        <p:grpSpPr>
          <a:xfrm>
            <a:off x="10186091" y="5309642"/>
            <a:ext cx="683739" cy="529188"/>
            <a:chOff x="9860872" y="4894914"/>
            <a:chExt cx="683739" cy="529188"/>
          </a:xfrm>
        </p:grpSpPr>
        <p:sp>
          <p:nvSpPr>
            <p:cNvPr id="81" name="TextBox 80">
              <a:extLst>
                <a:ext uri="{FF2B5EF4-FFF2-40B4-BE49-F238E27FC236}">
                  <a16:creationId xmlns:a16="http://schemas.microsoft.com/office/drawing/2014/main" id="{AB41A3C3-08FD-9BBE-5EC9-A66920D228FA}"/>
                </a:ext>
              </a:extLst>
            </p:cNvPr>
            <p:cNvSpPr txBox="1"/>
            <p:nvPr/>
          </p:nvSpPr>
          <p:spPr bwMode="gray">
            <a:xfrm>
              <a:off x="9874556" y="5285859"/>
              <a:ext cx="670055" cy="138243"/>
            </a:xfrm>
            <a:prstGeom prst="rect">
              <a:avLst/>
            </a:prstGeom>
            <a:noFill/>
          </p:spPr>
          <p:txBody>
            <a:bodyPr wrap="none" lIns="0" tIns="0" rIns="0" bIns="0" rtlCol="0">
              <a:spAutoFit/>
            </a:bodyPr>
            <a:lstStyle/>
            <a:p>
              <a:pPr algn="ctr">
                <a:lnSpc>
                  <a:spcPct val="140000"/>
                </a:lnSpc>
              </a:pPr>
              <a:r>
                <a:rPr lang="en-US" sz="700" b="1">
                  <a:solidFill>
                    <a:srgbClr val="052EFC"/>
                  </a:solidFill>
                </a:rPr>
                <a:t>China Approval</a:t>
              </a:r>
            </a:p>
          </p:txBody>
        </p:sp>
        <p:sp>
          <p:nvSpPr>
            <p:cNvPr id="82" name="TextBox 81">
              <a:extLst>
                <a:ext uri="{FF2B5EF4-FFF2-40B4-BE49-F238E27FC236}">
                  <a16:creationId xmlns:a16="http://schemas.microsoft.com/office/drawing/2014/main" id="{F2A7F510-F862-8847-4C17-70CD8119D9CB}"/>
                </a:ext>
              </a:extLst>
            </p:cNvPr>
            <p:cNvSpPr txBox="1"/>
            <p:nvPr/>
          </p:nvSpPr>
          <p:spPr bwMode="gray">
            <a:xfrm>
              <a:off x="9860872" y="4894914"/>
              <a:ext cx="655629" cy="138243"/>
            </a:xfrm>
            <a:prstGeom prst="rect">
              <a:avLst/>
            </a:prstGeom>
            <a:noFill/>
          </p:spPr>
          <p:txBody>
            <a:bodyPr wrap="none" lIns="0" tIns="0" rIns="0" bIns="0" rtlCol="0" anchor="t">
              <a:spAutoFit/>
            </a:bodyPr>
            <a:lstStyle/>
            <a:p>
              <a:pPr algn="ctr">
                <a:lnSpc>
                  <a:spcPct val="140000"/>
                </a:lnSpc>
              </a:pPr>
              <a:r>
                <a:rPr lang="en-US" sz="700" b="1">
                  <a:solidFill>
                    <a:srgbClr val="052EFC"/>
                  </a:solidFill>
                </a:rPr>
                <a:t>Best: Dec 2028</a:t>
              </a:r>
            </a:p>
          </p:txBody>
        </p:sp>
      </p:grpSp>
      <p:sp>
        <p:nvSpPr>
          <p:cNvPr id="83" name="TextBox 82">
            <a:extLst>
              <a:ext uri="{FF2B5EF4-FFF2-40B4-BE49-F238E27FC236}">
                <a16:creationId xmlns:a16="http://schemas.microsoft.com/office/drawing/2014/main" id="{DA954F20-A30E-906C-9815-E8BB639D7126}"/>
              </a:ext>
            </a:extLst>
          </p:cNvPr>
          <p:cNvSpPr txBox="1"/>
          <p:nvPr/>
        </p:nvSpPr>
        <p:spPr>
          <a:xfrm>
            <a:off x="56497" y="4704979"/>
            <a:ext cx="630000" cy="246221"/>
          </a:xfrm>
          <a:prstGeom prst="rect">
            <a:avLst/>
          </a:prstGeom>
          <a:noFill/>
          <a:ln>
            <a:solidFill>
              <a:schemeClr val="accent1"/>
            </a:solidFill>
          </a:ln>
        </p:spPr>
        <p:txBody>
          <a:bodyPr wrap="square" lIns="0" tIns="0" rIns="0" bIns="0" rtlCol="0">
            <a:spAutoFit/>
          </a:bodyPr>
          <a:lstStyle>
            <a:defPPr>
              <a:defRPr lang="zh-CN"/>
            </a:defPPr>
            <a:lvl1pPr marR="0" lvl="0" indent="0" algn="ctr" defTabSz="1218960" fontAlgn="auto">
              <a:lnSpc>
                <a:spcPct val="100000"/>
              </a:lnSpc>
              <a:spcBef>
                <a:spcPts val="0"/>
              </a:spcBef>
              <a:spcAft>
                <a:spcPts val="0"/>
              </a:spcAft>
              <a:buClrTx/>
              <a:buSzTx/>
              <a:buFontTx/>
              <a:buNone/>
              <a:tabLst/>
              <a:defRPr kumimoji="0" sz="800" b="1" i="0" u="none" strike="noStrike" cap="none" spc="0" normalizeH="0" baseline="0">
                <a:ln>
                  <a:noFill/>
                </a:ln>
                <a:solidFill>
                  <a:schemeClr val="bg2"/>
                </a:solidFill>
                <a:effectLst/>
                <a:uLnTx/>
                <a:uFillTx/>
                <a:cs typeface="Calibri" panose="020F0502020204030204" pitchFamily="34" charset="0"/>
              </a:defRPr>
            </a:lvl1pPr>
          </a:lstStyle>
          <a:p>
            <a:r>
              <a:rPr lang="en-US"/>
              <a:t>Phase 3</a:t>
            </a:r>
          </a:p>
          <a:p>
            <a:r>
              <a:rPr lang="en-US"/>
              <a:t>1397-0014</a:t>
            </a:r>
          </a:p>
        </p:txBody>
      </p:sp>
      <p:sp>
        <p:nvSpPr>
          <p:cNvPr id="84" name="TextBox 83">
            <a:extLst>
              <a:ext uri="{FF2B5EF4-FFF2-40B4-BE49-F238E27FC236}">
                <a16:creationId xmlns:a16="http://schemas.microsoft.com/office/drawing/2014/main" id="{5682386F-D004-040F-458C-DBD8342841DD}"/>
              </a:ext>
            </a:extLst>
          </p:cNvPr>
          <p:cNvSpPr txBox="1"/>
          <p:nvPr/>
        </p:nvSpPr>
        <p:spPr>
          <a:xfrm>
            <a:off x="56497" y="5440160"/>
            <a:ext cx="630000" cy="246221"/>
          </a:xfrm>
          <a:prstGeom prst="rect">
            <a:avLst/>
          </a:prstGeom>
          <a:noFill/>
          <a:ln>
            <a:solidFill>
              <a:schemeClr val="accent1"/>
            </a:solidFill>
          </a:ln>
        </p:spPr>
        <p:txBody>
          <a:bodyPr wrap="square" lIns="0" tIns="0" rIns="0" bIns="0" rtlCol="0">
            <a:spAutoFit/>
          </a:bodyPr>
          <a:lstStyle>
            <a:defPPr>
              <a:defRPr lang="zh-CN"/>
            </a:defPPr>
            <a:lvl1pPr marR="0" lvl="0" indent="0" algn="ctr" defTabSz="1218960" fontAlgn="auto">
              <a:lnSpc>
                <a:spcPct val="100000"/>
              </a:lnSpc>
              <a:spcBef>
                <a:spcPts val="0"/>
              </a:spcBef>
              <a:spcAft>
                <a:spcPts val="0"/>
              </a:spcAft>
              <a:buClrTx/>
              <a:buSzTx/>
              <a:buFontTx/>
              <a:buNone/>
              <a:tabLst/>
              <a:defRPr kumimoji="0" sz="800" b="1" i="0" u="none" strike="noStrike" cap="none" spc="0" normalizeH="0" baseline="0">
                <a:ln>
                  <a:noFill/>
                </a:ln>
                <a:solidFill>
                  <a:schemeClr val="bg2"/>
                </a:solidFill>
                <a:effectLst/>
                <a:uLnTx/>
                <a:uFillTx/>
                <a:cs typeface="Calibri" panose="020F0502020204030204" pitchFamily="34" charset="0"/>
              </a:defRPr>
            </a:lvl1pPr>
          </a:lstStyle>
          <a:p>
            <a:r>
              <a:rPr lang="en-US"/>
              <a:t>Phase 1 PK</a:t>
            </a:r>
          </a:p>
          <a:p>
            <a:r>
              <a:rPr lang="en-US"/>
              <a:t>1397-0027</a:t>
            </a:r>
          </a:p>
        </p:txBody>
      </p:sp>
      <p:grpSp>
        <p:nvGrpSpPr>
          <p:cNvPr id="87" name="Group 86">
            <a:extLst>
              <a:ext uri="{FF2B5EF4-FFF2-40B4-BE49-F238E27FC236}">
                <a16:creationId xmlns:a16="http://schemas.microsoft.com/office/drawing/2014/main" id="{1C6470EB-CA35-0577-9858-B6E1F6C9762E}"/>
              </a:ext>
            </a:extLst>
          </p:cNvPr>
          <p:cNvGrpSpPr/>
          <p:nvPr/>
        </p:nvGrpSpPr>
        <p:grpSpPr>
          <a:xfrm>
            <a:off x="6027358" y="1495100"/>
            <a:ext cx="795089" cy="5285820"/>
            <a:chOff x="3410776" y="1514976"/>
            <a:chExt cx="795089" cy="5285820"/>
          </a:xfrm>
        </p:grpSpPr>
        <p:cxnSp>
          <p:nvCxnSpPr>
            <p:cNvPr id="88" name="Straight Connector 87">
              <a:extLst>
                <a:ext uri="{FF2B5EF4-FFF2-40B4-BE49-F238E27FC236}">
                  <a16:creationId xmlns:a16="http://schemas.microsoft.com/office/drawing/2014/main" id="{5AC4E2BE-89E9-BA04-9100-A8BB41184B21}"/>
                </a:ext>
              </a:extLst>
            </p:cNvPr>
            <p:cNvCxnSpPr>
              <a:cxnSpLocks/>
            </p:cNvCxnSpPr>
            <p:nvPr/>
          </p:nvCxnSpPr>
          <p:spPr bwMode="auto">
            <a:xfrm flipV="1">
              <a:off x="3698101" y="1514976"/>
              <a:ext cx="0" cy="5183170"/>
            </a:xfrm>
            <a:prstGeom prst="line">
              <a:avLst/>
            </a:prstGeom>
            <a:solidFill>
              <a:schemeClr val="accent1"/>
            </a:solidFill>
            <a:ln w="12700" cap="flat" cmpd="sng" algn="ctr">
              <a:solidFill>
                <a:srgbClr val="FF0000"/>
              </a:solidFill>
              <a:prstDash val="lgDashDotDot"/>
              <a:round/>
              <a:headEnd type="none" w="med" len="med"/>
              <a:tailEnd type="none" w="med" len="med"/>
            </a:ln>
            <a:effectLst/>
          </p:spPr>
        </p:cxnSp>
        <p:sp>
          <p:nvSpPr>
            <p:cNvPr id="89" name="TextBox 88">
              <a:extLst>
                <a:ext uri="{FF2B5EF4-FFF2-40B4-BE49-F238E27FC236}">
                  <a16:creationId xmlns:a16="http://schemas.microsoft.com/office/drawing/2014/main" id="{12764D8D-3124-312D-135D-C7A521C85A41}"/>
                </a:ext>
              </a:extLst>
            </p:cNvPr>
            <p:cNvSpPr txBox="1"/>
            <p:nvPr/>
          </p:nvSpPr>
          <p:spPr bwMode="gray">
            <a:xfrm>
              <a:off x="3410776" y="6583621"/>
              <a:ext cx="795089" cy="217175"/>
            </a:xfrm>
            <a:prstGeom prst="rect">
              <a:avLst/>
            </a:prstGeom>
            <a:noFill/>
          </p:spPr>
          <p:txBody>
            <a:bodyPr wrap="none" lIns="0" tIns="0" rIns="0" bIns="0" rtlCol="0">
              <a:spAutoFit/>
            </a:bodyPr>
            <a:lstStyle/>
            <a:p>
              <a:pPr algn="ctr">
                <a:lnSpc>
                  <a:spcPct val="140000"/>
                </a:lnSpc>
              </a:pPr>
              <a:r>
                <a:rPr lang="en-US" sz="1100" b="1">
                  <a:solidFill>
                    <a:srgbClr val="FF0000"/>
                  </a:solidFill>
                </a:rPr>
                <a:t>we are here</a:t>
              </a:r>
            </a:p>
          </p:txBody>
        </p:sp>
      </p:grpSp>
      <p:grpSp>
        <p:nvGrpSpPr>
          <p:cNvPr id="90" name="Group 89">
            <a:extLst>
              <a:ext uri="{FF2B5EF4-FFF2-40B4-BE49-F238E27FC236}">
                <a16:creationId xmlns:a16="http://schemas.microsoft.com/office/drawing/2014/main" id="{0BF4F5B4-8C30-7707-112C-5233D1032A16}"/>
              </a:ext>
            </a:extLst>
          </p:cNvPr>
          <p:cNvGrpSpPr/>
          <p:nvPr/>
        </p:nvGrpSpPr>
        <p:grpSpPr>
          <a:xfrm>
            <a:off x="5528769" y="5327948"/>
            <a:ext cx="2764167" cy="535344"/>
            <a:chOff x="5528769" y="5327948"/>
            <a:chExt cx="2764167" cy="535344"/>
          </a:xfrm>
        </p:grpSpPr>
        <p:sp>
          <p:nvSpPr>
            <p:cNvPr id="91" name="OTLSHAPE_T_5a934a26f311425e8ebaa0f45e6533ad_Shape">
              <a:extLst>
                <a:ext uri="{FF2B5EF4-FFF2-40B4-BE49-F238E27FC236}">
                  <a16:creationId xmlns:a16="http://schemas.microsoft.com/office/drawing/2014/main" id="{706987EE-E5A4-692C-84C9-7356658AEE9F}"/>
                </a:ext>
              </a:extLst>
            </p:cNvPr>
            <p:cNvSpPr/>
            <p:nvPr/>
          </p:nvSpPr>
          <p:spPr bwMode="auto">
            <a:xfrm>
              <a:off x="6780184" y="5485140"/>
              <a:ext cx="566067" cy="201600"/>
            </a:xfrm>
            <a:prstGeom prst="roundRect">
              <a:avLst/>
            </a:prstGeom>
            <a:solidFill>
              <a:srgbClr val="DAFAE8"/>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8990"/>
              <a:r>
                <a:rPr lang="en-US" altLang="zh-CN" sz="600" b="1">
                  <a:latin typeface="+mn-ea"/>
                  <a:cs typeface="Calibri" panose="020F0502020204030204" pitchFamily="34" charset="0"/>
                </a:rPr>
                <a:t>China PK</a:t>
              </a:r>
            </a:p>
          </p:txBody>
        </p:sp>
        <p:sp>
          <p:nvSpPr>
            <p:cNvPr id="92" name="OTLSHAPE_T_e17f3958430f4cff8650518c93c7635e_Shape">
              <a:extLst>
                <a:ext uri="{FF2B5EF4-FFF2-40B4-BE49-F238E27FC236}">
                  <a16:creationId xmlns:a16="http://schemas.microsoft.com/office/drawing/2014/main" id="{B633ED02-3FEC-7318-C999-F68EDAF62ABE}"/>
                </a:ext>
              </a:extLst>
            </p:cNvPr>
            <p:cNvSpPr/>
            <p:nvPr>
              <p:custDataLst>
                <p:tags r:id="rId1"/>
              </p:custDataLst>
            </p:nvPr>
          </p:nvSpPr>
          <p:spPr bwMode="auto">
            <a:xfrm>
              <a:off x="6024493" y="5485140"/>
              <a:ext cx="756521" cy="201600"/>
            </a:xfrm>
            <a:prstGeom prst="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51435" tIns="25719" rIns="51435" bIns="25719" numCol="1" rtlCol="0" anchor="ctr" anchorCtr="0" compatLnSpc="1">
              <a:prstTxWarp prst="textNoShape">
                <a:avLst/>
              </a:prstTxWarp>
            </a:bodyPr>
            <a:lstStyle/>
            <a:p>
              <a:pPr algn="ctr" defTabSz="914265" eaLnBrk="0" fontAlgn="base" hangingPunct="0">
                <a:spcBef>
                  <a:spcPct val="0"/>
                </a:spcBef>
                <a:spcAft>
                  <a:spcPct val="0"/>
                </a:spcAft>
                <a:defRPr/>
              </a:pPr>
              <a:r>
                <a:rPr lang="en-US" altLang="zh-CN" sz="400" b="1">
                  <a:latin typeface="+mn-ea"/>
                </a:rPr>
                <a:t>CTA Review + EC + HGRAC + 1</a:t>
              </a:r>
              <a:r>
                <a:rPr lang="en-US" altLang="zh-CN" sz="400" b="1" baseline="30000">
                  <a:latin typeface="+mn-ea"/>
                </a:rPr>
                <a:t>st</a:t>
              </a:r>
              <a:r>
                <a:rPr lang="en-US" altLang="zh-CN" sz="400" b="1">
                  <a:latin typeface="+mn-ea"/>
                </a:rPr>
                <a:t> SIV (6m) *</a:t>
              </a:r>
              <a:endParaRPr lang="zh-CN" altLang="en-US" sz="400" b="1">
                <a:latin typeface="+mn-ea"/>
              </a:endParaRPr>
            </a:p>
          </p:txBody>
        </p:sp>
        <p:sp>
          <p:nvSpPr>
            <p:cNvPr id="93" name="Rectangle 92">
              <a:extLst>
                <a:ext uri="{FF2B5EF4-FFF2-40B4-BE49-F238E27FC236}">
                  <a16:creationId xmlns:a16="http://schemas.microsoft.com/office/drawing/2014/main" id="{BCAD4EE1-97C9-DAC5-9C42-7F0B147A4122}"/>
                </a:ext>
              </a:extLst>
            </p:cNvPr>
            <p:cNvSpPr/>
            <p:nvPr/>
          </p:nvSpPr>
          <p:spPr bwMode="gray">
            <a:xfrm>
              <a:off x="5528769" y="5485140"/>
              <a:ext cx="495724" cy="201600"/>
            </a:xfrm>
            <a:prstGeom prst="rect">
              <a:avLst/>
            </a:prstGeom>
            <a:solidFill>
              <a:schemeClr val="accent3"/>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p:spPr>
          <p:txBody>
            <a:bodyPr vert="horz" wrap="square" lIns="91440" tIns="45720" rIns="91440" bIns="45720" numCol="1" rtlCol="0" anchor="ctr" anchorCtr="0" compatLnSpc="1">
              <a:prstTxWarp prst="textNoShape">
                <a:avLst/>
              </a:prstTxWarp>
            </a:bodyPr>
            <a:lstStyle/>
            <a:p>
              <a:pPr algn="ctr" defTabSz="1218990"/>
              <a:r>
                <a:rPr lang="en-US" altLang="zh-CN" sz="600" b="1">
                  <a:latin typeface="+mn-ea"/>
                  <a:cs typeface="Calibri" panose="020F0502020204030204" pitchFamily="34" charset="0"/>
                </a:rPr>
                <a:t>Protocol develop</a:t>
              </a:r>
              <a:endParaRPr lang="zh-CN" altLang="en-US" sz="600" b="1">
                <a:latin typeface="+mn-ea"/>
                <a:cs typeface="Calibri" panose="020F0502020204030204" pitchFamily="34" charset="0"/>
              </a:endParaRPr>
            </a:p>
          </p:txBody>
        </p:sp>
        <p:sp>
          <p:nvSpPr>
            <p:cNvPr id="94" name="TextBox 93">
              <a:extLst>
                <a:ext uri="{FF2B5EF4-FFF2-40B4-BE49-F238E27FC236}">
                  <a16:creationId xmlns:a16="http://schemas.microsoft.com/office/drawing/2014/main" id="{66EE1DC4-F493-4132-A2FB-9FE2308E3687}"/>
                </a:ext>
              </a:extLst>
            </p:cNvPr>
            <p:cNvSpPr txBox="1"/>
            <p:nvPr/>
          </p:nvSpPr>
          <p:spPr bwMode="gray">
            <a:xfrm>
              <a:off x="6550285" y="5327948"/>
              <a:ext cx="511358" cy="138243"/>
            </a:xfrm>
            <a:prstGeom prst="rect">
              <a:avLst/>
            </a:prstGeom>
            <a:noFill/>
          </p:spPr>
          <p:txBody>
            <a:bodyPr wrap="none" lIns="0" tIns="0" rIns="0" bIns="0" rtlCol="0">
              <a:spAutoFit/>
            </a:bodyPr>
            <a:lstStyle/>
            <a:p>
              <a:pPr algn="ctr">
                <a:lnSpc>
                  <a:spcPct val="140000"/>
                </a:lnSpc>
              </a:pPr>
              <a:r>
                <a:rPr lang="en-US" sz="700" b="1"/>
                <a:t>13 Jul 2026</a:t>
              </a:r>
            </a:p>
          </p:txBody>
        </p:sp>
        <p:grpSp>
          <p:nvGrpSpPr>
            <p:cNvPr id="95" name="Group 94">
              <a:extLst>
                <a:ext uri="{FF2B5EF4-FFF2-40B4-BE49-F238E27FC236}">
                  <a16:creationId xmlns:a16="http://schemas.microsoft.com/office/drawing/2014/main" id="{E8C10A79-1E25-DB17-F089-3356501C26FC}"/>
                </a:ext>
              </a:extLst>
            </p:cNvPr>
            <p:cNvGrpSpPr/>
            <p:nvPr/>
          </p:nvGrpSpPr>
          <p:grpSpPr>
            <a:xfrm>
              <a:off x="7667765" y="5329677"/>
              <a:ext cx="625171" cy="533615"/>
              <a:chOff x="8103342" y="5699544"/>
              <a:chExt cx="625171" cy="466643"/>
            </a:xfrm>
          </p:grpSpPr>
          <p:sp>
            <p:nvSpPr>
              <p:cNvPr id="99" name="Flowchart: Extract 98">
                <a:extLst>
                  <a:ext uri="{FF2B5EF4-FFF2-40B4-BE49-F238E27FC236}">
                    <a16:creationId xmlns:a16="http://schemas.microsoft.com/office/drawing/2014/main" id="{402A7AF0-EB31-074A-87A9-BB0F20873F5D}"/>
                  </a:ext>
                </a:extLst>
              </p:cNvPr>
              <p:cNvSpPr/>
              <p:nvPr/>
            </p:nvSpPr>
            <p:spPr bwMode="gray">
              <a:xfrm>
                <a:off x="8366421" y="5892035"/>
                <a:ext cx="99012" cy="99012"/>
              </a:xfrm>
              <a:prstGeom prst="flowChartExtract">
                <a:avLst/>
              </a:prstGeom>
              <a:solidFill>
                <a:srgbClr val="EE6541"/>
              </a:solidFill>
              <a:ln w="12700">
                <a:solidFill>
                  <a:srgbClr val="EE65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bg1">
                      <a:lumMod val="50000"/>
                    </a:schemeClr>
                  </a:solidFill>
                </a:endParaRPr>
              </a:p>
            </p:txBody>
          </p:sp>
          <p:sp>
            <p:nvSpPr>
              <p:cNvPr id="100" name="TextBox 99">
                <a:extLst>
                  <a:ext uri="{FF2B5EF4-FFF2-40B4-BE49-F238E27FC236}">
                    <a16:creationId xmlns:a16="http://schemas.microsoft.com/office/drawing/2014/main" id="{7BDC6F62-8A56-E5D3-A154-04AB1824A5CC}"/>
                  </a:ext>
                </a:extLst>
              </p:cNvPr>
              <p:cNvSpPr txBox="1"/>
              <p:nvPr/>
            </p:nvSpPr>
            <p:spPr bwMode="gray">
              <a:xfrm>
                <a:off x="8103342" y="6045294"/>
                <a:ext cx="625171" cy="120893"/>
              </a:xfrm>
              <a:prstGeom prst="rect">
                <a:avLst/>
              </a:prstGeom>
              <a:noFill/>
            </p:spPr>
            <p:txBody>
              <a:bodyPr wrap="none" lIns="0" tIns="0" rIns="0" bIns="0" rtlCol="0">
                <a:spAutoFit/>
              </a:bodyPr>
              <a:lstStyle/>
              <a:p>
                <a:pPr algn="ctr">
                  <a:lnSpc>
                    <a:spcPct val="140000"/>
                  </a:lnSpc>
                </a:pPr>
                <a:r>
                  <a:rPr lang="en-US" altLang="zh-CN" sz="700" b="1"/>
                  <a:t>Key </a:t>
                </a:r>
                <a:r>
                  <a:rPr lang="en-US" sz="700" b="1"/>
                  <a:t>PK results</a:t>
                </a:r>
              </a:p>
            </p:txBody>
          </p:sp>
          <p:sp>
            <p:nvSpPr>
              <p:cNvPr id="101" name="TextBox 100">
                <a:extLst>
                  <a:ext uri="{FF2B5EF4-FFF2-40B4-BE49-F238E27FC236}">
                    <a16:creationId xmlns:a16="http://schemas.microsoft.com/office/drawing/2014/main" id="{89FF83CE-0E37-B9C2-BA2C-B82E1CE819F3}"/>
                  </a:ext>
                </a:extLst>
              </p:cNvPr>
              <p:cNvSpPr txBox="1"/>
              <p:nvPr/>
            </p:nvSpPr>
            <p:spPr bwMode="gray">
              <a:xfrm>
                <a:off x="8215553" y="5699544"/>
                <a:ext cx="400751" cy="120893"/>
              </a:xfrm>
              <a:prstGeom prst="rect">
                <a:avLst/>
              </a:prstGeom>
              <a:noFill/>
            </p:spPr>
            <p:txBody>
              <a:bodyPr wrap="none" lIns="0" tIns="0" rIns="0" bIns="0" rtlCol="0">
                <a:spAutoFit/>
              </a:bodyPr>
              <a:lstStyle/>
              <a:p>
                <a:pPr algn="ctr">
                  <a:lnSpc>
                    <a:spcPct val="140000"/>
                  </a:lnSpc>
                </a:pPr>
                <a:r>
                  <a:rPr lang="en-US" sz="700" b="1"/>
                  <a:t>Apr 2027</a:t>
                </a:r>
              </a:p>
            </p:txBody>
          </p:sp>
        </p:grpSp>
        <p:sp>
          <p:nvSpPr>
            <p:cNvPr id="96" name="TextBox 95">
              <a:extLst>
                <a:ext uri="{FF2B5EF4-FFF2-40B4-BE49-F238E27FC236}">
                  <a16:creationId xmlns:a16="http://schemas.microsoft.com/office/drawing/2014/main" id="{95B0C23C-1264-0C22-BD07-45A0F43BA677}"/>
                </a:ext>
              </a:extLst>
            </p:cNvPr>
            <p:cNvSpPr txBox="1"/>
            <p:nvPr/>
          </p:nvSpPr>
          <p:spPr bwMode="gray">
            <a:xfrm>
              <a:off x="6722607" y="5690904"/>
              <a:ext cx="166712" cy="138243"/>
            </a:xfrm>
            <a:prstGeom prst="rect">
              <a:avLst/>
            </a:prstGeom>
            <a:noFill/>
          </p:spPr>
          <p:txBody>
            <a:bodyPr wrap="none" lIns="0" tIns="0" rIns="0" bIns="0" rtlCol="0">
              <a:spAutoFit/>
            </a:bodyPr>
            <a:lstStyle/>
            <a:p>
              <a:pPr algn="ctr">
                <a:lnSpc>
                  <a:spcPct val="140000"/>
                </a:lnSpc>
              </a:pPr>
              <a:r>
                <a:rPr lang="en-US" sz="700" b="1"/>
                <a:t>FSS</a:t>
              </a:r>
            </a:p>
          </p:txBody>
        </p:sp>
        <p:sp>
          <p:nvSpPr>
            <p:cNvPr id="97" name="TextBox 96">
              <a:extLst>
                <a:ext uri="{FF2B5EF4-FFF2-40B4-BE49-F238E27FC236}">
                  <a16:creationId xmlns:a16="http://schemas.microsoft.com/office/drawing/2014/main" id="{668293E8-1AC7-4A09-7A48-0EA55A343461}"/>
                </a:ext>
              </a:extLst>
            </p:cNvPr>
            <p:cNvSpPr txBox="1"/>
            <p:nvPr/>
          </p:nvSpPr>
          <p:spPr bwMode="gray">
            <a:xfrm>
              <a:off x="7074570" y="5327948"/>
              <a:ext cx="537006" cy="138243"/>
            </a:xfrm>
            <a:prstGeom prst="rect">
              <a:avLst/>
            </a:prstGeom>
            <a:noFill/>
          </p:spPr>
          <p:txBody>
            <a:bodyPr wrap="none" lIns="0" tIns="0" rIns="0" bIns="0" rtlCol="0">
              <a:spAutoFit/>
            </a:bodyPr>
            <a:lstStyle/>
            <a:p>
              <a:pPr algn="ctr">
                <a:lnSpc>
                  <a:spcPct val="140000"/>
                </a:lnSpc>
              </a:pPr>
              <a:r>
                <a:rPr lang="en-US" sz="700" b="1"/>
                <a:t>11 Oct 2026</a:t>
              </a:r>
            </a:p>
          </p:txBody>
        </p:sp>
        <p:sp>
          <p:nvSpPr>
            <p:cNvPr id="98" name="TextBox 97">
              <a:extLst>
                <a:ext uri="{FF2B5EF4-FFF2-40B4-BE49-F238E27FC236}">
                  <a16:creationId xmlns:a16="http://schemas.microsoft.com/office/drawing/2014/main" id="{D3D4D68F-B5B3-8984-51EB-1C89B8A010D5}"/>
                </a:ext>
              </a:extLst>
            </p:cNvPr>
            <p:cNvSpPr txBox="1"/>
            <p:nvPr/>
          </p:nvSpPr>
          <p:spPr bwMode="gray">
            <a:xfrm>
              <a:off x="7251700" y="5690904"/>
              <a:ext cx="182743" cy="138243"/>
            </a:xfrm>
            <a:prstGeom prst="rect">
              <a:avLst/>
            </a:prstGeom>
            <a:noFill/>
          </p:spPr>
          <p:txBody>
            <a:bodyPr wrap="none" lIns="0" tIns="0" rIns="0" bIns="0" rtlCol="0">
              <a:spAutoFit/>
            </a:bodyPr>
            <a:lstStyle/>
            <a:p>
              <a:pPr algn="ctr">
                <a:lnSpc>
                  <a:spcPct val="140000"/>
                </a:lnSpc>
              </a:pPr>
              <a:r>
                <a:rPr lang="en-US" altLang="zh-CN" sz="700" b="1"/>
                <a:t>LSO</a:t>
              </a:r>
              <a:endParaRPr lang="en-US" sz="700" b="1"/>
            </a:p>
          </p:txBody>
        </p:sp>
      </p:grpSp>
      <p:sp>
        <p:nvSpPr>
          <p:cNvPr id="103" name="OTLSHAPE_T_5a934a26f311425e8ebaa0f45e6533ad_Shape">
            <a:extLst>
              <a:ext uri="{FF2B5EF4-FFF2-40B4-BE49-F238E27FC236}">
                <a16:creationId xmlns:a16="http://schemas.microsoft.com/office/drawing/2014/main" id="{601D904E-8860-A669-33AC-34AE45F59BF0}"/>
              </a:ext>
            </a:extLst>
          </p:cNvPr>
          <p:cNvSpPr/>
          <p:nvPr/>
        </p:nvSpPr>
        <p:spPr bwMode="auto">
          <a:xfrm>
            <a:off x="7549815" y="4992279"/>
            <a:ext cx="4512789" cy="223576"/>
          </a:xfrm>
          <a:prstGeom prst="roundRect">
            <a:avLst/>
          </a:prstGeom>
          <a:solidFill>
            <a:schemeClr val="tx2">
              <a:lumMod val="40000"/>
              <a:lumOff val="60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8990">
              <a:defRPr/>
            </a:pPr>
            <a:r>
              <a:rPr lang="en-US" altLang="zh-CN" sz="933" b="1">
                <a:solidFill>
                  <a:srgbClr val="000000"/>
                </a:solidFill>
                <a:latin typeface="Calibri" panose="020F0502020204030204" pitchFamily="34" charset="0"/>
                <a:cs typeface="Calibri" panose="020F0502020204030204" pitchFamily="34" charset="0"/>
              </a:rPr>
              <a:t>1397-0018 Phase 3 </a:t>
            </a:r>
            <a:r>
              <a:rPr lang="en-US" altLang="zh-CN" sz="933" b="1" err="1">
                <a:solidFill>
                  <a:srgbClr val="000000"/>
                </a:solidFill>
                <a:latin typeface="Calibri" panose="020F0502020204030204" pitchFamily="34" charset="0"/>
                <a:cs typeface="Calibri" panose="020F0502020204030204" pitchFamily="34" charset="0"/>
              </a:rPr>
              <a:t>nCFB</a:t>
            </a:r>
            <a:r>
              <a:rPr lang="en-US" altLang="zh-CN" sz="933" b="1">
                <a:solidFill>
                  <a:srgbClr val="000000"/>
                </a:solidFill>
                <a:latin typeface="Calibri" panose="020F0502020204030204" pitchFamily="34" charset="0"/>
                <a:cs typeface="Calibri" panose="020F0502020204030204" pitchFamily="34" charset="0"/>
              </a:rPr>
              <a:t>+/- CFB roll-over study </a:t>
            </a:r>
          </a:p>
        </p:txBody>
      </p:sp>
      <p:sp>
        <p:nvSpPr>
          <p:cNvPr id="104" name="TextBox 9">
            <a:extLst>
              <a:ext uri="{FF2B5EF4-FFF2-40B4-BE49-F238E27FC236}">
                <a16:creationId xmlns:a16="http://schemas.microsoft.com/office/drawing/2014/main" id="{E29E6BBD-5BF5-1270-3509-5205802DE0F2}"/>
              </a:ext>
            </a:extLst>
          </p:cNvPr>
          <p:cNvSpPr txBox="1"/>
          <p:nvPr/>
        </p:nvSpPr>
        <p:spPr>
          <a:xfrm>
            <a:off x="56497" y="5055950"/>
            <a:ext cx="630000" cy="246221"/>
          </a:xfrm>
          <a:prstGeom prst="rect">
            <a:avLst/>
          </a:prstGeom>
          <a:noFill/>
          <a:ln>
            <a:solidFill>
              <a:schemeClr val="accent1"/>
            </a:solidFill>
          </a:ln>
        </p:spPr>
        <p:txBody>
          <a:bodyPr wrap="square" lIns="0" tIns="0" rIns="0" bIns="0" rtlCol="0">
            <a:spAutoFit/>
          </a:bodyPr>
          <a:lstStyle>
            <a:defPPr>
              <a:defRPr lang="zh-CN"/>
            </a:defPPr>
            <a:lvl1pPr marR="0" lvl="0" indent="0" algn="ctr" defTabSz="1218960" fontAlgn="auto">
              <a:lnSpc>
                <a:spcPct val="100000"/>
              </a:lnSpc>
              <a:spcBef>
                <a:spcPts val="0"/>
              </a:spcBef>
              <a:spcAft>
                <a:spcPts val="0"/>
              </a:spcAft>
              <a:buClrTx/>
              <a:buSzTx/>
              <a:buFontTx/>
              <a:buNone/>
              <a:tabLst/>
              <a:defRPr kumimoji="0" sz="800" b="1" i="0" u="none" strike="noStrike" cap="none" spc="0" normalizeH="0" baseline="0">
                <a:ln>
                  <a:noFill/>
                </a:ln>
                <a:solidFill>
                  <a:schemeClr val="bg2"/>
                </a:solidFill>
                <a:effectLst/>
                <a:uLnTx/>
                <a:uFillTx/>
                <a:cs typeface="Calibri" panose="020F0502020204030204" pitchFamily="34" charset="0"/>
              </a:defRPr>
            </a:lvl1pPr>
          </a:lstStyle>
          <a:p>
            <a:r>
              <a:rPr lang="en-US"/>
              <a:t>Phase 3</a:t>
            </a:r>
          </a:p>
          <a:p>
            <a:r>
              <a:rPr lang="en-US"/>
              <a:t>1397-0018</a:t>
            </a:r>
          </a:p>
        </p:txBody>
      </p:sp>
      <p:pic>
        <p:nvPicPr>
          <p:cNvPr id="8" name="Graphic 7" descr="Flag with solid fill">
            <a:extLst>
              <a:ext uri="{FF2B5EF4-FFF2-40B4-BE49-F238E27FC236}">
                <a16:creationId xmlns:a16="http://schemas.microsoft.com/office/drawing/2014/main" id="{B264EBB6-B28A-CEFA-6C3F-3FD0C57A1E8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364960" y="5511311"/>
            <a:ext cx="197742" cy="197742"/>
          </a:xfrm>
          <a:prstGeom prst="rect">
            <a:avLst/>
          </a:prstGeom>
        </p:spPr>
      </p:pic>
      <p:sp>
        <p:nvSpPr>
          <p:cNvPr id="85" name="Star: 5 Points 54">
            <a:extLst>
              <a:ext uri="{FF2B5EF4-FFF2-40B4-BE49-F238E27FC236}">
                <a16:creationId xmlns:a16="http://schemas.microsoft.com/office/drawing/2014/main" id="{799F98E5-005C-64FD-3842-85E02EAC5E3E}"/>
              </a:ext>
            </a:extLst>
          </p:cNvPr>
          <p:cNvSpPr/>
          <p:nvPr/>
        </p:nvSpPr>
        <p:spPr bwMode="gray">
          <a:xfrm>
            <a:off x="8999837" y="5544481"/>
            <a:ext cx="119578" cy="119578"/>
          </a:xfrm>
          <a:prstGeom prst="star5">
            <a:avLst/>
          </a:prstGeom>
          <a:solidFill>
            <a:srgbClr val="EE6541"/>
          </a:solidFill>
          <a:ln w="12700">
            <a:solidFill>
              <a:srgbClr val="EE65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ln w="12700">
                <a:solidFill>
                  <a:schemeClr val="bg2"/>
                </a:solidFill>
              </a:ln>
              <a:solidFill>
                <a:schemeClr val="accent2">
                  <a:lumMod val="50000"/>
                </a:schemeClr>
              </a:solidFill>
            </a:endParaRPr>
          </a:p>
        </p:txBody>
      </p:sp>
      <p:sp>
        <p:nvSpPr>
          <p:cNvPr id="106" name="TextBox 55">
            <a:extLst>
              <a:ext uri="{FF2B5EF4-FFF2-40B4-BE49-F238E27FC236}">
                <a16:creationId xmlns:a16="http://schemas.microsoft.com/office/drawing/2014/main" id="{5F86AB7B-FA8E-527D-1126-82FADD9765DE}"/>
              </a:ext>
            </a:extLst>
          </p:cNvPr>
          <p:cNvSpPr txBox="1"/>
          <p:nvPr/>
        </p:nvSpPr>
        <p:spPr bwMode="gray">
          <a:xfrm>
            <a:off x="8875280" y="5699517"/>
            <a:ext cx="368691" cy="138243"/>
          </a:xfrm>
          <a:prstGeom prst="rect">
            <a:avLst/>
          </a:prstGeom>
          <a:noFill/>
        </p:spPr>
        <p:txBody>
          <a:bodyPr wrap="none" lIns="0" tIns="0" rIns="0" bIns="0" rtlCol="0" anchor="t">
            <a:spAutoFit/>
          </a:bodyPr>
          <a:lstStyle/>
          <a:p>
            <a:pPr algn="ctr">
              <a:lnSpc>
                <a:spcPct val="140000"/>
              </a:lnSpc>
            </a:pPr>
            <a:r>
              <a:rPr lang="en-US" sz="700" b="1">
                <a:solidFill>
                  <a:srgbClr val="052EFC"/>
                </a:solidFill>
              </a:rPr>
              <a:t>CN NDA</a:t>
            </a:r>
          </a:p>
        </p:txBody>
      </p:sp>
      <p:sp>
        <p:nvSpPr>
          <p:cNvPr id="108" name="TextBox 56">
            <a:extLst>
              <a:ext uri="{FF2B5EF4-FFF2-40B4-BE49-F238E27FC236}">
                <a16:creationId xmlns:a16="http://schemas.microsoft.com/office/drawing/2014/main" id="{8470312D-DEA1-2887-D9CC-96D068E964B5}"/>
              </a:ext>
            </a:extLst>
          </p:cNvPr>
          <p:cNvSpPr txBox="1"/>
          <p:nvPr/>
        </p:nvSpPr>
        <p:spPr bwMode="gray">
          <a:xfrm>
            <a:off x="8852037" y="5307956"/>
            <a:ext cx="415178" cy="138243"/>
          </a:xfrm>
          <a:prstGeom prst="rect">
            <a:avLst/>
          </a:prstGeom>
          <a:noFill/>
        </p:spPr>
        <p:txBody>
          <a:bodyPr wrap="none" lIns="0" tIns="0" rIns="0" bIns="0" rtlCol="0" anchor="t">
            <a:spAutoFit/>
          </a:bodyPr>
          <a:lstStyle/>
          <a:p>
            <a:pPr algn="ctr">
              <a:lnSpc>
                <a:spcPct val="140000"/>
              </a:lnSpc>
            </a:pPr>
            <a:r>
              <a:rPr lang="en-US" sz="700" b="1">
                <a:solidFill>
                  <a:srgbClr val="052EFC"/>
                </a:solidFill>
              </a:rPr>
              <a:t>Dec 2027</a:t>
            </a:r>
          </a:p>
        </p:txBody>
      </p:sp>
      <p:grpSp>
        <p:nvGrpSpPr>
          <p:cNvPr id="109" name="Group 78">
            <a:extLst>
              <a:ext uri="{FF2B5EF4-FFF2-40B4-BE49-F238E27FC236}">
                <a16:creationId xmlns:a16="http://schemas.microsoft.com/office/drawing/2014/main" id="{EDEA0541-DA10-8735-7889-2A65B2A0BA2B}"/>
              </a:ext>
            </a:extLst>
          </p:cNvPr>
          <p:cNvGrpSpPr/>
          <p:nvPr/>
        </p:nvGrpSpPr>
        <p:grpSpPr>
          <a:xfrm>
            <a:off x="10934178" y="5302171"/>
            <a:ext cx="713337" cy="529188"/>
            <a:chOff x="9832018" y="4894914"/>
            <a:chExt cx="713337" cy="529188"/>
          </a:xfrm>
        </p:grpSpPr>
        <p:sp>
          <p:nvSpPr>
            <p:cNvPr id="110" name="TextBox 80">
              <a:extLst>
                <a:ext uri="{FF2B5EF4-FFF2-40B4-BE49-F238E27FC236}">
                  <a16:creationId xmlns:a16="http://schemas.microsoft.com/office/drawing/2014/main" id="{A938721B-7D7C-222F-C571-D4B643C56321}"/>
                </a:ext>
              </a:extLst>
            </p:cNvPr>
            <p:cNvSpPr txBox="1"/>
            <p:nvPr/>
          </p:nvSpPr>
          <p:spPr bwMode="gray">
            <a:xfrm>
              <a:off x="9874556" y="5285859"/>
              <a:ext cx="670055" cy="138243"/>
            </a:xfrm>
            <a:prstGeom prst="rect">
              <a:avLst/>
            </a:prstGeom>
            <a:noFill/>
          </p:spPr>
          <p:txBody>
            <a:bodyPr wrap="none" lIns="0" tIns="0" rIns="0" bIns="0" rtlCol="0">
              <a:spAutoFit/>
            </a:bodyPr>
            <a:lstStyle/>
            <a:p>
              <a:pPr algn="ctr">
                <a:lnSpc>
                  <a:spcPct val="140000"/>
                </a:lnSpc>
              </a:pPr>
              <a:r>
                <a:rPr lang="en-US" sz="700" b="1">
                  <a:solidFill>
                    <a:srgbClr val="052EFC"/>
                  </a:solidFill>
                </a:rPr>
                <a:t>China Approval</a:t>
              </a:r>
            </a:p>
          </p:txBody>
        </p:sp>
        <p:sp>
          <p:nvSpPr>
            <p:cNvPr id="111" name="TextBox 81">
              <a:extLst>
                <a:ext uri="{FF2B5EF4-FFF2-40B4-BE49-F238E27FC236}">
                  <a16:creationId xmlns:a16="http://schemas.microsoft.com/office/drawing/2014/main" id="{99CE4D90-BA78-44CF-8F5C-C7EFAB884E51}"/>
                </a:ext>
              </a:extLst>
            </p:cNvPr>
            <p:cNvSpPr txBox="1"/>
            <p:nvPr/>
          </p:nvSpPr>
          <p:spPr bwMode="gray">
            <a:xfrm>
              <a:off x="9832018" y="4894914"/>
              <a:ext cx="713337" cy="138243"/>
            </a:xfrm>
            <a:prstGeom prst="rect">
              <a:avLst/>
            </a:prstGeom>
            <a:noFill/>
          </p:spPr>
          <p:txBody>
            <a:bodyPr wrap="none" lIns="0" tIns="0" rIns="0" bIns="0" rtlCol="0" anchor="t">
              <a:spAutoFit/>
            </a:bodyPr>
            <a:lstStyle/>
            <a:p>
              <a:pPr algn="ctr">
                <a:lnSpc>
                  <a:spcPct val="140000"/>
                </a:lnSpc>
              </a:pPr>
              <a:r>
                <a:rPr lang="en-US" sz="700" b="1">
                  <a:solidFill>
                    <a:srgbClr val="052EFC"/>
                  </a:solidFill>
                </a:rPr>
                <a:t>Base: June 2029</a:t>
              </a:r>
            </a:p>
          </p:txBody>
        </p:sp>
      </p:grpSp>
      <p:pic>
        <p:nvPicPr>
          <p:cNvPr id="112" name="Graphic 7" descr="Flag with solid fill">
            <a:extLst>
              <a:ext uri="{FF2B5EF4-FFF2-40B4-BE49-F238E27FC236}">
                <a16:creationId xmlns:a16="http://schemas.microsoft.com/office/drawing/2014/main" id="{923FC242-EC78-B656-A93D-39EEBED6F82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141901" y="5503840"/>
            <a:ext cx="197742" cy="197742"/>
          </a:xfrm>
          <a:prstGeom prst="rect">
            <a:avLst/>
          </a:prstGeom>
        </p:spPr>
      </p:pic>
      <p:sp>
        <p:nvSpPr>
          <p:cNvPr id="2" name="OTLSHAPE_T_5a934a26f311425e8ebaa0f45e6533ad_Shape">
            <a:extLst>
              <a:ext uri="{FF2B5EF4-FFF2-40B4-BE49-F238E27FC236}">
                <a16:creationId xmlns:a16="http://schemas.microsoft.com/office/drawing/2014/main" id="{A8E58C9D-DEBA-8272-F08C-2A059267A693}"/>
              </a:ext>
            </a:extLst>
          </p:cNvPr>
          <p:cNvSpPr/>
          <p:nvPr/>
        </p:nvSpPr>
        <p:spPr bwMode="auto">
          <a:xfrm>
            <a:off x="8622044" y="3577608"/>
            <a:ext cx="466339" cy="223575"/>
          </a:xfrm>
          <a:prstGeom prst="roundRect">
            <a:avLst/>
          </a:prstGeom>
          <a:solidFill>
            <a:schemeClr val="accent1">
              <a:lumMod val="10000"/>
              <a:lumOff val="90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8990">
              <a:defRPr/>
            </a:pPr>
            <a:endParaRPr lang="en-US" altLang="zh-CN" sz="400" b="1">
              <a:solidFill>
                <a:schemeClr val="bg2"/>
              </a:solidFill>
              <a:latin typeface="+mn-ea"/>
              <a:cs typeface="Calibri" panose="020F0502020204030204" pitchFamily="34" charset="0"/>
            </a:endParaRPr>
          </a:p>
        </p:txBody>
      </p:sp>
      <p:sp>
        <p:nvSpPr>
          <p:cNvPr id="80" name="OTLSHAPE_T_5a934a26f311425e8ebaa0f45e6533ad_Shape">
            <a:extLst>
              <a:ext uri="{FF2B5EF4-FFF2-40B4-BE49-F238E27FC236}">
                <a16:creationId xmlns:a16="http://schemas.microsoft.com/office/drawing/2014/main" id="{3B42E955-A8B8-1F8A-72F9-6057C4379F73}"/>
              </a:ext>
            </a:extLst>
          </p:cNvPr>
          <p:cNvSpPr/>
          <p:nvPr/>
        </p:nvSpPr>
        <p:spPr bwMode="auto">
          <a:xfrm>
            <a:off x="8622044" y="4604168"/>
            <a:ext cx="466339" cy="223575"/>
          </a:xfrm>
          <a:prstGeom prst="roundRect">
            <a:avLst/>
          </a:prstGeom>
          <a:solidFill>
            <a:schemeClr val="accent1">
              <a:lumMod val="10000"/>
              <a:lumOff val="90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8990">
              <a:defRPr/>
            </a:pPr>
            <a:endParaRPr lang="en-US" altLang="zh-CN" sz="400" b="1">
              <a:solidFill>
                <a:schemeClr val="bg2"/>
              </a:solidFill>
              <a:latin typeface="+mn-ea"/>
              <a:cs typeface="Calibri" panose="020F0502020204030204" pitchFamily="34" charset="0"/>
            </a:endParaRPr>
          </a:p>
        </p:txBody>
      </p:sp>
      <p:sp>
        <p:nvSpPr>
          <p:cNvPr id="105" name="TextBox 48">
            <a:extLst>
              <a:ext uri="{FF2B5EF4-FFF2-40B4-BE49-F238E27FC236}">
                <a16:creationId xmlns:a16="http://schemas.microsoft.com/office/drawing/2014/main" id="{138A5045-DC5E-1257-5071-82714447C893}"/>
              </a:ext>
            </a:extLst>
          </p:cNvPr>
          <p:cNvSpPr txBox="1"/>
          <p:nvPr/>
        </p:nvSpPr>
        <p:spPr bwMode="gray">
          <a:xfrm>
            <a:off x="9259070" y="3630117"/>
            <a:ext cx="1594036" cy="138243"/>
          </a:xfrm>
          <a:prstGeom prst="rect">
            <a:avLst/>
          </a:prstGeom>
          <a:noFill/>
        </p:spPr>
        <p:txBody>
          <a:bodyPr wrap="square" lIns="0" tIns="0" rIns="0" bIns="0" rtlCol="0" anchor="t">
            <a:spAutoFit/>
          </a:bodyPr>
          <a:lstStyle/>
          <a:p>
            <a:pPr>
              <a:lnSpc>
                <a:spcPct val="140000"/>
              </a:lnSpc>
            </a:pPr>
            <a:r>
              <a:rPr lang="en-US" sz="700" b="1">
                <a:solidFill>
                  <a:srgbClr val="F75605"/>
                </a:solidFill>
              </a:rPr>
              <a:t>Jan 31, 2028, DBL-2 (adolescents)</a:t>
            </a:r>
            <a:endParaRPr lang="en-US" b="1">
              <a:solidFill>
                <a:srgbClr val="F75605"/>
              </a:solidFill>
            </a:endParaRPr>
          </a:p>
        </p:txBody>
      </p:sp>
      <p:pic>
        <p:nvPicPr>
          <p:cNvPr id="117" name="Graphic 116" descr="Lock with solid fill">
            <a:extLst>
              <a:ext uri="{FF2B5EF4-FFF2-40B4-BE49-F238E27FC236}">
                <a16:creationId xmlns:a16="http://schemas.microsoft.com/office/drawing/2014/main" id="{D131B3FA-66D5-D333-7EA5-103ED335426F}"/>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583236" y="3396096"/>
            <a:ext cx="205009" cy="205009"/>
          </a:xfrm>
          <a:prstGeom prst="rect">
            <a:avLst/>
          </a:prstGeom>
        </p:spPr>
      </p:pic>
      <p:pic>
        <p:nvPicPr>
          <p:cNvPr id="119" name="Graphic 118" descr="Lock with solid fill">
            <a:extLst>
              <a:ext uri="{FF2B5EF4-FFF2-40B4-BE49-F238E27FC236}">
                <a16:creationId xmlns:a16="http://schemas.microsoft.com/office/drawing/2014/main" id="{77875ECC-A55B-96C4-7339-8C2EA941E07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065472" y="3585077"/>
            <a:ext cx="205009" cy="205009"/>
          </a:xfrm>
          <a:prstGeom prst="rect">
            <a:avLst/>
          </a:prstGeom>
        </p:spPr>
      </p:pic>
      <p:sp>
        <p:nvSpPr>
          <p:cNvPr id="120" name="TextBox 119">
            <a:extLst>
              <a:ext uri="{FF2B5EF4-FFF2-40B4-BE49-F238E27FC236}">
                <a16:creationId xmlns:a16="http://schemas.microsoft.com/office/drawing/2014/main" id="{6A653F14-377B-8086-58CC-99BDCD81E735}"/>
              </a:ext>
            </a:extLst>
          </p:cNvPr>
          <p:cNvSpPr txBox="1"/>
          <p:nvPr/>
        </p:nvSpPr>
        <p:spPr bwMode="gray">
          <a:xfrm>
            <a:off x="8686040" y="4455537"/>
            <a:ext cx="1341773" cy="138243"/>
          </a:xfrm>
          <a:prstGeom prst="rect">
            <a:avLst/>
          </a:prstGeom>
          <a:noFill/>
        </p:spPr>
        <p:txBody>
          <a:bodyPr wrap="square" lIns="0" tIns="0" rIns="0" bIns="0" rtlCol="0" anchor="t">
            <a:spAutoFit/>
          </a:bodyPr>
          <a:lstStyle/>
          <a:p>
            <a:pPr algn="ctr">
              <a:lnSpc>
                <a:spcPct val="140000"/>
              </a:lnSpc>
            </a:pPr>
            <a:r>
              <a:rPr lang="en-US" sz="700" b="1">
                <a:solidFill>
                  <a:schemeClr val="bg2"/>
                </a:solidFill>
              </a:rPr>
              <a:t>20 Sep 2027, DBL1 (adults)</a:t>
            </a:r>
          </a:p>
        </p:txBody>
      </p:sp>
      <p:sp>
        <p:nvSpPr>
          <p:cNvPr id="121" name="TextBox 48">
            <a:extLst>
              <a:ext uri="{FF2B5EF4-FFF2-40B4-BE49-F238E27FC236}">
                <a16:creationId xmlns:a16="http://schemas.microsoft.com/office/drawing/2014/main" id="{D9CDCEDA-98D6-C2D2-B00A-7C50E40974C2}"/>
              </a:ext>
            </a:extLst>
          </p:cNvPr>
          <p:cNvSpPr txBox="1"/>
          <p:nvPr/>
        </p:nvSpPr>
        <p:spPr bwMode="gray">
          <a:xfrm>
            <a:off x="9258554" y="4672898"/>
            <a:ext cx="1594036" cy="138243"/>
          </a:xfrm>
          <a:prstGeom prst="rect">
            <a:avLst/>
          </a:prstGeom>
          <a:noFill/>
        </p:spPr>
        <p:txBody>
          <a:bodyPr wrap="square" lIns="0" tIns="0" rIns="0" bIns="0" rtlCol="0" anchor="t">
            <a:spAutoFit/>
          </a:bodyPr>
          <a:lstStyle/>
          <a:p>
            <a:pPr>
              <a:lnSpc>
                <a:spcPct val="140000"/>
              </a:lnSpc>
            </a:pPr>
            <a:r>
              <a:rPr lang="en-US" sz="700" b="1">
                <a:solidFill>
                  <a:srgbClr val="F75605"/>
                </a:solidFill>
              </a:rPr>
              <a:t>Jan 31, 2028, DBL-2 (adolescents)</a:t>
            </a:r>
            <a:endParaRPr lang="en-US" b="1">
              <a:solidFill>
                <a:srgbClr val="F75605"/>
              </a:solidFill>
            </a:endParaRPr>
          </a:p>
        </p:txBody>
      </p:sp>
      <p:pic>
        <p:nvPicPr>
          <p:cNvPr id="122" name="Graphic 121" descr="Lock with solid fill">
            <a:extLst>
              <a:ext uri="{FF2B5EF4-FFF2-40B4-BE49-F238E27FC236}">
                <a16:creationId xmlns:a16="http://schemas.microsoft.com/office/drawing/2014/main" id="{F5618ABA-666D-B87A-E2CB-958F07C967E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574827" y="4421459"/>
            <a:ext cx="205009" cy="205009"/>
          </a:xfrm>
          <a:prstGeom prst="rect">
            <a:avLst/>
          </a:prstGeom>
        </p:spPr>
      </p:pic>
      <p:pic>
        <p:nvPicPr>
          <p:cNvPr id="123" name="Graphic 122" descr="Lock with solid fill">
            <a:extLst>
              <a:ext uri="{FF2B5EF4-FFF2-40B4-BE49-F238E27FC236}">
                <a16:creationId xmlns:a16="http://schemas.microsoft.com/office/drawing/2014/main" id="{CB266329-744D-4B6E-4490-47235965E00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064956" y="4627858"/>
            <a:ext cx="205009" cy="205009"/>
          </a:xfrm>
          <a:prstGeom prst="rect">
            <a:avLst/>
          </a:prstGeom>
        </p:spPr>
      </p:pic>
      <p:sp>
        <p:nvSpPr>
          <p:cNvPr id="124" name="TextBox 53">
            <a:extLst>
              <a:ext uri="{FF2B5EF4-FFF2-40B4-BE49-F238E27FC236}">
                <a16:creationId xmlns:a16="http://schemas.microsoft.com/office/drawing/2014/main" id="{8A319625-9C3F-F66B-7D31-3C041788B043}"/>
              </a:ext>
            </a:extLst>
          </p:cNvPr>
          <p:cNvSpPr txBox="1"/>
          <p:nvPr/>
        </p:nvSpPr>
        <p:spPr bwMode="gray">
          <a:xfrm>
            <a:off x="779973" y="5525885"/>
            <a:ext cx="1347362" cy="618759"/>
          </a:xfrm>
          <a:prstGeom prst="rect">
            <a:avLst/>
          </a:prstGeom>
          <a:noFill/>
          <a:ln>
            <a:solidFill>
              <a:schemeClr val="accent5">
                <a:lumMod val="75000"/>
              </a:schemeClr>
            </a:solidFill>
            <a:prstDash val="dash"/>
          </a:ln>
        </p:spPr>
        <p:txBody>
          <a:bodyPr wrap="square" lIns="91440" tIns="45720" rIns="91440" bIns="4572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Aft>
                <a:spcPts val="300"/>
              </a:spcAft>
            </a:pPr>
            <a:r>
              <a:rPr lang="en-US" altLang="zh-CN" sz="900" b="1">
                <a:latin typeface="Arial"/>
                <a:ea typeface="微软雅黑"/>
                <a:cs typeface="Arial"/>
              </a:rPr>
              <a:t>CTP v2</a:t>
            </a:r>
          </a:p>
          <a:p>
            <a:pPr>
              <a:lnSpc>
                <a:spcPct val="120000"/>
              </a:lnSpc>
              <a:spcAft>
                <a:spcPts val="300"/>
              </a:spcAft>
            </a:pPr>
            <a:r>
              <a:rPr lang="en-US" altLang="zh-CN" sz="900" b="1">
                <a:latin typeface="Arial"/>
                <a:ea typeface="微软雅黑"/>
                <a:cs typeface="Arial"/>
              </a:rPr>
              <a:t>1755 (1680 adults + </a:t>
            </a:r>
            <a:r>
              <a:rPr lang="en-US" altLang="zh-CN" sz="900" b="1">
                <a:solidFill>
                  <a:srgbClr val="FF0000"/>
                </a:solidFill>
                <a:latin typeface="Arial"/>
                <a:ea typeface="微软雅黑"/>
                <a:cs typeface="Arial"/>
              </a:rPr>
              <a:t>75 adols</a:t>
            </a:r>
            <a:r>
              <a:rPr lang="en-US" altLang="zh-CN" sz="900" b="1">
                <a:latin typeface="Arial"/>
                <a:ea typeface="微软雅黑"/>
                <a:cs typeface="Arial"/>
              </a:rPr>
              <a:t>)</a:t>
            </a:r>
            <a:endParaRPr lang="zh-CN" altLang="en-US" sz="900">
              <a:latin typeface="Boehringer Forward Text"/>
              <a:ea typeface="微软雅黑"/>
              <a:cs typeface="Arial"/>
            </a:endParaRPr>
          </a:p>
        </p:txBody>
      </p:sp>
      <p:sp>
        <p:nvSpPr>
          <p:cNvPr id="125" name="TextBox 53">
            <a:extLst>
              <a:ext uri="{FF2B5EF4-FFF2-40B4-BE49-F238E27FC236}">
                <a16:creationId xmlns:a16="http://schemas.microsoft.com/office/drawing/2014/main" id="{9079AF3B-CC99-4531-D565-B395114561DE}"/>
              </a:ext>
            </a:extLst>
          </p:cNvPr>
          <p:cNvSpPr txBox="1"/>
          <p:nvPr/>
        </p:nvSpPr>
        <p:spPr bwMode="gray">
          <a:xfrm>
            <a:off x="2275462" y="5180714"/>
            <a:ext cx="1161155" cy="620968"/>
          </a:xfrm>
          <a:prstGeom prst="rect">
            <a:avLst/>
          </a:prstGeom>
          <a:noFill/>
          <a:ln>
            <a:solidFill>
              <a:schemeClr val="accent5">
                <a:lumMod val="75000"/>
              </a:schemeClr>
            </a:solidFill>
            <a:prstDash val="dash"/>
          </a:ln>
        </p:spPr>
        <p:txBody>
          <a:bodyPr wrap="square" lIns="91440" tIns="45720" rIns="91440" bIns="4572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Aft>
                <a:spcPts val="300"/>
              </a:spcAft>
            </a:pPr>
            <a:r>
              <a:rPr lang="en-US" altLang="zh-CN" sz="800" b="1">
                <a:latin typeface="Arial"/>
                <a:ea typeface="微软雅黑"/>
                <a:cs typeface="Arial"/>
              </a:rPr>
              <a:t>1680 adults</a:t>
            </a:r>
            <a:endParaRPr lang="zh-CN" altLang="en-US" sz="2000"/>
          </a:p>
          <a:p>
            <a:pPr marL="171450" indent="-171450">
              <a:lnSpc>
                <a:spcPct val="120000"/>
              </a:lnSpc>
              <a:spcAft>
                <a:spcPts val="300"/>
              </a:spcAft>
              <a:buFont typeface="Arial"/>
              <a:buChar char="•"/>
            </a:pPr>
            <a:r>
              <a:rPr lang="en-US" altLang="zh-CN" sz="800">
                <a:latin typeface="Arial"/>
                <a:ea typeface="微软雅黑"/>
                <a:cs typeface="Arial"/>
              </a:rPr>
              <a:t>1440</a:t>
            </a:r>
            <a:r>
              <a:rPr lang="zh-CN" altLang="en-US" sz="800">
                <a:latin typeface="Arial"/>
                <a:ea typeface="微软雅黑"/>
                <a:cs typeface="Arial"/>
              </a:rPr>
              <a:t> </a:t>
            </a:r>
            <a:r>
              <a:rPr lang="en-US" altLang="zh-CN" sz="800">
                <a:latin typeface="Arial"/>
                <a:ea typeface="微软雅黑"/>
                <a:cs typeface="Arial"/>
              </a:rPr>
              <a:t>NCFBE</a:t>
            </a:r>
          </a:p>
          <a:p>
            <a:pPr marL="171450" indent="-171450">
              <a:lnSpc>
                <a:spcPct val="120000"/>
              </a:lnSpc>
              <a:spcAft>
                <a:spcPts val="300"/>
              </a:spcAft>
              <a:buFont typeface="Arial"/>
              <a:buChar char="•"/>
            </a:pPr>
            <a:r>
              <a:rPr lang="en-US" altLang="zh-CN" sz="800">
                <a:latin typeface="Arial"/>
                <a:ea typeface="微软雅黑"/>
                <a:cs typeface="Arial"/>
              </a:rPr>
              <a:t>240</a:t>
            </a:r>
            <a:r>
              <a:rPr lang="zh-CN" altLang="en-US" sz="800">
                <a:latin typeface="Arial"/>
                <a:ea typeface="微软雅黑"/>
                <a:cs typeface="Arial"/>
              </a:rPr>
              <a:t> </a:t>
            </a:r>
            <a:r>
              <a:rPr lang="en-US" altLang="zh-CN" sz="800">
                <a:latin typeface="Arial"/>
                <a:ea typeface="微软雅黑"/>
                <a:cs typeface="Arial"/>
              </a:rPr>
              <a:t>CFBE</a:t>
            </a:r>
            <a:endParaRPr lang="zh-CN" altLang="en-US" sz="800">
              <a:latin typeface="Arial"/>
              <a:ea typeface="微软雅黑"/>
              <a:cs typeface="Arial"/>
            </a:endParaRPr>
          </a:p>
        </p:txBody>
      </p:sp>
      <p:sp>
        <p:nvSpPr>
          <p:cNvPr id="126" name="TextBox 53">
            <a:extLst>
              <a:ext uri="{FF2B5EF4-FFF2-40B4-BE49-F238E27FC236}">
                <a16:creationId xmlns:a16="http://schemas.microsoft.com/office/drawing/2014/main" id="{CF6A9BF4-BDD3-E8DB-F180-5997A6BD68C9}"/>
              </a:ext>
            </a:extLst>
          </p:cNvPr>
          <p:cNvSpPr txBox="1"/>
          <p:nvPr/>
        </p:nvSpPr>
        <p:spPr bwMode="gray">
          <a:xfrm>
            <a:off x="2291381" y="5933005"/>
            <a:ext cx="1157256" cy="601831"/>
          </a:xfrm>
          <a:prstGeom prst="rect">
            <a:avLst/>
          </a:prstGeom>
          <a:noFill/>
          <a:ln>
            <a:solidFill>
              <a:schemeClr val="accent5">
                <a:lumMod val="75000"/>
              </a:schemeClr>
            </a:solidFill>
            <a:prstDash val="dash"/>
          </a:ln>
        </p:spPr>
        <p:txBody>
          <a:bodyPr wrap="square" lIns="91440" tIns="45720" rIns="91440" bIns="4572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Aft>
                <a:spcPts val="300"/>
              </a:spcAft>
            </a:pPr>
            <a:r>
              <a:rPr lang="zh-CN" altLang="en-US" sz="800" b="1">
                <a:solidFill>
                  <a:srgbClr val="FF0000"/>
                </a:solidFill>
                <a:latin typeface="Arial"/>
                <a:ea typeface="微软雅黑"/>
                <a:cs typeface="Arial"/>
              </a:rPr>
              <a:t>75 adolescents </a:t>
            </a:r>
            <a:endParaRPr lang="zh-CN" sz="2000">
              <a:solidFill>
                <a:srgbClr val="FF0000"/>
              </a:solidFill>
            </a:endParaRPr>
          </a:p>
          <a:p>
            <a:pPr marL="171450" indent="-171450">
              <a:lnSpc>
                <a:spcPct val="120000"/>
              </a:lnSpc>
              <a:spcAft>
                <a:spcPts val="300"/>
              </a:spcAft>
              <a:buFont typeface="Arial"/>
              <a:buChar char="•"/>
            </a:pPr>
            <a:r>
              <a:rPr lang="zh-CN" altLang="en-US" sz="800">
                <a:latin typeface="Arial"/>
                <a:ea typeface="微软雅黑"/>
                <a:cs typeface="Arial"/>
              </a:rPr>
              <a:t>≥70% NCFBE</a:t>
            </a:r>
          </a:p>
          <a:p>
            <a:pPr marL="171450" indent="-171450">
              <a:lnSpc>
                <a:spcPct val="120000"/>
              </a:lnSpc>
              <a:spcAft>
                <a:spcPts val="300"/>
              </a:spcAft>
              <a:buFont typeface="Arial"/>
              <a:buChar char="•"/>
            </a:pPr>
            <a:r>
              <a:rPr lang="zh-CN" altLang="en-US" sz="800">
                <a:latin typeface="Arial"/>
                <a:ea typeface="微软雅黑"/>
                <a:cs typeface="Arial"/>
              </a:rPr>
              <a:t>≤30%CFBE</a:t>
            </a:r>
            <a:endParaRPr lang="zh-CN" sz="2000"/>
          </a:p>
        </p:txBody>
      </p:sp>
      <p:cxnSp>
        <p:nvCxnSpPr>
          <p:cNvPr id="127" name="直接箭头连接符 38">
            <a:extLst>
              <a:ext uri="{FF2B5EF4-FFF2-40B4-BE49-F238E27FC236}">
                <a16:creationId xmlns:a16="http://schemas.microsoft.com/office/drawing/2014/main" id="{77F797B0-8BF5-AFFB-6E50-F55A39FEEF64}"/>
              </a:ext>
            </a:extLst>
          </p:cNvPr>
          <p:cNvCxnSpPr>
            <a:cxnSpLocks/>
            <a:stCxn id="124" idx="3"/>
            <a:endCxn id="125" idx="1"/>
          </p:cNvCxnSpPr>
          <p:nvPr/>
        </p:nvCxnSpPr>
        <p:spPr bwMode="gray">
          <a:xfrm flipV="1">
            <a:off x="2127335" y="5491198"/>
            <a:ext cx="148127" cy="344067"/>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8" name="直接箭头连接符 39">
            <a:extLst>
              <a:ext uri="{FF2B5EF4-FFF2-40B4-BE49-F238E27FC236}">
                <a16:creationId xmlns:a16="http://schemas.microsoft.com/office/drawing/2014/main" id="{AEC6BCF8-FBC8-3ADB-3406-4CBFAF62FE79}"/>
              </a:ext>
            </a:extLst>
          </p:cNvPr>
          <p:cNvCxnSpPr>
            <a:cxnSpLocks/>
            <a:stCxn id="124" idx="3"/>
            <a:endCxn id="126" idx="1"/>
          </p:cNvCxnSpPr>
          <p:nvPr/>
        </p:nvCxnSpPr>
        <p:spPr bwMode="gray">
          <a:xfrm>
            <a:off x="2127335" y="5835265"/>
            <a:ext cx="164046" cy="398656"/>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53">
            <a:extLst>
              <a:ext uri="{FF2B5EF4-FFF2-40B4-BE49-F238E27FC236}">
                <a16:creationId xmlns:a16="http://schemas.microsoft.com/office/drawing/2014/main" id="{F93BE153-BC94-4B87-709D-4024C3C860D4}"/>
              </a:ext>
            </a:extLst>
          </p:cNvPr>
          <p:cNvSpPr txBox="1"/>
          <p:nvPr/>
        </p:nvSpPr>
        <p:spPr bwMode="gray">
          <a:xfrm>
            <a:off x="3738909" y="5892041"/>
            <a:ext cx="1792685" cy="452560"/>
          </a:xfrm>
          <a:prstGeom prst="rect">
            <a:avLst/>
          </a:prstGeom>
          <a:solidFill>
            <a:schemeClr val="tx2"/>
          </a:solidFill>
          <a:ln>
            <a:solidFill>
              <a:schemeClr val="accent5">
                <a:lumMod val="75000"/>
              </a:schemeClr>
            </a:solidFill>
            <a:prstDash val="dash"/>
          </a:ln>
        </p:spPr>
        <p:txBody>
          <a:bodyPr wrap="square" lIns="91440" tIns="45720" rIns="91440" bIns="4572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Aft>
                <a:spcPts val="300"/>
              </a:spcAft>
            </a:pPr>
            <a:r>
              <a:rPr lang="en-US" altLang="zh-CN" sz="900" b="1">
                <a:latin typeface="Arial"/>
                <a:ea typeface="微软雅黑"/>
                <a:cs typeface="Arial"/>
              </a:rPr>
              <a:t>CTP v3 – Mid Apr 2026</a:t>
            </a:r>
          </a:p>
          <a:p>
            <a:pPr>
              <a:lnSpc>
                <a:spcPct val="120000"/>
              </a:lnSpc>
              <a:spcAft>
                <a:spcPts val="300"/>
              </a:spcAft>
            </a:pPr>
            <a:r>
              <a:rPr lang="en-US" altLang="zh-CN" sz="900" b="1">
                <a:latin typeface="Arial"/>
                <a:ea typeface="微软雅黑"/>
                <a:cs typeface="Arial"/>
              </a:rPr>
              <a:t>DBL Timing - Flexibility</a:t>
            </a:r>
            <a:endParaRPr lang="zh-CN" altLang="en-US"/>
          </a:p>
        </p:txBody>
      </p:sp>
    </p:spTree>
    <p:extLst>
      <p:ext uri="{BB962C8B-B14F-4D97-AF65-F5344CB8AC3E}">
        <p14:creationId xmlns:p14="http://schemas.microsoft.com/office/powerpoint/2010/main" val="2847585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9FA9E1-F71D-AC64-15F4-19A728463608}"/>
            </a:ext>
          </a:extLst>
        </p:cNvPr>
        <p:cNvGrpSpPr/>
        <p:nvPr/>
      </p:nvGrpSpPr>
      <p:grpSpPr>
        <a:xfrm>
          <a:off x="0" y="0"/>
          <a:ext cx="0" cy="0"/>
          <a:chOff x="0" y="0"/>
          <a:chExt cx="0" cy="0"/>
        </a:xfrm>
      </p:grpSpPr>
      <p:graphicFrame>
        <p:nvGraphicFramePr>
          <p:cNvPr id="3" name="图表 2">
            <a:extLst>
              <a:ext uri="{FF2B5EF4-FFF2-40B4-BE49-F238E27FC236}">
                <a16:creationId xmlns:a16="http://schemas.microsoft.com/office/drawing/2014/main" id="{73F870E8-177C-1FA4-F15B-95BCC2E60E8B}"/>
              </a:ext>
            </a:extLst>
          </p:cNvPr>
          <p:cNvGraphicFramePr>
            <a:graphicFrameLocks/>
          </p:cNvGraphicFramePr>
          <p:nvPr>
            <p:extLst>
              <p:ext uri="{D42A27DB-BD31-4B8C-83A1-F6EECF244321}">
                <p14:modId xmlns:p14="http://schemas.microsoft.com/office/powerpoint/2010/main" val="630642839"/>
              </p:ext>
            </p:extLst>
          </p:nvPr>
        </p:nvGraphicFramePr>
        <p:xfrm>
          <a:off x="24150" y="845820"/>
          <a:ext cx="11714326" cy="5412447"/>
        </p:xfrm>
        <a:graphic>
          <a:graphicData uri="http://schemas.openxmlformats.org/drawingml/2006/chart">
            <c:chart xmlns:c="http://schemas.openxmlformats.org/drawingml/2006/chart" xmlns:r="http://schemas.openxmlformats.org/officeDocument/2006/relationships" r:id="rId3"/>
          </a:graphicData>
        </a:graphic>
      </p:graphicFrame>
      <p:sp>
        <p:nvSpPr>
          <p:cNvPr id="2" name="Title 1">
            <a:extLst>
              <a:ext uri="{FF2B5EF4-FFF2-40B4-BE49-F238E27FC236}">
                <a16:creationId xmlns:a16="http://schemas.microsoft.com/office/drawing/2014/main" id="{00F40C0C-7B70-0D56-73C5-D4DD5CF1A6BF}"/>
              </a:ext>
            </a:extLst>
          </p:cNvPr>
          <p:cNvSpPr>
            <a:spLocks noGrp="1"/>
          </p:cNvSpPr>
          <p:nvPr>
            <p:ph type="title"/>
          </p:nvPr>
        </p:nvSpPr>
        <p:spPr>
          <a:xfrm>
            <a:off x="264738" y="323164"/>
            <a:ext cx="11233151" cy="720000"/>
          </a:xfrm>
        </p:spPr>
        <p:txBody>
          <a:bodyPr/>
          <a:lstStyle/>
          <a:p>
            <a:r>
              <a:rPr lang="en-US" altLang="zh-CN"/>
              <a:t>Global Recruitment (by Apr 20</a:t>
            </a:r>
            <a:r>
              <a:rPr lang="en-US" altLang="zh-CN" baseline="30000"/>
              <a:t>th</a:t>
            </a:r>
            <a:r>
              <a:rPr lang="en-US" altLang="zh-CN"/>
              <a:t>, 2026)</a:t>
            </a:r>
            <a:endParaRPr lang="zh-CN" altLang="en-US"/>
          </a:p>
        </p:txBody>
      </p:sp>
      <p:sp>
        <p:nvSpPr>
          <p:cNvPr id="8" name="Rectangle 5">
            <a:extLst>
              <a:ext uri="{FF2B5EF4-FFF2-40B4-BE49-F238E27FC236}">
                <a16:creationId xmlns:a16="http://schemas.microsoft.com/office/drawing/2014/main" id="{E6C667B6-3D15-9057-A160-222C0E02D955}"/>
              </a:ext>
            </a:extLst>
          </p:cNvPr>
          <p:cNvSpPr/>
          <p:nvPr/>
        </p:nvSpPr>
        <p:spPr>
          <a:xfrm>
            <a:off x="1717204" y="1161188"/>
            <a:ext cx="2376264" cy="1203759"/>
          </a:xfrm>
          <a:prstGeom prst="rect">
            <a:avLst/>
          </a:prstGeom>
          <a:solidFill>
            <a:schemeClr val="accent4">
              <a:lumMod val="20000"/>
              <a:lumOff val="80000"/>
            </a:schemeClr>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38619" tIns="38619" rIns="38619" bIns="38619"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49045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Boehringer Forward Text"/>
                <a:ea typeface="+mn-ea"/>
                <a:cs typeface="+mn-cs"/>
              </a:rPr>
              <a:t>Cut-off date: 20</a:t>
            </a:r>
            <a:r>
              <a:rPr lang="en-US" sz="1000">
                <a:solidFill>
                  <a:srgbClr val="000000"/>
                </a:solidFill>
                <a:latin typeface="Boehringer Forward Text"/>
              </a:rPr>
              <a:t>-Apr-2026</a:t>
            </a:r>
            <a:endParaRPr kumimoji="0" lang="en-US" sz="1000" b="0" i="0" u="none" strike="noStrike" kern="1200" cap="none" spc="0" normalizeH="0" baseline="0" noProof="0">
              <a:ln>
                <a:noFill/>
              </a:ln>
              <a:solidFill>
                <a:srgbClr val="000000"/>
              </a:solidFill>
              <a:effectLst/>
              <a:uLnTx/>
              <a:uFillTx/>
              <a:latin typeface="Boehringer Forward Text"/>
              <a:ea typeface="+mn-ea"/>
              <a:cs typeface="+mn-cs"/>
            </a:endParaRPr>
          </a:p>
          <a:p>
            <a:pPr marL="0" marR="0" lvl="0" indent="0" algn="l" defTabSz="49045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Boehringer Forward Text"/>
                <a:ea typeface="+mn-ea"/>
                <a:cs typeface="+mn-cs"/>
              </a:rPr>
              <a:t>Total Screened = </a:t>
            </a:r>
            <a:r>
              <a:rPr lang="en-US" sz="1000">
                <a:solidFill>
                  <a:srgbClr val="000000"/>
                </a:solidFill>
                <a:latin typeface="Boehringer Forward Text"/>
              </a:rPr>
              <a:t>2243</a:t>
            </a:r>
            <a:endParaRPr lang="en-US" sz="1000" b="0" i="0" u="none" strike="noStrike" kern="1200" cap="none" spc="0" normalizeH="0" baseline="0" noProof="0">
              <a:ln>
                <a:noFill/>
              </a:ln>
              <a:solidFill>
                <a:srgbClr val="000000"/>
              </a:solidFill>
              <a:effectLst/>
              <a:uLnTx/>
              <a:uFillTx/>
              <a:latin typeface="Boehringer Forward Text"/>
            </a:endParaRPr>
          </a:p>
          <a:p>
            <a:pPr defTabSz="490450">
              <a:defRPr/>
            </a:pPr>
            <a:r>
              <a:rPr lang="en-US" sz="1000">
                <a:solidFill>
                  <a:srgbClr val="000000"/>
                </a:solidFill>
                <a:latin typeface="Boehringer Forward Text"/>
              </a:rPr>
              <a:t>Patient in Screening= </a:t>
            </a:r>
            <a:r>
              <a:rPr lang="en-US" sz="1000" b="1">
                <a:solidFill>
                  <a:srgbClr val="000000"/>
                </a:solidFill>
                <a:latin typeface="Boehringer Forward Text"/>
              </a:rPr>
              <a:t>407</a:t>
            </a:r>
          </a:p>
          <a:p>
            <a:pPr defTabSz="490450">
              <a:defRPr/>
            </a:pPr>
            <a:r>
              <a:rPr kumimoji="0" lang="en-US" sz="1000" b="1" i="0" u="none" strike="noStrike" kern="1200" cap="none" spc="0" normalizeH="0" baseline="0" noProof="0">
                <a:ln>
                  <a:noFill/>
                </a:ln>
                <a:solidFill>
                  <a:srgbClr val="FF0000"/>
                </a:solidFill>
                <a:effectLst/>
                <a:uLnTx/>
                <a:uFillTx/>
                <a:latin typeface="Boehringer Forward Text"/>
                <a:ea typeface="+mn-ea"/>
                <a:cs typeface="+mn-cs"/>
              </a:rPr>
              <a:t>Total Randomized =  </a:t>
            </a:r>
            <a:r>
              <a:rPr lang="en-US" sz="1000" b="1">
                <a:solidFill>
                  <a:srgbClr val="FF0000"/>
                </a:solidFill>
                <a:latin typeface="Boehringer Forward Text"/>
              </a:rPr>
              <a:t>1558 </a:t>
            </a:r>
          </a:p>
          <a:p>
            <a:pPr defTabSz="490450">
              <a:defRPr/>
            </a:pPr>
            <a:r>
              <a:rPr kumimoji="0" lang="en-US" altLang="zh-CN" sz="1000" b="0" i="0" u="none" strike="noStrike" kern="1200" cap="none" spc="0" normalizeH="0" baseline="0" noProof="0">
                <a:ln>
                  <a:noFill/>
                </a:ln>
                <a:solidFill>
                  <a:srgbClr val="000000"/>
                </a:solidFill>
                <a:effectLst/>
                <a:uLnTx/>
                <a:uFillTx/>
                <a:latin typeface="Boehringer Forward Text"/>
                <a:ea typeface="+mn-ea"/>
                <a:cs typeface="+mn-cs"/>
              </a:rPr>
              <a:t>Total Screen failure =  </a:t>
            </a:r>
            <a:r>
              <a:rPr lang="en-US" altLang="zh-CN" sz="1000">
                <a:solidFill>
                  <a:srgbClr val="000000"/>
                </a:solidFill>
                <a:latin typeface="Boehringer Forward Text"/>
              </a:rPr>
              <a:t>335</a:t>
            </a:r>
            <a:endParaRPr lang="en-US" altLang="zh-CN" sz="1000" b="0" i="0" u="none" strike="noStrike" kern="1200" cap="none" spc="0" normalizeH="0" baseline="0" noProof="0">
              <a:ln>
                <a:noFill/>
              </a:ln>
              <a:solidFill>
                <a:srgbClr val="000000"/>
              </a:solidFill>
              <a:effectLst/>
              <a:uLnTx/>
              <a:uFillTx/>
              <a:latin typeface="Boehringer Forward Text"/>
            </a:endParaRPr>
          </a:p>
          <a:p>
            <a:pPr marL="0" marR="0" lvl="0" indent="0" algn="l" defTabSz="49045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0000"/>
                </a:solidFill>
                <a:effectLst/>
                <a:uLnTx/>
                <a:uFillTx/>
                <a:latin typeface="Boehringer Forward Text"/>
                <a:ea typeface="+mn-ea"/>
                <a:cs typeface="+mn-cs"/>
              </a:rPr>
              <a:t>Screen failure rate = </a:t>
            </a:r>
            <a:r>
              <a:rPr lang="en-US" altLang="zh-CN" sz="1000">
                <a:solidFill>
                  <a:srgbClr val="000000"/>
                </a:solidFill>
                <a:latin typeface="Boehringer Forward Text"/>
              </a:rPr>
              <a:t>15%</a:t>
            </a:r>
            <a:endParaRPr lang="en-US" altLang="zh-CN" sz="1000" b="0" i="0" u="none" strike="noStrike" kern="1200" cap="none" spc="0" normalizeH="0" baseline="0" noProof="0">
              <a:ln>
                <a:noFill/>
              </a:ln>
              <a:solidFill>
                <a:srgbClr val="000000"/>
              </a:solidFill>
              <a:effectLst/>
              <a:uLnTx/>
              <a:uFillTx/>
              <a:latin typeface="Boehringer Forward Text"/>
            </a:endParaRPr>
          </a:p>
        </p:txBody>
      </p:sp>
      <p:sp>
        <p:nvSpPr>
          <p:cNvPr id="4" name="矩形 2">
            <a:extLst>
              <a:ext uri="{FF2B5EF4-FFF2-40B4-BE49-F238E27FC236}">
                <a16:creationId xmlns:a16="http://schemas.microsoft.com/office/drawing/2014/main" id="{3C264224-A313-9FA0-74E7-CAAE8EA0F20D}"/>
              </a:ext>
            </a:extLst>
          </p:cNvPr>
          <p:cNvSpPr/>
          <p:nvPr/>
        </p:nvSpPr>
        <p:spPr bwMode="gray">
          <a:xfrm>
            <a:off x="8747225" y="4592989"/>
            <a:ext cx="697699" cy="1229715"/>
          </a:xfrm>
          <a:prstGeom prst="rect">
            <a:avLst/>
          </a:prstGeom>
          <a:noFill/>
          <a:ln w="28575">
            <a:solidFill>
              <a:srgbClr val="F7560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graphicFrame>
        <p:nvGraphicFramePr>
          <p:cNvPr id="5" name="Diagram 4">
            <a:extLst>
              <a:ext uri="{FF2B5EF4-FFF2-40B4-BE49-F238E27FC236}">
                <a16:creationId xmlns:a16="http://schemas.microsoft.com/office/drawing/2014/main" id="{29B3D64B-30AD-54DF-2B1E-931686BCF998}"/>
              </a:ext>
            </a:extLst>
          </p:cNvPr>
          <p:cNvGraphicFramePr/>
          <p:nvPr>
            <p:extLst>
              <p:ext uri="{D42A27DB-BD31-4B8C-83A1-F6EECF244321}">
                <p14:modId xmlns:p14="http://schemas.microsoft.com/office/powerpoint/2010/main" val="4052226730"/>
              </p:ext>
            </p:extLst>
          </p:nvPr>
        </p:nvGraphicFramePr>
        <p:xfrm>
          <a:off x="6299200" y="167513"/>
          <a:ext cx="3155620" cy="83832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6" name="Diagram 5">
            <a:extLst>
              <a:ext uri="{FF2B5EF4-FFF2-40B4-BE49-F238E27FC236}">
                <a16:creationId xmlns:a16="http://schemas.microsoft.com/office/drawing/2014/main" id="{40D72364-826C-0DE8-183E-D78F8890AD8F}"/>
              </a:ext>
            </a:extLst>
          </p:cNvPr>
          <p:cNvGraphicFramePr/>
          <p:nvPr>
            <p:extLst>
              <p:ext uri="{D42A27DB-BD31-4B8C-83A1-F6EECF244321}">
                <p14:modId xmlns:p14="http://schemas.microsoft.com/office/powerpoint/2010/main" val="288311293"/>
              </p:ext>
            </p:extLst>
          </p:nvPr>
        </p:nvGraphicFramePr>
        <p:xfrm>
          <a:off x="9444924" y="167513"/>
          <a:ext cx="2479232" cy="838944"/>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
        <p:nvSpPr>
          <p:cNvPr id="44" name="矩形: 圆角 43">
            <a:extLst>
              <a:ext uri="{FF2B5EF4-FFF2-40B4-BE49-F238E27FC236}">
                <a16:creationId xmlns:a16="http://schemas.microsoft.com/office/drawing/2014/main" id="{BE1FC89B-B160-6714-397B-7CA084030159}"/>
              </a:ext>
            </a:extLst>
          </p:cNvPr>
          <p:cNvSpPr/>
          <p:nvPr/>
        </p:nvSpPr>
        <p:spPr bwMode="gray">
          <a:xfrm>
            <a:off x="1717675" y="2741998"/>
            <a:ext cx="3311524" cy="684212"/>
          </a:xfrm>
          <a:prstGeom prst="roundRect">
            <a:avLst/>
          </a:prstGeom>
          <a:solidFill>
            <a:schemeClr val="accent2">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zh-CN" altLang="en-US" sz="1600" b="1">
                <a:solidFill>
                  <a:schemeClr val="tx1"/>
                </a:solidFill>
              </a:rPr>
              <a:t>11 </a:t>
            </a:r>
            <a:r>
              <a:rPr lang="zh-CN" altLang="en-US" sz="1600">
                <a:solidFill>
                  <a:srgbClr val="7030A0"/>
                </a:solidFill>
              </a:rPr>
              <a:t>adolescent </a:t>
            </a:r>
            <a:r>
              <a:rPr lang="zh-CN" altLang="en-US" sz="1600">
                <a:solidFill>
                  <a:schemeClr val="tx1"/>
                </a:solidFill>
              </a:rPr>
              <a:t>patients were screened, </a:t>
            </a:r>
            <a:r>
              <a:rPr lang="zh-CN" altLang="en-US" sz="1600" b="1">
                <a:solidFill>
                  <a:schemeClr val="tx1"/>
                </a:solidFill>
              </a:rPr>
              <a:t>2</a:t>
            </a:r>
            <a:r>
              <a:rPr lang="zh-CN" altLang="en-US" sz="1600">
                <a:solidFill>
                  <a:schemeClr val="tx1"/>
                </a:solidFill>
              </a:rPr>
              <a:t> were randomized</a:t>
            </a:r>
          </a:p>
        </p:txBody>
      </p:sp>
    </p:spTree>
    <p:extLst>
      <p:ext uri="{BB962C8B-B14F-4D97-AF65-F5344CB8AC3E}">
        <p14:creationId xmlns:p14="http://schemas.microsoft.com/office/powerpoint/2010/main" val="36389529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AB975C-D66E-0229-29F3-3313C50F12CA}"/>
            </a:ext>
          </a:extLst>
        </p:cNvPr>
        <p:cNvGrpSpPr/>
        <p:nvPr/>
      </p:nvGrpSpPr>
      <p:grpSpPr>
        <a:xfrm>
          <a:off x="0" y="0"/>
          <a:ext cx="0" cy="0"/>
          <a:chOff x="0" y="0"/>
          <a:chExt cx="0" cy="0"/>
        </a:xfrm>
      </p:grpSpPr>
      <p:graphicFrame>
        <p:nvGraphicFramePr>
          <p:cNvPr id="4" name="Chart 2">
            <a:extLst>
              <a:ext uri="{FF2B5EF4-FFF2-40B4-BE49-F238E27FC236}">
                <a16:creationId xmlns:a16="http://schemas.microsoft.com/office/drawing/2014/main" id="{DA42C4B2-3B35-DCEC-90B0-D50468781224}"/>
              </a:ext>
            </a:extLst>
          </p:cNvPr>
          <p:cNvGraphicFramePr>
            <a:graphicFrameLocks/>
          </p:cNvGraphicFramePr>
          <p:nvPr>
            <p:extLst>
              <p:ext uri="{D42A27DB-BD31-4B8C-83A1-F6EECF244321}">
                <p14:modId xmlns:p14="http://schemas.microsoft.com/office/powerpoint/2010/main" val="2840429955"/>
              </p:ext>
            </p:extLst>
          </p:nvPr>
        </p:nvGraphicFramePr>
        <p:xfrm>
          <a:off x="410308" y="697276"/>
          <a:ext cx="11621654" cy="5826840"/>
        </p:xfrm>
        <a:graphic>
          <a:graphicData uri="http://schemas.openxmlformats.org/drawingml/2006/chart">
            <c:chart xmlns:c="http://schemas.openxmlformats.org/drawingml/2006/chart" xmlns:r="http://schemas.openxmlformats.org/officeDocument/2006/relationships" r:id="rId2"/>
          </a:graphicData>
        </a:graphic>
      </p:graphicFrame>
      <p:sp>
        <p:nvSpPr>
          <p:cNvPr id="2" name="Title 1">
            <a:extLst>
              <a:ext uri="{FF2B5EF4-FFF2-40B4-BE49-F238E27FC236}">
                <a16:creationId xmlns:a16="http://schemas.microsoft.com/office/drawing/2014/main" id="{FFD7E115-9C67-F01E-9A88-4BEA03C2F33C}"/>
              </a:ext>
            </a:extLst>
          </p:cNvPr>
          <p:cNvSpPr>
            <a:spLocks noGrp="1"/>
          </p:cNvSpPr>
          <p:nvPr>
            <p:ph type="title"/>
          </p:nvPr>
        </p:nvSpPr>
        <p:spPr>
          <a:xfrm>
            <a:off x="264738" y="323164"/>
            <a:ext cx="11233151" cy="720000"/>
          </a:xfrm>
        </p:spPr>
        <p:txBody>
          <a:bodyPr/>
          <a:lstStyle/>
          <a:p>
            <a:r>
              <a:rPr lang="en-US" altLang="zh-CN"/>
              <a:t>Local Recruitment (by Apr 20</a:t>
            </a:r>
            <a:r>
              <a:rPr lang="en-US" altLang="zh-CN" baseline="30000"/>
              <a:t>th</a:t>
            </a:r>
            <a:r>
              <a:rPr lang="en-US" altLang="zh-CN"/>
              <a:t>, 2026)</a:t>
            </a:r>
            <a:endParaRPr lang="zh-CN" altLang="en-US"/>
          </a:p>
        </p:txBody>
      </p:sp>
      <p:sp>
        <p:nvSpPr>
          <p:cNvPr id="8" name="Rectangle 5">
            <a:extLst>
              <a:ext uri="{FF2B5EF4-FFF2-40B4-BE49-F238E27FC236}">
                <a16:creationId xmlns:a16="http://schemas.microsoft.com/office/drawing/2014/main" id="{02068A3E-D4B3-4B45-95C0-8C42D8E0B033}"/>
              </a:ext>
            </a:extLst>
          </p:cNvPr>
          <p:cNvSpPr/>
          <p:nvPr/>
        </p:nvSpPr>
        <p:spPr>
          <a:xfrm>
            <a:off x="1939472" y="1337481"/>
            <a:ext cx="2376264" cy="1286138"/>
          </a:xfrm>
          <a:prstGeom prst="rect">
            <a:avLst/>
          </a:prstGeom>
          <a:solidFill>
            <a:schemeClr val="accent4">
              <a:lumMod val="20000"/>
              <a:lumOff val="80000"/>
            </a:schemeClr>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38619" tIns="38619" rIns="38619" bIns="38619"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lvl="0" defTabSz="490450">
              <a:defRPr/>
            </a:pPr>
            <a:r>
              <a:rPr kumimoji="0" lang="en-US" sz="1000" b="0" i="0" u="none" strike="noStrike" kern="1200" cap="none" spc="0" normalizeH="0" baseline="0" noProof="0">
                <a:ln>
                  <a:noFill/>
                </a:ln>
                <a:solidFill>
                  <a:srgbClr val="000000"/>
                </a:solidFill>
                <a:effectLst/>
                <a:uLnTx/>
                <a:uFillTx/>
                <a:latin typeface="Boehringer Forward Text"/>
                <a:ea typeface="+mn-ea"/>
                <a:cs typeface="+mn-cs"/>
              </a:rPr>
              <a:t>Cut-off date: 20</a:t>
            </a:r>
            <a:r>
              <a:rPr lang="en-US" altLang="zh-CN" sz="1000">
                <a:solidFill>
                  <a:srgbClr val="000000"/>
                </a:solidFill>
              </a:rPr>
              <a:t>-Apr-2026</a:t>
            </a:r>
            <a:endParaRPr kumimoji="0" lang="en-US" sz="1000" b="0" i="0" u="none" strike="noStrike" kern="1200" cap="none" spc="0" normalizeH="0" baseline="0" noProof="0">
              <a:ln>
                <a:noFill/>
              </a:ln>
              <a:solidFill>
                <a:srgbClr val="000000"/>
              </a:solidFill>
              <a:effectLst/>
              <a:uLnTx/>
              <a:uFillTx/>
              <a:latin typeface="Boehringer Forward Text"/>
              <a:ea typeface="+mn-ea"/>
              <a:cs typeface="+mn-cs"/>
            </a:endParaRPr>
          </a:p>
          <a:p>
            <a:pPr marL="0" marR="0" lvl="0" indent="0" algn="l" defTabSz="49045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Boehringer Forward Text"/>
                <a:ea typeface="+mn-ea"/>
                <a:cs typeface="+mn-cs"/>
              </a:rPr>
              <a:t>Total Screened = </a:t>
            </a:r>
            <a:r>
              <a:rPr lang="en-US" sz="1000">
                <a:solidFill>
                  <a:srgbClr val="000000"/>
                </a:solidFill>
                <a:latin typeface="Boehringer Forward Text"/>
              </a:rPr>
              <a:t>323</a:t>
            </a:r>
            <a:endParaRPr kumimoji="0" lang="en-US" sz="1000" b="0" i="0" u="none" strike="noStrike" kern="1200" cap="none" spc="0" normalizeH="0" baseline="0" noProof="0">
              <a:ln>
                <a:noFill/>
              </a:ln>
              <a:solidFill>
                <a:srgbClr val="000000"/>
              </a:solidFill>
              <a:effectLst/>
              <a:uLnTx/>
              <a:uFillTx/>
              <a:latin typeface="Boehringer Forward Text"/>
              <a:ea typeface="+mn-ea"/>
              <a:cs typeface="+mn-cs"/>
            </a:endParaRPr>
          </a:p>
          <a:p>
            <a:pPr marL="0" marR="0" lvl="0" indent="0" algn="l" defTabSz="490450" rtl="0" eaLnBrk="1" fontAlgn="auto" latinLnBrk="0" hangingPunct="1">
              <a:lnSpc>
                <a:spcPct val="100000"/>
              </a:lnSpc>
              <a:spcBef>
                <a:spcPts val="0"/>
              </a:spcBef>
              <a:spcAft>
                <a:spcPts val="0"/>
              </a:spcAft>
              <a:buClrTx/>
              <a:buSzTx/>
              <a:buFontTx/>
              <a:buNone/>
              <a:tabLst/>
              <a:defRPr/>
            </a:pPr>
            <a:r>
              <a:rPr lang="en-US" sz="1000">
                <a:solidFill>
                  <a:srgbClr val="000000"/>
                </a:solidFill>
                <a:latin typeface="Boehringer Forward Text"/>
              </a:rPr>
              <a:t>Patient in Screening= </a:t>
            </a:r>
            <a:r>
              <a:rPr lang="en-US" sz="1000" b="1">
                <a:solidFill>
                  <a:srgbClr val="000000"/>
                </a:solidFill>
                <a:latin typeface="Boehringer Forward Text"/>
              </a:rPr>
              <a:t>15</a:t>
            </a:r>
            <a:endParaRPr lang="en-US"/>
          </a:p>
          <a:p>
            <a:pPr defTabSz="490450">
              <a:defRPr/>
            </a:pPr>
            <a:r>
              <a:rPr kumimoji="0" lang="en-US" sz="1000" b="1" i="0" u="none" strike="noStrike" kern="1200" cap="none" spc="0" normalizeH="0" baseline="0" noProof="0">
                <a:ln>
                  <a:noFill/>
                </a:ln>
                <a:solidFill>
                  <a:srgbClr val="FF0000"/>
                </a:solidFill>
                <a:effectLst/>
                <a:uLnTx/>
                <a:uFillTx/>
                <a:latin typeface="Boehringer Forward Text"/>
                <a:ea typeface="+mn-ea"/>
                <a:cs typeface="+mn-cs"/>
              </a:rPr>
              <a:t>Total Randomized =  </a:t>
            </a:r>
            <a:r>
              <a:rPr lang="en-US" sz="1000" b="1">
                <a:solidFill>
                  <a:srgbClr val="FF0000"/>
                </a:solidFill>
                <a:latin typeface="Boehringer Forward Text"/>
              </a:rPr>
              <a:t>242 </a:t>
            </a:r>
          </a:p>
          <a:p>
            <a:pPr marL="0" marR="0" lvl="0" indent="0" algn="l" defTabSz="49045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0000"/>
                </a:solidFill>
                <a:effectLst/>
                <a:uLnTx/>
                <a:uFillTx/>
                <a:latin typeface="Boehringer Forward Text"/>
                <a:ea typeface="+mn-ea"/>
                <a:cs typeface="+mn-cs"/>
              </a:rPr>
              <a:t>Total Screen failure =  68</a:t>
            </a:r>
            <a:endParaRPr lang="en-US" altLang="zh-CN" sz="1000" b="0" i="0" u="none" strike="noStrike" kern="1200" cap="none" spc="0" normalizeH="0" baseline="0" noProof="0">
              <a:ln>
                <a:noFill/>
              </a:ln>
              <a:solidFill>
                <a:srgbClr val="000000"/>
              </a:solidFill>
              <a:effectLst/>
              <a:uLnTx/>
              <a:uFillTx/>
              <a:latin typeface="Boehringer Forward Text"/>
            </a:endParaRPr>
          </a:p>
          <a:p>
            <a:pPr marL="0" marR="0" lvl="0" indent="0" algn="l" defTabSz="49045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000000"/>
                </a:solidFill>
                <a:effectLst/>
                <a:uLnTx/>
                <a:uFillTx/>
                <a:latin typeface="Boehringer Forward Text"/>
                <a:ea typeface="+mn-ea"/>
                <a:cs typeface="+mn-cs"/>
              </a:rPr>
              <a:t>Screen failure rate = </a:t>
            </a:r>
            <a:r>
              <a:rPr lang="en-US" altLang="zh-CN" sz="1000">
                <a:solidFill>
                  <a:srgbClr val="000000"/>
                </a:solidFill>
                <a:latin typeface="Boehringer Forward Text"/>
              </a:rPr>
              <a:t>21%</a:t>
            </a:r>
            <a:endParaRPr lang="en-US" altLang="zh-CN" sz="1000" b="0" i="0" u="none" strike="noStrike" kern="1200" cap="none" spc="0" normalizeH="0" baseline="0" noProof="0">
              <a:ln>
                <a:noFill/>
              </a:ln>
              <a:solidFill>
                <a:srgbClr val="000000"/>
              </a:solidFill>
              <a:effectLst/>
              <a:uLnTx/>
              <a:uFillTx/>
              <a:latin typeface="Boehringer Forward Text"/>
            </a:endParaRPr>
          </a:p>
        </p:txBody>
      </p:sp>
      <p:sp>
        <p:nvSpPr>
          <p:cNvPr id="3" name="矩形 2">
            <a:extLst>
              <a:ext uri="{FF2B5EF4-FFF2-40B4-BE49-F238E27FC236}">
                <a16:creationId xmlns:a16="http://schemas.microsoft.com/office/drawing/2014/main" id="{25DE82C1-F090-4181-C847-F57E512053B0}"/>
              </a:ext>
            </a:extLst>
          </p:cNvPr>
          <p:cNvSpPr/>
          <p:nvPr/>
        </p:nvSpPr>
        <p:spPr bwMode="gray">
          <a:xfrm>
            <a:off x="8724260" y="5197246"/>
            <a:ext cx="833717" cy="963478"/>
          </a:xfrm>
          <a:prstGeom prst="rect">
            <a:avLst/>
          </a:prstGeom>
          <a:noFill/>
          <a:ln w="28575">
            <a:solidFill>
              <a:srgbClr val="F7560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Tree>
    <p:extLst>
      <p:ext uri="{BB962C8B-B14F-4D97-AF65-F5344CB8AC3E}">
        <p14:creationId xmlns:p14="http://schemas.microsoft.com/office/powerpoint/2010/main" val="19827539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C6525A-0812-E4BD-95DA-E38E3B9D3416}"/>
              </a:ext>
            </a:extLst>
          </p:cNvPr>
          <p:cNvSpPr>
            <a:spLocks noGrp="1"/>
          </p:cNvSpPr>
          <p:nvPr>
            <p:ph type="title"/>
          </p:nvPr>
        </p:nvSpPr>
        <p:spPr/>
        <p:txBody>
          <a:bodyPr/>
          <a:lstStyle/>
          <a:p>
            <a:r>
              <a:rPr lang="en-US" sz="2400"/>
              <a:t>Status Update: </a:t>
            </a:r>
            <a:r>
              <a:rPr lang="en-US" altLang="zh-CN"/>
              <a:t> New Indication(s) Evaluation for </a:t>
            </a:r>
            <a:r>
              <a:rPr lang="en-US" altLang="zh-CN" err="1"/>
              <a:t>Verducatib</a:t>
            </a:r>
            <a:r>
              <a:rPr lang="en-US" altLang="zh-CN"/>
              <a:t> Ongoing</a:t>
            </a:r>
            <a:endParaRPr lang="zh-CN" altLang="en-US"/>
          </a:p>
        </p:txBody>
      </p:sp>
      <p:sp>
        <p:nvSpPr>
          <p:cNvPr id="4" name="Text Placeholder 3">
            <a:extLst>
              <a:ext uri="{FF2B5EF4-FFF2-40B4-BE49-F238E27FC236}">
                <a16:creationId xmlns:a16="http://schemas.microsoft.com/office/drawing/2014/main" id="{74D94AE4-2F34-8AF6-8BD3-94BD81F450B3}"/>
              </a:ext>
            </a:extLst>
          </p:cNvPr>
          <p:cNvSpPr>
            <a:spLocks noGrp="1"/>
          </p:cNvSpPr>
          <p:nvPr>
            <p:ph type="body" sz="quarter" idx="13"/>
          </p:nvPr>
        </p:nvSpPr>
        <p:spPr/>
        <p:txBody>
          <a:bodyPr/>
          <a:lstStyle/>
          <a:p>
            <a:endParaRPr lang="zh-CN" altLang="en-US"/>
          </a:p>
        </p:txBody>
      </p:sp>
      <p:sp>
        <p:nvSpPr>
          <p:cNvPr id="6" name="Slide Number Placeholder 5">
            <a:extLst>
              <a:ext uri="{FF2B5EF4-FFF2-40B4-BE49-F238E27FC236}">
                <a16:creationId xmlns:a16="http://schemas.microsoft.com/office/drawing/2014/main" id="{ACBD082B-728D-3D83-8600-4F944061CEDD}"/>
              </a:ext>
            </a:extLst>
          </p:cNvPr>
          <p:cNvSpPr>
            <a:spLocks noGrp="1"/>
          </p:cNvSpPr>
          <p:nvPr>
            <p:ph type="sldNum" sz="quarter" idx="20"/>
          </p:nvPr>
        </p:nvSpPr>
        <p:spPr/>
        <p:txBody>
          <a:bodyPr/>
          <a:lstStyle/>
          <a:p>
            <a:fld id="{DF4E8F9F-5B1F-4F5B-BE49-3245D8C18D9F}" type="slidenum">
              <a:rPr lang="en-US" smtClean="0"/>
              <a:pPr/>
              <a:t>27</a:t>
            </a:fld>
            <a:endParaRPr lang="en-US"/>
          </a:p>
        </p:txBody>
      </p:sp>
      <p:sp>
        <p:nvSpPr>
          <p:cNvPr id="7" name="Textplatzhalter 2">
            <a:extLst>
              <a:ext uri="{FF2B5EF4-FFF2-40B4-BE49-F238E27FC236}">
                <a16:creationId xmlns:a16="http://schemas.microsoft.com/office/drawing/2014/main" id="{26BA530A-C457-25AA-947F-BA3FA6611112}"/>
              </a:ext>
            </a:extLst>
          </p:cNvPr>
          <p:cNvSpPr txBox="1">
            <a:spLocks/>
          </p:cNvSpPr>
          <p:nvPr/>
        </p:nvSpPr>
        <p:spPr bwMode="gray">
          <a:xfrm>
            <a:off x="2280860" y="1821758"/>
            <a:ext cx="7078895" cy="879151"/>
          </a:xfrm>
          <a:prstGeom prst="rect">
            <a:avLst/>
          </a:prstGeom>
          <a:solidFill>
            <a:schemeClr val="accent2">
              <a:lumMod val="20000"/>
              <a:lumOff val="80000"/>
            </a:schemeClr>
          </a:solidFill>
        </p:spPr>
        <p:txBody>
          <a:bodyPr vert="horz" wrap="square" lIns="0" tIns="0" rIns="0" bIns="0" rtlCol="0" anchor="t" anchorCtr="0">
            <a:spAutoFit/>
          </a:bodyPr>
          <a:lstStyle>
            <a:defPPr>
              <a:defRPr lang="en-US"/>
            </a:defPPr>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nSpc>
                <a:spcPct val="110000"/>
              </a:lnSpc>
              <a:spcAft>
                <a:spcPts val="300"/>
              </a:spcAft>
              <a:buNone/>
              <a:defRPr/>
            </a:pPr>
            <a:r>
              <a:rPr lang="en-US" b="1"/>
              <a:t>COPD:</a:t>
            </a:r>
            <a:endParaRPr lang="en-US"/>
          </a:p>
          <a:p>
            <a:pPr marL="501650" indent="-285750">
              <a:lnSpc>
                <a:spcPct val="110000"/>
              </a:lnSpc>
              <a:spcAft>
                <a:spcPts val="300"/>
              </a:spcAft>
              <a:defRPr/>
            </a:pPr>
            <a:r>
              <a:rPr lang="en-US" b="1"/>
              <a:t>Reactivation of the COPD program and </a:t>
            </a:r>
            <a:r>
              <a:rPr lang="en-US" b="1" err="1"/>
              <a:t>RoFD</a:t>
            </a:r>
            <a:r>
              <a:rPr lang="en-US" b="1"/>
              <a:t> were granted.</a:t>
            </a:r>
          </a:p>
          <a:p>
            <a:pPr marL="717650" lvl="1" indent="-285750">
              <a:lnSpc>
                <a:spcPct val="110000"/>
              </a:lnSpc>
              <a:spcAft>
                <a:spcPts val="300"/>
              </a:spcAft>
              <a:defRPr/>
            </a:pPr>
            <a:r>
              <a:rPr lang="en-US"/>
              <a:t>HAI starting from June, China CTA in Sep 2026.</a:t>
            </a:r>
          </a:p>
        </p:txBody>
      </p:sp>
      <p:sp>
        <p:nvSpPr>
          <p:cNvPr id="8" name="Textplatzhalter 2">
            <a:extLst>
              <a:ext uri="{FF2B5EF4-FFF2-40B4-BE49-F238E27FC236}">
                <a16:creationId xmlns:a16="http://schemas.microsoft.com/office/drawing/2014/main" id="{88D562CA-00D5-3CEF-CE3A-B54CB529CB8C}"/>
              </a:ext>
            </a:extLst>
          </p:cNvPr>
          <p:cNvSpPr txBox="1">
            <a:spLocks/>
          </p:cNvSpPr>
          <p:nvPr/>
        </p:nvSpPr>
        <p:spPr bwMode="gray">
          <a:xfrm>
            <a:off x="479423" y="888010"/>
            <a:ext cx="10350211" cy="260521"/>
          </a:xfrm>
          <a:prstGeom prst="rect">
            <a:avLst/>
          </a:prstGeom>
          <a:noFill/>
        </p:spPr>
        <p:txBody>
          <a:bodyPr vert="horz" wrap="square" lIns="0" tIns="0" rIns="0" bIns="0" rtlCol="0" anchor="t">
            <a:spAutoFit/>
          </a:bodyPr>
          <a:lstStyle>
            <a:defPPr>
              <a:defRPr lang="en-US"/>
            </a:defPPr>
            <a:lvl1pPr marL="21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b="0" kern="1200">
                <a:solidFill>
                  <a:schemeClr val="bg1"/>
                </a:solidFill>
                <a:latin typeface="+mn-lt"/>
                <a:ea typeface="+mn-ea"/>
                <a:cs typeface="+mn-cs"/>
              </a:defRPr>
            </a:lvl1pPr>
            <a:lvl2pPr marL="43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2pPr>
            <a:lvl3pPr marL="576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3pPr>
            <a:lvl4pPr marL="792000" indent="-216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600" kern="1200">
                <a:solidFill>
                  <a:schemeClr val="bg1"/>
                </a:solidFill>
                <a:latin typeface="+mn-lt"/>
                <a:ea typeface="+mn-ea"/>
                <a:cs typeface="+mn-cs"/>
              </a:defRPr>
            </a:lvl4pPr>
            <a:lvl5pPr marL="144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5pPr>
            <a:lvl6pPr marL="288000" indent="-142875"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6pPr>
            <a:lvl7pPr marL="432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7pPr>
            <a:lvl8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8pPr>
            <a:lvl9pPr marL="576000" indent="-144000" algn="l" defTabSz="914400" rtl="0" eaLnBrk="1" latinLnBrk="0" hangingPunct="1">
              <a:lnSpc>
                <a:spcPct val="140000"/>
              </a:lnSpc>
              <a:spcBef>
                <a:spcPts val="0"/>
              </a:spcBef>
              <a:spcAft>
                <a:spcPts val="600"/>
              </a:spcAft>
              <a:buClr>
                <a:schemeClr val="tx2"/>
              </a:buClr>
              <a:buFont typeface="Arial" panose="020B0604020202020204" pitchFamily="34" charset="0"/>
              <a:buChar char="•"/>
              <a:defRPr sz="1200" kern="1200">
                <a:solidFill>
                  <a:schemeClr val="bg1"/>
                </a:solidFill>
                <a:latin typeface="+mn-lt"/>
                <a:ea typeface="+mn-ea"/>
                <a:cs typeface="+mn-cs"/>
              </a:defRPr>
            </a:lvl9pPr>
          </a:lstStyle>
          <a:p>
            <a:pPr marL="0" marR="0" lvl="0" indent="0" algn="l" defTabSz="914377" rtl="0" eaLnBrk="1" fontAlgn="auto" latinLnBrk="0" hangingPunct="1">
              <a:lnSpc>
                <a:spcPct val="110000"/>
              </a:lnSpc>
              <a:spcBef>
                <a:spcPts val="0"/>
              </a:spcBef>
              <a:spcAft>
                <a:spcPts val="300"/>
              </a:spcAft>
              <a:buClr>
                <a:srgbClr val="00E47C"/>
              </a:buClr>
              <a:buSzTx/>
              <a:buFont typeface="Arial" panose="020B0604020202020204" pitchFamily="34" charset="0"/>
              <a:buNone/>
              <a:tabLst/>
              <a:defRPr/>
            </a:pPr>
            <a:r>
              <a:rPr lang="en-US">
                <a:solidFill>
                  <a:srgbClr val="5D4495"/>
                </a:solidFill>
                <a:latin typeface="Boehringer Forward Text"/>
              </a:rPr>
              <a:t>Req</a:t>
            </a:r>
            <a:r>
              <a:rPr lang="en-US">
                <a:solidFill>
                  <a:srgbClr val="5D4495"/>
                </a:solidFill>
              </a:rPr>
              <a:t>uest </a:t>
            </a:r>
            <a:r>
              <a:rPr lang="en-US" b="1">
                <a:solidFill>
                  <a:srgbClr val="5D4495"/>
                </a:solidFill>
              </a:rPr>
              <a:t>conditional</a:t>
            </a:r>
            <a:r>
              <a:rPr lang="en-US">
                <a:solidFill>
                  <a:srgbClr val="5D4495"/>
                </a:solidFill>
              </a:rPr>
              <a:t> approval for </a:t>
            </a:r>
            <a:r>
              <a:rPr lang="en-US" b="1" err="1">
                <a:solidFill>
                  <a:srgbClr val="5D4495"/>
                </a:solidFill>
              </a:rPr>
              <a:t>RoFD</a:t>
            </a:r>
            <a:r>
              <a:rPr lang="en-US">
                <a:solidFill>
                  <a:srgbClr val="5D4495"/>
                </a:solidFill>
              </a:rPr>
              <a:t> for </a:t>
            </a:r>
            <a:r>
              <a:rPr lang="en-US" b="1">
                <a:solidFill>
                  <a:srgbClr val="5D4495"/>
                </a:solidFill>
              </a:rPr>
              <a:t>TWO</a:t>
            </a:r>
            <a:r>
              <a:rPr lang="en-US">
                <a:solidFill>
                  <a:srgbClr val="5D4495"/>
                </a:solidFill>
              </a:rPr>
              <a:t> indications for asset maximization for  verducatib.   </a:t>
            </a:r>
          </a:p>
        </p:txBody>
      </p:sp>
      <p:sp>
        <p:nvSpPr>
          <p:cNvPr id="12" name="Rectangle: Rounded Corners 11">
            <a:extLst>
              <a:ext uri="{FF2B5EF4-FFF2-40B4-BE49-F238E27FC236}">
                <a16:creationId xmlns:a16="http://schemas.microsoft.com/office/drawing/2014/main" id="{2C94B3DD-7115-EDB6-BDF3-8060F14B50F6}"/>
              </a:ext>
            </a:extLst>
          </p:cNvPr>
          <p:cNvSpPr/>
          <p:nvPr/>
        </p:nvSpPr>
        <p:spPr bwMode="gray">
          <a:xfrm>
            <a:off x="2280861" y="1266441"/>
            <a:ext cx="7078895" cy="389423"/>
          </a:xfrm>
          <a:prstGeom prst="roundRect">
            <a:avLst/>
          </a:prstGeom>
          <a:solidFill>
            <a:schemeClr val="bg1">
              <a:lumMod val="95000"/>
            </a:schemeClr>
          </a:solidFill>
          <a:ln w="63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lnSpc>
                <a:spcPct val="140000"/>
              </a:lnSpc>
            </a:pPr>
            <a:r>
              <a:rPr lang="en-US" altLang="zh-CN" sz="1600" b="1">
                <a:solidFill>
                  <a:schemeClr val="tx1"/>
                </a:solidFill>
              </a:rPr>
              <a:t>BUEC Decision in Mar 26.</a:t>
            </a:r>
            <a:endParaRPr lang="zh-CN" altLang="en-US" sz="1600" b="1">
              <a:solidFill>
                <a:schemeClr val="tx1"/>
              </a:solidFill>
            </a:endParaRPr>
          </a:p>
        </p:txBody>
      </p:sp>
      <p:sp>
        <p:nvSpPr>
          <p:cNvPr id="3" name="Textplatzhalter 2">
            <a:extLst>
              <a:ext uri="{FF2B5EF4-FFF2-40B4-BE49-F238E27FC236}">
                <a16:creationId xmlns:a16="http://schemas.microsoft.com/office/drawing/2014/main" id="{2B529116-619A-B22C-D37A-AD2593CA4EEA}"/>
              </a:ext>
            </a:extLst>
          </p:cNvPr>
          <p:cNvSpPr txBox="1">
            <a:spLocks/>
          </p:cNvSpPr>
          <p:nvPr/>
        </p:nvSpPr>
        <p:spPr bwMode="gray">
          <a:xfrm>
            <a:off x="2280860" y="2797746"/>
            <a:ext cx="7078895" cy="840679"/>
          </a:xfrm>
          <a:prstGeom prst="rect">
            <a:avLst/>
          </a:prstGeom>
          <a:solidFill>
            <a:schemeClr val="accent5">
              <a:lumMod val="20000"/>
              <a:lumOff val="80000"/>
            </a:schemeClr>
          </a:solidFill>
        </p:spPr>
        <p:txBody>
          <a:bodyPr vert="horz" wrap="square" lIns="0" tIns="0" rIns="0" bIns="0" rtlCol="0" anchor="t" anchorCtr="0">
            <a:spAutoFit/>
          </a:bodyPr>
          <a:lstStyle>
            <a:defPPr>
              <a:defRPr lang="en-US"/>
            </a:defPPr>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nSpc>
                <a:spcPct val="110000"/>
              </a:lnSpc>
              <a:spcAft>
                <a:spcPts val="300"/>
              </a:spcAft>
              <a:buNone/>
              <a:defRPr/>
            </a:pPr>
            <a:r>
              <a:rPr lang="en-US" b="1"/>
              <a:t>ANCA-AV:</a:t>
            </a:r>
            <a:endParaRPr lang="en-US"/>
          </a:p>
          <a:p>
            <a:pPr marL="501650" indent="-285750">
              <a:lnSpc>
                <a:spcPct val="110000"/>
              </a:lnSpc>
              <a:spcAft>
                <a:spcPts val="300"/>
              </a:spcAft>
              <a:defRPr/>
            </a:pPr>
            <a:r>
              <a:rPr lang="en-US" err="1"/>
              <a:t>RoFD</a:t>
            </a:r>
            <a:r>
              <a:rPr lang="en-US"/>
              <a:t> </a:t>
            </a:r>
            <a:r>
              <a:rPr lang="en-US" u="sng">
                <a:solidFill>
                  <a:srgbClr val="FF0000"/>
                </a:solidFill>
              </a:rPr>
              <a:t>not</a:t>
            </a:r>
            <a:r>
              <a:rPr lang="en-US"/>
              <a:t> granted, but there are some follow ups to review and then BUEC will decide on the next steps.</a:t>
            </a:r>
          </a:p>
        </p:txBody>
      </p:sp>
      <p:pic>
        <p:nvPicPr>
          <p:cNvPr id="14" name="Graphic 13" descr="Badge Tick1 with solid fill">
            <a:extLst>
              <a:ext uri="{FF2B5EF4-FFF2-40B4-BE49-F238E27FC236}">
                <a16:creationId xmlns:a16="http://schemas.microsoft.com/office/drawing/2014/main" id="{98F70355-8D7F-9B1F-FCBC-1709F12EDFA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19874" y="1899175"/>
            <a:ext cx="761283" cy="754470"/>
          </a:xfrm>
          <a:prstGeom prst="rect">
            <a:avLst/>
          </a:prstGeom>
        </p:spPr>
      </p:pic>
      <p:pic>
        <p:nvPicPr>
          <p:cNvPr id="16" name="Graphic 15" descr="No sign with solid fill">
            <a:extLst>
              <a:ext uri="{FF2B5EF4-FFF2-40B4-BE49-F238E27FC236}">
                <a16:creationId xmlns:a16="http://schemas.microsoft.com/office/drawing/2014/main" id="{150DED9B-A546-CB1F-BD34-999A39AD478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419875" y="2832607"/>
            <a:ext cx="761283" cy="754470"/>
          </a:xfrm>
          <a:prstGeom prst="rect">
            <a:avLst/>
          </a:prstGeom>
        </p:spPr>
      </p:pic>
      <p:sp>
        <p:nvSpPr>
          <p:cNvPr id="18" name="Rectangle: Rounded Corners 17">
            <a:extLst>
              <a:ext uri="{FF2B5EF4-FFF2-40B4-BE49-F238E27FC236}">
                <a16:creationId xmlns:a16="http://schemas.microsoft.com/office/drawing/2014/main" id="{44530CCF-5C16-C4CA-A1D0-8DD2AB6D7E60}"/>
              </a:ext>
            </a:extLst>
          </p:cNvPr>
          <p:cNvSpPr/>
          <p:nvPr/>
        </p:nvSpPr>
        <p:spPr bwMode="gray">
          <a:xfrm>
            <a:off x="1420320" y="4041319"/>
            <a:ext cx="8835774" cy="1323065"/>
          </a:xfrm>
          <a:prstGeom prst="roundRect">
            <a:avLst/>
          </a:prstGeom>
          <a:solidFill>
            <a:schemeClr val="bg1"/>
          </a:solidFill>
          <a:ln w="63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nSpc>
                <a:spcPct val="140000"/>
              </a:lnSpc>
            </a:pPr>
            <a:r>
              <a:rPr lang="en-US" altLang="zh-CN" sz="1600" b="1">
                <a:solidFill>
                  <a:schemeClr val="tx1"/>
                </a:solidFill>
              </a:rPr>
              <a:t>Next Steps for China team:</a:t>
            </a:r>
          </a:p>
          <a:p>
            <a:pPr marL="285750" indent="-285750">
              <a:lnSpc>
                <a:spcPct val="140000"/>
              </a:lnSpc>
              <a:buFont typeface="Arial" panose="020B0604020202020204" pitchFamily="34" charset="0"/>
              <a:buChar char="•"/>
            </a:pPr>
            <a:r>
              <a:rPr lang="en-US" altLang="zh-CN" sz="1600">
                <a:solidFill>
                  <a:schemeClr val="tx1"/>
                </a:solidFill>
              </a:rPr>
              <a:t>HAI  in June, CTA in Sep 2026</a:t>
            </a:r>
          </a:p>
          <a:p>
            <a:pPr marL="285750" indent="-285750">
              <a:lnSpc>
                <a:spcPct val="140000"/>
              </a:lnSpc>
              <a:buFont typeface="Arial" panose="020B0604020202020204" pitchFamily="34" charset="0"/>
              <a:buChar char="•"/>
            </a:pPr>
            <a:r>
              <a:rPr lang="en-US" altLang="zh-CN" sz="1600">
                <a:solidFill>
                  <a:schemeClr val="tx1"/>
                </a:solidFill>
              </a:rPr>
              <a:t>Leading PI  &amp; Steering committee member proposal by Q2 2026</a:t>
            </a:r>
            <a:endParaRPr lang="zh-CN" altLang="en-US" sz="1600">
              <a:solidFill>
                <a:schemeClr val="tx1"/>
              </a:solidFill>
            </a:endParaRPr>
          </a:p>
        </p:txBody>
      </p:sp>
    </p:spTree>
    <p:extLst>
      <p:ext uri="{BB962C8B-B14F-4D97-AF65-F5344CB8AC3E}">
        <p14:creationId xmlns:p14="http://schemas.microsoft.com/office/powerpoint/2010/main" val="32394868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96E8FD-E5E2-319A-85EB-2628F98449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29DDF9-66F0-AEA9-D682-DC4EE99399D8}"/>
              </a:ext>
            </a:extLst>
          </p:cNvPr>
          <p:cNvSpPr>
            <a:spLocks noGrp="1"/>
          </p:cNvSpPr>
          <p:nvPr>
            <p:ph type="ctrTitle"/>
          </p:nvPr>
        </p:nvSpPr>
        <p:spPr/>
        <p:txBody>
          <a:bodyPr/>
          <a:lstStyle/>
          <a:p>
            <a:r>
              <a:rPr lang="de-DE"/>
              <a:t>Update Spesolimab</a:t>
            </a:r>
            <a:endParaRPr lang="en-US"/>
          </a:p>
        </p:txBody>
      </p:sp>
      <p:sp>
        <p:nvSpPr>
          <p:cNvPr id="4" name="Footer Placeholder 3">
            <a:extLst>
              <a:ext uri="{FF2B5EF4-FFF2-40B4-BE49-F238E27FC236}">
                <a16:creationId xmlns:a16="http://schemas.microsoft.com/office/drawing/2014/main" id="{C27BA026-D7F5-69E3-C6BF-F5631F1F0D1A}"/>
              </a:ext>
            </a:extLst>
          </p:cNvPr>
          <p:cNvSpPr>
            <a:spLocks noGrp="1"/>
          </p:cNvSpPr>
          <p:nvPr>
            <p:ph type="ftr" sz="quarter" idx="19"/>
          </p:nvPr>
        </p:nvSpPr>
        <p:spPr/>
        <p:txBody>
          <a:bodyPr/>
          <a:lstStyle/>
          <a:p>
            <a:r>
              <a:rPr lang="en-US"/>
              <a:t>ONLY FOR INTERNAL USE</a:t>
            </a:r>
          </a:p>
        </p:txBody>
      </p:sp>
    </p:spTree>
    <p:extLst>
      <p:ext uri="{BB962C8B-B14F-4D97-AF65-F5344CB8AC3E}">
        <p14:creationId xmlns:p14="http://schemas.microsoft.com/office/powerpoint/2010/main" val="15412717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C30E6-05C1-1256-DAAC-D101888012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B53937-8C23-451E-EE43-ECAC0206F3FD}"/>
              </a:ext>
            </a:extLst>
          </p:cNvPr>
          <p:cNvSpPr>
            <a:spLocks noGrp="1"/>
          </p:cNvSpPr>
          <p:nvPr>
            <p:ph type="title"/>
          </p:nvPr>
        </p:nvSpPr>
        <p:spPr>
          <a:xfrm>
            <a:off x="479422" y="257447"/>
            <a:ext cx="11233151" cy="720000"/>
          </a:xfrm>
        </p:spPr>
        <p:txBody>
          <a:bodyPr/>
          <a:lstStyle/>
          <a:p>
            <a:r>
              <a:rPr lang="de-DE"/>
              <a:t>Overview: China Development Plan - </a:t>
            </a:r>
            <a:r>
              <a:rPr lang="en-US" altLang="zh-CN"/>
              <a:t>Spesolimab</a:t>
            </a:r>
            <a:endParaRPr lang="en-US"/>
          </a:p>
        </p:txBody>
      </p:sp>
      <p:graphicFrame>
        <p:nvGraphicFramePr>
          <p:cNvPr id="7" name="Content Placeholder 6">
            <a:extLst>
              <a:ext uri="{FF2B5EF4-FFF2-40B4-BE49-F238E27FC236}">
                <a16:creationId xmlns:a16="http://schemas.microsoft.com/office/drawing/2014/main" id="{3634ECBB-932E-E4AD-068B-9D07E1D776A6}"/>
              </a:ext>
            </a:extLst>
          </p:cNvPr>
          <p:cNvGraphicFramePr>
            <a:graphicFrameLocks noGrp="1"/>
          </p:cNvGraphicFramePr>
          <p:nvPr>
            <p:ph idx="1"/>
          </p:nvPr>
        </p:nvGraphicFramePr>
        <p:xfrm>
          <a:off x="479422" y="977447"/>
          <a:ext cx="11232000" cy="3108960"/>
        </p:xfrm>
        <a:graphic>
          <a:graphicData uri="http://schemas.openxmlformats.org/drawingml/2006/table">
            <a:tbl>
              <a:tblPr firstRow="1" bandRow="1">
                <a:tableStyleId>{5C22544A-7EE6-4342-B048-85BDC9FD1C3A}</a:tableStyleId>
              </a:tblPr>
              <a:tblGrid>
                <a:gridCol w="2111378">
                  <a:extLst>
                    <a:ext uri="{9D8B030D-6E8A-4147-A177-3AD203B41FA5}">
                      <a16:colId xmlns:a16="http://schemas.microsoft.com/office/drawing/2014/main" val="1992561350"/>
                    </a:ext>
                  </a:extLst>
                </a:gridCol>
                <a:gridCol w="4177732">
                  <a:extLst>
                    <a:ext uri="{9D8B030D-6E8A-4147-A177-3AD203B41FA5}">
                      <a16:colId xmlns:a16="http://schemas.microsoft.com/office/drawing/2014/main" val="286813749"/>
                    </a:ext>
                  </a:extLst>
                </a:gridCol>
                <a:gridCol w="2456748">
                  <a:extLst>
                    <a:ext uri="{9D8B030D-6E8A-4147-A177-3AD203B41FA5}">
                      <a16:colId xmlns:a16="http://schemas.microsoft.com/office/drawing/2014/main" val="3820105433"/>
                    </a:ext>
                  </a:extLst>
                </a:gridCol>
                <a:gridCol w="2486142">
                  <a:extLst>
                    <a:ext uri="{9D8B030D-6E8A-4147-A177-3AD203B41FA5}">
                      <a16:colId xmlns:a16="http://schemas.microsoft.com/office/drawing/2014/main" val="1944790202"/>
                    </a:ext>
                  </a:extLst>
                </a:gridCol>
              </a:tblGrid>
              <a:tr h="414906">
                <a:tc>
                  <a:txBody>
                    <a:bodyPr/>
                    <a:lstStyle/>
                    <a:p>
                      <a:pPr algn="ctr"/>
                      <a:r>
                        <a:rPr lang="en-US" sz="1400">
                          <a:solidFill>
                            <a:schemeClr val="tx1"/>
                          </a:solidFill>
                        </a:rPr>
                        <a:t>Projects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algn="ctr"/>
                      <a:r>
                        <a:rPr lang="en-US" sz="1400">
                          <a:solidFill>
                            <a:schemeClr val="tx1"/>
                          </a:solidFill>
                        </a:rPr>
                        <a:t>Study ID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algn="ctr"/>
                      <a:r>
                        <a:rPr lang="en-US" sz="1400">
                          <a:solidFill>
                            <a:schemeClr val="tx1"/>
                          </a:solidFill>
                        </a:rPr>
                        <a:t>Current status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algn="ctr"/>
                      <a:r>
                        <a:rPr lang="en-US" sz="1400">
                          <a:solidFill>
                            <a:schemeClr val="tx1"/>
                          </a:solidFill>
                        </a:rPr>
                        <a:t>Planned start of operational transfer*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2190815718"/>
                  </a:ext>
                </a:extLst>
              </a:tr>
              <a:tr h="471957">
                <a:tc rowSpan="2">
                  <a:txBody>
                    <a:bodyPr/>
                    <a:lstStyle/>
                    <a:p>
                      <a:pPr algn="ctr"/>
                      <a:r>
                        <a:rPr lang="en-US" altLang="zh-CN" sz="1400" b="1"/>
                        <a:t>GPP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altLang="zh-CN" sz="1400">
                          <a:solidFill>
                            <a:schemeClr val="accent3">
                              <a:lumMod val="50000"/>
                            </a:schemeClr>
                          </a:solidFill>
                        </a:rPr>
                        <a:t>1368-0025</a:t>
                      </a:r>
                    </a:p>
                    <a:p>
                      <a:pPr algn="ctr"/>
                      <a:r>
                        <a:rPr lang="en-US" altLang="zh-CN" sz="1400" err="1"/>
                        <a:t>Effisayil</a:t>
                      </a:r>
                      <a:r>
                        <a:rPr lang="en-US" altLang="zh-CN" sz="1400"/>
                        <a:t> ON, ph2, Open label </a:t>
                      </a:r>
                      <a:r>
                        <a:rPr lang="en-US" altLang="zh-CN" sz="1400" err="1"/>
                        <a:t>extention</a:t>
                      </a:r>
                      <a:r>
                        <a:rPr lang="en-US" altLang="zh-CN" sz="1400"/>
                        <a:t> study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altLang="zh-CN" sz="1400"/>
                        <a:t>Recruitment completed, treatment ongoing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400"/>
                        <a:t>Q1-2026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4612170"/>
                  </a:ext>
                </a:extLst>
              </a:tr>
              <a:tr h="471957">
                <a:tc vMerge="1">
                  <a:txBody>
                    <a:bodyPr/>
                    <a:lstStyle/>
                    <a:p>
                      <a:pPr algn="ctr"/>
                      <a:endParaRPr lang="en-US" altLang="zh-CN" sz="1400" b="1"/>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altLang="zh-CN" sz="1400">
                          <a:solidFill>
                            <a:schemeClr val="accent3">
                              <a:lumMod val="50000"/>
                            </a:schemeClr>
                          </a:solidFill>
                        </a:rPr>
                        <a:t>1368-0120</a:t>
                      </a:r>
                    </a:p>
                    <a:p>
                      <a:pPr algn="ctr"/>
                      <a:r>
                        <a:rPr lang="en-US" altLang="zh-CN" sz="1400" err="1"/>
                        <a:t>Effisayil</a:t>
                      </a:r>
                      <a:r>
                        <a:rPr lang="en-US" altLang="zh-CN" sz="1400"/>
                        <a:t> REP, ph3b/4, GPP flare retreatment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altLang="zh-CN" sz="1400"/>
                        <a:t>Recruitment completed, treatment ongoing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400" kern="1200">
                          <a:solidFill>
                            <a:schemeClr val="dk1"/>
                          </a:solidFill>
                          <a:latin typeface="+mn-lt"/>
                          <a:ea typeface="+mn-ea"/>
                          <a:cs typeface="+mn-cs"/>
                        </a:rPr>
                        <a:t>N/A, Completion to Final CTR: Feb 2027</a:t>
                      </a:r>
                      <a:endParaRPr lang="en-US" sz="1400" kern="1200">
                        <a:solidFill>
                          <a:schemeClr val="dk1"/>
                        </a:solidFill>
                        <a:latin typeface="+mn-lt"/>
                        <a:ea typeface="+mn-ea"/>
                        <a:cs typeface="+mn-cs"/>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30334655"/>
                  </a:ext>
                </a:extLst>
              </a:tr>
              <a:tr h="471957">
                <a:tc>
                  <a:txBody>
                    <a:bodyPr/>
                    <a:lstStyle/>
                    <a:p>
                      <a:pPr algn="ctr"/>
                      <a:r>
                        <a:rPr lang="en-US" altLang="zh-CN" sz="1400" b="1"/>
                        <a:t>PG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altLang="zh-CN" sz="1400">
                          <a:solidFill>
                            <a:schemeClr val="accent3">
                              <a:lumMod val="50000"/>
                            </a:schemeClr>
                          </a:solidFill>
                        </a:rPr>
                        <a:t>1368-0140</a:t>
                      </a:r>
                    </a:p>
                    <a:p>
                      <a:pPr algn="ctr"/>
                      <a:r>
                        <a:rPr lang="en-US" altLang="zh-CN" sz="1400" err="1"/>
                        <a:t>Capsayil</a:t>
                      </a:r>
                      <a:r>
                        <a:rPr lang="en-US" altLang="zh-CN" sz="1400"/>
                        <a:t>, Ph3, PG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400"/>
                        <a:t>Recruitment ongoing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1400" kern="1200">
                          <a:solidFill>
                            <a:schemeClr val="dk1"/>
                          </a:solidFill>
                          <a:latin typeface="+mn-lt"/>
                          <a:ea typeface="+mn-ea"/>
                          <a:cs typeface="+mn-cs"/>
                        </a:rPr>
                        <a:t>N/A, </a:t>
                      </a:r>
                      <a:r>
                        <a:rPr lang="en-US" altLang="zh-CN" sz="1400" kern="1200">
                          <a:solidFill>
                            <a:schemeClr val="dk1"/>
                          </a:solidFill>
                          <a:latin typeface="+mn-lt"/>
                          <a:ea typeface="+mn-ea"/>
                          <a:cs typeface="+mn-cs"/>
                        </a:rPr>
                        <a:t>Completion to </a:t>
                      </a:r>
                      <a:r>
                        <a:rPr lang="en-US" sz="1400" kern="1200">
                          <a:solidFill>
                            <a:schemeClr val="dk1"/>
                          </a:solidFill>
                          <a:latin typeface="+mn-lt"/>
                          <a:ea typeface="+mn-ea"/>
                          <a:cs typeface="+mn-cs"/>
                        </a:rPr>
                        <a:t>All site closure: Jun 2028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12230577"/>
                  </a:ext>
                </a:extLst>
              </a:tr>
              <a:tr h="471957">
                <a:tc>
                  <a:txBody>
                    <a:bodyPr/>
                    <a:lstStyle/>
                    <a:p>
                      <a:pPr algn="ctr"/>
                      <a:r>
                        <a:rPr lang="en-US" altLang="zh-CN" sz="1400" b="1"/>
                        <a:t>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altLang="zh-CN" sz="1400">
                          <a:solidFill>
                            <a:schemeClr val="accent3">
                              <a:lumMod val="50000"/>
                            </a:schemeClr>
                          </a:solidFill>
                        </a:rPr>
                        <a:t>1368-0104</a:t>
                      </a:r>
                    </a:p>
                    <a:p>
                      <a:pPr algn="ctr"/>
                      <a:r>
                        <a:rPr lang="en-US" altLang="zh-CN" sz="1400"/>
                        <a:t>Ph2/3, NS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altLang="zh-CN" sz="1400"/>
                        <a:t>Terminated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sz="140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279713492"/>
                  </a:ext>
                </a:extLst>
              </a:tr>
              <a:tr h="471957">
                <a:tc>
                  <a:txBody>
                    <a:bodyPr/>
                    <a:lstStyle/>
                    <a:p>
                      <a:pPr algn="ctr"/>
                      <a:r>
                        <a:rPr lang="en-US" altLang="zh-CN" sz="1400" b="1"/>
                        <a:t>HS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altLang="zh-CN" sz="1400">
                          <a:solidFill>
                            <a:schemeClr val="accent3">
                              <a:lumMod val="50000"/>
                            </a:schemeClr>
                          </a:solidFill>
                        </a:rPr>
                        <a:t>1368-0098</a:t>
                      </a:r>
                    </a:p>
                    <a:p>
                      <a:pPr algn="ctr"/>
                      <a:r>
                        <a:rPr lang="en-US" altLang="zh-CN" sz="1400"/>
                        <a:t>Ph2b/3, HS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sz="1400"/>
                        <a:t>Terminated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r>
                        <a:rPr lang="en-US" sz="140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595002728"/>
                  </a:ext>
                </a:extLst>
              </a:tr>
            </a:tbl>
          </a:graphicData>
        </a:graphic>
      </p:graphicFrame>
      <p:sp>
        <p:nvSpPr>
          <p:cNvPr id="6" name="Slide Number Placeholder 5">
            <a:extLst>
              <a:ext uri="{FF2B5EF4-FFF2-40B4-BE49-F238E27FC236}">
                <a16:creationId xmlns:a16="http://schemas.microsoft.com/office/drawing/2014/main" id="{7FC0884B-D091-3694-B2A8-1CD24525C8F3}"/>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3" name="TextBox 2">
            <a:extLst>
              <a:ext uri="{FF2B5EF4-FFF2-40B4-BE49-F238E27FC236}">
                <a16:creationId xmlns:a16="http://schemas.microsoft.com/office/drawing/2014/main" id="{D4985DEC-A8F1-05C7-0284-4CE4F6DD3271}"/>
              </a:ext>
            </a:extLst>
          </p:cNvPr>
          <p:cNvSpPr txBox="1"/>
          <p:nvPr/>
        </p:nvSpPr>
        <p:spPr bwMode="gray">
          <a:xfrm>
            <a:off x="392303" y="4179626"/>
            <a:ext cx="6341006" cy="261610"/>
          </a:xfrm>
          <a:prstGeom prst="rect">
            <a:avLst/>
          </a:prstGeom>
          <a:noFill/>
        </p:spPr>
        <p:txBody>
          <a:bodyPr wrap="square">
            <a:spAutoFit/>
          </a:bodyPr>
          <a:lstStyle/>
          <a:p>
            <a:r>
              <a:rPr lang="en-US" altLang="zh-CN" sz="1100">
                <a:solidFill>
                  <a:srgbClr val="FFFFFF">
                    <a:lumMod val="50000"/>
                  </a:srgbClr>
                </a:solidFill>
                <a:latin typeface="BISansCond"/>
                <a:ea typeface="等线" panose="02010600030101010101" pitchFamily="2" charset="-122"/>
              </a:rPr>
              <a:t>* Source: </a:t>
            </a:r>
            <a:r>
              <a:rPr lang="en-US" altLang="zh-CN" sz="1100" err="1">
                <a:solidFill>
                  <a:srgbClr val="FFFFFF">
                    <a:lumMod val="50000"/>
                  </a:srgbClr>
                </a:solidFill>
                <a:latin typeface="BISansCond"/>
                <a:ea typeface="等线" panose="02010600030101010101" pitchFamily="2" charset="-122"/>
              </a:rPr>
              <a:t>Spevigo</a:t>
            </a:r>
            <a:r>
              <a:rPr lang="en-US" altLang="zh-CN" sz="1100">
                <a:solidFill>
                  <a:srgbClr val="FFFFFF">
                    <a:lumMod val="50000"/>
                  </a:srgbClr>
                </a:solidFill>
                <a:latin typeface="BISansCond"/>
                <a:ea typeface="等线" panose="02010600030101010101" pitchFamily="2" charset="-122"/>
              </a:rPr>
              <a:t> licensing and transfer to Leo Pharma Playbook for Countries, Date: 30 September 2025</a:t>
            </a:r>
          </a:p>
        </p:txBody>
      </p:sp>
      <p:sp>
        <p:nvSpPr>
          <p:cNvPr id="8" name="Text Placeholder 7">
            <a:extLst>
              <a:ext uri="{FF2B5EF4-FFF2-40B4-BE49-F238E27FC236}">
                <a16:creationId xmlns:a16="http://schemas.microsoft.com/office/drawing/2014/main" id="{E57D5C41-E1F7-81AA-9B29-EE217C0D4D98}"/>
              </a:ext>
            </a:extLst>
          </p:cNvPr>
          <p:cNvSpPr txBox="1">
            <a:spLocks noGrp="1"/>
          </p:cNvSpPr>
          <p:nvPr>
            <p:ph type="body" sz="quarter" idx="13"/>
          </p:nvPr>
        </p:nvSpPr>
        <p:spPr bwMode="gray">
          <a:xfrm>
            <a:off x="1822076" y="6191963"/>
            <a:ext cx="9888912" cy="123111"/>
          </a:xfrm>
          <a:prstGeom prst="rect">
            <a:avLst/>
          </a:prstGeom>
          <a:noFill/>
        </p:spPr>
        <p:txBody>
          <a:bodyPr wrap="square">
            <a:spAutoFit/>
          </a:bodyPr>
          <a:lstStyle/>
          <a:p>
            <a:r>
              <a:rPr lang="en-US" altLang="zh-CN" sz="800"/>
              <a:t>MAH: Marketing Authorization Holder</a:t>
            </a:r>
            <a:endParaRPr lang="zh-CN" altLang="en-US" sz="800"/>
          </a:p>
        </p:txBody>
      </p:sp>
      <p:sp>
        <p:nvSpPr>
          <p:cNvPr id="4" name="TextBox 3">
            <a:extLst>
              <a:ext uri="{FF2B5EF4-FFF2-40B4-BE49-F238E27FC236}">
                <a16:creationId xmlns:a16="http://schemas.microsoft.com/office/drawing/2014/main" id="{88DF7BCF-9538-1157-A8E7-9660AEA1919B}"/>
              </a:ext>
            </a:extLst>
          </p:cNvPr>
          <p:cNvSpPr txBox="1"/>
          <p:nvPr/>
        </p:nvSpPr>
        <p:spPr bwMode="gray">
          <a:xfrm>
            <a:off x="563880" y="4637809"/>
            <a:ext cx="11147541" cy="1277273"/>
          </a:xfrm>
          <a:prstGeom prst="rect">
            <a:avLst/>
          </a:prstGeom>
          <a:noFill/>
        </p:spPr>
        <p:txBody>
          <a:bodyPr wrap="square">
            <a:spAutoFit/>
          </a:bodyPr>
          <a:lstStyle/>
          <a:p>
            <a:pPr fontAlgn="ctr">
              <a:spcAft>
                <a:spcPts val="600"/>
              </a:spcAft>
            </a:pPr>
            <a:r>
              <a:rPr lang="en-US" altLang="zh-CN" sz="1400">
                <a:effectLst/>
                <a:ea typeface="Aptos" panose="020B0004020202020204" pitchFamily="34" charset="0"/>
              </a:rPr>
              <a:t>The </a:t>
            </a:r>
            <a:r>
              <a:rPr lang="zh-CN" altLang="zh-CN" sz="1400" b="1">
                <a:ea typeface="Calibri" panose="020F0502020204030204" pitchFamily="34" charset="0"/>
              </a:rPr>
              <a:t>sponsorship transfer</a:t>
            </a:r>
            <a:r>
              <a:rPr lang="en-US" altLang="zh-CN" sz="1400" b="1">
                <a:ea typeface="Calibri" panose="020F0502020204030204" pitchFamily="34" charset="0"/>
              </a:rPr>
              <a:t> </a:t>
            </a:r>
            <a:r>
              <a:rPr lang="en-US" altLang="zh-CN" sz="1400" b="1">
                <a:effectLst/>
                <a:ea typeface="Aptos" panose="020B0004020202020204" pitchFamily="34" charset="0"/>
              </a:rPr>
              <a:t>applications </a:t>
            </a:r>
            <a:r>
              <a:rPr lang="en-US" altLang="zh-CN" sz="1400">
                <a:effectLst/>
                <a:ea typeface="Aptos" panose="020B0004020202020204" pitchFamily="34" charset="0"/>
              </a:rPr>
              <a:t>(</a:t>
            </a:r>
            <a:r>
              <a:rPr lang="en-US" altLang="zh-CN" sz="1400">
                <a:ea typeface="Aptos" panose="020B0004020202020204" pitchFamily="34" charset="0"/>
              </a:rPr>
              <a:t>included in </a:t>
            </a:r>
            <a:r>
              <a:rPr lang="en-US" altLang="zh-CN" sz="1400" b="1">
                <a:effectLst/>
                <a:ea typeface="Aptos" panose="020B0004020202020204" pitchFamily="34" charset="0"/>
              </a:rPr>
              <a:t>protocol amendment</a:t>
            </a:r>
            <a:r>
              <a:rPr lang="en-US" altLang="zh-CN" sz="1400">
                <a:effectLst/>
                <a:ea typeface="Aptos" panose="020B0004020202020204" pitchFamily="34" charset="0"/>
              </a:rPr>
              <a:t>) :</a:t>
            </a:r>
            <a:endParaRPr lang="zh-CN" altLang="zh-CN" sz="1200">
              <a:effectLst/>
              <a:ea typeface="Calibri" panose="020F0502020204030204" pitchFamily="34" charset="0"/>
            </a:endParaRPr>
          </a:p>
          <a:p>
            <a:pPr marL="285750" indent="-285750" fontAlgn="ctr">
              <a:spcAft>
                <a:spcPts val="1200"/>
              </a:spcAft>
              <a:buFont typeface="Courier New" panose="02070309020205020404" pitchFamily="49" charset="0"/>
              <a:buChar char="o"/>
            </a:pPr>
            <a:r>
              <a:rPr lang="en-US" altLang="zh-CN" sz="1200" b="1">
                <a:ea typeface="Calibri" panose="020F0502020204030204" pitchFamily="34" charset="0"/>
              </a:rPr>
              <a:t>1368-0025: </a:t>
            </a:r>
            <a:r>
              <a:rPr lang="en-US" altLang="zh-CN" sz="1200">
                <a:ea typeface="Calibri" panose="020F0502020204030204" pitchFamily="34" charset="0"/>
              </a:rPr>
              <a:t>1) as CDE required, </a:t>
            </a:r>
            <a:r>
              <a:rPr lang="en-US" altLang="zh-CN" sz="1200" b="1">
                <a:ea typeface="Calibri" panose="020F0502020204030204" pitchFamily="34" charset="0"/>
              </a:rPr>
              <a:t>will be submitted </a:t>
            </a:r>
            <a:r>
              <a:rPr lang="en-US" altLang="zh-CN" sz="1200" b="1"/>
              <a:t>in parallel with the MAH transfer, which is targeted for </a:t>
            </a:r>
            <a:r>
              <a:rPr lang="en-US" altLang="zh-CN" sz="1200" b="1" strike="sngStrike"/>
              <a:t>23 April </a:t>
            </a:r>
            <a:r>
              <a:rPr lang="en-US" altLang="zh-CN" sz="1200" b="1"/>
              <a:t>(several days delay and waiting for  LEO update this week) </a:t>
            </a:r>
            <a:r>
              <a:rPr lang="en-US" altLang="zh-CN" sz="1200"/>
              <a:t>,</a:t>
            </a:r>
            <a:r>
              <a:rPr lang="en-US" altLang="zh-CN" sz="1200" b="1"/>
              <a:t> </a:t>
            </a:r>
            <a:r>
              <a:rPr lang="en-US" altLang="zh-CN" sz="1200"/>
              <a:t>aiming to be approved by </a:t>
            </a:r>
            <a:r>
              <a:rPr lang="en-US" altLang="zh-CN" sz="1200" err="1"/>
              <a:t>31Jul</a:t>
            </a:r>
            <a:r>
              <a:rPr lang="en-US" altLang="zh-CN" sz="1200"/>
              <a:t> and sponsorship transfer competed by </a:t>
            </a:r>
            <a:r>
              <a:rPr lang="en-US" altLang="zh-CN" sz="1200" err="1"/>
              <a:t>30Sep</a:t>
            </a:r>
            <a:r>
              <a:rPr lang="en-US" altLang="zh-CN" sz="1200"/>
              <a:t> with </a:t>
            </a:r>
            <a:r>
              <a:rPr lang="en-US" altLang="zh-CN" sz="1200" err="1"/>
              <a:t>HGRAC</a:t>
            </a:r>
            <a:r>
              <a:rPr lang="en-US" altLang="zh-CN" sz="1200"/>
              <a:t> approval.  2) protocol &amp; </a:t>
            </a:r>
            <a:r>
              <a:rPr lang="en-US" altLang="zh-CN" sz="1200" err="1"/>
              <a:t>ICF</a:t>
            </a:r>
            <a:r>
              <a:rPr lang="en-US" altLang="zh-CN" sz="1200"/>
              <a:t> amendment approved by leading site EC on </a:t>
            </a:r>
            <a:r>
              <a:rPr lang="en-US" altLang="zh-CN" sz="1200" err="1"/>
              <a:t>4Mar</a:t>
            </a:r>
            <a:r>
              <a:rPr lang="en-US" altLang="zh-CN" sz="1200"/>
              <a:t>.</a:t>
            </a:r>
            <a:endParaRPr lang="en-US" altLang="zh-CN" sz="1200">
              <a:ea typeface="Calibri" panose="020F0502020204030204" pitchFamily="34" charset="0"/>
            </a:endParaRPr>
          </a:p>
          <a:p>
            <a:pPr marL="285750" indent="-285750" fontAlgn="ctr">
              <a:spcAft>
                <a:spcPts val="1200"/>
              </a:spcAft>
              <a:buFont typeface="Courier New" panose="02070309020205020404" pitchFamily="49" charset="0"/>
              <a:buChar char="o"/>
            </a:pPr>
            <a:r>
              <a:rPr lang="en-US" altLang="zh-CN" sz="1200" b="1">
                <a:ea typeface="Calibri" panose="020F0502020204030204" pitchFamily="34" charset="0"/>
              </a:rPr>
              <a:t>1368-0140: </a:t>
            </a:r>
            <a:r>
              <a:rPr lang="en-US" altLang="zh-CN" sz="1200" b="1"/>
              <a:t>CDE approval obtained on </a:t>
            </a:r>
            <a:r>
              <a:rPr lang="en-US" altLang="zh-CN" sz="1200" b="1" err="1"/>
              <a:t>31Mar2026</a:t>
            </a:r>
            <a:r>
              <a:rPr lang="en-US" altLang="zh-CN" sz="1200" b="1"/>
              <a:t>. </a:t>
            </a:r>
          </a:p>
        </p:txBody>
      </p:sp>
    </p:spTree>
    <p:extLst>
      <p:ext uri="{BB962C8B-B14F-4D97-AF65-F5344CB8AC3E}">
        <p14:creationId xmlns:p14="http://schemas.microsoft.com/office/powerpoint/2010/main" val="34593238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9723B5D-303F-B8A4-CF15-9CC9500B5833}"/>
            </a:ext>
          </a:extLst>
        </p:cNvPr>
        <p:cNvGrpSpPr/>
        <p:nvPr/>
      </p:nvGrpSpPr>
      <p:grpSpPr>
        <a:xfrm>
          <a:off x="0" y="0"/>
          <a:ext cx="0" cy="0"/>
          <a:chOff x="0" y="0"/>
          <a:chExt cx="0" cy="0"/>
        </a:xfrm>
      </p:grpSpPr>
      <p:sp>
        <p:nvSpPr>
          <p:cNvPr id="6" name="OTLSHAPE_T_e17f3958430f4cff8650518c93c7635e_Shape">
            <a:extLst>
              <a:ext uri="{FF2B5EF4-FFF2-40B4-BE49-F238E27FC236}">
                <a16:creationId xmlns:a16="http://schemas.microsoft.com/office/drawing/2014/main" id="{81A58158-CA56-1726-42D3-1B87652E410E}"/>
              </a:ext>
            </a:extLst>
          </p:cNvPr>
          <p:cNvSpPr/>
          <p:nvPr>
            <p:custDataLst>
              <p:tags r:id="rId1"/>
            </p:custDataLst>
          </p:nvPr>
        </p:nvSpPr>
        <p:spPr bwMode="auto">
          <a:xfrm>
            <a:off x="6090422" y="4578761"/>
            <a:ext cx="4752000" cy="256032"/>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altLang="zh-CN" sz="1100" b="1" i="0" u="none" strike="noStrike" kern="1200" cap="none" spc="-7" normalizeH="0" baseline="0" noProof="0">
              <a:ln>
                <a:noFill/>
              </a:ln>
              <a:solidFill>
                <a:srgbClr val="000000"/>
              </a:solidFill>
              <a:effectLst/>
              <a:uLnTx/>
              <a:uFillTx/>
              <a:latin typeface="Calibri" panose="020F0502020204030204" pitchFamily="34" charset="0"/>
              <a:ea typeface="等线" panose="02010600030101010101" pitchFamily="2" charset="-122"/>
              <a:cs typeface="+mn-cs"/>
            </a:endParaRPr>
          </a:p>
        </p:txBody>
      </p:sp>
      <p:sp>
        <p:nvSpPr>
          <p:cNvPr id="219" name="OTLSHAPE_T_e17f3958430f4cff8650518c93c7635e_Shape">
            <a:extLst>
              <a:ext uri="{FF2B5EF4-FFF2-40B4-BE49-F238E27FC236}">
                <a16:creationId xmlns:a16="http://schemas.microsoft.com/office/drawing/2014/main" id="{B19AA985-31B1-029C-5935-68658D513115}"/>
              </a:ext>
            </a:extLst>
          </p:cNvPr>
          <p:cNvSpPr/>
          <p:nvPr>
            <p:custDataLst>
              <p:tags r:id="rId2"/>
            </p:custDataLst>
          </p:nvPr>
        </p:nvSpPr>
        <p:spPr bwMode="auto">
          <a:xfrm>
            <a:off x="6083708" y="2574099"/>
            <a:ext cx="4752000" cy="256032"/>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altLang="zh-CN" sz="1100" b="1" i="0" u="none" strike="noStrike" kern="1200" cap="none" spc="-7" normalizeH="0" baseline="0" noProof="0">
              <a:ln>
                <a:noFill/>
              </a:ln>
              <a:solidFill>
                <a:srgbClr val="000000"/>
              </a:solidFill>
              <a:effectLst/>
              <a:uLnTx/>
              <a:uFillTx/>
              <a:latin typeface="Calibri" panose="020F0502020204030204" pitchFamily="34" charset="0"/>
              <a:ea typeface="等线" panose="02010600030101010101" pitchFamily="2" charset="-122"/>
              <a:cs typeface="+mn-cs"/>
            </a:endParaRPr>
          </a:p>
        </p:txBody>
      </p:sp>
      <p:sp>
        <p:nvSpPr>
          <p:cNvPr id="14" name="灯片编号占位符 13">
            <a:extLst>
              <a:ext uri="{FF2B5EF4-FFF2-40B4-BE49-F238E27FC236}">
                <a16:creationId xmlns:a16="http://schemas.microsoft.com/office/drawing/2014/main" id="{FA2ABFCC-6A55-DA38-0586-57366227533D}"/>
              </a:ext>
            </a:extLst>
          </p:cNvPr>
          <p:cNvSpPr>
            <a:spLocks noGrp="1"/>
          </p:cNvSpPr>
          <p:nvPr>
            <p:ph type="sldNum" sz="quarter" idx="20"/>
          </p:nvPr>
        </p:nvSpPr>
        <p:spPr/>
        <p:txBody>
          <a:bodyPr/>
          <a:lstStyle/>
          <a:p>
            <a:pPr marL="0" marR="0" lvl="0" indent="0" algn="r" defTabSz="1219050" rtl="0" eaLnBrk="1" fontAlgn="auto" latinLnBrk="0" hangingPunct="1">
              <a:lnSpc>
                <a:spcPct val="100000"/>
              </a:lnSpc>
              <a:spcBef>
                <a:spcPts val="0"/>
              </a:spcBef>
              <a:spcAft>
                <a:spcPts val="0"/>
              </a:spcAft>
              <a:buClrTx/>
              <a:buSzTx/>
              <a:buFontTx/>
              <a:buNone/>
              <a:tabLst/>
              <a:defRPr/>
            </a:pPr>
            <a:fld id="{143B55C4-4F5A-416B-997D-6CE47EB0A945}" type="slidenum">
              <a:rPr kumimoji="0" lang="en-GB" sz="1067" b="0" i="0" u="none" strike="noStrike" kern="1200" cap="none" spc="0" normalizeH="0" baseline="0" noProof="0">
                <a:ln>
                  <a:noFill/>
                </a:ln>
                <a:solidFill>
                  <a:srgbClr val="7F7F7F"/>
                </a:solidFill>
                <a:effectLst/>
                <a:uLnTx/>
                <a:uFillTx/>
                <a:latin typeface="BISans" panose="02000503040000020004" pitchFamily="2" charset="0"/>
                <a:ea typeface="+mn-ea"/>
                <a:cs typeface="+mn-cs"/>
              </a:rPr>
              <a:pPr marL="0" marR="0" lvl="0" indent="0" algn="r" defTabSz="1219050" rtl="0" eaLnBrk="1" fontAlgn="auto" latinLnBrk="0" hangingPunct="1">
                <a:lnSpc>
                  <a:spcPct val="100000"/>
                </a:lnSpc>
                <a:spcBef>
                  <a:spcPts val="0"/>
                </a:spcBef>
                <a:spcAft>
                  <a:spcPts val="0"/>
                </a:spcAft>
                <a:buClrTx/>
                <a:buSzTx/>
                <a:buFontTx/>
                <a:buNone/>
                <a:tabLst/>
                <a:defRPr/>
              </a:pPr>
              <a:t>30</a:t>
            </a:fld>
            <a:endParaRPr kumimoji="0" lang="en-GB" sz="1067" b="0" i="0" u="none" strike="noStrike" kern="1200" cap="none" spc="0" normalizeH="0" baseline="0" noProof="0">
              <a:ln>
                <a:noFill/>
              </a:ln>
              <a:solidFill>
                <a:srgbClr val="7F7F7F"/>
              </a:solidFill>
              <a:effectLst/>
              <a:uLnTx/>
              <a:uFillTx/>
              <a:latin typeface="BISans" panose="02000503040000020004" pitchFamily="2" charset="0"/>
              <a:ea typeface="+mn-ea"/>
              <a:cs typeface="+mn-cs"/>
            </a:endParaRPr>
          </a:p>
        </p:txBody>
      </p:sp>
      <p:graphicFrame>
        <p:nvGraphicFramePr>
          <p:cNvPr id="4" name="Table 3">
            <a:extLst>
              <a:ext uri="{FF2B5EF4-FFF2-40B4-BE49-F238E27FC236}">
                <a16:creationId xmlns:a16="http://schemas.microsoft.com/office/drawing/2014/main" id="{B0B4F3E1-5020-87DF-16C5-9499C100818D}"/>
              </a:ext>
            </a:extLst>
          </p:cNvPr>
          <p:cNvGraphicFramePr>
            <a:graphicFrameLocks noGrp="1"/>
          </p:cNvGraphicFramePr>
          <p:nvPr>
            <p:extLst>
              <p:ext uri="{D42A27DB-BD31-4B8C-83A1-F6EECF244321}">
                <p14:modId xmlns:p14="http://schemas.microsoft.com/office/powerpoint/2010/main" val="3520152668"/>
              </p:ext>
            </p:extLst>
          </p:nvPr>
        </p:nvGraphicFramePr>
        <p:xfrm>
          <a:off x="236880" y="1449358"/>
          <a:ext cx="11707392" cy="685800"/>
        </p:xfrm>
        <a:graphic>
          <a:graphicData uri="http://schemas.openxmlformats.org/drawingml/2006/table">
            <a:tbl>
              <a:tblPr firstRow="1" bandRow="1"/>
              <a:tblGrid>
                <a:gridCol w="487808">
                  <a:extLst>
                    <a:ext uri="{9D8B030D-6E8A-4147-A177-3AD203B41FA5}">
                      <a16:colId xmlns:a16="http://schemas.microsoft.com/office/drawing/2014/main" val="3814213346"/>
                    </a:ext>
                  </a:extLst>
                </a:gridCol>
                <a:gridCol w="487808">
                  <a:extLst>
                    <a:ext uri="{9D8B030D-6E8A-4147-A177-3AD203B41FA5}">
                      <a16:colId xmlns:a16="http://schemas.microsoft.com/office/drawing/2014/main" val="1475078696"/>
                    </a:ext>
                  </a:extLst>
                </a:gridCol>
                <a:gridCol w="487808">
                  <a:extLst>
                    <a:ext uri="{9D8B030D-6E8A-4147-A177-3AD203B41FA5}">
                      <a16:colId xmlns:a16="http://schemas.microsoft.com/office/drawing/2014/main" val="1246310367"/>
                    </a:ext>
                  </a:extLst>
                </a:gridCol>
                <a:gridCol w="487808">
                  <a:extLst>
                    <a:ext uri="{9D8B030D-6E8A-4147-A177-3AD203B41FA5}">
                      <a16:colId xmlns:a16="http://schemas.microsoft.com/office/drawing/2014/main" val="1310408403"/>
                    </a:ext>
                  </a:extLst>
                </a:gridCol>
                <a:gridCol w="487808">
                  <a:extLst>
                    <a:ext uri="{9D8B030D-6E8A-4147-A177-3AD203B41FA5}">
                      <a16:colId xmlns:a16="http://schemas.microsoft.com/office/drawing/2014/main" val="3091663135"/>
                    </a:ext>
                  </a:extLst>
                </a:gridCol>
                <a:gridCol w="487808">
                  <a:extLst>
                    <a:ext uri="{9D8B030D-6E8A-4147-A177-3AD203B41FA5}">
                      <a16:colId xmlns:a16="http://schemas.microsoft.com/office/drawing/2014/main" val="2003423086"/>
                    </a:ext>
                  </a:extLst>
                </a:gridCol>
                <a:gridCol w="487808">
                  <a:extLst>
                    <a:ext uri="{9D8B030D-6E8A-4147-A177-3AD203B41FA5}">
                      <a16:colId xmlns:a16="http://schemas.microsoft.com/office/drawing/2014/main" val="2466911814"/>
                    </a:ext>
                  </a:extLst>
                </a:gridCol>
                <a:gridCol w="487808">
                  <a:extLst>
                    <a:ext uri="{9D8B030D-6E8A-4147-A177-3AD203B41FA5}">
                      <a16:colId xmlns:a16="http://schemas.microsoft.com/office/drawing/2014/main" val="3023231563"/>
                    </a:ext>
                  </a:extLst>
                </a:gridCol>
                <a:gridCol w="487808">
                  <a:extLst>
                    <a:ext uri="{9D8B030D-6E8A-4147-A177-3AD203B41FA5}">
                      <a16:colId xmlns:a16="http://schemas.microsoft.com/office/drawing/2014/main" val="3411862845"/>
                    </a:ext>
                  </a:extLst>
                </a:gridCol>
                <a:gridCol w="487808">
                  <a:extLst>
                    <a:ext uri="{9D8B030D-6E8A-4147-A177-3AD203B41FA5}">
                      <a16:colId xmlns:a16="http://schemas.microsoft.com/office/drawing/2014/main" val="2851474774"/>
                    </a:ext>
                  </a:extLst>
                </a:gridCol>
                <a:gridCol w="487808">
                  <a:extLst>
                    <a:ext uri="{9D8B030D-6E8A-4147-A177-3AD203B41FA5}">
                      <a16:colId xmlns:a16="http://schemas.microsoft.com/office/drawing/2014/main" val="107595344"/>
                    </a:ext>
                  </a:extLst>
                </a:gridCol>
                <a:gridCol w="487808">
                  <a:extLst>
                    <a:ext uri="{9D8B030D-6E8A-4147-A177-3AD203B41FA5}">
                      <a16:colId xmlns:a16="http://schemas.microsoft.com/office/drawing/2014/main" val="1666999431"/>
                    </a:ext>
                  </a:extLst>
                </a:gridCol>
                <a:gridCol w="487808">
                  <a:extLst>
                    <a:ext uri="{9D8B030D-6E8A-4147-A177-3AD203B41FA5}">
                      <a16:colId xmlns:a16="http://schemas.microsoft.com/office/drawing/2014/main" val="3696607442"/>
                    </a:ext>
                  </a:extLst>
                </a:gridCol>
                <a:gridCol w="487808">
                  <a:extLst>
                    <a:ext uri="{9D8B030D-6E8A-4147-A177-3AD203B41FA5}">
                      <a16:colId xmlns:a16="http://schemas.microsoft.com/office/drawing/2014/main" val="223989776"/>
                    </a:ext>
                  </a:extLst>
                </a:gridCol>
                <a:gridCol w="487808">
                  <a:extLst>
                    <a:ext uri="{9D8B030D-6E8A-4147-A177-3AD203B41FA5}">
                      <a16:colId xmlns:a16="http://schemas.microsoft.com/office/drawing/2014/main" val="124731204"/>
                    </a:ext>
                  </a:extLst>
                </a:gridCol>
                <a:gridCol w="487808">
                  <a:extLst>
                    <a:ext uri="{9D8B030D-6E8A-4147-A177-3AD203B41FA5}">
                      <a16:colId xmlns:a16="http://schemas.microsoft.com/office/drawing/2014/main" val="3066978585"/>
                    </a:ext>
                  </a:extLst>
                </a:gridCol>
                <a:gridCol w="487808">
                  <a:extLst>
                    <a:ext uri="{9D8B030D-6E8A-4147-A177-3AD203B41FA5}">
                      <a16:colId xmlns:a16="http://schemas.microsoft.com/office/drawing/2014/main" val="1064917641"/>
                    </a:ext>
                  </a:extLst>
                </a:gridCol>
                <a:gridCol w="487808">
                  <a:extLst>
                    <a:ext uri="{9D8B030D-6E8A-4147-A177-3AD203B41FA5}">
                      <a16:colId xmlns:a16="http://schemas.microsoft.com/office/drawing/2014/main" val="4221117315"/>
                    </a:ext>
                  </a:extLst>
                </a:gridCol>
                <a:gridCol w="487808">
                  <a:extLst>
                    <a:ext uri="{9D8B030D-6E8A-4147-A177-3AD203B41FA5}">
                      <a16:colId xmlns:a16="http://schemas.microsoft.com/office/drawing/2014/main" val="3266065341"/>
                    </a:ext>
                  </a:extLst>
                </a:gridCol>
                <a:gridCol w="487808">
                  <a:extLst>
                    <a:ext uri="{9D8B030D-6E8A-4147-A177-3AD203B41FA5}">
                      <a16:colId xmlns:a16="http://schemas.microsoft.com/office/drawing/2014/main" val="2374051224"/>
                    </a:ext>
                  </a:extLst>
                </a:gridCol>
                <a:gridCol w="487808">
                  <a:extLst>
                    <a:ext uri="{9D8B030D-6E8A-4147-A177-3AD203B41FA5}">
                      <a16:colId xmlns:a16="http://schemas.microsoft.com/office/drawing/2014/main" val="1840388365"/>
                    </a:ext>
                  </a:extLst>
                </a:gridCol>
                <a:gridCol w="487808">
                  <a:extLst>
                    <a:ext uri="{9D8B030D-6E8A-4147-A177-3AD203B41FA5}">
                      <a16:colId xmlns:a16="http://schemas.microsoft.com/office/drawing/2014/main" val="267750830"/>
                    </a:ext>
                  </a:extLst>
                </a:gridCol>
                <a:gridCol w="487808">
                  <a:extLst>
                    <a:ext uri="{9D8B030D-6E8A-4147-A177-3AD203B41FA5}">
                      <a16:colId xmlns:a16="http://schemas.microsoft.com/office/drawing/2014/main" val="3966469970"/>
                    </a:ext>
                  </a:extLst>
                </a:gridCol>
                <a:gridCol w="487808">
                  <a:extLst>
                    <a:ext uri="{9D8B030D-6E8A-4147-A177-3AD203B41FA5}">
                      <a16:colId xmlns:a16="http://schemas.microsoft.com/office/drawing/2014/main" val="2522973146"/>
                    </a:ext>
                  </a:extLst>
                </a:gridCol>
              </a:tblGrid>
              <a:tr h="259080">
                <a:tc gridSpan="2">
                  <a:txBody>
                    <a:bodyPr/>
                    <a:lstStyle/>
                    <a:p>
                      <a:pPr algn="ctr"/>
                      <a:r>
                        <a:rPr lang="en-US" altLang="zh-CN" sz="1100" b="1">
                          <a:solidFill>
                            <a:schemeClr val="bg1"/>
                          </a:solidFill>
                          <a:latin typeface="Arial" panose="020B0604020202020204" pitchFamily="34" charset="0"/>
                          <a:cs typeface="Arial" panose="020B0604020202020204" pitchFamily="34" charset="0"/>
                        </a:rPr>
                        <a:t>2020</a:t>
                      </a:r>
                      <a:endParaRPr lang="zh-CN" altLang="en-US" sz="1100" b="1">
                        <a:solidFill>
                          <a:schemeClr val="bg1"/>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solidFill>
                          <a:schemeClr val="bg1"/>
                        </a:solidFill>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algn="ctr"/>
                      <a:r>
                        <a:rPr lang="en-US" altLang="zh-CN" sz="1100" b="1">
                          <a:solidFill>
                            <a:schemeClr val="bg1"/>
                          </a:solidFill>
                          <a:latin typeface="Arial" panose="020B0604020202020204" pitchFamily="34" charset="0"/>
                          <a:cs typeface="Arial" panose="020B0604020202020204" pitchFamily="34" charset="0"/>
                        </a:rPr>
                        <a:t>2021</a:t>
                      </a:r>
                      <a:endParaRPr lang="zh-CN" altLang="en-US" sz="1100" b="1">
                        <a:solidFill>
                          <a:schemeClr val="bg1"/>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2022</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p>
                      <a:pPr algn="ctr"/>
                      <a:r>
                        <a:rPr lang="en-US" altLang="zh-CN" sz="1100" b="1">
                          <a:solidFill>
                            <a:schemeClr val="bg1"/>
                          </a:solidFill>
                          <a:latin typeface="Arial" panose="020B0604020202020204" pitchFamily="34" charset="0"/>
                          <a:cs typeface="Arial" panose="020B0604020202020204" pitchFamily="34" charset="0"/>
                        </a:rPr>
                        <a:t>2023</a:t>
                      </a:r>
                      <a:endParaRPr lang="zh-CN" altLang="en-US" sz="1100" b="1">
                        <a:solidFill>
                          <a:schemeClr val="bg1"/>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Arial" panose="020B0604020202020204" pitchFamily="34" charset="0"/>
                          <a:cs typeface="Arial" panose="020B0604020202020204" pitchFamily="34" charset="0"/>
                        </a:rPr>
                        <a:t>2023</a:t>
                      </a: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p>
                      <a:pPr algn="ctr"/>
                      <a:r>
                        <a:rPr lang="en-US" altLang="zh-CN" sz="1100" b="1">
                          <a:solidFill>
                            <a:schemeClr val="bg1"/>
                          </a:solidFill>
                          <a:latin typeface="Arial" panose="020B0604020202020204" pitchFamily="34" charset="0"/>
                          <a:cs typeface="Arial" panose="020B0604020202020204" pitchFamily="34" charset="0"/>
                        </a:rPr>
                        <a:t>2024</a:t>
                      </a:r>
                      <a:endParaRPr lang="zh-CN" altLang="en-US" sz="1100" b="1">
                        <a:solidFill>
                          <a:schemeClr val="bg1"/>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Arial" panose="020B0604020202020204" pitchFamily="34" charset="0"/>
                          <a:cs typeface="Arial" panose="020B0604020202020204" pitchFamily="34" charset="0"/>
                        </a:rPr>
                        <a:t>2024</a:t>
                      </a: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p>
                      <a:pPr algn="ctr"/>
                      <a:r>
                        <a:rPr lang="en-US" altLang="zh-CN" sz="1100" b="1">
                          <a:solidFill>
                            <a:schemeClr val="bg1"/>
                          </a:solidFill>
                          <a:latin typeface="Arial" panose="020B0604020202020204" pitchFamily="34" charset="0"/>
                          <a:cs typeface="Arial" panose="020B0604020202020204" pitchFamily="34" charset="0"/>
                        </a:rPr>
                        <a:t>2025</a:t>
                      </a:r>
                      <a:endParaRPr lang="zh-CN" altLang="en-US" sz="1100" b="1">
                        <a:solidFill>
                          <a:schemeClr val="bg1"/>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800" b="1">
                          <a:latin typeface="Arial" panose="020B0604020202020204" pitchFamily="34" charset="0"/>
                          <a:cs typeface="Arial" panose="020B0604020202020204" pitchFamily="34" charset="0"/>
                        </a:rPr>
                        <a:t>2023</a:t>
                      </a: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2026</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pPr marL="0" algn="ctr" defTabSz="914400" rtl="0" eaLnBrk="1" latinLnBrk="0" hangingPunct="1"/>
                      <a:r>
                        <a:rPr lang="en-US" altLang="zh-CN" sz="800" b="1" kern="1200">
                          <a:solidFill>
                            <a:schemeClr val="lt1"/>
                          </a:solidFill>
                          <a:latin typeface="Arial" panose="020B0604020202020204" pitchFamily="34" charset="0"/>
                          <a:ea typeface="+mn-ea"/>
                          <a:cs typeface="Arial" panose="020B0604020202020204" pitchFamily="34" charset="0"/>
                        </a:rPr>
                        <a:t>2024</a:t>
                      </a:r>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2027</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426720">
                <a:tc>
                  <a:txBody>
                    <a:bodyPr/>
                    <a:lstStyle/>
                    <a:p>
                      <a:pPr algn="ctr"/>
                      <a:r>
                        <a:rPr lang="en-US" altLang="zh-CN" sz="1100" b="1">
                          <a:solidFill>
                            <a:srgbClr val="000000"/>
                          </a:solidFill>
                          <a:latin typeface="Arial" panose="020B0604020202020204" pitchFamily="34" charset="0"/>
                          <a:cs typeface="Arial" panose="020B0604020202020204" pitchFamily="34" charset="0"/>
                        </a:rPr>
                        <a:t>Q1</a:t>
                      </a:r>
                    </a:p>
                    <a:p>
                      <a:pPr algn="ct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p>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Q1</a:t>
                      </a:r>
                    </a:p>
                    <a:p>
                      <a:pPr algn="ct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p>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Q1</a:t>
                      </a:r>
                    </a:p>
                    <a:p>
                      <a:pPr algn="ct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00E47C"/>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p>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Q1</a:t>
                      </a:r>
                    </a:p>
                    <a:p>
                      <a:pPr algn="ct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p>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2722476245"/>
                  </a:ext>
                </a:extLst>
              </a:tr>
            </a:tbl>
          </a:graphicData>
        </a:graphic>
      </p:graphicFrame>
      <p:sp>
        <p:nvSpPr>
          <p:cNvPr id="47" name="OTLSHAPE_T_5a934a26f311425e8ebaa0f45e6533ad_Shape">
            <a:extLst>
              <a:ext uri="{FF2B5EF4-FFF2-40B4-BE49-F238E27FC236}">
                <a16:creationId xmlns:a16="http://schemas.microsoft.com/office/drawing/2014/main" id="{575BD963-0ADF-4A89-AC49-EC1ED679C381}"/>
              </a:ext>
            </a:extLst>
          </p:cNvPr>
          <p:cNvSpPr/>
          <p:nvPr>
            <p:custDataLst>
              <p:tags r:id="rId3"/>
            </p:custDataLst>
          </p:nvPr>
        </p:nvSpPr>
        <p:spPr bwMode="auto">
          <a:xfrm>
            <a:off x="3518221" y="3114353"/>
            <a:ext cx="8470967" cy="256483"/>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altLang="zh-CN" sz="1100" b="1" i="0" u="none" strike="noStrike" kern="1200" cap="none" spc="-7" normalizeH="0" baseline="0" noProof="0">
              <a:ln>
                <a:noFill/>
              </a:ln>
              <a:solidFill>
                <a:srgbClr val="000000"/>
              </a:solidFill>
              <a:effectLst/>
              <a:uLnTx/>
              <a:uFillTx/>
              <a:latin typeface="Calibri" panose="020F0502020204030204" pitchFamily="34" charset="0"/>
              <a:ea typeface="等线" panose="02010600030101010101" pitchFamily="2" charset="-122"/>
              <a:cs typeface="+mn-cs"/>
            </a:endParaRPr>
          </a:p>
        </p:txBody>
      </p:sp>
      <p:sp>
        <p:nvSpPr>
          <p:cNvPr id="65" name="OTLSHAPE_T_e17f3958430f4cff8650518c93c7635e_Shape">
            <a:extLst>
              <a:ext uri="{FF2B5EF4-FFF2-40B4-BE49-F238E27FC236}">
                <a16:creationId xmlns:a16="http://schemas.microsoft.com/office/drawing/2014/main" id="{E82235EE-3A21-A728-F761-2B7238B8EECA}"/>
              </a:ext>
            </a:extLst>
          </p:cNvPr>
          <p:cNvSpPr/>
          <p:nvPr>
            <p:custDataLst>
              <p:tags r:id="rId4"/>
            </p:custDataLst>
          </p:nvPr>
        </p:nvSpPr>
        <p:spPr bwMode="auto">
          <a:xfrm>
            <a:off x="91918" y="3104584"/>
            <a:ext cx="3446721" cy="256032"/>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1067" b="1"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rPr>
              <a:t>N=130</a:t>
            </a:r>
          </a:p>
        </p:txBody>
      </p:sp>
      <p:sp>
        <p:nvSpPr>
          <p:cNvPr id="68" name="Rectangle 67">
            <a:extLst>
              <a:ext uri="{FF2B5EF4-FFF2-40B4-BE49-F238E27FC236}">
                <a16:creationId xmlns:a16="http://schemas.microsoft.com/office/drawing/2014/main" id="{FC0B7178-9393-EA92-E796-86BE27070AB8}"/>
              </a:ext>
            </a:extLst>
          </p:cNvPr>
          <p:cNvSpPr/>
          <p:nvPr/>
        </p:nvSpPr>
        <p:spPr>
          <a:xfrm>
            <a:off x="3406273" y="3325235"/>
            <a:ext cx="324127" cy="215444"/>
          </a:xfrm>
          <a:prstGeom prst="rect">
            <a:avLst/>
          </a:prstGeom>
        </p:spPr>
        <p:txBody>
          <a:bodyPr wrap="non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rPr>
              <a:t>LSS</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69" name="OTLSHAPE_T_e17f3958430f4cff8650518c93c7635e_StartDate">
            <a:extLst>
              <a:ext uri="{FF2B5EF4-FFF2-40B4-BE49-F238E27FC236}">
                <a16:creationId xmlns:a16="http://schemas.microsoft.com/office/drawing/2014/main" id="{507CE4D7-B8D7-7C51-B645-6B733E2BC151}"/>
              </a:ext>
            </a:extLst>
          </p:cNvPr>
          <p:cNvSpPr txBox="1"/>
          <p:nvPr>
            <p:custDataLst>
              <p:tags r:id="rId5"/>
            </p:custDataLst>
          </p:nvPr>
        </p:nvSpPr>
        <p:spPr>
          <a:xfrm>
            <a:off x="3132981" y="2964703"/>
            <a:ext cx="682623" cy="123111"/>
          </a:xfrm>
          <a:prstGeom prst="rect">
            <a:avLst/>
          </a:prstGeom>
          <a:noFill/>
        </p:spPr>
        <p:txBody>
          <a:bodyPr vert="horz" wrap="square" lIns="0" tIns="0" rIns="0" bIns="0" rtlCol="0" anchor="ctr" anchorCtr="0">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rPr>
              <a:t>Feb 2023</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78" name="Star: 4 Points 143">
            <a:extLst>
              <a:ext uri="{FF2B5EF4-FFF2-40B4-BE49-F238E27FC236}">
                <a16:creationId xmlns:a16="http://schemas.microsoft.com/office/drawing/2014/main" id="{E49DDC63-CB5F-6DF9-9862-83131DB0A40C}"/>
              </a:ext>
            </a:extLst>
          </p:cNvPr>
          <p:cNvSpPr/>
          <p:nvPr/>
        </p:nvSpPr>
        <p:spPr bwMode="auto">
          <a:xfrm>
            <a:off x="3466885" y="3257251"/>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86"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79" name="Star: 4 Points 143">
            <a:extLst>
              <a:ext uri="{FF2B5EF4-FFF2-40B4-BE49-F238E27FC236}">
                <a16:creationId xmlns:a16="http://schemas.microsoft.com/office/drawing/2014/main" id="{6B651897-F9F4-2FAB-D7CB-C764F4EBFCE1}"/>
              </a:ext>
            </a:extLst>
          </p:cNvPr>
          <p:cNvSpPr/>
          <p:nvPr/>
        </p:nvSpPr>
        <p:spPr bwMode="auto">
          <a:xfrm>
            <a:off x="19173" y="3280990"/>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86"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99" name="Rectangle 98">
            <a:extLst>
              <a:ext uri="{FF2B5EF4-FFF2-40B4-BE49-F238E27FC236}">
                <a16:creationId xmlns:a16="http://schemas.microsoft.com/office/drawing/2014/main" id="{5D85D3D1-CC1C-847A-3DF6-6204C96FF5FE}"/>
              </a:ext>
            </a:extLst>
          </p:cNvPr>
          <p:cNvSpPr/>
          <p:nvPr/>
        </p:nvSpPr>
        <p:spPr>
          <a:xfrm>
            <a:off x="11704901" y="3325235"/>
            <a:ext cx="330539" cy="215444"/>
          </a:xfrm>
          <a:prstGeom prst="rect">
            <a:avLst/>
          </a:prstGeom>
        </p:spPr>
        <p:txBody>
          <a:bodyPr wrap="non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rPr>
              <a:t>LSC</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100" name="OTLSHAPE_T_e17f3958430f4cff8650518c93c7635e_StartDate">
            <a:extLst>
              <a:ext uri="{FF2B5EF4-FFF2-40B4-BE49-F238E27FC236}">
                <a16:creationId xmlns:a16="http://schemas.microsoft.com/office/drawing/2014/main" id="{178C2724-936D-4951-1250-DEFCE20085CA}"/>
              </a:ext>
            </a:extLst>
          </p:cNvPr>
          <p:cNvSpPr txBox="1"/>
          <p:nvPr>
            <p:custDataLst>
              <p:tags r:id="rId6"/>
            </p:custDataLst>
          </p:nvPr>
        </p:nvSpPr>
        <p:spPr>
          <a:xfrm>
            <a:off x="11548603" y="2964703"/>
            <a:ext cx="682623" cy="123111"/>
          </a:xfrm>
          <a:prstGeom prst="rect">
            <a:avLst/>
          </a:prstGeom>
          <a:noFill/>
        </p:spPr>
        <p:txBody>
          <a:bodyPr vert="horz" wrap="square" lIns="0" tIns="0" rIns="0" bIns="0" rtlCol="0" anchor="ctr" anchorCtr="0">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rPr>
              <a:t>Jan 2028</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101" name="Star: 4 Points 143">
            <a:extLst>
              <a:ext uri="{FF2B5EF4-FFF2-40B4-BE49-F238E27FC236}">
                <a16:creationId xmlns:a16="http://schemas.microsoft.com/office/drawing/2014/main" id="{0A498165-D4E0-2231-C8AF-F0850F55BCFC}"/>
              </a:ext>
            </a:extLst>
          </p:cNvPr>
          <p:cNvSpPr/>
          <p:nvPr/>
        </p:nvSpPr>
        <p:spPr bwMode="auto">
          <a:xfrm>
            <a:off x="11917537" y="3243135"/>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86"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52" name="OTLSHAPE_T_e17f3958430f4cff8650518c93c7635e_Shape">
            <a:extLst>
              <a:ext uri="{FF2B5EF4-FFF2-40B4-BE49-F238E27FC236}">
                <a16:creationId xmlns:a16="http://schemas.microsoft.com/office/drawing/2014/main" id="{C0F3E777-91D7-C922-4F47-3A6686FC2972}"/>
              </a:ext>
            </a:extLst>
          </p:cNvPr>
          <p:cNvSpPr/>
          <p:nvPr>
            <p:custDataLst>
              <p:tags r:id="rId7"/>
            </p:custDataLst>
          </p:nvPr>
        </p:nvSpPr>
        <p:spPr bwMode="auto">
          <a:xfrm>
            <a:off x="918560" y="5103983"/>
            <a:ext cx="1974424" cy="256032"/>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1067" b="1" i="0" u="none" strike="noStrike" kern="1200" cap="none" spc="0" normalizeH="0" baseline="0" noProof="0">
                <a:ln>
                  <a:noFill/>
                </a:ln>
                <a:solidFill>
                  <a:srgbClr val="000000"/>
                </a:solidFill>
                <a:effectLst/>
                <a:uLnTx/>
                <a:uFillTx/>
                <a:latin typeface="Calibri"/>
                <a:ea typeface="等线" panose="02010600030101010101" pitchFamily="2" charset="-122"/>
                <a:cs typeface="Calibri"/>
              </a:rPr>
              <a:t>N=14</a:t>
            </a:r>
            <a:endParaRPr kumimoji="0" lang="en-US" altLang="zh-CN" sz="1067" b="1" i="0" u="none" strike="noStrike" kern="1200" cap="none" spc="0" normalizeH="0" baseline="0" noProof="0">
              <a:ln>
                <a:noFill/>
              </a:ln>
              <a:solidFill>
                <a:srgbClr val="C73635"/>
              </a:solidFill>
              <a:effectLst/>
              <a:uLnTx/>
              <a:uFillTx/>
              <a:latin typeface="Calibri"/>
              <a:ea typeface="等线" panose="02010600030101010101" pitchFamily="2" charset="-122"/>
              <a:cs typeface="Calibri"/>
            </a:endParaRPr>
          </a:p>
        </p:txBody>
      </p:sp>
      <p:sp>
        <p:nvSpPr>
          <p:cNvPr id="59" name="OTLSHAPE_T_e17f3958430f4cff8650518c93c7635e_StartDate">
            <a:extLst>
              <a:ext uri="{FF2B5EF4-FFF2-40B4-BE49-F238E27FC236}">
                <a16:creationId xmlns:a16="http://schemas.microsoft.com/office/drawing/2014/main" id="{0ADF20DD-630A-22AB-0544-3D3A60A53759}"/>
              </a:ext>
            </a:extLst>
          </p:cNvPr>
          <p:cNvSpPr txBox="1"/>
          <p:nvPr>
            <p:custDataLst>
              <p:tags r:id="rId8"/>
            </p:custDataLst>
          </p:nvPr>
        </p:nvSpPr>
        <p:spPr>
          <a:xfrm>
            <a:off x="372093" y="4986960"/>
            <a:ext cx="1135987" cy="123111"/>
          </a:xfrm>
          <a:prstGeom prst="rect">
            <a:avLst/>
          </a:prstGeom>
          <a:noFill/>
        </p:spPr>
        <p:txBody>
          <a:bodyPr vert="horz" wrap="square" lIns="0" tIns="0" rIns="0" bIns="0" rtlCol="0" anchor="ctr" anchorCtr="0">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rPr>
              <a:t>Sep 2020</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60" name="Star: 4 Points 143">
            <a:extLst>
              <a:ext uri="{FF2B5EF4-FFF2-40B4-BE49-F238E27FC236}">
                <a16:creationId xmlns:a16="http://schemas.microsoft.com/office/drawing/2014/main" id="{AA3D5288-201F-9366-D59B-1366C1E12621}"/>
              </a:ext>
            </a:extLst>
          </p:cNvPr>
          <p:cNvSpPr/>
          <p:nvPr/>
        </p:nvSpPr>
        <p:spPr bwMode="auto">
          <a:xfrm>
            <a:off x="806433" y="524667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86"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61" name="Rectangle 60">
            <a:extLst>
              <a:ext uri="{FF2B5EF4-FFF2-40B4-BE49-F238E27FC236}">
                <a16:creationId xmlns:a16="http://schemas.microsoft.com/office/drawing/2014/main" id="{1BEC21EF-B2AA-9761-8D2C-ED43D86D0AEA}"/>
              </a:ext>
            </a:extLst>
          </p:cNvPr>
          <p:cNvSpPr/>
          <p:nvPr/>
        </p:nvSpPr>
        <p:spPr>
          <a:xfrm>
            <a:off x="648345" y="5373175"/>
            <a:ext cx="445956" cy="215444"/>
          </a:xfrm>
          <a:prstGeom prst="rect">
            <a:avLst/>
          </a:prstGeom>
        </p:spPr>
        <p:txBody>
          <a:bodyPr wrap="non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rPr>
              <a:t>1</a:t>
            </a:r>
            <a:r>
              <a:rPr kumimoji="0" lang="en-US" altLang="zh-CN" sz="800" b="1" i="0" u="none" strike="noStrike" kern="1200" cap="none" spc="0" normalizeH="0" baseline="3000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rPr>
              <a:t>st</a:t>
            </a: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rPr>
              <a:t> SIV</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97" name="TextBox 96">
            <a:extLst>
              <a:ext uri="{FF2B5EF4-FFF2-40B4-BE49-F238E27FC236}">
                <a16:creationId xmlns:a16="http://schemas.microsoft.com/office/drawing/2014/main" id="{1FBB906F-E605-EE2C-3332-C383FEF0C4B5}"/>
              </a:ext>
            </a:extLst>
          </p:cNvPr>
          <p:cNvSpPr txBox="1"/>
          <p:nvPr/>
        </p:nvSpPr>
        <p:spPr>
          <a:xfrm>
            <a:off x="9534" y="5014979"/>
            <a:ext cx="644895" cy="328423"/>
          </a:xfrm>
          <a:prstGeom prst="rect">
            <a:avLst/>
          </a:prstGeom>
          <a:noFill/>
          <a:ln>
            <a:solidFill>
              <a:schemeClr val="accent1"/>
            </a:solidFill>
          </a:ln>
        </p:spPr>
        <p:txBody>
          <a:bodyPr wrap="square" lIns="0" tIns="0" rIns="0" bIns="0" rtlCol="0">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err="1">
                <a:ln>
                  <a:noFill/>
                </a:ln>
                <a:solidFill>
                  <a:srgbClr val="0066CC"/>
                </a:solidFill>
                <a:effectLst/>
                <a:uLnTx/>
                <a:uFillTx/>
                <a:latin typeface="Calibri" panose="020F0502020204030204" pitchFamily="34" charset="0"/>
                <a:ea typeface="+mn-ea"/>
                <a:cs typeface="Calibri" panose="020F0502020204030204" pitchFamily="34" charset="0"/>
              </a:rPr>
              <a:t>Ph2</a:t>
            </a:r>
            <a:r>
              <a:rPr kumimoji="0" lang="en-US"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 OLE-1368.25</a:t>
            </a:r>
          </a:p>
        </p:txBody>
      </p:sp>
      <p:sp>
        <p:nvSpPr>
          <p:cNvPr id="146" name="TextBox 145">
            <a:extLst>
              <a:ext uri="{FF2B5EF4-FFF2-40B4-BE49-F238E27FC236}">
                <a16:creationId xmlns:a16="http://schemas.microsoft.com/office/drawing/2014/main" id="{E3A2AC85-15A9-E190-B71C-1E098BD9A46E}"/>
              </a:ext>
            </a:extLst>
          </p:cNvPr>
          <p:cNvSpPr txBox="1"/>
          <p:nvPr/>
        </p:nvSpPr>
        <p:spPr>
          <a:xfrm>
            <a:off x="11020" y="3067587"/>
            <a:ext cx="628501" cy="328423"/>
          </a:xfrm>
          <a:prstGeom prst="rect">
            <a:avLst/>
          </a:prstGeom>
          <a:noFill/>
          <a:ln>
            <a:solidFill>
              <a:schemeClr val="accent1"/>
            </a:solidFill>
          </a:ln>
        </p:spPr>
        <p:txBody>
          <a:bodyPr wrap="square" lIns="0" tIns="0" rIns="0" bIns="0" rtlCol="0">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Ph2 OLE-1368.25</a:t>
            </a:r>
          </a:p>
        </p:txBody>
      </p:sp>
      <p:cxnSp>
        <p:nvCxnSpPr>
          <p:cNvPr id="148" name="Straight Connector 147">
            <a:extLst>
              <a:ext uri="{FF2B5EF4-FFF2-40B4-BE49-F238E27FC236}">
                <a16:creationId xmlns:a16="http://schemas.microsoft.com/office/drawing/2014/main" id="{5D6DD005-C3D3-1221-2890-6F24219DBB49}"/>
              </a:ext>
            </a:extLst>
          </p:cNvPr>
          <p:cNvCxnSpPr>
            <a:cxnSpLocks/>
          </p:cNvCxnSpPr>
          <p:nvPr/>
        </p:nvCxnSpPr>
        <p:spPr bwMode="auto">
          <a:xfrm flipH="1">
            <a:off x="41887" y="4018955"/>
            <a:ext cx="1216152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2" name="Isosceles Triangle 1">
            <a:extLst>
              <a:ext uri="{FF2B5EF4-FFF2-40B4-BE49-F238E27FC236}">
                <a16:creationId xmlns:a16="http://schemas.microsoft.com/office/drawing/2014/main" id="{DCD6C6D3-D11A-160D-AE4D-07DE03C26A28}"/>
              </a:ext>
            </a:extLst>
          </p:cNvPr>
          <p:cNvSpPr/>
          <p:nvPr/>
        </p:nvSpPr>
        <p:spPr>
          <a:xfrm rot="16200000" flipH="1">
            <a:off x="-200989" y="1669650"/>
            <a:ext cx="648393" cy="227349"/>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129" name="Isosceles Triangle 128">
            <a:extLst>
              <a:ext uri="{FF2B5EF4-FFF2-40B4-BE49-F238E27FC236}">
                <a16:creationId xmlns:a16="http://schemas.microsoft.com/office/drawing/2014/main" id="{3D2F878D-F849-C806-1B4E-D81DC77310F6}"/>
              </a:ext>
            </a:extLst>
          </p:cNvPr>
          <p:cNvSpPr/>
          <p:nvPr/>
        </p:nvSpPr>
        <p:spPr>
          <a:xfrm rot="5400000">
            <a:off x="11736950" y="1676414"/>
            <a:ext cx="648393" cy="227349"/>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119" name="OTLSHAPE_T_5a934a26f311425e8ebaa0f45e6533ad_Shape">
            <a:extLst>
              <a:ext uri="{FF2B5EF4-FFF2-40B4-BE49-F238E27FC236}">
                <a16:creationId xmlns:a16="http://schemas.microsoft.com/office/drawing/2014/main" id="{2A519C0F-CFF1-36B3-99C5-3390BC5549F6}"/>
              </a:ext>
            </a:extLst>
          </p:cNvPr>
          <p:cNvSpPr/>
          <p:nvPr>
            <p:custDataLst>
              <p:tags r:id="rId9"/>
            </p:custDataLst>
          </p:nvPr>
        </p:nvSpPr>
        <p:spPr bwMode="auto">
          <a:xfrm>
            <a:off x="2901822" y="5118260"/>
            <a:ext cx="9087367" cy="256032"/>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altLang="zh-CN" sz="1100" b="1" i="0" u="none" strike="noStrike" kern="1200" cap="none" spc="-7" normalizeH="0" baseline="0" noProof="0">
              <a:ln>
                <a:noFill/>
              </a:ln>
              <a:solidFill>
                <a:srgbClr val="000000"/>
              </a:solidFill>
              <a:effectLst/>
              <a:uLnTx/>
              <a:uFillTx/>
              <a:latin typeface="Calibri" panose="020F0502020204030204" pitchFamily="34" charset="0"/>
              <a:ea typeface="等线" panose="02010600030101010101" pitchFamily="2" charset="-122"/>
              <a:cs typeface="+mn-cs"/>
            </a:endParaRPr>
          </a:p>
        </p:txBody>
      </p:sp>
      <p:sp>
        <p:nvSpPr>
          <p:cNvPr id="120" name="Rectangle 119">
            <a:extLst>
              <a:ext uri="{FF2B5EF4-FFF2-40B4-BE49-F238E27FC236}">
                <a16:creationId xmlns:a16="http://schemas.microsoft.com/office/drawing/2014/main" id="{AE2891FD-8C4C-BB70-7FD0-1D6398416F22}"/>
              </a:ext>
            </a:extLst>
          </p:cNvPr>
          <p:cNvSpPr/>
          <p:nvPr/>
        </p:nvSpPr>
        <p:spPr>
          <a:xfrm>
            <a:off x="2720669" y="5373175"/>
            <a:ext cx="324127" cy="215444"/>
          </a:xfrm>
          <a:prstGeom prst="rect">
            <a:avLst/>
          </a:prstGeom>
        </p:spPr>
        <p:txBody>
          <a:bodyPr wrap="non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rPr>
              <a:t>LSS</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121" name="OTLSHAPE_T_e17f3958430f4cff8650518c93c7635e_StartDate">
            <a:extLst>
              <a:ext uri="{FF2B5EF4-FFF2-40B4-BE49-F238E27FC236}">
                <a16:creationId xmlns:a16="http://schemas.microsoft.com/office/drawing/2014/main" id="{EBC6DEB0-00D3-D3B8-3CF4-95DF0C6CB30A}"/>
              </a:ext>
            </a:extLst>
          </p:cNvPr>
          <p:cNvSpPr txBox="1"/>
          <p:nvPr>
            <p:custDataLst>
              <p:tags r:id="rId10"/>
            </p:custDataLst>
          </p:nvPr>
        </p:nvSpPr>
        <p:spPr>
          <a:xfrm>
            <a:off x="2517514" y="4986960"/>
            <a:ext cx="682623" cy="123111"/>
          </a:xfrm>
          <a:prstGeom prst="rect">
            <a:avLst/>
          </a:prstGeom>
          <a:noFill/>
        </p:spPr>
        <p:txBody>
          <a:bodyPr vert="horz" wrap="square" lIns="0" tIns="0" rIns="0" bIns="0" rtlCol="0" anchor="ctr" anchorCtr="0">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rPr>
              <a:t>Oct 2022 </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122" name="Star: 4 Points 143">
            <a:extLst>
              <a:ext uri="{FF2B5EF4-FFF2-40B4-BE49-F238E27FC236}">
                <a16:creationId xmlns:a16="http://schemas.microsoft.com/office/drawing/2014/main" id="{0E5F4F53-DA8B-1566-8465-119659E27EE5}"/>
              </a:ext>
            </a:extLst>
          </p:cNvPr>
          <p:cNvSpPr/>
          <p:nvPr/>
        </p:nvSpPr>
        <p:spPr bwMode="auto">
          <a:xfrm>
            <a:off x="2792081" y="524667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86"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137" name="Rectangle 136">
            <a:extLst>
              <a:ext uri="{FF2B5EF4-FFF2-40B4-BE49-F238E27FC236}">
                <a16:creationId xmlns:a16="http://schemas.microsoft.com/office/drawing/2014/main" id="{A3B0547F-E713-D86C-5F29-5D315F024C4E}"/>
              </a:ext>
            </a:extLst>
          </p:cNvPr>
          <p:cNvSpPr/>
          <p:nvPr/>
        </p:nvSpPr>
        <p:spPr>
          <a:xfrm>
            <a:off x="11779719" y="5373175"/>
            <a:ext cx="330539" cy="215444"/>
          </a:xfrm>
          <a:prstGeom prst="rect">
            <a:avLst/>
          </a:prstGeom>
        </p:spPr>
        <p:txBody>
          <a:bodyPr wrap="non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rPr>
              <a:t>LSC</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142" name="Star: 4 Points 143">
            <a:extLst>
              <a:ext uri="{FF2B5EF4-FFF2-40B4-BE49-F238E27FC236}">
                <a16:creationId xmlns:a16="http://schemas.microsoft.com/office/drawing/2014/main" id="{296216C5-96C9-BD97-4BE9-6772C292AA71}"/>
              </a:ext>
            </a:extLst>
          </p:cNvPr>
          <p:cNvSpPr/>
          <p:nvPr/>
        </p:nvSpPr>
        <p:spPr bwMode="auto">
          <a:xfrm>
            <a:off x="11892081" y="524667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86"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pic>
        <p:nvPicPr>
          <p:cNvPr id="8" name="Picture 7">
            <a:extLst>
              <a:ext uri="{FF2B5EF4-FFF2-40B4-BE49-F238E27FC236}">
                <a16:creationId xmlns:a16="http://schemas.microsoft.com/office/drawing/2014/main" id="{59DF7034-C55C-E96B-FFBE-9CA59A58C4A3}"/>
              </a:ext>
            </a:extLst>
          </p:cNvPr>
          <p:cNvPicPr>
            <a:picLocks noChangeAspect="1"/>
          </p:cNvPicPr>
          <p:nvPr/>
        </p:nvPicPr>
        <p:blipFill>
          <a:blip r:embed="rId25">
            <a:extLst>
              <a:ext uri="{28A0092B-C50C-407E-A947-70E740481C1C}">
                <a14:useLocalDpi xmlns:a14="http://schemas.microsoft.com/office/drawing/2010/main" val="0"/>
              </a:ext>
            </a:extLst>
          </a:blip>
          <a:stretch>
            <a:fillRect/>
          </a:stretch>
        </p:blipFill>
        <p:spPr>
          <a:xfrm>
            <a:off x="-55203" y="2078934"/>
            <a:ext cx="772155" cy="380561"/>
          </a:xfrm>
          <a:prstGeom prst="rect">
            <a:avLst/>
          </a:prstGeom>
        </p:spPr>
      </p:pic>
      <p:pic>
        <p:nvPicPr>
          <p:cNvPr id="9" name="Picture 8">
            <a:extLst>
              <a:ext uri="{FF2B5EF4-FFF2-40B4-BE49-F238E27FC236}">
                <a16:creationId xmlns:a16="http://schemas.microsoft.com/office/drawing/2014/main" id="{FF4C864E-2AE9-ED05-F084-2F8A3D46AAC2}"/>
              </a:ext>
            </a:extLst>
          </p:cNvPr>
          <p:cNvPicPr>
            <a:picLocks noChangeAspect="1"/>
          </p:cNvPicPr>
          <p:nvPr/>
        </p:nvPicPr>
        <p:blipFill>
          <a:blip r:embed="rId26">
            <a:extLst>
              <a:ext uri="{28A0092B-C50C-407E-A947-70E740481C1C}">
                <a14:useLocalDpi xmlns:a14="http://schemas.microsoft.com/office/drawing/2010/main" val="0"/>
              </a:ext>
            </a:extLst>
          </a:blip>
          <a:stretch>
            <a:fillRect/>
          </a:stretch>
        </p:blipFill>
        <p:spPr>
          <a:xfrm>
            <a:off x="-77864" y="4013793"/>
            <a:ext cx="763575" cy="376332"/>
          </a:xfrm>
          <a:prstGeom prst="rect">
            <a:avLst/>
          </a:prstGeom>
        </p:spPr>
      </p:pic>
      <p:sp>
        <p:nvSpPr>
          <p:cNvPr id="141" name="OTLSHAPE_T_e17f3958430f4cff8650518c93c7635e_StartDate">
            <a:extLst>
              <a:ext uri="{FF2B5EF4-FFF2-40B4-BE49-F238E27FC236}">
                <a16:creationId xmlns:a16="http://schemas.microsoft.com/office/drawing/2014/main" id="{B97AEE19-6FB3-FAE6-4BA7-957186E75D6E}"/>
              </a:ext>
            </a:extLst>
          </p:cNvPr>
          <p:cNvSpPr txBox="1"/>
          <p:nvPr>
            <p:custDataLst>
              <p:tags r:id="rId11"/>
            </p:custDataLst>
          </p:nvPr>
        </p:nvSpPr>
        <p:spPr>
          <a:xfrm>
            <a:off x="11560626" y="4986960"/>
            <a:ext cx="682623" cy="123111"/>
          </a:xfrm>
          <a:prstGeom prst="rect">
            <a:avLst/>
          </a:prstGeom>
          <a:noFill/>
        </p:spPr>
        <p:txBody>
          <a:bodyPr vert="horz" wrap="square" lIns="0" tIns="0" rIns="0" bIns="0" rtlCol="0" anchor="ctr" anchorCtr="0">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rPr>
              <a:t>Dec 2027</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174" name="TextBox 173">
            <a:extLst>
              <a:ext uri="{FF2B5EF4-FFF2-40B4-BE49-F238E27FC236}">
                <a16:creationId xmlns:a16="http://schemas.microsoft.com/office/drawing/2014/main" id="{6E1B8E5D-5227-CE61-7759-E801BCC93B76}"/>
              </a:ext>
            </a:extLst>
          </p:cNvPr>
          <p:cNvSpPr txBox="1"/>
          <p:nvPr/>
        </p:nvSpPr>
        <p:spPr>
          <a:xfrm>
            <a:off x="11025" y="2532710"/>
            <a:ext cx="619207" cy="328423"/>
          </a:xfrm>
          <a:prstGeom prst="rect">
            <a:avLst/>
          </a:prstGeom>
          <a:noFill/>
          <a:ln>
            <a:solidFill>
              <a:schemeClr val="accent1"/>
            </a:solidFill>
          </a:ln>
        </p:spPr>
        <p:txBody>
          <a:bodyPr wrap="square" lIns="0" tIns="0" rIns="0" bIns="0" rtlCol="0">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Ph3b/4-1368.120</a:t>
            </a:r>
          </a:p>
        </p:txBody>
      </p:sp>
      <p:grpSp>
        <p:nvGrpSpPr>
          <p:cNvPr id="155" name="Group 154">
            <a:extLst>
              <a:ext uri="{FF2B5EF4-FFF2-40B4-BE49-F238E27FC236}">
                <a16:creationId xmlns:a16="http://schemas.microsoft.com/office/drawing/2014/main" id="{BE7D4479-2691-EBF6-2704-008996FADD8D}"/>
              </a:ext>
            </a:extLst>
          </p:cNvPr>
          <p:cNvGrpSpPr/>
          <p:nvPr/>
        </p:nvGrpSpPr>
        <p:grpSpPr>
          <a:xfrm>
            <a:off x="9315076" y="1984555"/>
            <a:ext cx="756000" cy="3912905"/>
            <a:chOff x="1707680" y="1331220"/>
            <a:chExt cx="756000" cy="3774973"/>
          </a:xfrm>
        </p:grpSpPr>
        <p:cxnSp>
          <p:nvCxnSpPr>
            <p:cNvPr id="156" name="Straight Connector 155">
              <a:extLst>
                <a:ext uri="{FF2B5EF4-FFF2-40B4-BE49-F238E27FC236}">
                  <a16:creationId xmlns:a16="http://schemas.microsoft.com/office/drawing/2014/main" id="{93FE797F-72C7-97D6-C33A-9A1B5E7DDEFE}"/>
                </a:ext>
              </a:extLst>
            </p:cNvPr>
            <p:cNvCxnSpPr>
              <a:cxnSpLocks/>
            </p:cNvCxnSpPr>
            <p:nvPr/>
          </p:nvCxnSpPr>
          <p:spPr bwMode="auto">
            <a:xfrm flipV="1">
              <a:off x="2085680" y="1331220"/>
              <a:ext cx="0" cy="3774973"/>
            </a:xfrm>
            <a:prstGeom prst="line">
              <a:avLst/>
            </a:prstGeom>
            <a:solidFill>
              <a:schemeClr val="accent1"/>
            </a:solidFill>
            <a:ln w="6350" cap="flat" cmpd="sng" algn="ctr">
              <a:solidFill>
                <a:srgbClr val="FF0000"/>
              </a:solidFill>
              <a:prstDash val="sysDot"/>
              <a:round/>
              <a:headEnd type="none" w="med" len="med"/>
              <a:tailEnd type="none" w="med" len="med"/>
            </a:ln>
            <a:effectLst/>
          </p:spPr>
        </p:cxnSp>
        <p:sp>
          <p:nvSpPr>
            <p:cNvPr id="166" name="OTLSHAPE_T_e17f3958430f4cff8650518c93c7635e_StartDate">
              <a:extLst>
                <a:ext uri="{FF2B5EF4-FFF2-40B4-BE49-F238E27FC236}">
                  <a16:creationId xmlns:a16="http://schemas.microsoft.com/office/drawing/2014/main" id="{48B7ADA3-D71D-E292-568F-8E175F3C4241}"/>
                </a:ext>
              </a:extLst>
            </p:cNvPr>
            <p:cNvSpPr txBox="1"/>
            <p:nvPr>
              <p:custDataLst>
                <p:tags r:id="rId22"/>
              </p:custDataLst>
            </p:nvPr>
          </p:nvSpPr>
          <p:spPr>
            <a:xfrm>
              <a:off x="1707680" y="1569029"/>
              <a:ext cx="756000" cy="246317"/>
            </a:xfrm>
            <a:prstGeom prst="rect">
              <a:avLst/>
            </a:prstGeom>
            <a:noFill/>
            <a:ln w="12700">
              <a:noFill/>
            </a:ln>
          </p:spPr>
          <p:txBody>
            <a:bodyPr vert="horz" wrap="square" lIns="0" tIns="0" rIns="0" bIns="0" rtlCol="0" anchor="ctr" anchorCtr="0">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1067" b="1" i="0" u="none" strike="noStrike" kern="1200" cap="none" spc="0" normalizeH="0" baseline="0" noProof="0">
                  <a:ln>
                    <a:noFill/>
                  </a:ln>
                  <a:solidFill>
                    <a:srgbClr val="FF0000"/>
                  </a:solidFill>
                  <a:effectLst/>
                  <a:uLnTx/>
                  <a:uFillTx/>
                  <a:latin typeface="Calibri" panose="020F0502020204030204" pitchFamily="34" charset="0"/>
                  <a:ea typeface="等线" panose="02010600030101010101" pitchFamily="2" charset="-122"/>
                  <a:cs typeface="Calibri" panose="020F0502020204030204" pitchFamily="34" charset="0"/>
                </a:rPr>
                <a:t>We are here</a:t>
              </a:r>
              <a:endParaRPr kumimoji="0" lang="zh-CN" altLang="en-US" sz="1067" b="1" i="0" u="none" strike="noStrike" kern="1200" cap="none" spc="0" normalizeH="0" baseline="0" noProof="0">
                <a:ln>
                  <a:noFill/>
                </a:ln>
                <a:solidFill>
                  <a:srgbClr val="FF0000"/>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grpSp>
      <p:sp>
        <p:nvSpPr>
          <p:cNvPr id="160" name="五角星 55">
            <a:extLst>
              <a:ext uri="{FF2B5EF4-FFF2-40B4-BE49-F238E27FC236}">
                <a16:creationId xmlns:a16="http://schemas.microsoft.com/office/drawing/2014/main" id="{C008DE50-AEFD-EBFC-DFA4-628DFF4D2838}"/>
              </a:ext>
            </a:extLst>
          </p:cNvPr>
          <p:cNvSpPr>
            <a:spLocks noChangeAspect="1"/>
          </p:cNvSpPr>
          <p:nvPr/>
        </p:nvSpPr>
        <p:spPr bwMode="auto">
          <a:xfrm>
            <a:off x="2725716" y="2711703"/>
            <a:ext cx="203981" cy="179684"/>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marL="0" marR="0" lvl="0" indent="0" algn="l" defTabSz="1219050" rtl="0" eaLnBrk="0" fontAlgn="auto" latinLnBrk="0" hangingPunct="0">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FF0000"/>
              </a:solidFill>
              <a:effectLst/>
              <a:uLnTx/>
              <a:uFillTx/>
              <a:latin typeface="BISansOpti"/>
              <a:ea typeface="等线" panose="02010600030101010101" pitchFamily="2" charset="-122"/>
              <a:cs typeface="+mn-cs"/>
            </a:endParaRPr>
          </a:p>
        </p:txBody>
      </p:sp>
      <p:sp>
        <p:nvSpPr>
          <p:cNvPr id="161" name="Rectangle 160">
            <a:extLst>
              <a:ext uri="{FF2B5EF4-FFF2-40B4-BE49-F238E27FC236}">
                <a16:creationId xmlns:a16="http://schemas.microsoft.com/office/drawing/2014/main" id="{8477A166-06CA-7F0F-F095-C0F2AC02F3DC}"/>
              </a:ext>
            </a:extLst>
          </p:cNvPr>
          <p:cNvSpPr/>
          <p:nvPr/>
        </p:nvSpPr>
        <p:spPr>
          <a:xfrm>
            <a:off x="2058975" y="2323576"/>
            <a:ext cx="1508746" cy="400110"/>
          </a:xfrm>
          <a:prstGeom prst="rect">
            <a:avLst/>
          </a:prstGeom>
        </p:spPr>
        <p:txBody>
          <a:bodyPr wrap="non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rPr>
              <a:t>NDA App (US)</a:t>
            </a:r>
          </a:p>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rPr>
              <a:t> for GPP Flare  Sep 2022  </a:t>
            </a:r>
            <a:endParaRPr kumimoji="0" lang="zh-CN" altLang="en-US" sz="10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210" name="OTLSHAPE_T_e17f3958430f4cff8650518c93c7635e_Shape">
            <a:extLst>
              <a:ext uri="{FF2B5EF4-FFF2-40B4-BE49-F238E27FC236}">
                <a16:creationId xmlns:a16="http://schemas.microsoft.com/office/drawing/2014/main" id="{75F803DA-3EE6-16BB-1DCA-BBB8F75BB3D3}"/>
              </a:ext>
            </a:extLst>
          </p:cNvPr>
          <p:cNvSpPr/>
          <p:nvPr>
            <p:custDataLst>
              <p:tags r:id="rId12"/>
            </p:custDataLst>
          </p:nvPr>
        </p:nvSpPr>
        <p:spPr bwMode="auto">
          <a:xfrm>
            <a:off x="4703857" y="2569403"/>
            <a:ext cx="1368000" cy="256032"/>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1067" b="1"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rPr>
              <a:t>recruitment</a:t>
            </a:r>
            <a:r>
              <a:rPr kumimoji="0" lang="zh-CN" altLang="en-US" sz="1067" b="1"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rPr>
              <a:t> </a:t>
            </a:r>
            <a:r>
              <a:rPr kumimoji="0" lang="en-US" altLang="zh-CN" sz="1067" b="1"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rPr>
              <a:t>(N=40)</a:t>
            </a:r>
          </a:p>
        </p:txBody>
      </p:sp>
      <p:sp>
        <p:nvSpPr>
          <p:cNvPr id="211" name="OTLSHAPE_T_e17f3958430f4cff8650518c93c7635e_StartDate">
            <a:extLst>
              <a:ext uri="{FF2B5EF4-FFF2-40B4-BE49-F238E27FC236}">
                <a16:creationId xmlns:a16="http://schemas.microsoft.com/office/drawing/2014/main" id="{575CAE4B-8E7F-C472-142B-E04E8175F686}"/>
              </a:ext>
            </a:extLst>
          </p:cNvPr>
          <p:cNvSpPr txBox="1"/>
          <p:nvPr>
            <p:custDataLst>
              <p:tags r:id="rId13"/>
            </p:custDataLst>
          </p:nvPr>
        </p:nvSpPr>
        <p:spPr>
          <a:xfrm>
            <a:off x="4261329" y="2404780"/>
            <a:ext cx="682623" cy="123111"/>
          </a:xfrm>
          <a:prstGeom prst="rect">
            <a:avLst/>
          </a:prstGeom>
          <a:noFill/>
        </p:spPr>
        <p:txBody>
          <a:bodyPr vert="horz" wrap="square" lIns="0" tIns="0" rIns="0" bIns="0" rtlCol="0" anchor="ctr" anchorCtr="0">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08312A"/>
                </a:solidFill>
                <a:effectLst/>
                <a:uLnTx/>
                <a:uFillTx/>
                <a:latin typeface="Calibri" panose="020F0502020204030204" pitchFamily="34" charset="0"/>
                <a:ea typeface="等线" panose="02010600030101010101" pitchFamily="2" charset="-122"/>
                <a:cs typeface="Calibri" panose="020F0502020204030204" pitchFamily="34" charset="0"/>
              </a:rPr>
              <a:t>Oct 2023</a:t>
            </a:r>
            <a:endParaRPr kumimoji="0" lang="zh-CN" altLang="en-US" sz="800" b="1" i="0" u="none" strike="noStrike" kern="1200" cap="none" spc="0" normalizeH="0" baseline="0" noProof="0">
              <a:ln>
                <a:noFill/>
              </a:ln>
              <a:solidFill>
                <a:srgbClr val="08312A"/>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214" name="Star: 4 Points 143">
            <a:extLst>
              <a:ext uri="{FF2B5EF4-FFF2-40B4-BE49-F238E27FC236}">
                <a16:creationId xmlns:a16="http://schemas.microsoft.com/office/drawing/2014/main" id="{5EF9C34D-D457-68A2-9AB3-830E920A123B}"/>
              </a:ext>
            </a:extLst>
          </p:cNvPr>
          <p:cNvSpPr/>
          <p:nvPr/>
        </p:nvSpPr>
        <p:spPr bwMode="auto">
          <a:xfrm>
            <a:off x="4605425" y="270764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86"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215" name="Rectangle 214">
            <a:extLst>
              <a:ext uri="{FF2B5EF4-FFF2-40B4-BE49-F238E27FC236}">
                <a16:creationId xmlns:a16="http://schemas.microsoft.com/office/drawing/2014/main" id="{ABFC31A7-464E-B64A-4A23-D483BE8F5410}"/>
              </a:ext>
            </a:extLst>
          </p:cNvPr>
          <p:cNvSpPr/>
          <p:nvPr/>
        </p:nvSpPr>
        <p:spPr>
          <a:xfrm>
            <a:off x="4536767" y="2828209"/>
            <a:ext cx="327333" cy="215444"/>
          </a:xfrm>
          <a:prstGeom prst="rect">
            <a:avLst/>
          </a:prstGeom>
        </p:spPr>
        <p:txBody>
          <a:bodyPr wrap="non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rPr>
              <a:t>FSS</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216" name="Rectangle 215">
            <a:extLst>
              <a:ext uri="{FF2B5EF4-FFF2-40B4-BE49-F238E27FC236}">
                <a16:creationId xmlns:a16="http://schemas.microsoft.com/office/drawing/2014/main" id="{0809AE6C-5B94-9125-A07E-FC6753858C0F}"/>
              </a:ext>
            </a:extLst>
          </p:cNvPr>
          <p:cNvSpPr/>
          <p:nvPr/>
        </p:nvSpPr>
        <p:spPr>
          <a:xfrm>
            <a:off x="5882285" y="2798144"/>
            <a:ext cx="324127" cy="215444"/>
          </a:xfrm>
          <a:prstGeom prst="rect">
            <a:avLst/>
          </a:prstGeom>
        </p:spPr>
        <p:txBody>
          <a:bodyPr wrap="non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rPr>
              <a:t>LSS</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217" name="Star: 4 Points 143">
            <a:extLst>
              <a:ext uri="{FF2B5EF4-FFF2-40B4-BE49-F238E27FC236}">
                <a16:creationId xmlns:a16="http://schemas.microsoft.com/office/drawing/2014/main" id="{3A94AE54-4E05-E3E5-2D17-57ED01E452BD}"/>
              </a:ext>
            </a:extLst>
          </p:cNvPr>
          <p:cNvSpPr/>
          <p:nvPr/>
        </p:nvSpPr>
        <p:spPr bwMode="auto">
          <a:xfrm>
            <a:off x="5985621" y="270764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86"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218" name="OTLSHAPE_T_e17f3958430f4cff8650518c93c7635e_StartDate">
            <a:extLst>
              <a:ext uri="{FF2B5EF4-FFF2-40B4-BE49-F238E27FC236}">
                <a16:creationId xmlns:a16="http://schemas.microsoft.com/office/drawing/2014/main" id="{1BCEBB37-26B8-141C-4C73-A9815F233009}"/>
              </a:ext>
            </a:extLst>
          </p:cNvPr>
          <p:cNvSpPr txBox="1"/>
          <p:nvPr>
            <p:custDataLst>
              <p:tags r:id="rId14"/>
            </p:custDataLst>
          </p:nvPr>
        </p:nvSpPr>
        <p:spPr>
          <a:xfrm>
            <a:off x="5688410" y="2404780"/>
            <a:ext cx="682623" cy="123111"/>
          </a:xfrm>
          <a:prstGeom prst="rect">
            <a:avLst/>
          </a:prstGeom>
          <a:noFill/>
        </p:spPr>
        <p:txBody>
          <a:bodyPr vert="horz" wrap="square" lIns="0" tIns="0" rIns="0" bIns="0" rtlCol="0" anchor="ctr" anchorCtr="0">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rPr>
              <a:t>Jun 2024</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220" name="Star: 4 Points 143">
            <a:extLst>
              <a:ext uri="{FF2B5EF4-FFF2-40B4-BE49-F238E27FC236}">
                <a16:creationId xmlns:a16="http://schemas.microsoft.com/office/drawing/2014/main" id="{9DE6A65A-0FF3-29BA-028B-E3E3D033A241}"/>
              </a:ext>
            </a:extLst>
          </p:cNvPr>
          <p:cNvSpPr/>
          <p:nvPr/>
        </p:nvSpPr>
        <p:spPr bwMode="auto">
          <a:xfrm>
            <a:off x="10731207" y="270764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86"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221" name="Rectangle 220">
            <a:extLst>
              <a:ext uri="{FF2B5EF4-FFF2-40B4-BE49-F238E27FC236}">
                <a16:creationId xmlns:a16="http://schemas.microsoft.com/office/drawing/2014/main" id="{07486EF1-6858-6AD8-F0C1-D350EE43BAB7}"/>
              </a:ext>
            </a:extLst>
          </p:cNvPr>
          <p:cNvSpPr/>
          <p:nvPr/>
        </p:nvSpPr>
        <p:spPr>
          <a:xfrm>
            <a:off x="10651695" y="2792075"/>
            <a:ext cx="330539" cy="215444"/>
          </a:xfrm>
          <a:prstGeom prst="rect">
            <a:avLst/>
          </a:prstGeom>
        </p:spPr>
        <p:txBody>
          <a:bodyPr wrap="non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rPr>
              <a:t>LSC</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222" name="OTLSHAPE_T_e17f3958430f4cff8650518c93c7635e_StartDate">
            <a:extLst>
              <a:ext uri="{FF2B5EF4-FFF2-40B4-BE49-F238E27FC236}">
                <a16:creationId xmlns:a16="http://schemas.microsoft.com/office/drawing/2014/main" id="{DE453432-A999-3C43-02A2-5F38F36CCAF1}"/>
              </a:ext>
            </a:extLst>
          </p:cNvPr>
          <p:cNvSpPr txBox="1"/>
          <p:nvPr>
            <p:custDataLst>
              <p:tags r:id="rId15"/>
            </p:custDataLst>
          </p:nvPr>
        </p:nvSpPr>
        <p:spPr>
          <a:xfrm>
            <a:off x="10474684" y="2404780"/>
            <a:ext cx="682623" cy="123111"/>
          </a:xfrm>
          <a:prstGeom prst="rect">
            <a:avLst/>
          </a:prstGeom>
          <a:noFill/>
        </p:spPr>
        <p:txBody>
          <a:bodyPr vert="horz" wrap="square" lIns="0" tIns="0" rIns="0" bIns="0" rtlCol="0" anchor="ctr" anchorCtr="0">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rPr>
              <a:t>Nov 2026</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251" name="OTLSHAPE_T_e17f3958430f4cff8650518c93c7635e_Shape">
            <a:extLst>
              <a:ext uri="{FF2B5EF4-FFF2-40B4-BE49-F238E27FC236}">
                <a16:creationId xmlns:a16="http://schemas.microsoft.com/office/drawing/2014/main" id="{B5CAF492-A807-2055-C836-7D47160BE43E}"/>
              </a:ext>
            </a:extLst>
          </p:cNvPr>
          <p:cNvSpPr/>
          <p:nvPr>
            <p:custDataLst>
              <p:tags r:id="rId16"/>
            </p:custDataLst>
          </p:nvPr>
        </p:nvSpPr>
        <p:spPr bwMode="auto">
          <a:xfrm>
            <a:off x="4943951" y="4560147"/>
            <a:ext cx="1152000" cy="256032"/>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rPr>
              <a:t>China Mainland: N=5 TW: N=2</a:t>
            </a:r>
          </a:p>
        </p:txBody>
      </p:sp>
      <p:sp>
        <p:nvSpPr>
          <p:cNvPr id="259" name="OTLSHAPE_T_e17f3958430f4cff8650518c93c7635e_StartDate">
            <a:extLst>
              <a:ext uri="{FF2B5EF4-FFF2-40B4-BE49-F238E27FC236}">
                <a16:creationId xmlns:a16="http://schemas.microsoft.com/office/drawing/2014/main" id="{16DFCD66-B187-520F-BD8B-04BD5EBCB16B}"/>
              </a:ext>
            </a:extLst>
          </p:cNvPr>
          <p:cNvSpPr txBox="1"/>
          <p:nvPr>
            <p:custDataLst>
              <p:tags r:id="rId17"/>
            </p:custDataLst>
          </p:nvPr>
        </p:nvSpPr>
        <p:spPr>
          <a:xfrm>
            <a:off x="4342453" y="4402679"/>
            <a:ext cx="1197912" cy="123111"/>
          </a:xfrm>
          <a:prstGeom prst="rect">
            <a:avLst/>
          </a:prstGeom>
          <a:noFill/>
        </p:spPr>
        <p:txBody>
          <a:bodyPr vert="horz" wrap="square" lIns="0" tIns="0" rIns="0" bIns="0" rtlCol="0" anchor="ctr" anchorCtr="0">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err="1">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rPr>
              <a:t>16Oct2023</a:t>
            </a: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rPr>
              <a:t> </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260" name="Star: 4 Points 143">
            <a:extLst>
              <a:ext uri="{FF2B5EF4-FFF2-40B4-BE49-F238E27FC236}">
                <a16:creationId xmlns:a16="http://schemas.microsoft.com/office/drawing/2014/main" id="{123C7C56-159C-47E1-2FB3-31296BDDB6DE}"/>
              </a:ext>
            </a:extLst>
          </p:cNvPr>
          <p:cNvSpPr/>
          <p:nvPr/>
        </p:nvSpPr>
        <p:spPr bwMode="auto">
          <a:xfrm>
            <a:off x="4849289" y="4706777"/>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86"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261" name="Rectangle 260">
            <a:extLst>
              <a:ext uri="{FF2B5EF4-FFF2-40B4-BE49-F238E27FC236}">
                <a16:creationId xmlns:a16="http://schemas.microsoft.com/office/drawing/2014/main" id="{6B1A5C42-E1E7-907F-2FF1-0464DFF0D9A5}"/>
              </a:ext>
            </a:extLst>
          </p:cNvPr>
          <p:cNvSpPr/>
          <p:nvPr/>
        </p:nvSpPr>
        <p:spPr>
          <a:xfrm>
            <a:off x="4657067" y="4819539"/>
            <a:ext cx="445956" cy="215444"/>
          </a:xfrm>
          <a:prstGeom prst="rect">
            <a:avLst/>
          </a:prstGeom>
        </p:spPr>
        <p:txBody>
          <a:bodyPr wrap="non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rPr>
              <a:t>1</a:t>
            </a:r>
            <a:r>
              <a:rPr kumimoji="0" lang="en-US" altLang="zh-CN" sz="800" b="1" i="0" u="none" strike="noStrike" kern="1200" cap="none" spc="0" normalizeH="0" baseline="3000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rPr>
              <a:t>st</a:t>
            </a: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rPr>
              <a:t> SIV</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262" name="Rectangle 261">
            <a:extLst>
              <a:ext uri="{FF2B5EF4-FFF2-40B4-BE49-F238E27FC236}">
                <a16:creationId xmlns:a16="http://schemas.microsoft.com/office/drawing/2014/main" id="{769C84A5-AF06-992E-256E-B2D1E6D2E2F1}"/>
              </a:ext>
            </a:extLst>
          </p:cNvPr>
          <p:cNvSpPr/>
          <p:nvPr/>
        </p:nvSpPr>
        <p:spPr>
          <a:xfrm>
            <a:off x="5937696" y="4819539"/>
            <a:ext cx="324127" cy="215444"/>
          </a:xfrm>
          <a:prstGeom prst="rect">
            <a:avLst/>
          </a:prstGeom>
        </p:spPr>
        <p:txBody>
          <a:bodyPr wrap="non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rPr>
              <a:t>LSS</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263" name="Star: 4 Points 143">
            <a:extLst>
              <a:ext uri="{FF2B5EF4-FFF2-40B4-BE49-F238E27FC236}">
                <a16:creationId xmlns:a16="http://schemas.microsoft.com/office/drawing/2014/main" id="{C1B01E48-5FF3-8329-1885-9761B1F3D34E}"/>
              </a:ext>
            </a:extLst>
          </p:cNvPr>
          <p:cNvSpPr/>
          <p:nvPr/>
        </p:nvSpPr>
        <p:spPr bwMode="auto">
          <a:xfrm>
            <a:off x="5989127" y="4698151"/>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86"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264" name="OTLSHAPE_T_e17f3958430f4cff8650518c93c7635e_StartDate">
            <a:extLst>
              <a:ext uri="{FF2B5EF4-FFF2-40B4-BE49-F238E27FC236}">
                <a16:creationId xmlns:a16="http://schemas.microsoft.com/office/drawing/2014/main" id="{ED181E24-A737-9702-9853-1EE39E7B0345}"/>
              </a:ext>
            </a:extLst>
          </p:cNvPr>
          <p:cNvSpPr txBox="1"/>
          <p:nvPr>
            <p:custDataLst>
              <p:tags r:id="rId18"/>
            </p:custDataLst>
          </p:nvPr>
        </p:nvSpPr>
        <p:spPr>
          <a:xfrm>
            <a:off x="5805127" y="4374956"/>
            <a:ext cx="682623" cy="123111"/>
          </a:xfrm>
          <a:prstGeom prst="rect">
            <a:avLst/>
          </a:prstGeom>
          <a:noFill/>
        </p:spPr>
        <p:txBody>
          <a:bodyPr vert="horz" wrap="square" lIns="0" tIns="0" rIns="0" bIns="0" rtlCol="0" anchor="ctr" anchorCtr="0">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rPr>
              <a:t>Jun 2024</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268" name="TextBox 267">
            <a:extLst>
              <a:ext uri="{FF2B5EF4-FFF2-40B4-BE49-F238E27FC236}">
                <a16:creationId xmlns:a16="http://schemas.microsoft.com/office/drawing/2014/main" id="{A5058E4F-0A7F-A510-F26E-9EE41B47B87A}"/>
              </a:ext>
            </a:extLst>
          </p:cNvPr>
          <p:cNvSpPr txBox="1"/>
          <p:nvPr/>
        </p:nvSpPr>
        <p:spPr>
          <a:xfrm>
            <a:off x="19177" y="4505270"/>
            <a:ext cx="619207" cy="328423"/>
          </a:xfrm>
          <a:prstGeom prst="rect">
            <a:avLst/>
          </a:prstGeom>
          <a:noFill/>
          <a:ln>
            <a:solidFill>
              <a:schemeClr val="accent1"/>
            </a:solidFill>
          </a:ln>
        </p:spPr>
        <p:txBody>
          <a:bodyPr wrap="square" lIns="0" tIns="0" rIns="0" bIns="0" rtlCol="0">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Ph3b/4-1368.120</a:t>
            </a:r>
          </a:p>
        </p:txBody>
      </p:sp>
      <p:sp>
        <p:nvSpPr>
          <p:cNvPr id="269" name="五角星 55">
            <a:extLst>
              <a:ext uri="{FF2B5EF4-FFF2-40B4-BE49-F238E27FC236}">
                <a16:creationId xmlns:a16="http://schemas.microsoft.com/office/drawing/2014/main" id="{9FC593F6-D760-D8E9-D777-C18411EC3F79}"/>
              </a:ext>
            </a:extLst>
          </p:cNvPr>
          <p:cNvSpPr>
            <a:spLocks noChangeAspect="1"/>
          </p:cNvSpPr>
          <p:nvPr/>
        </p:nvSpPr>
        <p:spPr bwMode="auto">
          <a:xfrm>
            <a:off x="2979368" y="4535743"/>
            <a:ext cx="203981" cy="179684"/>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marL="0" marR="0" lvl="0" indent="0" algn="l" defTabSz="1219050" rtl="0" eaLnBrk="0" fontAlgn="auto" latinLnBrk="0" hangingPunct="0">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FF0000"/>
              </a:solidFill>
              <a:effectLst/>
              <a:uLnTx/>
              <a:uFillTx/>
              <a:latin typeface="BISansOpti"/>
              <a:ea typeface="等线" panose="02010600030101010101" pitchFamily="2" charset="-122"/>
              <a:cs typeface="+mn-cs"/>
            </a:endParaRPr>
          </a:p>
        </p:txBody>
      </p:sp>
      <p:sp>
        <p:nvSpPr>
          <p:cNvPr id="270" name="Rectangle 269">
            <a:extLst>
              <a:ext uri="{FF2B5EF4-FFF2-40B4-BE49-F238E27FC236}">
                <a16:creationId xmlns:a16="http://schemas.microsoft.com/office/drawing/2014/main" id="{BF80B8B2-9D07-D26D-50EC-93CCAB066740}"/>
              </a:ext>
            </a:extLst>
          </p:cNvPr>
          <p:cNvSpPr/>
          <p:nvPr/>
        </p:nvSpPr>
        <p:spPr>
          <a:xfrm>
            <a:off x="1394757" y="4366760"/>
            <a:ext cx="2129203" cy="523028"/>
          </a:xfrm>
          <a:prstGeom prst="rect">
            <a:avLst/>
          </a:prstGeom>
        </p:spPr>
        <p:txBody>
          <a:bodyPr wrap="squar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rPr>
              <a:t>NDA App for GPP Flare</a:t>
            </a:r>
          </a:p>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rPr>
              <a:t>CN ML: </a:t>
            </a:r>
            <a:r>
              <a:rPr kumimoji="0" lang="en-US" altLang="zh-CN" sz="933" b="1" i="0" u="none" strike="noStrike" kern="1200" cap="none" spc="0" normalizeH="0" baseline="0" noProof="0" err="1">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rPr>
              <a:t>13Dec2022</a:t>
            </a:r>
            <a:endParaRPr kumimoji="0" lang="en-US" altLang="zh-CN" sz="933"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endParaRPr>
          </a:p>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rPr>
              <a:t>TW: </a:t>
            </a:r>
            <a:r>
              <a:rPr kumimoji="0" lang="en-US" altLang="zh-CN" sz="933" b="1" i="0" u="none" strike="noStrike" kern="1200" cap="none" spc="0" normalizeH="0" baseline="0" noProof="0" err="1">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rPr>
              <a:t>6Jan2023</a:t>
            </a:r>
            <a:endParaRPr kumimoji="0" lang="zh-CN" altLang="en-US" sz="933"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271" name="OTLSHAPE_T_e17f3958430f4cff8650518c93c7635e_Shape">
            <a:extLst>
              <a:ext uri="{FF2B5EF4-FFF2-40B4-BE49-F238E27FC236}">
                <a16:creationId xmlns:a16="http://schemas.microsoft.com/office/drawing/2014/main" id="{04B3BE4C-6D3C-03DF-FA38-AEA73AB58636}"/>
              </a:ext>
            </a:extLst>
          </p:cNvPr>
          <p:cNvSpPr/>
          <p:nvPr>
            <p:custDataLst>
              <p:tags r:id="rId19"/>
            </p:custDataLst>
          </p:nvPr>
        </p:nvSpPr>
        <p:spPr bwMode="auto">
          <a:xfrm>
            <a:off x="4055929" y="4551668"/>
            <a:ext cx="888019" cy="246889"/>
          </a:xfrm>
          <a:prstGeom prst="round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9050" rtl="0" eaLnBrk="0" fontAlgn="base" latinLnBrk="0" hangingPunct="0">
              <a:lnSpc>
                <a:spcPct val="100000"/>
              </a:lnSpc>
              <a:spcBef>
                <a:spcPct val="0"/>
              </a:spcBef>
              <a:spcAft>
                <a:spcPct val="0"/>
              </a:spcAft>
              <a:buClrTx/>
              <a:buSzTx/>
              <a:buFontTx/>
              <a:buNone/>
              <a:tabLst/>
              <a:defRPr/>
            </a:pPr>
            <a:r>
              <a:rPr kumimoji="0" lang="en-US" altLang="zh-CN" sz="933" b="1"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rPr>
              <a:t>EC + </a:t>
            </a:r>
            <a:r>
              <a:rPr kumimoji="0" lang="en-US" altLang="zh-CN" sz="933" b="1" i="0" u="none" strike="noStrike" kern="1200" cap="none" spc="0" normalizeH="0" baseline="0" noProof="0" err="1">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rPr>
              <a:t>HGRAC</a:t>
            </a:r>
            <a:r>
              <a:rPr kumimoji="0" lang="en-US" altLang="zh-CN" sz="933" b="1"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rPr>
              <a:t> + 1</a:t>
            </a:r>
            <a:r>
              <a:rPr kumimoji="0" lang="en-US" altLang="zh-CN" sz="933" b="1" i="0" u="none" strike="noStrike" kern="1200" cap="none" spc="0" normalizeH="0" baseline="3000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rPr>
              <a:t>st</a:t>
            </a:r>
            <a:r>
              <a:rPr kumimoji="0" lang="en-US" altLang="zh-CN" sz="933" b="1"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rPr>
              <a:t> SIV </a:t>
            </a:r>
            <a:endParaRPr kumimoji="0" lang="zh-CN" altLang="en-US" sz="933" b="1"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7" name="OTLSHAPE_T_e17f3958430f4cff8650518c93c7635e_StartDate">
            <a:extLst>
              <a:ext uri="{FF2B5EF4-FFF2-40B4-BE49-F238E27FC236}">
                <a16:creationId xmlns:a16="http://schemas.microsoft.com/office/drawing/2014/main" id="{9D447218-00A0-C7AA-187E-05BA5CB7DBF7}"/>
              </a:ext>
            </a:extLst>
          </p:cNvPr>
          <p:cNvSpPr txBox="1"/>
          <p:nvPr>
            <p:custDataLst>
              <p:tags r:id="rId20"/>
            </p:custDataLst>
          </p:nvPr>
        </p:nvSpPr>
        <p:spPr>
          <a:xfrm>
            <a:off x="3764865" y="4374956"/>
            <a:ext cx="682623" cy="123111"/>
          </a:xfrm>
          <a:prstGeom prst="rect">
            <a:avLst/>
          </a:prstGeom>
          <a:noFill/>
        </p:spPr>
        <p:txBody>
          <a:bodyPr vert="horz" wrap="square" lIns="0" tIns="0" rIns="0" bIns="0" rtlCol="0" anchor="ctr" anchorCtr="0">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rPr>
              <a:t>Jun 2023</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5" name="TextBox 4">
            <a:extLst>
              <a:ext uri="{FF2B5EF4-FFF2-40B4-BE49-F238E27FC236}">
                <a16:creationId xmlns:a16="http://schemas.microsoft.com/office/drawing/2014/main" id="{0FDDF12F-ADAB-B629-0029-F73BD9999D4C}"/>
              </a:ext>
            </a:extLst>
          </p:cNvPr>
          <p:cNvSpPr txBox="1"/>
          <p:nvPr/>
        </p:nvSpPr>
        <p:spPr>
          <a:xfrm>
            <a:off x="10553190" y="5697044"/>
            <a:ext cx="1258892" cy="636008"/>
          </a:xfrm>
          <a:prstGeom prst="rect">
            <a:avLst/>
          </a:prstGeom>
          <a:noFill/>
        </p:spPr>
        <p:txBody>
          <a:bodyPr wrap="square" lIns="0" tIns="0" rIns="0" bIns="0" rtlCol="0">
            <a:spAutoFit/>
          </a:bodyPr>
          <a:lstStyle/>
          <a:p>
            <a:pPr marL="0" marR="0" lvl="0" indent="0" algn="l" defTabSz="121905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FFFFFF">
                    <a:lumMod val="50000"/>
                  </a:srgbClr>
                </a:solidFill>
                <a:effectLst/>
                <a:uLnTx/>
                <a:uFillTx/>
                <a:latin typeface="BISansCond"/>
                <a:ea typeface="等线" panose="02010600030101010101" pitchFamily="2" charset="-122"/>
                <a:cs typeface="+mn-cs"/>
              </a:rPr>
              <a:t>FSS: First subject screening</a:t>
            </a:r>
          </a:p>
          <a:p>
            <a:pPr marL="0" marR="0" lvl="0" indent="0" algn="l" defTabSz="121905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FFFFFF">
                    <a:lumMod val="50000"/>
                  </a:srgbClr>
                </a:solidFill>
                <a:effectLst/>
                <a:uLnTx/>
                <a:uFillTx/>
                <a:latin typeface="BISansCond"/>
                <a:ea typeface="等线" panose="02010600030101010101" pitchFamily="2" charset="-122"/>
                <a:cs typeface="+mn-cs"/>
              </a:rPr>
              <a:t>LSS: Last subject screening</a:t>
            </a:r>
          </a:p>
          <a:p>
            <a:pPr marL="0" marR="0" lvl="0" indent="0" algn="l" defTabSz="121905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FFFFFF">
                    <a:lumMod val="50000"/>
                  </a:srgbClr>
                </a:solidFill>
                <a:effectLst/>
                <a:uLnTx/>
                <a:uFillTx/>
                <a:latin typeface="BISansCond"/>
                <a:ea typeface="等线" panose="02010600030101010101" pitchFamily="2" charset="-122"/>
                <a:cs typeface="+mn-cs"/>
              </a:rPr>
              <a:t>LSC: Last subject complete</a:t>
            </a:r>
          </a:p>
          <a:p>
            <a:pPr marL="0" marR="0" lvl="0" indent="0" algn="l" defTabSz="121905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FFFFFF">
                    <a:lumMod val="50000"/>
                  </a:srgbClr>
                </a:solidFill>
                <a:effectLst/>
                <a:uLnTx/>
                <a:uFillTx/>
                <a:latin typeface="BISansCond"/>
                <a:ea typeface="等线" panose="02010600030101010101" pitchFamily="2" charset="-122"/>
                <a:cs typeface="+mn-cs"/>
              </a:rPr>
              <a:t>LSR: Last subject randomization</a:t>
            </a:r>
            <a:endParaRPr kumimoji="0" lang="zh-CN" altLang="en-US" sz="800" b="0" i="0" u="none" strike="noStrike" kern="1200" cap="none" spc="0" normalizeH="0" baseline="0" noProof="0">
              <a:ln>
                <a:noFill/>
              </a:ln>
              <a:solidFill>
                <a:srgbClr val="FFFFFF">
                  <a:lumMod val="50000"/>
                </a:srgbClr>
              </a:solidFill>
              <a:effectLst/>
              <a:uLnTx/>
              <a:uFillTx/>
              <a:latin typeface="BISansCond"/>
              <a:ea typeface="等线" panose="02010600030101010101" pitchFamily="2" charset="-122"/>
              <a:cs typeface="+mn-cs"/>
            </a:endParaRPr>
          </a:p>
          <a:p>
            <a:pPr marL="0" marR="0" lvl="0" indent="0" algn="l" defTabSz="1219050" rtl="0" eaLnBrk="1" fontAlgn="auto" latinLnBrk="0" hangingPunct="1">
              <a:lnSpc>
                <a:spcPct val="100000"/>
              </a:lnSpc>
              <a:spcBef>
                <a:spcPts val="0"/>
              </a:spcBef>
              <a:spcAft>
                <a:spcPts val="0"/>
              </a:spcAft>
              <a:buClrTx/>
              <a:buSzTx/>
              <a:buFontTx/>
              <a:buNone/>
              <a:tabLst/>
              <a:defRPr/>
            </a:pPr>
            <a:endParaRPr kumimoji="0" lang="zh-CN" altLang="en-US" sz="933" b="0" i="0" u="none" strike="noStrike" kern="1200" cap="none" spc="0" normalizeH="0" baseline="0" noProof="0">
              <a:ln>
                <a:noFill/>
              </a:ln>
              <a:solidFill>
                <a:srgbClr val="FFFFFF">
                  <a:lumMod val="50000"/>
                </a:srgbClr>
              </a:solidFill>
              <a:effectLst/>
              <a:uLnTx/>
              <a:uFillTx/>
              <a:latin typeface="BISansCond"/>
              <a:ea typeface="等线" panose="02010600030101010101" pitchFamily="2" charset="-122"/>
              <a:cs typeface="+mn-cs"/>
            </a:endParaRPr>
          </a:p>
        </p:txBody>
      </p:sp>
      <p:sp>
        <p:nvSpPr>
          <p:cNvPr id="10" name="TextBox 9">
            <a:extLst>
              <a:ext uri="{FF2B5EF4-FFF2-40B4-BE49-F238E27FC236}">
                <a16:creationId xmlns:a16="http://schemas.microsoft.com/office/drawing/2014/main" id="{DF498D13-18D9-2422-4A53-20F961244550}"/>
              </a:ext>
            </a:extLst>
          </p:cNvPr>
          <p:cNvSpPr txBox="1"/>
          <p:nvPr/>
        </p:nvSpPr>
        <p:spPr>
          <a:xfrm>
            <a:off x="10553190" y="6304537"/>
            <a:ext cx="1258892" cy="389787"/>
          </a:xfrm>
          <a:prstGeom prst="rect">
            <a:avLst/>
          </a:prstGeom>
          <a:noFill/>
        </p:spPr>
        <p:txBody>
          <a:bodyPr wrap="square" lIns="0" tIns="0" rIns="0" bIns="0" rtlCol="0">
            <a:spAutoFit/>
          </a:bodyPr>
          <a:lstStyle/>
          <a:p>
            <a:pPr marL="0" marR="0" lvl="0" indent="0" algn="l" defTabSz="121905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FFFFFF">
                    <a:lumMod val="50000"/>
                  </a:srgbClr>
                </a:solidFill>
                <a:effectLst/>
                <a:uLnTx/>
                <a:uFillTx/>
                <a:latin typeface="BISansCond"/>
                <a:ea typeface="等线" panose="02010600030101010101" pitchFamily="2" charset="-122"/>
                <a:cs typeface="+mn-cs"/>
              </a:rPr>
              <a:t>CN ML: China mainland</a:t>
            </a:r>
          </a:p>
          <a:p>
            <a:pPr marL="0" marR="0" lvl="0" indent="0" algn="l" defTabSz="121905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FFFFFF">
                    <a:lumMod val="50000"/>
                  </a:srgbClr>
                </a:solidFill>
                <a:effectLst/>
                <a:uLnTx/>
                <a:uFillTx/>
                <a:latin typeface="BISansCond"/>
                <a:ea typeface="等线" panose="02010600030101010101" pitchFamily="2" charset="-122"/>
                <a:cs typeface="+mn-cs"/>
              </a:rPr>
              <a:t>TW: Taiwan</a:t>
            </a:r>
          </a:p>
          <a:p>
            <a:pPr marL="0" marR="0" lvl="0" indent="0" algn="l" defTabSz="1219050" rtl="0" eaLnBrk="1" fontAlgn="auto" latinLnBrk="0" hangingPunct="1">
              <a:lnSpc>
                <a:spcPct val="100000"/>
              </a:lnSpc>
              <a:spcBef>
                <a:spcPts val="0"/>
              </a:spcBef>
              <a:spcAft>
                <a:spcPts val="0"/>
              </a:spcAft>
              <a:buClrTx/>
              <a:buSzTx/>
              <a:buFontTx/>
              <a:buNone/>
              <a:tabLst/>
              <a:defRPr/>
            </a:pPr>
            <a:endParaRPr kumimoji="0" lang="zh-CN" altLang="en-US" sz="933" b="0" i="0" u="none" strike="noStrike" kern="1200" cap="none" spc="0" normalizeH="0" baseline="0" noProof="0">
              <a:ln>
                <a:noFill/>
              </a:ln>
              <a:solidFill>
                <a:srgbClr val="FFFFFF">
                  <a:lumMod val="50000"/>
                </a:srgbClr>
              </a:solidFill>
              <a:effectLst/>
              <a:uLnTx/>
              <a:uFillTx/>
              <a:latin typeface="BISansCond"/>
              <a:ea typeface="等线" panose="02010600030101010101" pitchFamily="2" charset="-122"/>
              <a:cs typeface="+mn-cs"/>
            </a:endParaRPr>
          </a:p>
        </p:txBody>
      </p:sp>
      <p:sp>
        <p:nvSpPr>
          <p:cNvPr id="11" name="Star: 4 Points 143">
            <a:extLst>
              <a:ext uri="{FF2B5EF4-FFF2-40B4-BE49-F238E27FC236}">
                <a16:creationId xmlns:a16="http://schemas.microsoft.com/office/drawing/2014/main" id="{4D7815DD-F3C0-ABC3-C514-4D2B0046E62F}"/>
              </a:ext>
            </a:extLst>
          </p:cNvPr>
          <p:cNvSpPr/>
          <p:nvPr/>
        </p:nvSpPr>
        <p:spPr bwMode="auto">
          <a:xfrm>
            <a:off x="10740486" y="4743684"/>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86"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12" name="Rectangle 11">
            <a:extLst>
              <a:ext uri="{FF2B5EF4-FFF2-40B4-BE49-F238E27FC236}">
                <a16:creationId xmlns:a16="http://schemas.microsoft.com/office/drawing/2014/main" id="{A6475AD4-82E8-42F5-56B6-53468D35BC96}"/>
              </a:ext>
            </a:extLst>
          </p:cNvPr>
          <p:cNvSpPr/>
          <p:nvPr/>
        </p:nvSpPr>
        <p:spPr>
          <a:xfrm>
            <a:off x="10660974" y="4828117"/>
            <a:ext cx="330539" cy="215444"/>
          </a:xfrm>
          <a:prstGeom prst="rect">
            <a:avLst/>
          </a:prstGeom>
        </p:spPr>
        <p:txBody>
          <a:bodyPr wrap="none">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rPr>
              <a:t>LSC</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13" name="OTLSHAPE_T_e17f3958430f4cff8650518c93c7635e_StartDate">
            <a:extLst>
              <a:ext uri="{FF2B5EF4-FFF2-40B4-BE49-F238E27FC236}">
                <a16:creationId xmlns:a16="http://schemas.microsoft.com/office/drawing/2014/main" id="{03B22DF8-7284-AB72-3AB4-46FC5DC4440E}"/>
              </a:ext>
            </a:extLst>
          </p:cNvPr>
          <p:cNvSpPr txBox="1"/>
          <p:nvPr>
            <p:custDataLst>
              <p:tags r:id="rId21"/>
            </p:custDataLst>
          </p:nvPr>
        </p:nvSpPr>
        <p:spPr>
          <a:xfrm>
            <a:off x="10483963" y="4440822"/>
            <a:ext cx="682623" cy="123111"/>
          </a:xfrm>
          <a:prstGeom prst="rect">
            <a:avLst/>
          </a:prstGeom>
          <a:noFill/>
        </p:spPr>
        <p:txBody>
          <a:bodyPr vert="horz" wrap="square" lIns="0" tIns="0" rIns="0" bIns="0" rtlCol="0" anchor="ctr" anchorCtr="0">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rPr>
              <a:t>Nov 2026</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15" name="标题 1">
            <a:extLst>
              <a:ext uri="{FF2B5EF4-FFF2-40B4-BE49-F238E27FC236}">
                <a16:creationId xmlns:a16="http://schemas.microsoft.com/office/drawing/2014/main" id="{64739AEC-A0B2-3DA4-A579-64A81C509FC7}"/>
              </a:ext>
            </a:extLst>
          </p:cNvPr>
          <p:cNvSpPr txBox="1">
            <a:spLocks/>
          </p:cNvSpPr>
          <p:nvPr/>
        </p:nvSpPr>
        <p:spPr bwMode="gray">
          <a:xfrm>
            <a:off x="347511" y="231781"/>
            <a:ext cx="11557097" cy="984245"/>
          </a:xfrm>
          <a:prstGeom prst="rect">
            <a:avLst/>
          </a:prstGeom>
        </p:spPr>
        <p:txBody>
          <a:bodyPr vert="horz" lIns="0" tIns="0" rIns="0" bIns="0" rtlCol="0" anchor="ctr">
            <a:noAutofit/>
          </a:bodyPr>
          <a:lstStyle>
            <a:lvl1pPr algn="l" defTabSz="914377" rtl="0" eaLnBrk="1" latinLnBrk="0" hangingPunct="1">
              <a:lnSpc>
                <a:spcPct val="100000"/>
              </a:lnSpc>
              <a:spcBef>
                <a:spcPct val="0"/>
              </a:spcBef>
              <a:buNone/>
              <a:defRPr sz="2500" b="1" kern="1200">
                <a:solidFill>
                  <a:schemeClr val="bg2"/>
                </a:solidFill>
                <a:latin typeface="+mj-lt"/>
                <a:ea typeface="+mj-ea"/>
                <a:cs typeface="+mj-cs"/>
              </a:defRPr>
            </a:lvl1pPr>
          </a:lstStyle>
          <a:p>
            <a:pPr marL="0" marR="0" lvl="0" indent="0" algn="l" defTabSz="914377" rtl="0" eaLnBrk="1" fontAlgn="auto" latinLnBrk="0" hangingPunct="1">
              <a:lnSpc>
                <a:spcPct val="100000"/>
              </a:lnSpc>
              <a:spcBef>
                <a:spcPct val="0"/>
              </a:spcBef>
              <a:spcAft>
                <a:spcPts val="0"/>
              </a:spcAft>
              <a:buClrTx/>
              <a:buSzTx/>
              <a:buFontTx/>
              <a:buNone/>
              <a:tabLst/>
              <a:defRPr/>
            </a:pPr>
            <a:r>
              <a:rPr kumimoji="0" lang="en-US" altLang="zh-CN" sz="2800" b="1" i="0" u="none" strike="noStrike" kern="1200" cap="none" spc="0" normalizeH="0" baseline="0" noProof="0" err="1">
                <a:ln>
                  <a:noFill/>
                </a:ln>
                <a:solidFill>
                  <a:srgbClr val="08312A"/>
                </a:solidFill>
                <a:effectLst/>
                <a:uLnTx/>
                <a:uFillTx/>
                <a:latin typeface="Boehringer Forward Head"/>
                <a:ea typeface="+mj-ea"/>
                <a:cs typeface="Calibri" panose="020F0502020204030204" pitchFamily="34" charset="0"/>
              </a:rPr>
              <a:t>Spesolimab</a:t>
            </a:r>
            <a:r>
              <a:rPr kumimoji="0" lang="en-US" altLang="zh-CN" sz="2800" b="1" i="0" u="none" strike="noStrike" kern="1200" cap="none" spc="0" normalizeH="0" baseline="0" noProof="0">
                <a:ln>
                  <a:noFill/>
                </a:ln>
                <a:solidFill>
                  <a:srgbClr val="08312A"/>
                </a:solidFill>
                <a:effectLst/>
                <a:uLnTx/>
                <a:uFillTx/>
                <a:latin typeface="Boehringer Forward Head"/>
                <a:ea typeface="+mj-ea"/>
                <a:cs typeface="Calibri" panose="020F0502020204030204" pitchFamily="34" charset="0"/>
              </a:rPr>
              <a:t> (Anti-IL36R): General Pustular Psoriasis (GPP)</a:t>
            </a:r>
          </a:p>
        </p:txBody>
      </p:sp>
      <p:sp>
        <p:nvSpPr>
          <p:cNvPr id="16" name="TextBox 85">
            <a:extLst>
              <a:ext uri="{FF2B5EF4-FFF2-40B4-BE49-F238E27FC236}">
                <a16:creationId xmlns:a16="http://schemas.microsoft.com/office/drawing/2014/main" id="{8B803755-464C-AC9B-84D6-0E44BB9D65E6}"/>
              </a:ext>
            </a:extLst>
          </p:cNvPr>
          <p:cNvSpPr txBox="1"/>
          <p:nvPr/>
        </p:nvSpPr>
        <p:spPr bwMode="gray">
          <a:xfrm>
            <a:off x="1848101" y="5585013"/>
            <a:ext cx="8466294" cy="1015975"/>
          </a:xfrm>
          <a:prstGeom prst="rect">
            <a:avLst/>
          </a:prstGeom>
        </p:spPr>
        <p:style>
          <a:lnRef idx="2">
            <a:schemeClr val="accent4"/>
          </a:lnRef>
          <a:fillRef idx="1">
            <a:schemeClr val="lt1"/>
          </a:fillRef>
          <a:effectRef idx="0">
            <a:schemeClr val="accent4"/>
          </a:effectRef>
          <a:fontRef idx="minor">
            <a:schemeClr val="dk1"/>
          </a:fontRef>
        </p:style>
        <p:txBody>
          <a:bodyPr wrap="square" lIns="108000" tIns="36000" rIns="108000" bIns="36000" rtlCol="0" anchor="ctr">
            <a:spAutoFit/>
          </a:bodyP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nSpc>
                <a:spcPct val="130000"/>
              </a:lnSpc>
              <a:defRPr/>
            </a:pPr>
            <a:r>
              <a:rPr kumimoji="0" lang="en-US" altLang="zh-CN" sz="1200" i="0" u="none" strike="noStrike" kern="1200" cap="none" spc="0" normalizeH="0" baseline="0" noProof="0">
                <a:ln>
                  <a:noFill/>
                </a:ln>
                <a:solidFill>
                  <a:prstClr val="black"/>
                </a:solidFill>
                <a:effectLst/>
                <a:uLnTx/>
                <a:uFillTx/>
                <a:ea typeface="Calibri" panose="020F0502020204030204" pitchFamily="34" charset="0"/>
                <a:cs typeface="Calibri" panose="020F0502020204030204" pitchFamily="34" charset="0"/>
              </a:rPr>
              <a:t>1368-0025 OLE study: </a:t>
            </a:r>
          </a:p>
          <a:p>
            <a:pPr marL="171450" indent="-171450">
              <a:lnSpc>
                <a:spcPct val="130000"/>
              </a:lnSpc>
              <a:buFont typeface="Arial" panose="020B0604020202020204" pitchFamily="34" charset="0"/>
              <a:buChar char="•"/>
              <a:defRPr/>
            </a:pPr>
            <a:r>
              <a:rPr lang="en-US" altLang="zh-CN" sz="1200">
                <a:solidFill>
                  <a:schemeClr val="tx2">
                    <a:lumMod val="50000"/>
                  </a:schemeClr>
                </a:solidFill>
                <a:ea typeface="Calibri" panose="020F0502020204030204" pitchFamily="34" charset="0"/>
                <a:cs typeface="Calibri" panose="020F0502020204030204" pitchFamily="34" charset="0"/>
              </a:rPr>
              <a:t>Trial on track</a:t>
            </a:r>
            <a:r>
              <a:rPr lang="en-US" altLang="zh-CN" sz="1200">
                <a:solidFill>
                  <a:schemeClr val="tx2">
                    <a:lumMod val="75000"/>
                  </a:schemeClr>
                </a:solidFill>
                <a:ea typeface="Calibri" panose="020F0502020204030204" pitchFamily="34" charset="0"/>
                <a:cs typeface="Calibri" panose="020F0502020204030204" pitchFamily="34" charset="0"/>
              </a:rPr>
              <a:t>. </a:t>
            </a:r>
            <a:r>
              <a:rPr kumimoji="0" lang="en-US" altLang="zh-CN" sz="1200" i="0" u="none" strike="noStrike" kern="1200" cap="none" spc="0" normalizeH="0" baseline="0" noProof="0">
                <a:ln>
                  <a:noFill/>
                </a:ln>
                <a:solidFill>
                  <a:prstClr val="black"/>
                </a:solidFill>
                <a:effectLst/>
                <a:uLnTx/>
                <a:uFillTx/>
                <a:ea typeface="Calibri" panose="020F0502020204030204" pitchFamily="34" charset="0"/>
                <a:cs typeface="Calibri" panose="020F0502020204030204" pitchFamily="34" charset="0"/>
              </a:rPr>
              <a:t>Planned start of operational transfer in Q1 2026*</a:t>
            </a:r>
          </a:p>
          <a:p>
            <a:pPr lvl="0">
              <a:lnSpc>
                <a:spcPct val="130000"/>
              </a:lnSpc>
              <a:defRPr/>
            </a:pPr>
            <a:r>
              <a:rPr kumimoji="0" lang="en-US" altLang="zh-CN" sz="1200" i="0" u="none" strike="noStrike" kern="1200" cap="none" spc="0" normalizeH="0" baseline="0" noProof="0">
                <a:ln>
                  <a:noFill/>
                </a:ln>
                <a:solidFill>
                  <a:prstClr val="black"/>
                </a:solidFill>
                <a:effectLst/>
                <a:uLnTx/>
                <a:uFillTx/>
                <a:ea typeface="Calibri" panose="020F0502020204030204" pitchFamily="34" charset="0"/>
                <a:cs typeface="Calibri" panose="020F0502020204030204" pitchFamily="34" charset="0"/>
              </a:rPr>
              <a:t>1368-0120 Flare retreatment study: </a:t>
            </a:r>
          </a:p>
          <a:p>
            <a:pPr marL="171450" lvl="0" indent="-171450">
              <a:lnSpc>
                <a:spcPct val="130000"/>
              </a:lnSpc>
              <a:buFont typeface="Arial" panose="020B0604020202020204" pitchFamily="34" charset="0"/>
              <a:buChar char="•"/>
              <a:defRPr/>
            </a:pPr>
            <a:r>
              <a:rPr lang="en-US" altLang="zh-CN" sz="1200">
                <a:solidFill>
                  <a:schemeClr val="tx2">
                    <a:lumMod val="50000"/>
                  </a:schemeClr>
                </a:solidFill>
                <a:ea typeface="Calibri" panose="020F0502020204030204" pitchFamily="34" charset="0"/>
                <a:cs typeface="Calibri" panose="020F0502020204030204" pitchFamily="34" charset="0"/>
              </a:rPr>
              <a:t>Trial on track.  </a:t>
            </a:r>
            <a:r>
              <a:rPr lang="en-US" altLang="zh-CN" sz="1200">
                <a:solidFill>
                  <a:prstClr val="black"/>
                </a:solidFill>
                <a:ea typeface="Calibri" panose="020F0502020204030204" pitchFamily="34" charset="0"/>
                <a:cs typeface="Calibri" panose="020F0502020204030204" pitchFamily="34" charset="0"/>
              </a:rPr>
              <a:t>Completion to final CTR* in Feb 2027</a:t>
            </a:r>
            <a:endParaRPr kumimoji="0" lang="zh-CN" altLang="zh-CN" sz="1200" i="0" u="sng" strike="noStrike" kern="1200" cap="none" spc="0" normalizeH="0" baseline="0" noProof="0">
              <a:ln>
                <a:noFill/>
              </a:ln>
              <a:solidFill>
                <a:prstClr val="black"/>
              </a:solidFill>
              <a:effectLst/>
              <a:uLnTx/>
              <a:uFillTx/>
              <a:ea typeface="SimSun" panose="02010600030101010101" pitchFamily="2" charset="-122"/>
              <a:cs typeface="Calibri" panose="020F0502020204030204" pitchFamily="34" charset="0"/>
            </a:endParaRPr>
          </a:p>
        </p:txBody>
      </p:sp>
      <p:sp>
        <p:nvSpPr>
          <p:cNvPr id="17" name="TextBox 16">
            <a:extLst>
              <a:ext uri="{FF2B5EF4-FFF2-40B4-BE49-F238E27FC236}">
                <a16:creationId xmlns:a16="http://schemas.microsoft.com/office/drawing/2014/main" id="{A0A8625F-DE77-87F0-8448-E0766E9A49E5}"/>
              </a:ext>
            </a:extLst>
          </p:cNvPr>
          <p:cNvSpPr txBox="1"/>
          <p:nvPr/>
        </p:nvSpPr>
        <p:spPr bwMode="gray">
          <a:xfrm>
            <a:off x="5780683" y="6644867"/>
            <a:ext cx="5127170" cy="215444"/>
          </a:xfrm>
          <a:prstGeom prst="rect">
            <a:avLst/>
          </a:prstGeom>
          <a:noFill/>
        </p:spPr>
        <p:txBody>
          <a:bodyPr wrap="square">
            <a:spAutoFit/>
          </a:bodyPr>
          <a:lstStyle/>
          <a:p>
            <a:r>
              <a:rPr lang="en-US" altLang="zh-CN" sz="800">
                <a:solidFill>
                  <a:srgbClr val="FFFFFF">
                    <a:lumMod val="50000"/>
                  </a:srgbClr>
                </a:solidFill>
                <a:latin typeface="BISansCond"/>
                <a:ea typeface="等线" panose="02010600030101010101" pitchFamily="2" charset="-122"/>
              </a:rPr>
              <a:t>* Source: </a:t>
            </a:r>
            <a:r>
              <a:rPr lang="en-US" altLang="zh-CN" sz="800" err="1">
                <a:solidFill>
                  <a:srgbClr val="FFFFFF">
                    <a:lumMod val="50000"/>
                  </a:srgbClr>
                </a:solidFill>
                <a:latin typeface="BISansCond"/>
                <a:ea typeface="等线" panose="02010600030101010101" pitchFamily="2" charset="-122"/>
              </a:rPr>
              <a:t>Spevigo</a:t>
            </a:r>
            <a:r>
              <a:rPr lang="en-US" altLang="zh-CN" sz="800">
                <a:solidFill>
                  <a:srgbClr val="FFFFFF">
                    <a:lumMod val="50000"/>
                  </a:srgbClr>
                </a:solidFill>
                <a:latin typeface="BISansCond"/>
                <a:ea typeface="等线" panose="02010600030101010101" pitchFamily="2" charset="-122"/>
              </a:rPr>
              <a:t> licensing and transfer to Leo Pharma Playbook for Countries, Date: 30 September  2025</a:t>
            </a:r>
          </a:p>
        </p:txBody>
      </p:sp>
    </p:spTree>
    <p:extLst>
      <p:ext uri="{BB962C8B-B14F-4D97-AF65-F5344CB8AC3E}">
        <p14:creationId xmlns:p14="http://schemas.microsoft.com/office/powerpoint/2010/main" val="3637797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86EB75-4773-2087-A2B5-A6A14CFE863D}"/>
            </a:ext>
          </a:extLst>
        </p:cNvPr>
        <p:cNvGrpSpPr/>
        <p:nvPr/>
      </p:nvGrpSpPr>
      <p:grpSpPr>
        <a:xfrm>
          <a:off x="0" y="0"/>
          <a:ext cx="0" cy="0"/>
          <a:chOff x="0" y="0"/>
          <a:chExt cx="0" cy="0"/>
        </a:xfrm>
      </p:grpSpPr>
      <p:sp>
        <p:nvSpPr>
          <p:cNvPr id="5" name="灯片编号占位符 4">
            <a:extLst>
              <a:ext uri="{FF2B5EF4-FFF2-40B4-BE49-F238E27FC236}">
                <a16:creationId xmlns:a16="http://schemas.microsoft.com/office/drawing/2014/main" id="{02FBDB00-E7D8-61CF-71AB-03A8D07E8701}"/>
              </a:ext>
            </a:extLst>
          </p:cNvPr>
          <p:cNvSpPr>
            <a:spLocks noGrp="1"/>
          </p:cNvSpPr>
          <p:nvPr>
            <p:ph type="sldNum" sz="quarter" idx="11"/>
          </p:nvPr>
        </p:nvSpPr>
        <p:spPr>
          <a:xfrm>
            <a:off x="11522135" y="6246836"/>
            <a:ext cx="288000" cy="288000"/>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6" name="标题 1">
            <a:extLst>
              <a:ext uri="{FF2B5EF4-FFF2-40B4-BE49-F238E27FC236}">
                <a16:creationId xmlns:a16="http://schemas.microsoft.com/office/drawing/2014/main" id="{796D9C35-85B9-61BB-78F5-DE8147AC5700}"/>
              </a:ext>
            </a:extLst>
          </p:cNvPr>
          <p:cNvSpPr>
            <a:spLocks noGrp="1"/>
          </p:cNvSpPr>
          <p:nvPr>
            <p:ph type="title"/>
          </p:nvPr>
        </p:nvSpPr>
        <p:spPr>
          <a:xfrm>
            <a:off x="347511" y="231782"/>
            <a:ext cx="11557097" cy="720000"/>
          </a:xfrm>
        </p:spPr>
        <p:txBody>
          <a:bodyPr/>
          <a:lstStyle/>
          <a:p>
            <a:r>
              <a:rPr lang="en-US" altLang="zh-CN" sz="2800" err="1">
                <a:latin typeface="+mj-ea"/>
                <a:cs typeface="Calibri" panose="020F0502020204030204" pitchFamily="34" charset="0"/>
              </a:rPr>
              <a:t>Spesolimab</a:t>
            </a:r>
            <a:r>
              <a:rPr lang="en-US" altLang="zh-CN" sz="2800">
                <a:latin typeface="+mj-ea"/>
                <a:cs typeface="Calibri" panose="020F0502020204030204" pitchFamily="34" charset="0"/>
              </a:rPr>
              <a:t> (Anti-IL36R): Pyoderma Gangrenosum (PG)</a:t>
            </a:r>
            <a:br>
              <a:rPr lang="en-US" altLang="zh-CN" sz="2400">
                <a:latin typeface="+mj-ea"/>
                <a:cs typeface="Calibri" panose="020F0502020204030204" pitchFamily="34" charset="0"/>
              </a:rPr>
            </a:br>
            <a:endParaRPr lang="zh-CN" altLang="en-US" sz="2400"/>
          </a:p>
        </p:txBody>
      </p:sp>
      <p:graphicFrame>
        <p:nvGraphicFramePr>
          <p:cNvPr id="8" name="Table 115">
            <a:extLst>
              <a:ext uri="{FF2B5EF4-FFF2-40B4-BE49-F238E27FC236}">
                <a16:creationId xmlns:a16="http://schemas.microsoft.com/office/drawing/2014/main" id="{2C8FC6CB-8C9B-DD10-BD72-6E13A9C42F7C}"/>
              </a:ext>
            </a:extLst>
          </p:cNvPr>
          <p:cNvGraphicFramePr>
            <a:graphicFrameLocks noGrp="1"/>
          </p:cNvGraphicFramePr>
          <p:nvPr/>
        </p:nvGraphicFramePr>
        <p:xfrm>
          <a:off x="352310" y="1338104"/>
          <a:ext cx="11713170" cy="615903"/>
        </p:xfrm>
        <a:graphic>
          <a:graphicData uri="http://schemas.openxmlformats.org/drawingml/2006/table">
            <a:tbl>
              <a:tblPr firstRow="1" bandRow="1"/>
              <a:tblGrid>
                <a:gridCol w="689010">
                  <a:extLst>
                    <a:ext uri="{9D8B030D-6E8A-4147-A177-3AD203B41FA5}">
                      <a16:colId xmlns:a16="http://schemas.microsoft.com/office/drawing/2014/main" val="2466911814"/>
                    </a:ext>
                  </a:extLst>
                </a:gridCol>
                <a:gridCol w="689010">
                  <a:extLst>
                    <a:ext uri="{9D8B030D-6E8A-4147-A177-3AD203B41FA5}">
                      <a16:colId xmlns:a16="http://schemas.microsoft.com/office/drawing/2014/main" val="3023231563"/>
                    </a:ext>
                  </a:extLst>
                </a:gridCol>
                <a:gridCol w="689010">
                  <a:extLst>
                    <a:ext uri="{9D8B030D-6E8A-4147-A177-3AD203B41FA5}">
                      <a16:colId xmlns:a16="http://schemas.microsoft.com/office/drawing/2014/main" val="3411862845"/>
                    </a:ext>
                  </a:extLst>
                </a:gridCol>
                <a:gridCol w="689010">
                  <a:extLst>
                    <a:ext uri="{9D8B030D-6E8A-4147-A177-3AD203B41FA5}">
                      <a16:colId xmlns:a16="http://schemas.microsoft.com/office/drawing/2014/main" val="2851474774"/>
                    </a:ext>
                  </a:extLst>
                </a:gridCol>
                <a:gridCol w="689010">
                  <a:extLst>
                    <a:ext uri="{9D8B030D-6E8A-4147-A177-3AD203B41FA5}">
                      <a16:colId xmlns:a16="http://schemas.microsoft.com/office/drawing/2014/main" val="107595344"/>
                    </a:ext>
                  </a:extLst>
                </a:gridCol>
                <a:gridCol w="689010">
                  <a:extLst>
                    <a:ext uri="{9D8B030D-6E8A-4147-A177-3AD203B41FA5}">
                      <a16:colId xmlns:a16="http://schemas.microsoft.com/office/drawing/2014/main" val="1666999431"/>
                    </a:ext>
                  </a:extLst>
                </a:gridCol>
                <a:gridCol w="689010">
                  <a:extLst>
                    <a:ext uri="{9D8B030D-6E8A-4147-A177-3AD203B41FA5}">
                      <a16:colId xmlns:a16="http://schemas.microsoft.com/office/drawing/2014/main" val="3696607442"/>
                    </a:ext>
                  </a:extLst>
                </a:gridCol>
                <a:gridCol w="689010">
                  <a:extLst>
                    <a:ext uri="{9D8B030D-6E8A-4147-A177-3AD203B41FA5}">
                      <a16:colId xmlns:a16="http://schemas.microsoft.com/office/drawing/2014/main" val="223989776"/>
                    </a:ext>
                  </a:extLst>
                </a:gridCol>
                <a:gridCol w="689010">
                  <a:extLst>
                    <a:ext uri="{9D8B030D-6E8A-4147-A177-3AD203B41FA5}">
                      <a16:colId xmlns:a16="http://schemas.microsoft.com/office/drawing/2014/main" val="124731204"/>
                    </a:ext>
                  </a:extLst>
                </a:gridCol>
                <a:gridCol w="689010">
                  <a:extLst>
                    <a:ext uri="{9D8B030D-6E8A-4147-A177-3AD203B41FA5}">
                      <a16:colId xmlns:a16="http://schemas.microsoft.com/office/drawing/2014/main" val="3066978585"/>
                    </a:ext>
                  </a:extLst>
                </a:gridCol>
                <a:gridCol w="689010">
                  <a:extLst>
                    <a:ext uri="{9D8B030D-6E8A-4147-A177-3AD203B41FA5}">
                      <a16:colId xmlns:a16="http://schemas.microsoft.com/office/drawing/2014/main" val="1064917641"/>
                    </a:ext>
                  </a:extLst>
                </a:gridCol>
                <a:gridCol w="689010">
                  <a:extLst>
                    <a:ext uri="{9D8B030D-6E8A-4147-A177-3AD203B41FA5}">
                      <a16:colId xmlns:a16="http://schemas.microsoft.com/office/drawing/2014/main" val="4221117315"/>
                    </a:ext>
                  </a:extLst>
                </a:gridCol>
                <a:gridCol w="689010">
                  <a:extLst>
                    <a:ext uri="{9D8B030D-6E8A-4147-A177-3AD203B41FA5}">
                      <a16:colId xmlns:a16="http://schemas.microsoft.com/office/drawing/2014/main" val="3266065341"/>
                    </a:ext>
                  </a:extLst>
                </a:gridCol>
                <a:gridCol w="689010">
                  <a:extLst>
                    <a:ext uri="{9D8B030D-6E8A-4147-A177-3AD203B41FA5}">
                      <a16:colId xmlns:a16="http://schemas.microsoft.com/office/drawing/2014/main" val="2374051224"/>
                    </a:ext>
                  </a:extLst>
                </a:gridCol>
                <a:gridCol w="689010">
                  <a:extLst>
                    <a:ext uri="{9D8B030D-6E8A-4147-A177-3AD203B41FA5}">
                      <a16:colId xmlns:a16="http://schemas.microsoft.com/office/drawing/2014/main" val="1840388365"/>
                    </a:ext>
                  </a:extLst>
                </a:gridCol>
                <a:gridCol w="689010">
                  <a:extLst>
                    <a:ext uri="{9D8B030D-6E8A-4147-A177-3AD203B41FA5}">
                      <a16:colId xmlns:a16="http://schemas.microsoft.com/office/drawing/2014/main" val="267750830"/>
                    </a:ext>
                  </a:extLst>
                </a:gridCol>
                <a:gridCol w="689010">
                  <a:extLst>
                    <a:ext uri="{9D8B030D-6E8A-4147-A177-3AD203B41FA5}">
                      <a16:colId xmlns:a16="http://schemas.microsoft.com/office/drawing/2014/main" val="1677810427"/>
                    </a:ext>
                  </a:extLst>
                </a:gridCol>
              </a:tblGrid>
              <a:tr h="259080">
                <a:tc gridSpan="4">
                  <a:txBody>
                    <a:bodyPr/>
                    <a:lstStyle/>
                    <a:p>
                      <a:pPr algn="ctr"/>
                      <a:r>
                        <a:rPr lang="en-US" altLang="zh-CN" sz="1100" b="1">
                          <a:solidFill>
                            <a:schemeClr val="bg1"/>
                          </a:solidFill>
                          <a:latin typeface="Arial" panose="020B0604020202020204" pitchFamily="34" charset="0"/>
                          <a:cs typeface="Arial" panose="020B0604020202020204" pitchFamily="34" charset="0"/>
                        </a:rPr>
                        <a:t>2024</a:t>
                      </a:r>
                      <a:endParaRPr lang="zh-CN" altLang="en-US" sz="1100" b="1">
                        <a:solidFill>
                          <a:schemeClr val="bg1"/>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1100" b="1">
                          <a:solidFill>
                            <a:schemeClr val="bg1"/>
                          </a:solidFill>
                          <a:latin typeface="Arial" panose="020B0604020202020204" pitchFamily="34" charset="0"/>
                          <a:cs typeface="Arial" panose="020B0604020202020204" pitchFamily="34" charset="0"/>
                        </a:rPr>
                        <a:t>2025</a:t>
                      </a:r>
                      <a:endParaRPr lang="zh-CN" altLang="en-US" sz="1100" b="1">
                        <a:solidFill>
                          <a:schemeClr val="bg1"/>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1100" b="1">
                          <a:solidFill>
                            <a:schemeClr val="bg1"/>
                          </a:solidFill>
                          <a:latin typeface="Arial" panose="020B0604020202020204" pitchFamily="34" charset="0"/>
                          <a:cs typeface="Arial" panose="020B0604020202020204" pitchFamily="34" charset="0"/>
                        </a:rPr>
                        <a:t>2026</a:t>
                      </a:r>
                      <a:endParaRPr lang="zh-CN" altLang="en-US" sz="1100" b="1">
                        <a:solidFill>
                          <a:schemeClr val="bg1"/>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1100" b="1">
                          <a:solidFill>
                            <a:schemeClr val="bg1"/>
                          </a:solidFill>
                          <a:latin typeface="Arial" panose="020B0604020202020204" pitchFamily="34" charset="0"/>
                          <a:cs typeface="Arial" panose="020B0604020202020204" pitchFamily="34" charset="0"/>
                        </a:rPr>
                        <a:t>2027</a:t>
                      </a:r>
                      <a:endParaRPr lang="zh-CN" altLang="en-US" sz="1100" b="1">
                        <a:solidFill>
                          <a:schemeClr val="bg1"/>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ctr"/>
                      <a:r>
                        <a:rPr lang="en-US" altLang="zh-CN" sz="1100" b="1">
                          <a:solidFill>
                            <a:schemeClr val="bg1"/>
                          </a:solidFill>
                          <a:latin typeface="Arial" panose="020B0604020202020204" pitchFamily="34" charset="0"/>
                          <a:cs typeface="Arial" panose="020B0604020202020204" pitchFamily="34" charset="0"/>
                        </a:rPr>
                        <a:t>2028</a:t>
                      </a:r>
                      <a:endParaRPr lang="zh-CN" altLang="en-US" sz="1100" b="1">
                        <a:solidFill>
                          <a:schemeClr val="bg1"/>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356823">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err="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err="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err="1">
                          <a:solidFill>
                            <a:srgbClr val="000000"/>
                          </a:solidFill>
                          <a:latin typeface="Arial" panose="020B0604020202020204" pitchFamily="34" charset="0"/>
                          <a:cs typeface="Arial" panose="020B0604020202020204" pitchFamily="34" charset="0"/>
                        </a:rPr>
                        <a:t>Q1-Q4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2722476245"/>
                  </a:ext>
                </a:extLst>
              </a:tr>
            </a:tbl>
          </a:graphicData>
        </a:graphic>
      </p:graphicFrame>
      <p:sp>
        <p:nvSpPr>
          <p:cNvPr id="9" name="OTLSHAPE_T_e17f3958430f4cff8650518c93c7635e_StartDate">
            <a:extLst>
              <a:ext uri="{FF2B5EF4-FFF2-40B4-BE49-F238E27FC236}">
                <a16:creationId xmlns:a16="http://schemas.microsoft.com/office/drawing/2014/main" id="{BE5CBE5E-55B4-8B35-AD87-39C15FF1CB80}"/>
              </a:ext>
            </a:extLst>
          </p:cNvPr>
          <p:cNvSpPr txBox="1"/>
          <p:nvPr>
            <p:custDataLst>
              <p:tags r:id="rId1"/>
            </p:custDataLst>
          </p:nvPr>
        </p:nvSpPr>
        <p:spPr>
          <a:xfrm>
            <a:off x="1758572" y="3698578"/>
            <a:ext cx="723959" cy="123111"/>
          </a:xfrm>
          <a:prstGeom prst="rect">
            <a:avLst/>
          </a:prstGeom>
          <a:noFill/>
        </p:spPr>
        <p:txBody>
          <a:bodyPr vert="horz" wrap="square" lIns="0" tIns="0" rIns="0" bIns="0" rtlCol="0" anchor="ctr" anchorCtr="0">
            <a:spAutoFit/>
          </a:bodyPr>
          <a:lstStyle>
            <a:defPPr>
              <a:defRPr lang="de-DE"/>
            </a:defPPr>
            <a:lvl1pPr algn="ctr" defTabSz="914378">
              <a:defRPr sz="600" b="1">
                <a:solidFill>
                  <a:srgbClr val="44546A"/>
                </a:solidFill>
                <a:latin typeface="Calibri"/>
                <a:cs typeface="Calibri"/>
              </a:defRPr>
            </a:lvl1pPr>
          </a:lstStyle>
          <a:p>
            <a:pPr marL="0" marR="0" lvl="0" indent="0" algn="l"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Calibri" panose="020F0502020204030204" pitchFamily="34" charset="0"/>
                <a:cs typeface="Calibri" panose="020F0502020204030204" pitchFamily="34" charset="0"/>
              </a:rPr>
              <a:t>CTA Jul2024 </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11" name="OTLSHAPE_T_5a934a26f311425e8ebaa0f45e6533ad_Shape">
            <a:extLst>
              <a:ext uri="{FF2B5EF4-FFF2-40B4-BE49-F238E27FC236}">
                <a16:creationId xmlns:a16="http://schemas.microsoft.com/office/drawing/2014/main" id="{6BECD565-7F1E-9F28-DEB2-019D5DF68738}"/>
              </a:ext>
            </a:extLst>
          </p:cNvPr>
          <p:cNvSpPr/>
          <p:nvPr/>
        </p:nvSpPr>
        <p:spPr bwMode="auto">
          <a:xfrm>
            <a:off x="385706" y="3288416"/>
            <a:ext cx="1512000" cy="303360"/>
          </a:xfrm>
          <a:prstGeom prst="roundRect">
            <a:avLst/>
          </a:prstGeom>
          <a:solidFill>
            <a:schemeClr val="accent3"/>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Pre-IND</a:t>
            </a:r>
          </a:p>
        </p:txBody>
      </p:sp>
      <p:sp>
        <p:nvSpPr>
          <p:cNvPr id="12" name="Rectangle 76">
            <a:extLst>
              <a:ext uri="{FF2B5EF4-FFF2-40B4-BE49-F238E27FC236}">
                <a16:creationId xmlns:a16="http://schemas.microsoft.com/office/drawing/2014/main" id="{19F9B056-2404-E9CD-F1C2-B304B8A1A478}"/>
              </a:ext>
            </a:extLst>
          </p:cNvPr>
          <p:cNvSpPr/>
          <p:nvPr/>
        </p:nvSpPr>
        <p:spPr>
          <a:xfrm>
            <a:off x="347511" y="3698578"/>
            <a:ext cx="756000" cy="246221"/>
          </a:xfrm>
          <a:prstGeom prst="rect">
            <a:avLst/>
          </a:prstGeom>
          <a:noFill/>
        </p:spPr>
        <p:txBody>
          <a:bodyPr vert="horz" wrap="square" lIns="0" tIns="0" rIns="0" bIns="0" rtlCol="0" anchor="ctr" anchorCtr="0">
            <a:spAutoFit/>
          </a:bodyPr>
          <a:lstStyle/>
          <a:p>
            <a:pPr marL="0" marR="0" lvl="0" indent="0" algn="l"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Calibri" panose="020F0502020204030204" pitchFamily="34" charset="0"/>
                <a:cs typeface="Calibri" panose="020F0502020204030204" pitchFamily="34" charset="0"/>
              </a:rPr>
              <a:t>Meeting request</a:t>
            </a:r>
          </a:p>
          <a:p>
            <a:pPr marL="0" marR="0" lvl="0" indent="0" algn="l"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Calibri" panose="020F0502020204030204" pitchFamily="34" charset="0"/>
                <a:cs typeface="Calibri" panose="020F0502020204030204" pitchFamily="34" charset="0"/>
              </a:rPr>
              <a:t>Jan2024</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13" name="Star: 4 Points 143">
            <a:extLst>
              <a:ext uri="{FF2B5EF4-FFF2-40B4-BE49-F238E27FC236}">
                <a16:creationId xmlns:a16="http://schemas.microsoft.com/office/drawing/2014/main" id="{BF00B417-6EB8-0D66-0A7A-8212BCE465DF}"/>
              </a:ext>
            </a:extLst>
          </p:cNvPr>
          <p:cNvSpPr/>
          <p:nvPr/>
        </p:nvSpPr>
        <p:spPr bwMode="auto">
          <a:xfrm>
            <a:off x="309503" y="3557357"/>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09" rtl="0" eaLnBrk="0" fontAlgn="base" latinLnBrk="0" hangingPunct="0">
              <a:lnSpc>
                <a:spcPct val="100000"/>
              </a:lnSpc>
              <a:spcBef>
                <a:spcPct val="0"/>
              </a:spcBef>
              <a:spcAft>
                <a:spcPct val="0"/>
              </a:spcAft>
              <a:buClrTx/>
              <a:buSzTx/>
              <a:buFontTx/>
              <a:buNone/>
              <a:tabLst/>
              <a:defRPr/>
            </a:pPr>
            <a:endParaRPr kumimoji="0" lang="zh-CN" altLang="en-US" sz="2400" b="1" i="0" u="none" strike="noStrike" kern="1200" cap="none" spc="0" normalizeH="0" baseline="0" noProof="0">
              <a:ln>
                <a:noFill/>
              </a:ln>
              <a:solidFill>
                <a:srgbClr val="000000"/>
              </a:solidFill>
              <a:effectLst/>
              <a:uLnTx/>
              <a:uFillTx/>
              <a:latin typeface="Verdana" charset="0"/>
              <a:ea typeface="+mn-ea"/>
              <a:cs typeface="+mn-cs"/>
            </a:endParaRPr>
          </a:p>
        </p:txBody>
      </p:sp>
      <p:sp>
        <p:nvSpPr>
          <p:cNvPr id="15" name="TextBox 5">
            <a:extLst>
              <a:ext uri="{FF2B5EF4-FFF2-40B4-BE49-F238E27FC236}">
                <a16:creationId xmlns:a16="http://schemas.microsoft.com/office/drawing/2014/main" id="{90966AAD-F947-D612-B8C0-B49AFD5D1D35}"/>
              </a:ext>
            </a:extLst>
          </p:cNvPr>
          <p:cNvSpPr txBox="1"/>
          <p:nvPr/>
        </p:nvSpPr>
        <p:spPr>
          <a:xfrm>
            <a:off x="10807122" y="3997162"/>
            <a:ext cx="1258358" cy="636008"/>
          </a:xfrm>
          <a:prstGeom prst="rect">
            <a:avLst/>
          </a:prstGeom>
          <a:noFill/>
        </p:spPr>
        <p:txBody>
          <a:bodyPr wrap="square" lIns="0" tIns="0" rIns="0" bIns="0" rtlCol="0">
            <a:spAutoFit/>
          </a:bodyPr>
          <a:lstStyle/>
          <a:p>
            <a:pPr marL="0" marR="0" lvl="0" indent="0" algn="l" defTabSz="121911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FFFFFF">
                    <a:lumMod val="50000"/>
                  </a:srgbClr>
                </a:solidFill>
                <a:effectLst/>
                <a:uLnTx/>
                <a:uFillTx/>
                <a:latin typeface="BISansCond"/>
                <a:ea typeface="+mn-ea"/>
                <a:cs typeface="+mn-cs"/>
              </a:rPr>
              <a:t>FSS: First subject screening</a:t>
            </a:r>
          </a:p>
          <a:p>
            <a:pPr marL="0" marR="0" lvl="0" indent="0" algn="l" defTabSz="121911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FFFFFF">
                    <a:lumMod val="50000"/>
                  </a:srgbClr>
                </a:solidFill>
                <a:effectLst/>
                <a:uLnTx/>
                <a:uFillTx/>
                <a:latin typeface="BISansCond"/>
                <a:ea typeface="+mn-ea"/>
                <a:cs typeface="+mn-cs"/>
              </a:rPr>
              <a:t>LSS: Last subject screening</a:t>
            </a:r>
          </a:p>
          <a:p>
            <a:pPr marL="0" marR="0" lvl="0" indent="0" algn="l" defTabSz="121911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FFFFFF">
                    <a:lumMod val="50000"/>
                  </a:srgbClr>
                </a:solidFill>
                <a:effectLst/>
                <a:uLnTx/>
                <a:uFillTx/>
                <a:latin typeface="BISansCond"/>
                <a:ea typeface="+mn-ea"/>
                <a:cs typeface="+mn-cs"/>
              </a:rPr>
              <a:t>LSC: Last subject complete</a:t>
            </a:r>
          </a:p>
          <a:p>
            <a:pPr marL="0" marR="0" lvl="0" indent="0" algn="l" defTabSz="121911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FFFFFF">
                    <a:lumMod val="50000"/>
                  </a:srgbClr>
                </a:solidFill>
                <a:effectLst/>
                <a:uLnTx/>
                <a:uFillTx/>
                <a:latin typeface="BISansCond"/>
                <a:ea typeface="+mn-ea"/>
                <a:cs typeface="+mn-cs"/>
              </a:rPr>
              <a:t>LSR: Last subject randomization</a:t>
            </a:r>
            <a:endParaRPr kumimoji="0" lang="zh-CN" altLang="en-US" sz="800" b="0" i="0" u="none" strike="noStrike" kern="1200" cap="none" spc="0" normalizeH="0" baseline="0" noProof="0">
              <a:ln>
                <a:noFill/>
              </a:ln>
              <a:solidFill>
                <a:srgbClr val="FFFFFF">
                  <a:lumMod val="50000"/>
                </a:srgbClr>
              </a:solidFill>
              <a:effectLst/>
              <a:uLnTx/>
              <a:uFillTx/>
              <a:latin typeface="BISansCond"/>
              <a:ea typeface="+mn-ea"/>
              <a:cs typeface="+mn-cs"/>
            </a:endParaRPr>
          </a:p>
          <a:p>
            <a:pPr marL="0" marR="0" lvl="0" indent="0" algn="l" defTabSz="1219110" rtl="0" eaLnBrk="1" fontAlgn="auto" latinLnBrk="0" hangingPunct="1">
              <a:lnSpc>
                <a:spcPct val="100000"/>
              </a:lnSpc>
              <a:spcBef>
                <a:spcPts val="0"/>
              </a:spcBef>
              <a:spcAft>
                <a:spcPts val="0"/>
              </a:spcAft>
              <a:buClrTx/>
              <a:buSzTx/>
              <a:buFontTx/>
              <a:buNone/>
              <a:tabLst/>
              <a:defRPr/>
            </a:pPr>
            <a:endParaRPr kumimoji="0" lang="zh-CN" altLang="en-US" sz="933" b="0" i="0" u="none" strike="noStrike" kern="1200" cap="none" spc="0" normalizeH="0" baseline="0" noProof="0">
              <a:ln>
                <a:noFill/>
              </a:ln>
              <a:solidFill>
                <a:srgbClr val="FFFFFF">
                  <a:lumMod val="50000"/>
                </a:srgbClr>
              </a:solidFill>
              <a:effectLst/>
              <a:uLnTx/>
              <a:uFillTx/>
              <a:latin typeface="BISansCond"/>
              <a:ea typeface="+mn-ea"/>
              <a:cs typeface="+mn-cs"/>
            </a:endParaRPr>
          </a:p>
        </p:txBody>
      </p:sp>
      <p:sp>
        <p:nvSpPr>
          <p:cNvPr id="16" name="Star: 4 Points 143">
            <a:extLst>
              <a:ext uri="{FF2B5EF4-FFF2-40B4-BE49-F238E27FC236}">
                <a16:creationId xmlns:a16="http://schemas.microsoft.com/office/drawing/2014/main" id="{B4B4A7AB-40D8-8AD3-D181-005240E4F2B1}"/>
              </a:ext>
            </a:extLst>
          </p:cNvPr>
          <p:cNvSpPr/>
          <p:nvPr/>
        </p:nvSpPr>
        <p:spPr bwMode="auto">
          <a:xfrm>
            <a:off x="1824214" y="3557357"/>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09" rtl="0" eaLnBrk="0" fontAlgn="base" latinLnBrk="0" hangingPunct="0">
              <a:lnSpc>
                <a:spcPct val="100000"/>
              </a:lnSpc>
              <a:spcBef>
                <a:spcPct val="0"/>
              </a:spcBef>
              <a:spcAft>
                <a:spcPct val="0"/>
              </a:spcAft>
              <a:buClrTx/>
              <a:buSzTx/>
              <a:buFontTx/>
              <a:buNone/>
              <a:tabLst/>
              <a:defRPr/>
            </a:pPr>
            <a:endParaRPr kumimoji="0" lang="zh-CN" altLang="en-US" sz="2400" b="1" i="0" u="none" strike="noStrike" kern="1200" cap="none" spc="0" normalizeH="0" baseline="0" noProof="0">
              <a:ln>
                <a:noFill/>
              </a:ln>
              <a:solidFill>
                <a:srgbClr val="000000"/>
              </a:solidFill>
              <a:effectLst/>
              <a:uLnTx/>
              <a:uFillTx/>
              <a:latin typeface="Verdana" charset="0"/>
              <a:ea typeface="+mn-ea"/>
              <a:cs typeface="+mn-cs"/>
            </a:endParaRPr>
          </a:p>
        </p:txBody>
      </p:sp>
      <p:sp>
        <p:nvSpPr>
          <p:cNvPr id="19" name="Star: 4 Points 143">
            <a:extLst>
              <a:ext uri="{FF2B5EF4-FFF2-40B4-BE49-F238E27FC236}">
                <a16:creationId xmlns:a16="http://schemas.microsoft.com/office/drawing/2014/main" id="{FA140083-4D88-0680-1FBB-38A610E7CB5C}"/>
              </a:ext>
            </a:extLst>
          </p:cNvPr>
          <p:cNvSpPr/>
          <p:nvPr/>
        </p:nvSpPr>
        <p:spPr bwMode="auto">
          <a:xfrm>
            <a:off x="1792857" y="2229884"/>
            <a:ext cx="184243" cy="18538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32" rtl="0" eaLnBrk="0" fontAlgn="base" latinLnBrk="0" hangingPunct="0">
              <a:lnSpc>
                <a:spcPct val="100000"/>
              </a:lnSpc>
              <a:spcBef>
                <a:spcPct val="0"/>
              </a:spcBef>
              <a:spcAft>
                <a:spcPct val="0"/>
              </a:spcAft>
              <a:buClrTx/>
              <a:buSzTx/>
              <a:buFontTx/>
              <a:buNone/>
              <a:tabLst/>
              <a:defRPr/>
            </a:pPr>
            <a:endParaRPr kumimoji="0" lang="zh-CN" altLang="en-US" sz="8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21" name="TextBox 12">
            <a:extLst>
              <a:ext uri="{FF2B5EF4-FFF2-40B4-BE49-F238E27FC236}">
                <a16:creationId xmlns:a16="http://schemas.microsoft.com/office/drawing/2014/main" id="{C84CA188-7803-5B77-C8C2-8BD77F781ABB}"/>
              </a:ext>
            </a:extLst>
          </p:cNvPr>
          <p:cNvSpPr txBox="1"/>
          <p:nvPr/>
        </p:nvSpPr>
        <p:spPr bwMode="gray">
          <a:xfrm>
            <a:off x="1520431" y="2390757"/>
            <a:ext cx="911661" cy="215444"/>
          </a:xfrm>
          <a:prstGeom prst="rect">
            <a:avLst/>
          </a:prstGeom>
          <a:noFill/>
        </p:spPr>
        <p:txBody>
          <a:bodyPr wrap="square">
            <a:spAutoFit/>
          </a:body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Calibri" panose="020F0502020204030204" pitchFamily="34" charset="0"/>
                <a:cs typeface="Calibri" panose="020F0502020204030204" pitchFamily="34" charset="0"/>
              </a:rPr>
              <a:t>CTA Jul 2024</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23" name="TextBox 14">
            <a:extLst>
              <a:ext uri="{FF2B5EF4-FFF2-40B4-BE49-F238E27FC236}">
                <a16:creationId xmlns:a16="http://schemas.microsoft.com/office/drawing/2014/main" id="{18EC6728-CBEC-157E-16FD-F7891C8D3030}"/>
              </a:ext>
            </a:extLst>
          </p:cNvPr>
          <p:cNvSpPr txBox="1"/>
          <p:nvPr/>
        </p:nvSpPr>
        <p:spPr bwMode="gray">
          <a:xfrm>
            <a:off x="11423383" y="2192885"/>
            <a:ext cx="911661" cy="215444"/>
          </a:xfrm>
          <a:prstGeom prst="rect">
            <a:avLst/>
          </a:prstGeom>
          <a:noFill/>
        </p:spPr>
        <p:txBody>
          <a:bodyPr wrap="square">
            <a:spAutoFit/>
          </a:body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FF0000"/>
                </a:solidFill>
                <a:effectLst/>
                <a:uLnTx/>
                <a:uFillTx/>
                <a:latin typeface="Calibri"/>
                <a:ea typeface="+mn-ea"/>
                <a:cs typeface="Calibri"/>
              </a:rPr>
              <a:t>Aug  2028</a:t>
            </a:r>
            <a:endParaRPr kumimoji="0" lang="zh-CN" altLang="en-US" sz="800" b="1" i="0" u="none" strike="noStrike" kern="1200" cap="none" spc="0" normalizeH="0" baseline="0" noProof="0">
              <a:ln>
                <a:noFill/>
              </a:ln>
              <a:solidFill>
                <a:srgbClr val="FF0000"/>
              </a:solidFill>
              <a:effectLst/>
              <a:uLnTx/>
              <a:uFillTx/>
              <a:latin typeface="Calibri"/>
              <a:ea typeface="+mn-ea"/>
              <a:cs typeface="Calibri"/>
            </a:endParaRPr>
          </a:p>
        </p:txBody>
      </p:sp>
      <p:sp>
        <p:nvSpPr>
          <p:cNvPr id="26" name="OTLSHAPE_T_5a934a26f311425e8ebaa0f45e6533ad_Shape">
            <a:extLst>
              <a:ext uri="{FF2B5EF4-FFF2-40B4-BE49-F238E27FC236}">
                <a16:creationId xmlns:a16="http://schemas.microsoft.com/office/drawing/2014/main" id="{DA9CE37A-D894-216C-FF7F-5311B2E0BA63}"/>
              </a:ext>
            </a:extLst>
          </p:cNvPr>
          <p:cNvSpPr/>
          <p:nvPr/>
        </p:nvSpPr>
        <p:spPr bwMode="auto">
          <a:xfrm>
            <a:off x="9461337" y="2418489"/>
            <a:ext cx="2520000" cy="279466"/>
          </a:xfrm>
          <a:prstGeom prst="roundRect">
            <a:avLst/>
          </a:prstGeom>
          <a:pattFill prst="pct25">
            <a:fgClr>
              <a:srgbClr val="1AAA42"/>
            </a:fgClr>
            <a:bgClr>
              <a:srgbClr val="FFFFFF"/>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t"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33" b="1" i="0" u="none" strike="noStrike" kern="1200" cap="none" spc="0" normalizeH="0" baseline="0" noProof="0" err="1">
                <a:ln>
                  <a:noFill/>
                </a:ln>
                <a:solidFill>
                  <a:srgbClr val="000000"/>
                </a:solidFill>
                <a:effectLst/>
                <a:uLnTx/>
                <a:uFillTx/>
                <a:latin typeface="Calibri" panose="020F0502020204030204" pitchFamily="34" charset="0"/>
                <a:ea typeface="+mn-ea"/>
                <a:cs typeface="Calibri" panose="020F0502020204030204" pitchFamily="34" charset="0"/>
              </a:rPr>
              <a:t>LSR-LSC</a:t>
            </a:r>
            <a:endParaRPr kumimoji="0" lang="en-US" altLang="zh-CN" sz="933"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27" name="TextBox 17">
            <a:extLst>
              <a:ext uri="{FF2B5EF4-FFF2-40B4-BE49-F238E27FC236}">
                <a16:creationId xmlns:a16="http://schemas.microsoft.com/office/drawing/2014/main" id="{CEBEC55E-3D76-0E2A-63DC-9B6B00B9DCB8}"/>
              </a:ext>
            </a:extLst>
          </p:cNvPr>
          <p:cNvSpPr txBox="1"/>
          <p:nvPr/>
        </p:nvSpPr>
        <p:spPr bwMode="gray">
          <a:xfrm>
            <a:off x="9185221" y="2182644"/>
            <a:ext cx="911661" cy="215444"/>
          </a:xfrm>
          <a:prstGeom prst="rect">
            <a:avLst/>
          </a:prstGeom>
          <a:noFill/>
        </p:spPr>
        <p:txBody>
          <a:bodyPr wrap="square">
            <a:spAutoFit/>
          </a:bodyPr>
          <a:lstStyle/>
          <a:p>
            <a:pPr marL="0" marR="0" lvl="0" indent="0" algn="l" defTabSz="1219080" rtl="0" eaLnBrk="1" fontAlgn="auto" latinLnBrk="0" hangingPunct="1">
              <a:lnSpc>
                <a:spcPct val="100000"/>
              </a:lnSpc>
              <a:spcBef>
                <a:spcPts val="0"/>
              </a:spcBef>
              <a:spcAft>
                <a:spcPts val="0"/>
              </a:spcAft>
              <a:buClrTx/>
              <a:buSzTx/>
              <a:buFontTx/>
              <a:buNone/>
              <a:tabLst/>
              <a:defRPr/>
            </a:pPr>
            <a:r>
              <a:rPr lang="en-US" altLang="zh-CN" sz="800" b="1">
                <a:solidFill>
                  <a:srgbClr val="FF0000"/>
                </a:solidFill>
                <a:latin typeface="Calibri"/>
                <a:cs typeface="Calibri"/>
              </a:rPr>
              <a:t>Apr 2027</a:t>
            </a:r>
            <a:endParaRPr kumimoji="0" lang="zh-CN" altLang="en-US" sz="800" b="1" i="0" u="none" strike="noStrike" kern="1200" cap="none" spc="0" normalizeH="0" baseline="0" noProof="0">
              <a:ln>
                <a:noFill/>
              </a:ln>
              <a:solidFill>
                <a:srgbClr val="FF0000"/>
              </a:solidFill>
              <a:effectLst/>
              <a:uLnTx/>
              <a:uFillTx/>
              <a:latin typeface="Calibri"/>
              <a:ea typeface="+mn-ea"/>
              <a:cs typeface="Calibri"/>
            </a:endParaRPr>
          </a:p>
        </p:txBody>
      </p:sp>
      <p:sp>
        <p:nvSpPr>
          <p:cNvPr id="28" name="OTLSHAPE_T_5a934a26f311425e8ebaa0f45e6533ad_Shape">
            <a:extLst>
              <a:ext uri="{FF2B5EF4-FFF2-40B4-BE49-F238E27FC236}">
                <a16:creationId xmlns:a16="http://schemas.microsoft.com/office/drawing/2014/main" id="{FEA11623-A45E-FE46-30FD-55AC634553C1}"/>
              </a:ext>
            </a:extLst>
          </p:cNvPr>
          <p:cNvSpPr/>
          <p:nvPr/>
        </p:nvSpPr>
        <p:spPr bwMode="auto">
          <a:xfrm>
            <a:off x="9066488" y="3301142"/>
            <a:ext cx="2520000" cy="304620"/>
          </a:xfrm>
          <a:prstGeom prst="roundRect">
            <a:avLst/>
          </a:prstGeom>
          <a:pattFill prst="pct25">
            <a:fgClr>
              <a:srgbClr val="1AAA42"/>
            </a:fgClr>
            <a:bgClr>
              <a:srgbClr val="FFFFFF"/>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t"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LSR-LSC</a:t>
            </a:r>
          </a:p>
        </p:txBody>
      </p:sp>
      <p:sp>
        <p:nvSpPr>
          <p:cNvPr id="32" name="TextBox 17">
            <a:extLst>
              <a:ext uri="{FF2B5EF4-FFF2-40B4-BE49-F238E27FC236}">
                <a16:creationId xmlns:a16="http://schemas.microsoft.com/office/drawing/2014/main" id="{7C53E049-FAA8-D64A-3DF1-96FBD3EA3569}"/>
              </a:ext>
            </a:extLst>
          </p:cNvPr>
          <p:cNvSpPr txBox="1"/>
          <p:nvPr/>
        </p:nvSpPr>
        <p:spPr bwMode="gray">
          <a:xfrm>
            <a:off x="8778951" y="3650049"/>
            <a:ext cx="911661" cy="215444"/>
          </a:xfrm>
          <a:prstGeom prst="rect">
            <a:avLst/>
          </a:prstGeom>
          <a:noFill/>
        </p:spPr>
        <p:txBody>
          <a:bodyPr wrap="square">
            <a:spAutoFit/>
          </a:bodyPr>
          <a:lstStyle/>
          <a:p>
            <a:pPr marL="0" marR="0" lvl="0" indent="0" algn="l"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FF0000"/>
                </a:solidFill>
                <a:effectLst/>
                <a:uLnTx/>
                <a:uFillTx/>
                <a:latin typeface="Calibri"/>
                <a:ea typeface="+mn-ea"/>
                <a:cs typeface="Calibri"/>
              </a:rPr>
              <a:t>Feb 202</a:t>
            </a:r>
            <a:r>
              <a:rPr lang="en-US" altLang="zh-CN" sz="800" b="1">
                <a:solidFill>
                  <a:srgbClr val="FF0000"/>
                </a:solidFill>
                <a:latin typeface="Calibri"/>
                <a:cs typeface="Calibri"/>
              </a:rPr>
              <a:t>7</a:t>
            </a:r>
            <a:endParaRPr kumimoji="0" lang="zh-CN" altLang="en-US" sz="800" b="1" i="0" u="none" strike="noStrike" kern="1200" cap="none" spc="0" normalizeH="0" baseline="0" noProof="0">
              <a:ln>
                <a:noFill/>
              </a:ln>
              <a:solidFill>
                <a:srgbClr val="FF0000"/>
              </a:solidFill>
              <a:effectLst/>
              <a:uLnTx/>
              <a:uFillTx/>
              <a:latin typeface="Calibri"/>
              <a:ea typeface="+mn-ea"/>
              <a:cs typeface="Calibri"/>
            </a:endParaRPr>
          </a:p>
        </p:txBody>
      </p:sp>
      <p:sp>
        <p:nvSpPr>
          <p:cNvPr id="33" name="TextBox 14">
            <a:extLst>
              <a:ext uri="{FF2B5EF4-FFF2-40B4-BE49-F238E27FC236}">
                <a16:creationId xmlns:a16="http://schemas.microsoft.com/office/drawing/2014/main" id="{1CCF3E9B-6962-13D9-C34E-EEC76DF44F5A}"/>
              </a:ext>
            </a:extLst>
          </p:cNvPr>
          <p:cNvSpPr txBox="1"/>
          <p:nvPr/>
        </p:nvSpPr>
        <p:spPr bwMode="gray">
          <a:xfrm>
            <a:off x="11070648" y="3652411"/>
            <a:ext cx="911661" cy="215444"/>
          </a:xfrm>
          <a:prstGeom prst="rect">
            <a:avLst/>
          </a:prstGeom>
          <a:noFill/>
        </p:spPr>
        <p:txBody>
          <a:bodyPr wrap="square">
            <a:spAutoFit/>
          </a:body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FF0000"/>
                </a:solidFill>
                <a:effectLst/>
                <a:uLnTx/>
                <a:uFillTx/>
                <a:latin typeface="Calibri"/>
                <a:ea typeface="+mn-ea"/>
                <a:cs typeface="Calibri"/>
              </a:rPr>
              <a:t>Jun 2028</a:t>
            </a:r>
            <a:endParaRPr kumimoji="0" lang="zh-CN" altLang="en-US" sz="800" b="1" i="0" u="none" strike="noStrike" kern="1200" cap="none" spc="0" normalizeH="0" baseline="0" noProof="0">
              <a:ln>
                <a:noFill/>
              </a:ln>
              <a:solidFill>
                <a:srgbClr val="FF0000"/>
              </a:solidFill>
              <a:effectLst/>
              <a:uLnTx/>
              <a:uFillTx/>
              <a:latin typeface="Calibri"/>
              <a:ea typeface="+mn-ea"/>
              <a:cs typeface="Calibri"/>
            </a:endParaRPr>
          </a:p>
        </p:txBody>
      </p:sp>
      <p:sp>
        <p:nvSpPr>
          <p:cNvPr id="34" name="Star: 4 Points 143">
            <a:extLst>
              <a:ext uri="{FF2B5EF4-FFF2-40B4-BE49-F238E27FC236}">
                <a16:creationId xmlns:a16="http://schemas.microsoft.com/office/drawing/2014/main" id="{63F963C5-9F5E-96B5-8807-9365C4013D3B}"/>
              </a:ext>
            </a:extLst>
          </p:cNvPr>
          <p:cNvSpPr/>
          <p:nvPr/>
        </p:nvSpPr>
        <p:spPr bwMode="auto">
          <a:xfrm>
            <a:off x="3047282" y="2229884"/>
            <a:ext cx="184243" cy="18538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32" rtl="0" eaLnBrk="0" fontAlgn="base" latinLnBrk="0" hangingPunct="0">
              <a:lnSpc>
                <a:spcPct val="100000"/>
              </a:lnSpc>
              <a:spcBef>
                <a:spcPct val="0"/>
              </a:spcBef>
              <a:spcAft>
                <a:spcPct val="0"/>
              </a:spcAft>
              <a:buClrTx/>
              <a:buSzTx/>
              <a:buFontTx/>
              <a:buNone/>
              <a:tabLst/>
              <a:defRPr/>
            </a:pPr>
            <a:endParaRPr kumimoji="0" lang="zh-CN" altLang="en-US" sz="8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38" name="TextBox 13">
            <a:extLst>
              <a:ext uri="{FF2B5EF4-FFF2-40B4-BE49-F238E27FC236}">
                <a16:creationId xmlns:a16="http://schemas.microsoft.com/office/drawing/2014/main" id="{2BDD75FC-29D0-325D-D91E-F5503C5F376D}"/>
              </a:ext>
            </a:extLst>
          </p:cNvPr>
          <p:cNvSpPr txBox="1"/>
          <p:nvPr/>
        </p:nvSpPr>
        <p:spPr bwMode="gray">
          <a:xfrm>
            <a:off x="3239957" y="3681129"/>
            <a:ext cx="911661" cy="215444"/>
          </a:xfrm>
          <a:prstGeom prst="rect">
            <a:avLst/>
          </a:prstGeom>
          <a:noFill/>
        </p:spPr>
        <p:txBody>
          <a:bodyPr wrap="square">
            <a:spAutoFit/>
          </a:body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FSS: 20Feb2025</a:t>
            </a:r>
            <a:endParaRPr kumimoji="0" lang="zh-CN" altLang="en-US" sz="800" b="1"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p:txBody>
      </p:sp>
      <p:pic>
        <p:nvPicPr>
          <p:cNvPr id="39" name="Picture 1">
            <a:extLst>
              <a:ext uri="{FF2B5EF4-FFF2-40B4-BE49-F238E27FC236}">
                <a16:creationId xmlns:a16="http://schemas.microsoft.com/office/drawing/2014/main" id="{1EF86CBB-A1EB-B4D8-AAFB-E26E8474749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8787" y="1932881"/>
            <a:ext cx="843380" cy="415665"/>
          </a:xfrm>
          <a:prstGeom prst="rect">
            <a:avLst/>
          </a:prstGeom>
        </p:spPr>
      </p:pic>
      <p:pic>
        <p:nvPicPr>
          <p:cNvPr id="40" name="Picture 3">
            <a:extLst>
              <a:ext uri="{FF2B5EF4-FFF2-40B4-BE49-F238E27FC236}">
                <a16:creationId xmlns:a16="http://schemas.microsoft.com/office/drawing/2014/main" id="{F6BB6FA6-2317-7897-7B40-15BBC0514D5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8576" y="2917518"/>
            <a:ext cx="843592" cy="391737"/>
          </a:xfrm>
          <a:prstGeom prst="rect">
            <a:avLst/>
          </a:prstGeom>
        </p:spPr>
      </p:pic>
      <p:sp>
        <p:nvSpPr>
          <p:cNvPr id="43" name="Content Placeholder 2">
            <a:extLst>
              <a:ext uri="{FF2B5EF4-FFF2-40B4-BE49-F238E27FC236}">
                <a16:creationId xmlns:a16="http://schemas.microsoft.com/office/drawing/2014/main" id="{943E7A17-3D1E-3F73-D9CB-00B1A25F9EE6}"/>
              </a:ext>
            </a:extLst>
          </p:cNvPr>
          <p:cNvSpPr txBox="1">
            <a:spLocks/>
          </p:cNvSpPr>
          <p:nvPr/>
        </p:nvSpPr>
        <p:spPr>
          <a:xfrm>
            <a:off x="1011105" y="4340654"/>
            <a:ext cx="9683623" cy="1836413"/>
          </a:xfrm>
          <a:prstGeom prst="rect">
            <a:avLst/>
          </a:prstGeom>
        </p:spPr>
        <p:style>
          <a:lnRef idx="2">
            <a:schemeClr val="accent4"/>
          </a:lnRef>
          <a:fillRef idx="1">
            <a:schemeClr val="lt1"/>
          </a:fillRef>
          <a:effectRef idx="0">
            <a:schemeClr val="accent4"/>
          </a:effectRef>
          <a:fontRef idx="minor">
            <a:schemeClr val="dk1"/>
          </a:fontRef>
        </p:style>
        <p:txBody>
          <a:bodyPr/>
          <a:lstStyle>
            <a:lvl1pPr marL="215995" indent="-215995" algn="l" defTabSz="914377"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989"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86"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980"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399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7993" indent="-142871"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989"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215995" marR="0" lvl="0" indent="-215995" algn="l" defTabSz="914377"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altLang="zh-CN" sz="1800" b="1"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Recruitment timeline extended for ~6 months in Apr 2026:</a:t>
            </a:r>
          </a:p>
          <a:p>
            <a:pPr marL="431989" marR="0" lvl="1" indent="-215995" algn="l" defTabSz="914377"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altLang="zh-CN" sz="16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Changed Last Subject Randomized to </a:t>
            </a:r>
            <a:r>
              <a:rPr lang="en-US" altLang="zh-CN" b="1" u="sng">
                <a:solidFill>
                  <a:prstClr val="black"/>
                </a:solidFill>
                <a:latin typeface="Calibri" panose="020F0502020204030204" pitchFamily="34" charset="0"/>
                <a:ea typeface="Calibri" panose="020F0502020204030204" pitchFamily="34" charset="0"/>
                <a:cs typeface="Calibri" panose="020F0502020204030204" pitchFamily="34" charset="0"/>
              </a:rPr>
              <a:t>Apr</a:t>
            </a:r>
            <a:r>
              <a:rPr kumimoji="0" lang="en-US" altLang="zh-CN" sz="1600" b="1" i="0" u="sng"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2027 </a:t>
            </a:r>
            <a:r>
              <a:rPr kumimoji="0" lang="en-US" altLang="zh-CN" sz="16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from </a:t>
            </a:r>
            <a:r>
              <a:rPr lang="en-US" altLang="zh-CN" b="1" u="sng">
                <a:solidFill>
                  <a:prstClr val="black"/>
                </a:solidFill>
                <a:latin typeface="Calibri" panose="020F0502020204030204" pitchFamily="34" charset="0"/>
                <a:ea typeface="Calibri" panose="020F0502020204030204" pitchFamily="34" charset="0"/>
                <a:cs typeface="Calibri" panose="020F0502020204030204" pitchFamily="34" charset="0"/>
              </a:rPr>
              <a:t>Oct 2026</a:t>
            </a:r>
          </a:p>
          <a:p>
            <a:pPr marL="791980" marR="0" lvl="3" indent="-215995" algn="l" defTabSz="914377"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en-US" altLang="zh-CN" sz="1600" b="0" i="1"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China mainland: changed to </a:t>
            </a:r>
            <a:r>
              <a:rPr kumimoji="0" lang="en-US" altLang="zh-CN" sz="1600" b="1" i="1" u="sng"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Feb 2027 </a:t>
            </a:r>
            <a:r>
              <a:rPr kumimoji="0" lang="en-US" altLang="zh-CN" sz="1600" b="0" i="1"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from </a:t>
            </a:r>
            <a:r>
              <a:rPr lang="en-US" altLang="zh-CN" b="1" i="1" u="sng">
                <a:solidFill>
                  <a:prstClr val="black"/>
                </a:solidFill>
                <a:latin typeface="Calibri" panose="020F0502020204030204" pitchFamily="34" charset="0"/>
                <a:ea typeface="Calibri" panose="020F0502020204030204" pitchFamily="34" charset="0"/>
                <a:cs typeface="Calibri" panose="020F0502020204030204" pitchFamily="34" charset="0"/>
              </a:rPr>
              <a:t>Aug</a:t>
            </a:r>
            <a:r>
              <a:rPr kumimoji="0" lang="en-US" altLang="zh-CN" sz="1600" b="1" i="1" u="sng"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2026</a:t>
            </a:r>
            <a:endParaRPr kumimoji="0" lang="en-US" altLang="zh-CN" sz="1600" b="1" i="1" u="sng" strike="noStrike" kern="1200" cap="none" spc="0" normalizeH="0" baseline="0" noProof="0">
              <a:ln>
                <a:noFill/>
              </a:ln>
              <a:solidFill>
                <a:prstClr val="black"/>
              </a:solidFill>
              <a:effectLst/>
              <a:uLnTx/>
              <a:uFillTx/>
              <a:latin typeface="Calibri" panose="020F0502020204030204" pitchFamily="34" charset="0"/>
              <a:ea typeface="SimSun" panose="02010600030101010101" pitchFamily="2" charset="-122"/>
              <a:cs typeface="Calibri" panose="020F0502020204030204" pitchFamily="34" charset="0"/>
            </a:endParaRPr>
          </a:p>
          <a:p>
            <a:pPr lvl="1">
              <a:lnSpc>
                <a:spcPct val="150000"/>
              </a:lnSpc>
              <a:spcAft>
                <a:spcPts val="0"/>
              </a:spcAft>
              <a:defRPr/>
            </a:pPr>
            <a:r>
              <a:rPr kumimoji="0" lang="en-US" altLang="zh-CN" sz="16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Changed </a:t>
            </a:r>
            <a:r>
              <a:rPr kumimoji="0" lang="en-US" altLang="zh-CN" sz="1600" b="0" i="0" u="none" strike="noStrike" kern="1200" cap="none" spc="0" normalizeH="0" baseline="0" noProof="0" err="1">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DBL</a:t>
            </a:r>
            <a:r>
              <a:rPr kumimoji="0" lang="en-US" altLang="zh-CN" sz="16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date to </a:t>
            </a:r>
            <a:r>
              <a:rPr lang="en-US" altLang="zh-CN" b="1" u="sng">
                <a:solidFill>
                  <a:prstClr val="black"/>
                </a:solidFill>
                <a:latin typeface="Calibri" panose="020F0502020204030204" pitchFamily="34" charset="0"/>
                <a:ea typeface="Calibri" panose="020F0502020204030204" pitchFamily="34" charset="0"/>
                <a:cs typeface="Calibri" panose="020F0502020204030204" pitchFamily="34" charset="0"/>
              </a:rPr>
              <a:t>Sep</a:t>
            </a:r>
            <a:r>
              <a:rPr kumimoji="0" lang="en-US" altLang="zh-CN" sz="1600" b="1" i="0" u="sng"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2028</a:t>
            </a:r>
            <a:r>
              <a:rPr kumimoji="0" lang="en-US" altLang="zh-CN" sz="1600" b="0"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from </a:t>
            </a:r>
            <a:r>
              <a:rPr kumimoji="0" lang="en-US" altLang="zh-CN" sz="1600" b="1" i="0" u="sng"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Feb</a:t>
            </a:r>
            <a:r>
              <a:rPr lang="en-US" altLang="zh-CN" b="1" u="sng">
                <a:solidFill>
                  <a:prstClr val="black"/>
                </a:solidFill>
                <a:latin typeface="Calibri" panose="020F0502020204030204" pitchFamily="34" charset="0"/>
                <a:ea typeface="Calibri" panose="020F0502020204030204" pitchFamily="34" charset="0"/>
                <a:cs typeface="Calibri" panose="020F0502020204030204" pitchFamily="34" charset="0"/>
              </a:rPr>
              <a:t> 2028</a:t>
            </a:r>
            <a:r>
              <a:rPr lang="en-US" altLang="zh-CN">
                <a:solidFill>
                  <a:prstClr val="black"/>
                </a:solidFill>
                <a:latin typeface="Calibri" panose="020F0502020204030204" pitchFamily="34" charset="0"/>
                <a:ea typeface="Calibri" panose="020F0502020204030204" pitchFamily="34" charset="0"/>
                <a:cs typeface="Calibri" panose="020F0502020204030204" pitchFamily="34" charset="0"/>
              </a:rPr>
              <a:t> </a:t>
            </a:r>
            <a:endParaRPr kumimoji="0" lang="zh-CN" altLang="zh-CN" sz="1800" b="1" i="0" u="sng" strike="noStrike" kern="1200" cap="none" spc="0" normalizeH="0" baseline="0" noProof="0">
              <a:ln>
                <a:noFill/>
              </a:ln>
              <a:solidFill>
                <a:prstClr val="black"/>
              </a:solidFill>
              <a:effectLst/>
              <a:uLnTx/>
              <a:uFillTx/>
              <a:latin typeface="Calibri" panose="020F0502020204030204" pitchFamily="34" charset="0"/>
              <a:ea typeface="SimSun" panose="02010600030101010101" pitchFamily="2" charset="-122"/>
              <a:cs typeface="Calibri" panose="020F0502020204030204" pitchFamily="34" charset="0"/>
            </a:endParaRPr>
          </a:p>
        </p:txBody>
      </p:sp>
      <p:sp>
        <p:nvSpPr>
          <p:cNvPr id="17" name="OTLSHAPE_T_5a934a26f311425e8ebaa0f45e6533ad_Shape">
            <a:extLst>
              <a:ext uri="{FF2B5EF4-FFF2-40B4-BE49-F238E27FC236}">
                <a16:creationId xmlns:a16="http://schemas.microsoft.com/office/drawing/2014/main" id="{8536DAA0-9D62-3BC1-110F-D1537A345F0E}"/>
              </a:ext>
            </a:extLst>
          </p:cNvPr>
          <p:cNvSpPr/>
          <p:nvPr/>
        </p:nvSpPr>
        <p:spPr bwMode="auto">
          <a:xfrm>
            <a:off x="3403190" y="2414948"/>
            <a:ext cx="6048000" cy="272847"/>
          </a:xfrm>
          <a:prstGeom prst="roundRect">
            <a:avLst/>
          </a:prstGeom>
          <a:solidFill>
            <a:srgbClr val="DAFAE8"/>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 </a:t>
            </a:r>
            <a:r>
              <a:rPr kumimoji="0" lang="en-US" altLang="zh-CN" sz="933" b="1" i="0" u="none" strike="noStrike" kern="1200" cap="none" spc="0" normalizeH="0" baseline="0" noProof="0" err="1">
                <a:ln>
                  <a:noFill/>
                </a:ln>
                <a:solidFill>
                  <a:srgbClr val="000000"/>
                </a:solidFill>
                <a:effectLst/>
                <a:uLnTx/>
                <a:uFillTx/>
                <a:latin typeface="Calibri" panose="020F0502020204030204" pitchFamily="34" charset="0"/>
                <a:ea typeface="+mn-ea"/>
                <a:cs typeface="Calibri" panose="020F0502020204030204" pitchFamily="34" charset="0"/>
              </a:rPr>
              <a:t>FSS-LSR</a:t>
            </a:r>
            <a:r>
              <a:rPr kumimoji="0" lang="en-US" altLang="zh-CN" sz="933"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 n=90,</a:t>
            </a:r>
            <a:r>
              <a:rPr kumimoji="0" lang="zh-CN" altLang="en-US" sz="933"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 </a:t>
            </a:r>
            <a:r>
              <a:rPr kumimoji="0" lang="en-US" altLang="zh-CN" sz="933"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recruit. Window: ~</a:t>
            </a:r>
            <a:r>
              <a:rPr kumimoji="0" lang="en-US" altLang="zh-CN" sz="933" b="1" i="0" u="none" strike="noStrike" kern="1200" cap="none" spc="0" normalizeH="0" baseline="0" noProof="0" err="1">
                <a:ln>
                  <a:noFill/>
                </a:ln>
                <a:solidFill>
                  <a:srgbClr val="000000"/>
                </a:solidFill>
                <a:effectLst/>
                <a:uLnTx/>
                <a:uFillTx/>
                <a:latin typeface="Calibri" panose="020F0502020204030204" pitchFamily="34" charset="0"/>
                <a:ea typeface="+mn-ea"/>
                <a:cs typeface="Calibri" panose="020F0502020204030204" pitchFamily="34" charset="0"/>
              </a:rPr>
              <a:t>26m</a:t>
            </a:r>
            <a:r>
              <a:rPr kumimoji="0" lang="en-US" altLang="zh-CN" sz="933"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a:t>
            </a:r>
          </a:p>
        </p:txBody>
      </p:sp>
      <p:sp>
        <p:nvSpPr>
          <p:cNvPr id="20" name="OTLSHAPE_T_5a934a26f311425e8ebaa0f45e6533ad_Shape">
            <a:extLst>
              <a:ext uri="{FF2B5EF4-FFF2-40B4-BE49-F238E27FC236}">
                <a16:creationId xmlns:a16="http://schemas.microsoft.com/office/drawing/2014/main" id="{E0A107A8-60DC-3B66-7ACB-D73A43A506E3}"/>
              </a:ext>
            </a:extLst>
          </p:cNvPr>
          <p:cNvSpPr/>
          <p:nvPr/>
        </p:nvSpPr>
        <p:spPr bwMode="auto">
          <a:xfrm>
            <a:off x="3419225" y="3303584"/>
            <a:ext cx="5652000" cy="289187"/>
          </a:xfrm>
          <a:prstGeom prst="roundRect">
            <a:avLst/>
          </a:prstGeom>
          <a:solidFill>
            <a:srgbClr val="DAFAE8"/>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33" b="1" i="0" u="none" strike="noStrike" kern="1200" cap="none" spc="0" normalizeH="0" baseline="0" noProof="0" err="1">
                <a:ln>
                  <a:noFill/>
                </a:ln>
                <a:solidFill>
                  <a:srgbClr val="000000"/>
                </a:solidFill>
                <a:effectLst/>
                <a:uLnTx/>
                <a:uFillTx/>
                <a:latin typeface="Calibri" panose="020F0502020204030204" pitchFamily="34" charset="0"/>
                <a:ea typeface="+mn-ea"/>
                <a:cs typeface="Calibri" panose="020F0502020204030204" pitchFamily="34" charset="0"/>
              </a:rPr>
              <a:t>FSS-LSR</a:t>
            </a:r>
            <a:r>
              <a:rPr kumimoji="0" lang="en-US" altLang="zh-CN" sz="933"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 n=14, recruit. window: ~</a:t>
            </a:r>
            <a:r>
              <a:rPr kumimoji="0" lang="en-US" altLang="zh-CN" sz="933" b="1" i="0" u="none" strike="noStrike" kern="1200" cap="none" spc="0" normalizeH="0" baseline="0" noProof="0" err="1">
                <a:ln>
                  <a:noFill/>
                </a:ln>
                <a:solidFill>
                  <a:srgbClr val="000000"/>
                </a:solidFill>
                <a:effectLst/>
                <a:uLnTx/>
                <a:uFillTx/>
                <a:latin typeface="Calibri" panose="020F0502020204030204" pitchFamily="34" charset="0"/>
                <a:ea typeface="+mn-ea"/>
                <a:cs typeface="Calibri" panose="020F0502020204030204" pitchFamily="34" charset="0"/>
              </a:rPr>
              <a:t>24m</a:t>
            </a:r>
            <a:endParaRPr kumimoji="0" lang="en-US" altLang="zh-CN" sz="933"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22" name="TextBox 13">
            <a:extLst>
              <a:ext uri="{FF2B5EF4-FFF2-40B4-BE49-F238E27FC236}">
                <a16:creationId xmlns:a16="http://schemas.microsoft.com/office/drawing/2014/main" id="{F5F32FB4-783D-D41C-789B-696C0B1BC096}"/>
              </a:ext>
            </a:extLst>
          </p:cNvPr>
          <p:cNvSpPr txBox="1"/>
          <p:nvPr/>
        </p:nvSpPr>
        <p:spPr bwMode="gray">
          <a:xfrm>
            <a:off x="2831146" y="2390757"/>
            <a:ext cx="626150" cy="338554"/>
          </a:xfrm>
          <a:prstGeom prst="rect">
            <a:avLst/>
          </a:prstGeom>
          <a:noFill/>
        </p:spPr>
        <p:txBody>
          <a:bodyPr wrap="square">
            <a:spAutoFit/>
          </a:bodyPr>
          <a:lstStyle/>
          <a:p>
            <a:pPr marL="0" marR="0" lvl="0" indent="0" algn="l"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1</a:t>
            </a:r>
            <a:r>
              <a:rPr kumimoji="0" lang="en-US" altLang="zh-CN" sz="800" b="1" i="0" u="none" strike="noStrike" kern="1200" cap="none" spc="0" normalizeH="0" baseline="3000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st</a:t>
            </a:r>
            <a:r>
              <a:rPr kumimoji="0" lang="en-US" altLang="zh-CN" sz="800" b="1"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SIV: 14Jan2025</a:t>
            </a:r>
            <a:endParaRPr kumimoji="0" lang="zh-CN" altLang="en-US" sz="800" b="1"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25" name="TextBox 16">
            <a:extLst>
              <a:ext uri="{FF2B5EF4-FFF2-40B4-BE49-F238E27FC236}">
                <a16:creationId xmlns:a16="http://schemas.microsoft.com/office/drawing/2014/main" id="{CE4113DC-570A-2BDB-400A-83014D19BE59}"/>
              </a:ext>
            </a:extLst>
          </p:cNvPr>
          <p:cNvSpPr txBox="1"/>
          <p:nvPr/>
        </p:nvSpPr>
        <p:spPr bwMode="gray">
          <a:xfrm>
            <a:off x="2785674" y="3681129"/>
            <a:ext cx="659848" cy="338554"/>
          </a:xfrm>
          <a:prstGeom prst="rect">
            <a:avLst/>
          </a:prstGeom>
          <a:noFill/>
        </p:spPr>
        <p:txBody>
          <a:bodyPr wrap="square">
            <a:spAutoFit/>
          </a:bodyPr>
          <a:lstStyle/>
          <a:p>
            <a:pPr marL="0" marR="0" lvl="0" indent="0" algn="l"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Calibri" panose="020F0502020204030204" pitchFamily="34" charset="0"/>
                <a:cs typeface="Calibri" panose="020F0502020204030204" pitchFamily="34" charset="0"/>
              </a:rPr>
              <a:t>1</a:t>
            </a:r>
            <a:r>
              <a:rPr kumimoji="0" lang="en-US" altLang="zh-CN" sz="800" b="1" i="0" u="none" strike="noStrike" kern="1200" cap="none" spc="0" normalizeH="0" baseline="30000" noProof="0">
                <a:ln>
                  <a:noFill/>
                </a:ln>
                <a:solidFill>
                  <a:srgbClr val="44546A"/>
                </a:solidFill>
                <a:effectLst/>
                <a:uLnTx/>
                <a:uFillTx/>
                <a:latin typeface="Calibri" panose="020F0502020204030204" pitchFamily="34" charset="0"/>
                <a:ea typeface="Calibri" panose="020F0502020204030204" pitchFamily="34" charset="0"/>
                <a:cs typeface="Calibri" panose="020F0502020204030204" pitchFamily="34" charset="0"/>
              </a:rPr>
              <a:t>st</a:t>
            </a: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Calibri" panose="020F0502020204030204" pitchFamily="34" charset="0"/>
                <a:cs typeface="Calibri" panose="020F0502020204030204" pitchFamily="34" charset="0"/>
              </a:rPr>
              <a:t> SIV: 15Jan 2025  </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41" name="Star: 4 Points 143">
            <a:extLst>
              <a:ext uri="{FF2B5EF4-FFF2-40B4-BE49-F238E27FC236}">
                <a16:creationId xmlns:a16="http://schemas.microsoft.com/office/drawing/2014/main" id="{F9549900-6DF1-73B3-95FB-56B671058830}"/>
              </a:ext>
            </a:extLst>
          </p:cNvPr>
          <p:cNvSpPr/>
          <p:nvPr/>
        </p:nvSpPr>
        <p:spPr bwMode="auto">
          <a:xfrm>
            <a:off x="3043701" y="3557357"/>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09" rtl="0" eaLnBrk="0" fontAlgn="base" latinLnBrk="0" hangingPunct="0">
              <a:lnSpc>
                <a:spcPct val="100000"/>
              </a:lnSpc>
              <a:spcBef>
                <a:spcPct val="0"/>
              </a:spcBef>
              <a:spcAft>
                <a:spcPct val="0"/>
              </a:spcAft>
              <a:buClrTx/>
              <a:buSzTx/>
              <a:buFontTx/>
              <a:buNone/>
              <a:tabLst/>
              <a:defRPr/>
            </a:pPr>
            <a:endParaRPr kumimoji="0" lang="zh-CN" altLang="en-US" sz="2400" b="1" i="0" u="none" strike="noStrike" kern="1200" cap="none" spc="0" normalizeH="0" baseline="0" noProof="0">
              <a:ln>
                <a:noFill/>
              </a:ln>
              <a:solidFill>
                <a:srgbClr val="000000"/>
              </a:solidFill>
              <a:effectLst/>
              <a:uLnTx/>
              <a:uFillTx/>
              <a:latin typeface="Verdana" charset="0"/>
              <a:ea typeface="+mn-ea"/>
              <a:cs typeface="+mn-cs"/>
            </a:endParaRPr>
          </a:p>
        </p:txBody>
      </p:sp>
      <p:sp>
        <p:nvSpPr>
          <p:cNvPr id="35" name="Star: 4 Points 143">
            <a:extLst>
              <a:ext uri="{FF2B5EF4-FFF2-40B4-BE49-F238E27FC236}">
                <a16:creationId xmlns:a16="http://schemas.microsoft.com/office/drawing/2014/main" id="{DF238477-706E-D81E-9A25-79652A4D31C6}"/>
              </a:ext>
            </a:extLst>
          </p:cNvPr>
          <p:cNvSpPr/>
          <p:nvPr/>
        </p:nvSpPr>
        <p:spPr bwMode="auto">
          <a:xfrm>
            <a:off x="3398467" y="2229884"/>
            <a:ext cx="184243" cy="18538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32" rtl="0" eaLnBrk="0" fontAlgn="base" latinLnBrk="0" hangingPunct="0">
              <a:lnSpc>
                <a:spcPct val="100000"/>
              </a:lnSpc>
              <a:spcBef>
                <a:spcPct val="0"/>
              </a:spcBef>
              <a:spcAft>
                <a:spcPct val="0"/>
              </a:spcAft>
              <a:buClrTx/>
              <a:buSzTx/>
              <a:buFontTx/>
              <a:buNone/>
              <a:tabLst/>
              <a:defRPr/>
            </a:pPr>
            <a:endParaRPr kumimoji="0" lang="zh-CN" altLang="en-US" sz="8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36" name="TextBox 13">
            <a:extLst>
              <a:ext uri="{FF2B5EF4-FFF2-40B4-BE49-F238E27FC236}">
                <a16:creationId xmlns:a16="http://schemas.microsoft.com/office/drawing/2014/main" id="{17506C1E-A0F5-BB2A-0145-EC4471600C5E}"/>
              </a:ext>
            </a:extLst>
          </p:cNvPr>
          <p:cNvSpPr txBox="1"/>
          <p:nvPr/>
        </p:nvSpPr>
        <p:spPr bwMode="gray">
          <a:xfrm>
            <a:off x="3461178" y="2227090"/>
            <a:ext cx="911661" cy="215444"/>
          </a:xfrm>
          <a:prstGeom prst="rect">
            <a:avLst/>
          </a:prstGeom>
          <a:noFill/>
        </p:spPr>
        <p:txBody>
          <a:bodyPr wrap="square">
            <a:spAutoFit/>
          </a:body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FSS: 4Feb2025</a:t>
            </a:r>
            <a:endParaRPr kumimoji="0" lang="zh-CN" altLang="en-US" sz="800" b="1"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7" name="Star: 4 Points 143">
            <a:extLst>
              <a:ext uri="{FF2B5EF4-FFF2-40B4-BE49-F238E27FC236}">
                <a16:creationId xmlns:a16="http://schemas.microsoft.com/office/drawing/2014/main" id="{7E717086-1137-E11A-3060-AF27D3FAC0F2}"/>
              </a:ext>
            </a:extLst>
          </p:cNvPr>
          <p:cNvSpPr/>
          <p:nvPr/>
        </p:nvSpPr>
        <p:spPr bwMode="auto">
          <a:xfrm>
            <a:off x="3365475" y="3557357"/>
            <a:ext cx="184243" cy="18538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32" rtl="0" eaLnBrk="0" fontAlgn="base" latinLnBrk="0" hangingPunct="0">
              <a:lnSpc>
                <a:spcPct val="100000"/>
              </a:lnSpc>
              <a:spcBef>
                <a:spcPct val="0"/>
              </a:spcBef>
              <a:spcAft>
                <a:spcPct val="0"/>
              </a:spcAft>
              <a:buClrTx/>
              <a:buSzTx/>
              <a:buFontTx/>
              <a:buNone/>
              <a:tabLst/>
              <a:defRPr/>
            </a:pPr>
            <a:endParaRPr kumimoji="0" lang="zh-CN" altLang="en-US" sz="2400" b="1" i="0" u="none" strike="noStrike" kern="1200" cap="none" spc="0" normalizeH="0" baseline="0" noProof="0">
              <a:ln>
                <a:noFill/>
              </a:ln>
              <a:solidFill>
                <a:srgbClr val="000000"/>
              </a:solidFill>
              <a:effectLst/>
              <a:uLnTx/>
              <a:uFillTx/>
              <a:latin typeface="Verdana" charset="0"/>
              <a:ea typeface="+mn-ea"/>
              <a:cs typeface="+mn-cs"/>
            </a:endParaRPr>
          </a:p>
        </p:txBody>
      </p:sp>
      <p:sp>
        <p:nvSpPr>
          <p:cNvPr id="10" name="OTLSHAPE_T_e17f3958430f4cff8650518c93c7635e_Shape">
            <a:extLst>
              <a:ext uri="{FF2B5EF4-FFF2-40B4-BE49-F238E27FC236}">
                <a16:creationId xmlns:a16="http://schemas.microsoft.com/office/drawing/2014/main" id="{1E46E4A0-D516-86D2-B07B-BDBA311FFE8A}"/>
              </a:ext>
            </a:extLst>
          </p:cNvPr>
          <p:cNvSpPr/>
          <p:nvPr>
            <p:custDataLst>
              <p:tags r:id="rId2"/>
            </p:custDataLst>
          </p:nvPr>
        </p:nvSpPr>
        <p:spPr bwMode="auto">
          <a:xfrm>
            <a:off x="1908238" y="3288995"/>
            <a:ext cx="1512000" cy="296429"/>
          </a:xfrm>
          <a:prstGeom prst="round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1" rIns="68580" bIns="34291" numCol="1" rtlCol="0" anchor="ctr" anchorCtr="0" compatLnSpc="1">
            <a:prstTxWarp prst="textNoShape">
              <a:avLst/>
            </a:prstTxWarp>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CTA Review + EC + HGRAC</a:t>
            </a:r>
            <a:endParaRPr kumimoji="0" lang="zh-CN" altLang="en-US" sz="8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grpSp>
        <p:nvGrpSpPr>
          <p:cNvPr id="29" name="Group 25">
            <a:extLst>
              <a:ext uri="{FF2B5EF4-FFF2-40B4-BE49-F238E27FC236}">
                <a16:creationId xmlns:a16="http://schemas.microsoft.com/office/drawing/2014/main" id="{64117DD9-0B4C-7BC9-D776-261324ADA551}"/>
              </a:ext>
            </a:extLst>
          </p:cNvPr>
          <p:cNvGrpSpPr/>
          <p:nvPr/>
        </p:nvGrpSpPr>
        <p:grpSpPr>
          <a:xfrm>
            <a:off x="6270226" y="1670610"/>
            <a:ext cx="728996" cy="2349073"/>
            <a:chOff x="2049323" y="1793847"/>
            <a:chExt cx="728996" cy="3507100"/>
          </a:xfrm>
        </p:grpSpPr>
        <p:sp>
          <p:nvSpPr>
            <p:cNvPr id="30" name="OTLSHAPE_T_e17f3958430f4cff8650518c93c7635e_StartDate">
              <a:extLst>
                <a:ext uri="{FF2B5EF4-FFF2-40B4-BE49-F238E27FC236}">
                  <a16:creationId xmlns:a16="http://schemas.microsoft.com/office/drawing/2014/main" id="{36DE0A0D-E78B-E611-D32A-57A17B766F9A}"/>
                </a:ext>
              </a:extLst>
            </p:cNvPr>
            <p:cNvSpPr txBox="1"/>
            <p:nvPr>
              <p:custDataLst>
                <p:tags r:id="rId3"/>
              </p:custDataLst>
            </p:nvPr>
          </p:nvSpPr>
          <p:spPr>
            <a:xfrm>
              <a:off x="2049323" y="2342455"/>
              <a:ext cx="728996" cy="164212"/>
            </a:xfrm>
            <a:prstGeom prst="rect">
              <a:avLst/>
            </a:prstGeom>
            <a:noFill/>
            <a:ln w="12700">
              <a:noFill/>
            </a:ln>
          </p:spPr>
          <p:txBody>
            <a:bodyPr vert="horz" wrap="square" lIns="0" tIns="0" rIns="0" bIns="0" rtlCol="0" anchor="ctr" anchorCtr="0">
              <a:spAutoFit/>
            </a:body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1067" b="1" i="0" u="none" strike="noStrike" kern="1200" cap="none" spc="0" normalizeH="0" baseline="0" noProof="0">
                  <a:ln>
                    <a:noFill/>
                  </a:ln>
                  <a:solidFill>
                    <a:srgbClr val="FF0000"/>
                  </a:solidFill>
                  <a:effectLst/>
                  <a:uLnTx/>
                  <a:uFillTx/>
                  <a:latin typeface="Calibri" panose="020F0502020204030204" pitchFamily="34" charset="0"/>
                  <a:ea typeface="+mn-ea"/>
                  <a:cs typeface="Calibri" panose="020F0502020204030204" pitchFamily="34" charset="0"/>
                </a:rPr>
                <a:t>We are here</a:t>
              </a:r>
              <a:endParaRPr kumimoji="0" lang="zh-CN" altLang="en-US" sz="1067" b="1" i="0" u="none" strike="noStrike" kern="1200" cap="none" spc="0" normalizeH="0" baseline="0" noProof="0">
                <a:ln>
                  <a:noFill/>
                </a:ln>
                <a:solidFill>
                  <a:srgbClr val="FF0000"/>
                </a:solidFill>
                <a:effectLst/>
                <a:uLnTx/>
                <a:uFillTx/>
                <a:latin typeface="Calibri" panose="020F0502020204030204" pitchFamily="34" charset="0"/>
                <a:ea typeface="+mn-ea"/>
                <a:cs typeface="Calibri" panose="020F0502020204030204" pitchFamily="34" charset="0"/>
              </a:endParaRPr>
            </a:p>
          </p:txBody>
        </p:sp>
        <p:cxnSp>
          <p:nvCxnSpPr>
            <p:cNvPr id="31" name="Straight Connector 22">
              <a:extLst>
                <a:ext uri="{FF2B5EF4-FFF2-40B4-BE49-F238E27FC236}">
                  <a16:creationId xmlns:a16="http://schemas.microsoft.com/office/drawing/2014/main" id="{AB231FB7-4228-C66F-F1A0-1ED6415C6A4F}"/>
                </a:ext>
              </a:extLst>
            </p:cNvPr>
            <p:cNvCxnSpPr>
              <a:cxnSpLocks/>
            </p:cNvCxnSpPr>
            <p:nvPr/>
          </p:nvCxnSpPr>
          <p:spPr bwMode="auto">
            <a:xfrm flipV="1">
              <a:off x="2435308" y="1793847"/>
              <a:ext cx="0" cy="3507100"/>
            </a:xfrm>
            <a:prstGeom prst="line">
              <a:avLst/>
            </a:prstGeom>
            <a:solidFill>
              <a:schemeClr val="accent1"/>
            </a:solidFill>
            <a:ln w="6350" cap="flat" cmpd="sng" algn="ctr">
              <a:solidFill>
                <a:srgbClr val="FF0000"/>
              </a:solidFill>
              <a:prstDash val="sysDot"/>
              <a:round/>
              <a:headEnd type="none" w="med" len="med"/>
              <a:tailEnd type="none" w="med" len="med"/>
            </a:ln>
            <a:effectLst/>
          </p:spPr>
        </p:cxnSp>
      </p:grpSp>
      <p:cxnSp>
        <p:nvCxnSpPr>
          <p:cNvPr id="148" name="Straight Connector 147">
            <a:extLst>
              <a:ext uri="{FF2B5EF4-FFF2-40B4-BE49-F238E27FC236}">
                <a16:creationId xmlns:a16="http://schemas.microsoft.com/office/drawing/2014/main" id="{28776D25-4D8E-1862-1D17-8161F34677E1}"/>
              </a:ext>
            </a:extLst>
          </p:cNvPr>
          <p:cNvCxnSpPr>
            <a:cxnSpLocks/>
          </p:cNvCxnSpPr>
          <p:nvPr/>
        </p:nvCxnSpPr>
        <p:spPr bwMode="auto">
          <a:xfrm flipH="1">
            <a:off x="-96040" y="2917518"/>
            <a:ext cx="1216152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Tree>
    <p:extLst>
      <p:ext uri="{BB962C8B-B14F-4D97-AF65-F5344CB8AC3E}">
        <p14:creationId xmlns:p14="http://schemas.microsoft.com/office/powerpoint/2010/main" val="22769750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85C7B9F-A273-6802-744B-9BA7A8D30A0D}"/>
            </a:ext>
          </a:extLst>
        </p:cNvPr>
        <p:cNvGrpSpPr/>
        <p:nvPr/>
      </p:nvGrpSpPr>
      <p:grpSpPr>
        <a:xfrm>
          <a:off x="0" y="0"/>
          <a:ext cx="0" cy="0"/>
          <a:chOff x="0" y="0"/>
          <a:chExt cx="0" cy="0"/>
        </a:xfrm>
      </p:grpSpPr>
      <p:sp>
        <p:nvSpPr>
          <p:cNvPr id="5" name="灯片编号占位符 4">
            <a:extLst>
              <a:ext uri="{FF2B5EF4-FFF2-40B4-BE49-F238E27FC236}">
                <a16:creationId xmlns:a16="http://schemas.microsoft.com/office/drawing/2014/main" id="{BEB16672-0411-98C3-1ACD-C52A2ACED554}"/>
              </a:ext>
            </a:extLst>
          </p:cNvPr>
          <p:cNvSpPr>
            <a:spLocks noGrp="1"/>
          </p:cNvSpPr>
          <p:nvPr>
            <p:ph type="sldNum" sz="quarter" idx="11"/>
          </p:nvPr>
        </p:nvSpPr>
        <p:spPr>
          <a:xfrm>
            <a:off x="11522135" y="6246836"/>
            <a:ext cx="288000" cy="288000"/>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6" name="标题 1">
            <a:extLst>
              <a:ext uri="{FF2B5EF4-FFF2-40B4-BE49-F238E27FC236}">
                <a16:creationId xmlns:a16="http://schemas.microsoft.com/office/drawing/2014/main" id="{AE1D462A-D833-F747-E987-D01E3D2B9584}"/>
              </a:ext>
            </a:extLst>
          </p:cNvPr>
          <p:cNvSpPr>
            <a:spLocks noGrp="1"/>
          </p:cNvSpPr>
          <p:nvPr>
            <p:ph type="title"/>
          </p:nvPr>
        </p:nvSpPr>
        <p:spPr>
          <a:xfrm>
            <a:off x="347511" y="231782"/>
            <a:ext cx="11557097" cy="720000"/>
          </a:xfrm>
        </p:spPr>
        <p:txBody>
          <a:bodyPr/>
          <a:lstStyle/>
          <a:p>
            <a:r>
              <a:rPr lang="en-US" altLang="zh-CN" sz="2800" err="1">
                <a:latin typeface="+mj-ea"/>
                <a:cs typeface="Calibri" panose="020F0502020204030204" pitchFamily="34" charset="0"/>
              </a:rPr>
              <a:t>Spesolimab</a:t>
            </a:r>
            <a:r>
              <a:rPr lang="en-US" altLang="zh-CN" sz="2800">
                <a:latin typeface="+mj-ea"/>
                <a:cs typeface="Calibri" panose="020F0502020204030204" pitchFamily="34" charset="0"/>
              </a:rPr>
              <a:t> (Anti-IL36R): Pyoderma Gangrenosum (PG)</a:t>
            </a:r>
            <a:br>
              <a:rPr lang="en-US" altLang="zh-CN" sz="2400">
                <a:latin typeface="+mj-ea"/>
                <a:cs typeface="Calibri" panose="020F0502020204030204" pitchFamily="34" charset="0"/>
              </a:rPr>
            </a:br>
            <a:endParaRPr lang="zh-CN" altLang="en-US" sz="2400"/>
          </a:p>
        </p:txBody>
      </p:sp>
      <p:graphicFrame>
        <p:nvGraphicFramePr>
          <p:cNvPr id="8" name="Table 115">
            <a:extLst>
              <a:ext uri="{FF2B5EF4-FFF2-40B4-BE49-F238E27FC236}">
                <a16:creationId xmlns:a16="http://schemas.microsoft.com/office/drawing/2014/main" id="{E117EEB7-8192-5071-802E-11293301BD16}"/>
              </a:ext>
            </a:extLst>
          </p:cNvPr>
          <p:cNvGraphicFramePr>
            <a:graphicFrameLocks noGrp="1"/>
          </p:cNvGraphicFramePr>
          <p:nvPr/>
        </p:nvGraphicFramePr>
        <p:xfrm>
          <a:off x="352310" y="1338104"/>
          <a:ext cx="11713170" cy="615903"/>
        </p:xfrm>
        <a:graphic>
          <a:graphicData uri="http://schemas.openxmlformats.org/drawingml/2006/table">
            <a:tbl>
              <a:tblPr firstRow="1" bandRow="1"/>
              <a:tblGrid>
                <a:gridCol w="689010">
                  <a:extLst>
                    <a:ext uri="{9D8B030D-6E8A-4147-A177-3AD203B41FA5}">
                      <a16:colId xmlns:a16="http://schemas.microsoft.com/office/drawing/2014/main" val="2466911814"/>
                    </a:ext>
                  </a:extLst>
                </a:gridCol>
                <a:gridCol w="689010">
                  <a:extLst>
                    <a:ext uri="{9D8B030D-6E8A-4147-A177-3AD203B41FA5}">
                      <a16:colId xmlns:a16="http://schemas.microsoft.com/office/drawing/2014/main" val="3023231563"/>
                    </a:ext>
                  </a:extLst>
                </a:gridCol>
                <a:gridCol w="689010">
                  <a:extLst>
                    <a:ext uri="{9D8B030D-6E8A-4147-A177-3AD203B41FA5}">
                      <a16:colId xmlns:a16="http://schemas.microsoft.com/office/drawing/2014/main" val="3411862845"/>
                    </a:ext>
                  </a:extLst>
                </a:gridCol>
                <a:gridCol w="689010">
                  <a:extLst>
                    <a:ext uri="{9D8B030D-6E8A-4147-A177-3AD203B41FA5}">
                      <a16:colId xmlns:a16="http://schemas.microsoft.com/office/drawing/2014/main" val="2851474774"/>
                    </a:ext>
                  </a:extLst>
                </a:gridCol>
                <a:gridCol w="689010">
                  <a:extLst>
                    <a:ext uri="{9D8B030D-6E8A-4147-A177-3AD203B41FA5}">
                      <a16:colId xmlns:a16="http://schemas.microsoft.com/office/drawing/2014/main" val="107595344"/>
                    </a:ext>
                  </a:extLst>
                </a:gridCol>
                <a:gridCol w="689010">
                  <a:extLst>
                    <a:ext uri="{9D8B030D-6E8A-4147-A177-3AD203B41FA5}">
                      <a16:colId xmlns:a16="http://schemas.microsoft.com/office/drawing/2014/main" val="1666999431"/>
                    </a:ext>
                  </a:extLst>
                </a:gridCol>
                <a:gridCol w="689010">
                  <a:extLst>
                    <a:ext uri="{9D8B030D-6E8A-4147-A177-3AD203B41FA5}">
                      <a16:colId xmlns:a16="http://schemas.microsoft.com/office/drawing/2014/main" val="3696607442"/>
                    </a:ext>
                  </a:extLst>
                </a:gridCol>
                <a:gridCol w="689010">
                  <a:extLst>
                    <a:ext uri="{9D8B030D-6E8A-4147-A177-3AD203B41FA5}">
                      <a16:colId xmlns:a16="http://schemas.microsoft.com/office/drawing/2014/main" val="223989776"/>
                    </a:ext>
                  </a:extLst>
                </a:gridCol>
                <a:gridCol w="689010">
                  <a:extLst>
                    <a:ext uri="{9D8B030D-6E8A-4147-A177-3AD203B41FA5}">
                      <a16:colId xmlns:a16="http://schemas.microsoft.com/office/drawing/2014/main" val="124731204"/>
                    </a:ext>
                  </a:extLst>
                </a:gridCol>
                <a:gridCol w="689010">
                  <a:extLst>
                    <a:ext uri="{9D8B030D-6E8A-4147-A177-3AD203B41FA5}">
                      <a16:colId xmlns:a16="http://schemas.microsoft.com/office/drawing/2014/main" val="3066978585"/>
                    </a:ext>
                  </a:extLst>
                </a:gridCol>
                <a:gridCol w="689010">
                  <a:extLst>
                    <a:ext uri="{9D8B030D-6E8A-4147-A177-3AD203B41FA5}">
                      <a16:colId xmlns:a16="http://schemas.microsoft.com/office/drawing/2014/main" val="1064917641"/>
                    </a:ext>
                  </a:extLst>
                </a:gridCol>
                <a:gridCol w="689010">
                  <a:extLst>
                    <a:ext uri="{9D8B030D-6E8A-4147-A177-3AD203B41FA5}">
                      <a16:colId xmlns:a16="http://schemas.microsoft.com/office/drawing/2014/main" val="4221117315"/>
                    </a:ext>
                  </a:extLst>
                </a:gridCol>
                <a:gridCol w="689010">
                  <a:extLst>
                    <a:ext uri="{9D8B030D-6E8A-4147-A177-3AD203B41FA5}">
                      <a16:colId xmlns:a16="http://schemas.microsoft.com/office/drawing/2014/main" val="3266065341"/>
                    </a:ext>
                  </a:extLst>
                </a:gridCol>
                <a:gridCol w="689010">
                  <a:extLst>
                    <a:ext uri="{9D8B030D-6E8A-4147-A177-3AD203B41FA5}">
                      <a16:colId xmlns:a16="http://schemas.microsoft.com/office/drawing/2014/main" val="2374051224"/>
                    </a:ext>
                  </a:extLst>
                </a:gridCol>
                <a:gridCol w="689010">
                  <a:extLst>
                    <a:ext uri="{9D8B030D-6E8A-4147-A177-3AD203B41FA5}">
                      <a16:colId xmlns:a16="http://schemas.microsoft.com/office/drawing/2014/main" val="1840388365"/>
                    </a:ext>
                  </a:extLst>
                </a:gridCol>
                <a:gridCol w="689010">
                  <a:extLst>
                    <a:ext uri="{9D8B030D-6E8A-4147-A177-3AD203B41FA5}">
                      <a16:colId xmlns:a16="http://schemas.microsoft.com/office/drawing/2014/main" val="267750830"/>
                    </a:ext>
                  </a:extLst>
                </a:gridCol>
                <a:gridCol w="689010">
                  <a:extLst>
                    <a:ext uri="{9D8B030D-6E8A-4147-A177-3AD203B41FA5}">
                      <a16:colId xmlns:a16="http://schemas.microsoft.com/office/drawing/2014/main" val="1677810427"/>
                    </a:ext>
                  </a:extLst>
                </a:gridCol>
              </a:tblGrid>
              <a:tr h="259080">
                <a:tc gridSpan="4">
                  <a:txBody>
                    <a:bodyPr/>
                    <a:lstStyle/>
                    <a:p>
                      <a:pPr algn="ctr"/>
                      <a:r>
                        <a:rPr lang="en-US" altLang="zh-CN" sz="1100" b="1">
                          <a:solidFill>
                            <a:schemeClr val="bg1"/>
                          </a:solidFill>
                          <a:latin typeface="Arial" panose="020B0604020202020204" pitchFamily="34" charset="0"/>
                          <a:cs typeface="Arial" panose="020B0604020202020204" pitchFamily="34" charset="0"/>
                        </a:rPr>
                        <a:t>2024</a:t>
                      </a:r>
                      <a:endParaRPr lang="zh-CN" altLang="en-US" sz="1100" b="1">
                        <a:solidFill>
                          <a:schemeClr val="bg1"/>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1100" b="1">
                          <a:solidFill>
                            <a:schemeClr val="bg1"/>
                          </a:solidFill>
                          <a:latin typeface="Arial" panose="020B0604020202020204" pitchFamily="34" charset="0"/>
                          <a:cs typeface="Arial" panose="020B0604020202020204" pitchFamily="34" charset="0"/>
                        </a:rPr>
                        <a:t>2025</a:t>
                      </a:r>
                      <a:endParaRPr lang="zh-CN" altLang="en-US" sz="1100" b="1">
                        <a:solidFill>
                          <a:schemeClr val="bg1"/>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1100" b="1">
                          <a:solidFill>
                            <a:schemeClr val="bg1"/>
                          </a:solidFill>
                          <a:latin typeface="Arial" panose="020B0604020202020204" pitchFamily="34" charset="0"/>
                          <a:cs typeface="Arial" panose="020B0604020202020204" pitchFamily="34" charset="0"/>
                        </a:rPr>
                        <a:t>2026</a:t>
                      </a:r>
                      <a:endParaRPr lang="zh-CN" altLang="en-US" sz="1100" b="1">
                        <a:solidFill>
                          <a:schemeClr val="bg1"/>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1100" b="1">
                          <a:solidFill>
                            <a:schemeClr val="bg1"/>
                          </a:solidFill>
                          <a:latin typeface="Arial" panose="020B0604020202020204" pitchFamily="34" charset="0"/>
                          <a:cs typeface="Arial" panose="020B0604020202020204" pitchFamily="34" charset="0"/>
                        </a:rPr>
                        <a:t>2027</a:t>
                      </a:r>
                      <a:endParaRPr lang="zh-CN" altLang="en-US" sz="1100" b="1">
                        <a:solidFill>
                          <a:schemeClr val="bg1"/>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a:txBody>
                    <a:bodyPr/>
                    <a:lstStyle/>
                    <a:p>
                      <a:pPr algn="ctr"/>
                      <a:r>
                        <a:rPr lang="en-US" altLang="zh-CN" sz="1100" b="1">
                          <a:solidFill>
                            <a:schemeClr val="bg1"/>
                          </a:solidFill>
                          <a:latin typeface="Arial" panose="020B0604020202020204" pitchFamily="34" charset="0"/>
                          <a:cs typeface="Arial" panose="020B0604020202020204" pitchFamily="34" charset="0"/>
                        </a:rPr>
                        <a:t>2028</a:t>
                      </a:r>
                      <a:endParaRPr lang="zh-CN" altLang="en-US" sz="1100" b="1">
                        <a:solidFill>
                          <a:schemeClr val="bg1"/>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356823">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err="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err="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err="1">
                          <a:solidFill>
                            <a:srgbClr val="000000"/>
                          </a:solidFill>
                          <a:latin typeface="Arial" panose="020B0604020202020204" pitchFamily="34" charset="0"/>
                          <a:cs typeface="Arial" panose="020B0604020202020204" pitchFamily="34" charset="0"/>
                        </a:rPr>
                        <a:t>Q1-Q4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2722476245"/>
                  </a:ext>
                </a:extLst>
              </a:tr>
            </a:tbl>
          </a:graphicData>
        </a:graphic>
      </p:graphicFrame>
      <p:sp>
        <p:nvSpPr>
          <p:cNvPr id="9" name="OTLSHAPE_T_e17f3958430f4cff8650518c93c7635e_StartDate">
            <a:extLst>
              <a:ext uri="{FF2B5EF4-FFF2-40B4-BE49-F238E27FC236}">
                <a16:creationId xmlns:a16="http://schemas.microsoft.com/office/drawing/2014/main" id="{62666DCD-8933-E884-84E8-EF72E1EC2416}"/>
              </a:ext>
            </a:extLst>
          </p:cNvPr>
          <p:cNvSpPr txBox="1"/>
          <p:nvPr>
            <p:custDataLst>
              <p:tags r:id="rId1"/>
            </p:custDataLst>
          </p:nvPr>
        </p:nvSpPr>
        <p:spPr>
          <a:xfrm>
            <a:off x="1758572" y="3698578"/>
            <a:ext cx="723959" cy="123111"/>
          </a:xfrm>
          <a:prstGeom prst="rect">
            <a:avLst/>
          </a:prstGeom>
          <a:noFill/>
        </p:spPr>
        <p:txBody>
          <a:bodyPr vert="horz" wrap="square" lIns="0" tIns="0" rIns="0" bIns="0" rtlCol="0" anchor="ctr" anchorCtr="0">
            <a:spAutoFit/>
          </a:bodyPr>
          <a:lstStyle>
            <a:defPPr>
              <a:defRPr lang="de-DE"/>
            </a:defPPr>
            <a:lvl1pPr algn="ctr" defTabSz="914378">
              <a:defRPr sz="600" b="1">
                <a:solidFill>
                  <a:srgbClr val="44546A"/>
                </a:solidFill>
                <a:latin typeface="Calibri"/>
                <a:cs typeface="Calibri"/>
              </a:defRPr>
            </a:lvl1pPr>
          </a:lstStyle>
          <a:p>
            <a:pPr marL="0" marR="0" lvl="0" indent="0" algn="l"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Calibri" panose="020F0502020204030204" pitchFamily="34" charset="0"/>
                <a:cs typeface="Calibri" panose="020F0502020204030204" pitchFamily="34" charset="0"/>
              </a:rPr>
              <a:t>CTA Jul2024 </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11" name="OTLSHAPE_T_5a934a26f311425e8ebaa0f45e6533ad_Shape">
            <a:extLst>
              <a:ext uri="{FF2B5EF4-FFF2-40B4-BE49-F238E27FC236}">
                <a16:creationId xmlns:a16="http://schemas.microsoft.com/office/drawing/2014/main" id="{B783E9EE-720E-6D1D-5611-970D0440DB48}"/>
              </a:ext>
            </a:extLst>
          </p:cNvPr>
          <p:cNvSpPr/>
          <p:nvPr/>
        </p:nvSpPr>
        <p:spPr bwMode="auto">
          <a:xfrm>
            <a:off x="385706" y="3288416"/>
            <a:ext cx="1512000" cy="303360"/>
          </a:xfrm>
          <a:prstGeom prst="roundRect">
            <a:avLst/>
          </a:prstGeom>
          <a:solidFill>
            <a:schemeClr val="accent3"/>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Pre-IND</a:t>
            </a:r>
          </a:p>
        </p:txBody>
      </p:sp>
      <p:sp>
        <p:nvSpPr>
          <p:cNvPr id="12" name="Rectangle 76">
            <a:extLst>
              <a:ext uri="{FF2B5EF4-FFF2-40B4-BE49-F238E27FC236}">
                <a16:creationId xmlns:a16="http://schemas.microsoft.com/office/drawing/2014/main" id="{0CFE07F5-7673-5AA2-33C9-10B7045F7644}"/>
              </a:ext>
            </a:extLst>
          </p:cNvPr>
          <p:cNvSpPr/>
          <p:nvPr/>
        </p:nvSpPr>
        <p:spPr>
          <a:xfrm>
            <a:off x="347511" y="3698578"/>
            <a:ext cx="756000" cy="246221"/>
          </a:xfrm>
          <a:prstGeom prst="rect">
            <a:avLst/>
          </a:prstGeom>
          <a:noFill/>
        </p:spPr>
        <p:txBody>
          <a:bodyPr vert="horz" wrap="square" lIns="0" tIns="0" rIns="0" bIns="0" rtlCol="0" anchor="ctr" anchorCtr="0">
            <a:spAutoFit/>
          </a:bodyPr>
          <a:lstStyle/>
          <a:p>
            <a:pPr marL="0" marR="0" lvl="0" indent="0" algn="l"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Calibri" panose="020F0502020204030204" pitchFamily="34" charset="0"/>
                <a:cs typeface="Calibri" panose="020F0502020204030204" pitchFamily="34" charset="0"/>
              </a:rPr>
              <a:t>Meeting request</a:t>
            </a:r>
          </a:p>
          <a:p>
            <a:pPr marL="0" marR="0" lvl="0" indent="0" algn="l"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Calibri" panose="020F0502020204030204" pitchFamily="34" charset="0"/>
                <a:cs typeface="Calibri" panose="020F0502020204030204" pitchFamily="34" charset="0"/>
              </a:rPr>
              <a:t>Jan2024</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13" name="Star: 4 Points 143">
            <a:extLst>
              <a:ext uri="{FF2B5EF4-FFF2-40B4-BE49-F238E27FC236}">
                <a16:creationId xmlns:a16="http://schemas.microsoft.com/office/drawing/2014/main" id="{93D1A24E-7A61-E7DE-8660-F55371F250C8}"/>
              </a:ext>
            </a:extLst>
          </p:cNvPr>
          <p:cNvSpPr/>
          <p:nvPr/>
        </p:nvSpPr>
        <p:spPr bwMode="auto">
          <a:xfrm>
            <a:off x="309503" y="3557357"/>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09" rtl="0" eaLnBrk="0" fontAlgn="base" latinLnBrk="0" hangingPunct="0">
              <a:lnSpc>
                <a:spcPct val="100000"/>
              </a:lnSpc>
              <a:spcBef>
                <a:spcPct val="0"/>
              </a:spcBef>
              <a:spcAft>
                <a:spcPct val="0"/>
              </a:spcAft>
              <a:buClrTx/>
              <a:buSzTx/>
              <a:buFontTx/>
              <a:buNone/>
              <a:tabLst/>
              <a:defRPr/>
            </a:pPr>
            <a:endParaRPr kumimoji="0" lang="zh-CN" altLang="en-US" sz="2400" b="1" i="0" u="none" strike="noStrike" kern="1200" cap="none" spc="0" normalizeH="0" baseline="0" noProof="0">
              <a:ln>
                <a:noFill/>
              </a:ln>
              <a:solidFill>
                <a:srgbClr val="000000"/>
              </a:solidFill>
              <a:effectLst/>
              <a:uLnTx/>
              <a:uFillTx/>
              <a:latin typeface="Verdana" charset="0"/>
              <a:ea typeface="+mn-ea"/>
              <a:cs typeface="+mn-cs"/>
            </a:endParaRPr>
          </a:p>
        </p:txBody>
      </p:sp>
      <p:sp>
        <p:nvSpPr>
          <p:cNvPr id="15" name="TextBox 5">
            <a:extLst>
              <a:ext uri="{FF2B5EF4-FFF2-40B4-BE49-F238E27FC236}">
                <a16:creationId xmlns:a16="http://schemas.microsoft.com/office/drawing/2014/main" id="{231840E0-0F40-122E-26F8-85E0B493EA61}"/>
              </a:ext>
            </a:extLst>
          </p:cNvPr>
          <p:cNvSpPr txBox="1"/>
          <p:nvPr/>
        </p:nvSpPr>
        <p:spPr>
          <a:xfrm>
            <a:off x="10807122" y="3997162"/>
            <a:ext cx="1258358" cy="636008"/>
          </a:xfrm>
          <a:prstGeom prst="rect">
            <a:avLst/>
          </a:prstGeom>
          <a:noFill/>
        </p:spPr>
        <p:txBody>
          <a:bodyPr wrap="square" lIns="0" tIns="0" rIns="0" bIns="0" rtlCol="0">
            <a:spAutoFit/>
          </a:bodyPr>
          <a:lstStyle/>
          <a:p>
            <a:pPr marL="0" marR="0" lvl="0" indent="0" algn="l" defTabSz="121911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FFFFFF">
                    <a:lumMod val="50000"/>
                  </a:srgbClr>
                </a:solidFill>
                <a:effectLst/>
                <a:uLnTx/>
                <a:uFillTx/>
                <a:latin typeface="BISansCond"/>
                <a:ea typeface="+mn-ea"/>
                <a:cs typeface="+mn-cs"/>
              </a:rPr>
              <a:t>FSS: First subject screening</a:t>
            </a:r>
          </a:p>
          <a:p>
            <a:pPr marL="0" marR="0" lvl="0" indent="0" algn="l" defTabSz="121911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FFFFFF">
                    <a:lumMod val="50000"/>
                  </a:srgbClr>
                </a:solidFill>
                <a:effectLst/>
                <a:uLnTx/>
                <a:uFillTx/>
                <a:latin typeface="BISansCond"/>
                <a:ea typeface="+mn-ea"/>
                <a:cs typeface="+mn-cs"/>
              </a:rPr>
              <a:t>LSS: Last subject screening</a:t>
            </a:r>
          </a:p>
          <a:p>
            <a:pPr marL="0" marR="0" lvl="0" indent="0" algn="l" defTabSz="121911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FFFFFF">
                    <a:lumMod val="50000"/>
                  </a:srgbClr>
                </a:solidFill>
                <a:effectLst/>
                <a:uLnTx/>
                <a:uFillTx/>
                <a:latin typeface="BISansCond"/>
                <a:ea typeface="+mn-ea"/>
                <a:cs typeface="+mn-cs"/>
              </a:rPr>
              <a:t>LSC: Last subject complete</a:t>
            </a:r>
          </a:p>
          <a:p>
            <a:pPr marL="0" marR="0" lvl="0" indent="0" algn="l" defTabSz="121911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FFFFFF">
                    <a:lumMod val="50000"/>
                  </a:srgbClr>
                </a:solidFill>
                <a:effectLst/>
                <a:uLnTx/>
                <a:uFillTx/>
                <a:latin typeface="BISansCond"/>
                <a:ea typeface="+mn-ea"/>
                <a:cs typeface="+mn-cs"/>
              </a:rPr>
              <a:t>LSR: Last subject randomization</a:t>
            </a:r>
            <a:endParaRPr kumimoji="0" lang="zh-CN" altLang="en-US" sz="800" b="0" i="0" u="none" strike="noStrike" kern="1200" cap="none" spc="0" normalizeH="0" baseline="0" noProof="0">
              <a:ln>
                <a:noFill/>
              </a:ln>
              <a:solidFill>
                <a:srgbClr val="FFFFFF">
                  <a:lumMod val="50000"/>
                </a:srgbClr>
              </a:solidFill>
              <a:effectLst/>
              <a:uLnTx/>
              <a:uFillTx/>
              <a:latin typeface="BISansCond"/>
              <a:ea typeface="+mn-ea"/>
              <a:cs typeface="+mn-cs"/>
            </a:endParaRPr>
          </a:p>
          <a:p>
            <a:pPr marL="0" marR="0" lvl="0" indent="0" algn="l" defTabSz="1219110" rtl="0" eaLnBrk="1" fontAlgn="auto" latinLnBrk="0" hangingPunct="1">
              <a:lnSpc>
                <a:spcPct val="100000"/>
              </a:lnSpc>
              <a:spcBef>
                <a:spcPts val="0"/>
              </a:spcBef>
              <a:spcAft>
                <a:spcPts val="0"/>
              </a:spcAft>
              <a:buClrTx/>
              <a:buSzTx/>
              <a:buFontTx/>
              <a:buNone/>
              <a:tabLst/>
              <a:defRPr/>
            </a:pPr>
            <a:endParaRPr kumimoji="0" lang="zh-CN" altLang="en-US" sz="933" b="0" i="0" u="none" strike="noStrike" kern="1200" cap="none" spc="0" normalizeH="0" baseline="0" noProof="0">
              <a:ln>
                <a:noFill/>
              </a:ln>
              <a:solidFill>
                <a:srgbClr val="FFFFFF">
                  <a:lumMod val="50000"/>
                </a:srgbClr>
              </a:solidFill>
              <a:effectLst/>
              <a:uLnTx/>
              <a:uFillTx/>
              <a:latin typeface="BISansCond"/>
              <a:ea typeface="+mn-ea"/>
              <a:cs typeface="+mn-cs"/>
            </a:endParaRPr>
          </a:p>
        </p:txBody>
      </p:sp>
      <p:sp>
        <p:nvSpPr>
          <p:cNvPr id="16" name="Star: 4 Points 143">
            <a:extLst>
              <a:ext uri="{FF2B5EF4-FFF2-40B4-BE49-F238E27FC236}">
                <a16:creationId xmlns:a16="http://schemas.microsoft.com/office/drawing/2014/main" id="{D9F29157-2708-2ABC-6644-BA19B146E069}"/>
              </a:ext>
            </a:extLst>
          </p:cNvPr>
          <p:cNvSpPr/>
          <p:nvPr/>
        </p:nvSpPr>
        <p:spPr bwMode="auto">
          <a:xfrm>
            <a:off x="1824214" y="3557357"/>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09" rtl="0" eaLnBrk="0" fontAlgn="base" latinLnBrk="0" hangingPunct="0">
              <a:lnSpc>
                <a:spcPct val="100000"/>
              </a:lnSpc>
              <a:spcBef>
                <a:spcPct val="0"/>
              </a:spcBef>
              <a:spcAft>
                <a:spcPct val="0"/>
              </a:spcAft>
              <a:buClrTx/>
              <a:buSzTx/>
              <a:buFontTx/>
              <a:buNone/>
              <a:tabLst/>
              <a:defRPr/>
            </a:pPr>
            <a:endParaRPr kumimoji="0" lang="zh-CN" altLang="en-US" sz="2400" b="1" i="0" u="none" strike="noStrike" kern="1200" cap="none" spc="0" normalizeH="0" baseline="0" noProof="0">
              <a:ln>
                <a:noFill/>
              </a:ln>
              <a:solidFill>
                <a:srgbClr val="000000"/>
              </a:solidFill>
              <a:effectLst/>
              <a:uLnTx/>
              <a:uFillTx/>
              <a:latin typeface="Verdana" charset="0"/>
              <a:ea typeface="+mn-ea"/>
              <a:cs typeface="+mn-cs"/>
            </a:endParaRPr>
          </a:p>
        </p:txBody>
      </p:sp>
      <p:sp>
        <p:nvSpPr>
          <p:cNvPr id="19" name="Star: 4 Points 143">
            <a:extLst>
              <a:ext uri="{FF2B5EF4-FFF2-40B4-BE49-F238E27FC236}">
                <a16:creationId xmlns:a16="http://schemas.microsoft.com/office/drawing/2014/main" id="{AC39D32B-5342-D8D2-68E0-C1E6A9A7DEBC}"/>
              </a:ext>
            </a:extLst>
          </p:cNvPr>
          <p:cNvSpPr/>
          <p:nvPr/>
        </p:nvSpPr>
        <p:spPr bwMode="auto">
          <a:xfrm>
            <a:off x="1792857" y="2229884"/>
            <a:ext cx="184243" cy="18538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32" rtl="0" eaLnBrk="0" fontAlgn="base" latinLnBrk="0" hangingPunct="0">
              <a:lnSpc>
                <a:spcPct val="100000"/>
              </a:lnSpc>
              <a:spcBef>
                <a:spcPct val="0"/>
              </a:spcBef>
              <a:spcAft>
                <a:spcPct val="0"/>
              </a:spcAft>
              <a:buClrTx/>
              <a:buSzTx/>
              <a:buFontTx/>
              <a:buNone/>
              <a:tabLst/>
              <a:defRPr/>
            </a:pPr>
            <a:endParaRPr kumimoji="0" lang="zh-CN" altLang="en-US" sz="8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21" name="TextBox 12">
            <a:extLst>
              <a:ext uri="{FF2B5EF4-FFF2-40B4-BE49-F238E27FC236}">
                <a16:creationId xmlns:a16="http://schemas.microsoft.com/office/drawing/2014/main" id="{CD14C821-CC26-0599-CEA2-1E35268A9C0D}"/>
              </a:ext>
            </a:extLst>
          </p:cNvPr>
          <p:cNvSpPr txBox="1"/>
          <p:nvPr/>
        </p:nvSpPr>
        <p:spPr bwMode="gray">
          <a:xfrm>
            <a:off x="1520431" y="2390757"/>
            <a:ext cx="911661" cy="215444"/>
          </a:xfrm>
          <a:prstGeom prst="rect">
            <a:avLst/>
          </a:prstGeom>
          <a:noFill/>
        </p:spPr>
        <p:txBody>
          <a:bodyPr wrap="square">
            <a:spAutoFit/>
          </a:body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Calibri" panose="020F0502020204030204" pitchFamily="34" charset="0"/>
                <a:cs typeface="Calibri" panose="020F0502020204030204" pitchFamily="34" charset="0"/>
              </a:rPr>
              <a:t>CTA Jul 2024</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23" name="TextBox 14">
            <a:extLst>
              <a:ext uri="{FF2B5EF4-FFF2-40B4-BE49-F238E27FC236}">
                <a16:creationId xmlns:a16="http://schemas.microsoft.com/office/drawing/2014/main" id="{D02801F4-52A1-3003-E393-1C528D21E5FC}"/>
              </a:ext>
            </a:extLst>
          </p:cNvPr>
          <p:cNvSpPr txBox="1"/>
          <p:nvPr/>
        </p:nvSpPr>
        <p:spPr bwMode="gray">
          <a:xfrm>
            <a:off x="11423383" y="2192885"/>
            <a:ext cx="911661" cy="215444"/>
          </a:xfrm>
          <a:prstGeom prst="rect">
            <a:avLst/>
          </a:prstGeom>
          <a:noFill/>
        </p:spPr>
        <p:txBody>
          <a:bodyPr wrap="square">
            <a:spAutoFit/>
          </a:body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FF0000"/>
                </a:solidFill>
                <a:effectLst/>
                <a:uLnTx/>
                <a:uFillTx/>
                <a:latin typeface="Calibri"/>
                <a:ea typeface="+mn-ea"/>
                <a:cs typeface="Calibri"/>
              </a:rPr>
              <a:t>Aug  2028</a:t>
            </a:r>
            <a:endParaRPr kumimoji="0" lang="zh-CN" altLang="en-US" sz="800" b="1" i="0" u="none" strike="noStrike" kern="1200" cap="none" spc="0" normalizeH="0" baseline="0" noProof="0">
              <a:ln>
                <a:noFill/>
              </a:ln>
              <a:solidFill>
                <a:srgbClr val="FF0000"/>
              </a:solidFill>
              <a:effectLst/>
              <a:uLnTx/>
              <a:uFillTx/>
              <a:latin typeface="Calibri"/>
              <a:ea typeface="+mn-ea"/>
              <a:cs typeface="Calibri"/>
            </a:endParaRPr>
          </a:p>
        </p:txBody>
      </p:sp>
      <p:sp>
        <p:nvSpPr>
          <p:cNvPr id="26" name="OTLSHAPE_T_5a934a26f311425e8ebaa0f45e6533ad_Shape">
            <a:extLst>
              <a:ext uri="{FF2B5EF4-FFF2-40B4-BE49-F238E27FC236}">
                <a16:creationId xmlns:a16="http://schemas.microsoft.com/office/drawing/2014/main" id="{2B31A507-7F36-1F86-A494-4298FDFA98FE}"/>
              </a:ext>
            </a:extLst>
          </p:cNvPr>
          <p:cNvSpPr/>
          <p:nvPr/>
        </p:nvSpPr>
        <p:spPr bwMode="auto">
          <a:xfrm>
            <a:off x="9461337" y="2418489"/>
            <a:ext cx="2520000" cy="279466"/>
          </a:xfrm>
          <a:prstGeom prst="roundRect">
            <a:avLst/>
          </a:prstGeom>
          <a:pattFill prst="pct25">
            <a:fgClr>
              <a:srgbClr val="1AAA42"/>
            </a:fgClr>
            <a:bgClr>
              <a:srgbClr val="FFFFFF"/>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t"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33" b="1" i="0" u="none" strike="noStrike" kern="1200" cap="none" spc="0" normalizeH="0" baseline="0" noProof="0" err="1">
                <a:ln>
                  <a:noFill/>
                </a:ln>
                <a:solidFill>
                  <a:srgbClr val="000000"/>
                </a:solidFill>
                <a:effectLst/>
                <a:uLnTx/>
                <a:uFillTx/>
                <a:latin typeface="Calibri" panose="020F0502020204030204" pitchFamily="34" charset="0"/>
                <a:ea typeface="+mn-ea"/>
                <a:cs typeface="Calibri" panose="020F0502020204030204" pitchFamily="34" charset="0"/>
              </a:rPr>
              <a:t>LSR-LSC</a:t>
            </a:r>
            <a:endParaRPr kumimoji="0" lang="en-US" altLang="zh-CN" sz="933"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27" name="TextBox 17">
            <a:extLst>
              <a:ext uri="{FF2B5EF4-FFF2-40B4-BE49-F238E27FC236}">
                <a16:creationId xmlns:a16="http://schemas.microsoft.com/office/drawing/2014/main" id="{2E2A2153-43A3-4CB3-2660-7A560B836EEB}"/>
              </a:ext>
            </a:extLst>
          </p:cNvPr>
          <p:cNvSpPr txBox="1"/>
          <p:nvPr/>
        </p:nvSpPr>
        <p:spPr bwMode="gray">
          <a:xfrm>
            <a:off x="9185221" y="2182644"/>
            <a:ext cx="911661" cy="215444"/>
          </a:xfrm>
          <a:prstGeom prst="rect">
            <a:avLst/>
          </a:prstGeom>
          <a:noFill/>
        </p:spPr>
        <p:txBody>
          <a:bodyPr wrap="square">
            <a:spAutoFit/>
          </a:bodyPr>
          <a:lstStyle/>
          <a:p>
            <a:pPr marL="0" marR="0" lvl="0" indent="0" algn="l" defTabSz="1219080" rtl="0" eaLnBrk="1" fontAlgn="auto" latinLnBrk="0" hangingPunct="1">
              <a:lnSpc>
                <a:spcPct val="100000"/>
              </a:lnSpc>
              <a:spcBef>
                <a:spcPts val="0"/>
              </a:spcBef>
              <a:spcAft>
                <a:spcPts val="0"/>
              </a:spcAft>
              <a:buClrTx/>
              <a:buSzTx/>
              <a:buFontTx/>
              <a:buNone/>
              <a:tabLst/>
              <a:defRPr/>
            </a:pPr>
            <a:r>
              <a:rPr lang="en-US" altLang="zh-CN" sz="800" b="1">
                <a:solidFill>
                  <a:srgbClr val="FF0000"/>
                </a:solidFill>
                <a:latin typeface="Calibri"/>
                <a:cs typeface="Calibri"/>
              </a:rPr>
              <a:t>Apr 2027</a:t>
            </a:r>
            <a:endParaRPr kumimoji="0" lang="zh-CN" altLang="en-US" sz="800" b="1" i="0" u="none" strike="noStrike" kern="1200" cap="none" spc="0" normalizeH="0" baseline="0" noProof="0">
              <a:ln>
                <a:noFill/>
              </a:ln>
              <a:solidFill>
                <a:srgbClr val="FF0000"/>
              </a:solidFill>
              <a:effectLst/>
              <a:uLnTx/>
              <a:uFillTx/>
              <a:latin typeface="Calibri"/>
              <a:ea typeface="+mn-ea"/>
              <a:cs typeface="Calibri"/>
            </a:endParaRPr>
          </a:p>
        </p:txBody>
      </p:sp>
      <p:sp>
        <p:nvSpPr>
          <p:cNvPr id="28" name="OTLSHAPE_T_5a934a26f311425e8ebaa0f45e6533ad_Shape">
            <a:extLst>
              <a:ext uri="{FF2B5EF4-FFF2-40B4-BE49-F238E27FC236}">
                <a16:creationId xmlns:a16="http://schemas.microsoft.com/office/drawing/2014/main" id="{764A63F7-FF12-3ABA-2BAE-952295D80291}"/>
              </a:ext>
            </a:extLst>
          </p:cNvPr>
          <p:cNvSpPr/>
          <p:nvPr/>
        </p:nvSpPr>
        <p:spPr bwMode="auto">
          <a:xfrm>
            <a:off x="9066488" y="3301142"/>
            <a:ext cx="2520000" cy="304620"/>
          </a:xfrm>
          <a:prstGeom prst="roundRect">
            <a:avLst/>
          </a:prstGeom>
          <a:pattFill prst="pct25">
            <a:fgClr>
              <a:srgbClr val="1AAA42"/>
            </a:fgClr>
            <a:bgClr>
              <a:srgbClr val="FFFFFF"/>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t"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LSR-LSC</a:t>
            </a:r>
          </a:p>
        </p:txBody>
      </p:sp>
      <p:sp>
        <p:nvSpPr>
          <p:cNvPr id="32" name="TextBox 17">
            <a:extLst>
              <a:ext uri="{FF2B5EF4-FFF2-40B4-BE49-F238E27FC236}">
                <a16:creationId xmlns:a16="http://schemas.microsoft.com/office/drawing/2014/main" id="{2974D529-3DA7-0A36-94B0-A9A4B7487656}"/>
              </a:ext>
            </a:extLst>
          </p:cNvPr>
          <p:cNvSpPr txBox="1"/>
          <p:nvPr/>
        </p:nvSpPr>
        <p:spPr bwMode="gray">
          <a:xfrm>
            <a:off x="8778951" y="3650049"/>
            <a:ext cx="911661" cy="215444"/>
          </a:xfrm>
          <a:prstGeom prst="rect">
            <a:avLst/>
          </a:prstGeom>
          <a:noFill/>
        </p:spPr>
        <p:txBody>
          <a:bodyPr wrap="square">
            <a:spAutoFit/>
          </a:bodyPr>
          <a:lstStyle/>
          <a:p>
            <a:pPr marL="0" marR="0" lvl="0" indent="0" algn="l"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FF0000"/>
                </a:solidFill>
                <a:effectLst/>
                <a:uLnTx/>
                <a:uFillTx/>
                <a:latin typeface="Calibri"/>
                <a:ea typeface="+mn-ea"/>
                <a:cs typeface="Calibri"/>
              </a:rPr>
              <a:t>Feb 202</a:t>
            </a:r>
            <a:r>
              <a:rPr lang="en-US" altLang="zh-CN" sz="800" b="1">
                <a:solidFill>
                  <a:srgbClr val="FF0000"/>
                </a:solidFill>
                <a:latin typeface="Calibri"/>
                <a:cs typeface="Calibri"/>
              </a:rPr>
              <a:t>7</a:t>
            </a:r>
            <a:endParaRPr kumimoji="0" lang="zh-CN" altLang="en-US" sz="800" b="1" i="0" u="none" strike="noStrike" kern="1200" cap="none" spc="0" normalizeH="0" baseline="0" noProof="0">
              <a:ln>
                <a:noFill/>
              </a:ln>
              <a:solidFill>
                <a:srgbClr val="FF0000"/>
              </a:solidFill>
              <a:effectLst/>
              <a:uLnTx/>
              <a:uFillTx/>
              <a:latin typeface="Calibri"/>
              <a:ea typeface="+mn-ea"/>
              <a:cs typeface="Calibri"/>
            </a:endParaRPr>
          </a:p>
        </p:txBody>
      </p:sp>
      <p:sp>
        <p:nvSpPr>
          <p:cNvPr id="33" name="TextBox 14">
            <a:extLst>
              <a:ext uri="{FF2B5EF4-FFF2-40B4-BE49-F238E27FC236}">
                <a16:creationId xmlns:a16="http://schemas.microsoft.com/office/drawing/2014/main" id="{8BE9098F-01F4-9446-0E8C-2F727A6EFA7D}"/>
              </a:ext>
            </a:extLst>
          </p:cNvPr>
          <p:cNvSpPr txBox="1"/>
          <p:nvPr/>
        </p:nvSpPr>
        <p:spPr bwMode="gray">
          <a:xfrm>
            <a:off x="11070648" y="3652411"/>
            <a:ext cx="911661" cy="215444"/>
          </a:xfrm>
          <a:prstGeom prst="rect">
            <a:avLst/>
          </a:prstGeom>
          <a:noFill/>
        </p:spPr>
        <p:txBody>
          <a:bodyPr wrap="square">
            <a:spAutoFit/>
          </a:body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FF0000"/>
                </a:solidFill>
                <a:effectLst/>
                <a:uLnTx/>
                <a:uFillTx/>
                <a:latin typeface="Calibri"/>
                <a:ea typeface="+mn-ea"/>
                <a:cs typeface="Calibri"/>
              </a:rPr>
              <a:t>Jun 2028</a:t>
            </a:r>
            <a:endParaRPr kumimoji="0" lang="zh-CN" altLang="en-US" sz="800" b="1" i="0" u="none" strike="noStrike" kern="1200" cap="none" spc="0" normalizeH="0" baseline="0" noProof="0">
              <a:ln>
                <a:noFill/>
              </a:ln>
              <a:solidFill>
                <a:srgbClr val="FF0000"/>
              </a:solidFill>
              <a:effectLst/>
              <a:uLnTx/>
              <a:uFillTx/>
              <a:latin typeface="Calibri"/>
              <a:ea typeface="+mn-ea"/>
              <a:cs typeface="Calibri"/>
            </a:endParaRPr>
          </a:p>
        </p:txBody>
      </p:sp>
      <p:sp>
        <p:nvSpPr>
          <p:cNvPr id="34" name="Star: 4 Points 143">
            <a:extLst>
              <a:ext uri="{FF2B5EF4-FFF2-40B4-BE49-F238E27FC236}">
                <a16:creationId xmlns:a16="http://schemas.microsoft.com/office/drawing/2014/main" id="{901B46DD-0797-8C6A-2DA6-703F70AF33C8}"/>
              </a:ext>
            </a:extLst>
          </p:cNvPr>
          <p:cNvSpPr/>
          <p:nvPr/>
        </p:nvSpPr>
        <p:spPr bwMode="auto">
          <a:xfrm>
            <a:off x="3047282" y="2229884"/>
            <a:ext cx="184243" cy="18538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32" rtl="0" eaLnBrk="0" fontAlgn="base" latinLnBrk="0" hangingPunct="0">
              <a:lnSpc>
                <a:spcPct val="100000"/>
              </a:lnSpc>
              <a:spcBef>
                <a:spcPct val="0"/>
              </a:spcBef>
              <a:spcAft>
                <a:spcPct val="0"/>
              </a:spcAft>
              <a:buClrTx/>
              <a:buSzTx/>
              <a:buFontTx/>
              <a:buNone/>
              <a:tabLst/>
              <a:defRPr/>
            </a:pPr>
            <a:endParaRPr kumimoji="0" lang="zh-CN" altLang="en-US" sz="8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38" name="TextBox 13">
            <a:extLst>
              <a:ext uri="{FF2B5EF4-FFF2-40B4-BE49-F238E27FC236}">
                <a16:creationId xmlns:a16="http://schemas.microsoft.com/office/drawing/2014/main" id="{6C3D20B9-433D-DB3D-A2A4-EC6741C05645}"/>
              </a:ext>
            </a:extLst>
          </p:cNvPr>
          <p:cNvSpPr txBox="1"/>
          <p:nvPr/>
        </p:nvSpPr>
        <p:spPr bwMode="gray">
          <a:xfrm>
            <a:off x="3239957" y="3681129"/>
            <a:ext cx="911661" cy="215444"/>
          </a:xfrm>
          <a:prstGeom prst="rect">
            <a:avLst/>
          </a:prstGeom>
          <a:noFill/>
        </p:spPr>
        <p:txBody>
          <a:bodyPr wrap="square">
            <a:spAutoFit/>
          </a:body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FSS: 20Feb2025</a:t>
            </a:r>
            <a:endParaRPr kumimoji="0" lang="zh-CN" altLang="en-US" sz="800" b="1"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p:txBody>
      </p:sp>
      <p:pic>
        <p:nvPicPr>
          <p:cNvPr id="39" name="Picture 1">
            <a:extLst>
              <a:ext uri="{FF2B5EF4-FFF2-40B4-BE49-F238E27FC236}">
                <a16:creationId xmlns:a16="http://schemas.microsoft.com/office/drawing/2014/main" id="{154AD5B9-F843-495D-0C10-73C0AF536AA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8787" y="1932881"/>
            <a:ext cx="843380" cy="415665"/>
          </a:xfrm>
          <a:prstGeom prst="rect">
            <a:avLst/>
          </a:prstGeom>
        </p:spPr>
      </p:pic>
      <p:pic>
        <p:nvPicPr>
          <p:cNvPr id="40" name="Picture 3">
            <a:extLst>
              <a:ext uri="{FF2B5EF4-FFF2-40B4-BE49-F238E27FC236}">
                <a16:creationId xmlns:a16="http://schemas.microsoft.com/office/drawing/2014/main" id="{66FD55F8-0458-BA56-AD02-E20E6741225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8576" y="2917518"/>
            <a:ext cx="843592" cy="391737"/>
          </a:xfrm>
          <a:prstGeom prst="rect">
            <a:avLst/>
          </a:prstGeom>
        </p:spPr>
      </p:pic>
      <p:sp>
        <p:nvSpPr>
          <p:cNvPr id="17" name="OTLSHAPE_T_5a934a26f311425e8ebaa0f45e6533ad_Shape">
            <a:extLst>
              <a:ext uri="{FF2B5EF4-FFF2-40B4-BE49-F238E27FC236}">
                <a16:creationId xmlns:a16="http://schemas.microsoft.com/office/drawing/2014/main" id="{CA1EF9C9-CF04-E07C-F521-05C51037C328}"/>
              </a:ext>
            </a:extLst>
          </p:cNvPr>
          <p:cNvSpPr/>
          <p:nvPr/>
        </p:nvSpPr>
        <p:spPr bwMode="auto">
          <a:xfrm>
            <a:off x="3403190" y="2414948"/>
            <a:ext cx="6048000" cy="272847"/>
          </a:xfrm>
          <a:prstGeom prst="roundRect">
            <a:avLst/>
          </a:prstGeom>
          <a:solidFill>
            <a:srgbClr val="DAFAE8"/>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 </a:t>
            </a:r>
            <a:r>
              <a:rPr kumimoji="0" lang="en-US" altLang="zh-CN" sz="933" b="1" i="0" u="none" strike="noStrike" kern="1200" cap="none" spc="0" normalizeH="0" baseline="0" noProof="0" err="1">
                <a:ln>
                  <a:noFill/>
                </a:ln>
                <a:solidFill>
                  <a:srgbClr val="000000"/>
                </a:solidFill>
                <a:effectLst/>
                <a:uLnTx/>
                <a:uFillTx/>
                <a:latin typeface="Calibri" panose="020F0502020204030204" pitchFamily="34" charset="0"/>
                <a:ea typeface="+mn-ea"/>
                <a:cs typeface="Calibri" panose="020F0502020204030204" pitchFamily="34" charset="0"/>
              </a:rPr>
              <a:t>FSS-LSR</a:t>
            </a:r>
            <a:r>
              <a:rPr kumimoji="0" lang="en-US" altLang="zh-CN" sz="933"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 n=90,</a:t>
            </a:r>
            <a:r>
              <a:rPr kumimoji="0" lang="zh-CN" altLang="en-US" sz="933"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 </a:t>
            </a:r>
            <a:r>
              <a:rPr kumimoji="0" lang="en-US" altLang="zh-CN" sz="933"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recruit. Window: ~</a:t>
            </a:r>
            <a:r>
              <a:rPr kumimoji="0" lang="en-US" altLang="zh-CN" sz="933" b="1" i="0" u="none" strike="noStrike" kern="1200" cap="none" spc="0" normalizeH="0" baseline="0" noProof="0" err="1">
                <a:ln>
                  <a:noFill/>
                </a:ln>
                <a:solidFill>
                  <a:srgbClr val="000000"/>
                </a:solidFill>
                <a:effectLst/>
                <a:uLnTx/>
                <a:uFillTx/>
                <a:latin typeface="Calibri" panose="020F0502020204030204" pitchFamily="34" charset="0"/>
                <a:ea typeface="+mn-ea"/>
                <a:cs typeface="Calibri" panose="020F0502020204030204" pitchFamily="34" charset="0"/>
              </a:rPr>
              <a:t>26m</a:t>
            </a:r>
            <a:r>
              <a:rPr kumimoji="0" lang="en-US" altLang="zh-CN" sz="933"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a:t>
            </a:r>
          </a:p>
        </p:txBody>
      </p:sp>
      <p:sp>
        <p:nvSpPr>
          <p:cNvPr id="20" name="OTLSHAPE_T_5a934a26f311425e8ebaa0f45e6533ad_Shape">
            <a:extLst>
              <a:ext uri="{FF2B5EF4-FFF2-40B4-BE49-F238E27FC236}">
                <a16:creationId xmlns:a16="http://schemas.microsoft.com/office/drawing/2014/main" id="{1B3967A0-6577-9611-535C-B706E3E22031}"/>
              </a:ext>
            </a:extLst>
          </p:cNvPr>
          <p:cNvSpPr/>
          <p:nvPr/>
        </p:nvSpPr>
        <p:spPr bwMode="auto">
          <a:xfrm>
            <a:off x="3419225" y="3303584"/>
            <a:ext cx="5652000" cy="289187"/>
          </a:xfrm>
          <a:prstGeom prst="roundRect">
            <a:avLst/>
          </a:prstGeom>
          <a:solidFill>
            <a:srgbClr val="DAFAE8"/>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933" b="1" i="0" u="none" strike="noStrike" kern="1200" cap="none" spc="0" normalizeH="0" baseline="0" noProof="0" err="1">
                <a:ln>
                  <a:noFill/>
                </a:ln>
                <a:solidFill>
                  <a:srgbClr val="000000"/>
                </a:solidFill>
                <a:effectLst/>
                <a:uLnTx/>
                <a:uFillTx/>
                <a:latin typeface="Calibri" panose="020F0502020204030204" pitchFamily="34" charset="0"/>
                <a:ea typeface="+mn-ea"/>
                <a:cs typeface="Calibri" panose="020F0502020204030204" pitchFamily="34" charset="0"/>
              </a:rPr>
              <a:t>FSS-LSR</a:t>
            </a:r>
            <a:r>
              <a:rPr kumimoji="0" lang="en-US" altLang="zh-CN" sz="933"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 n=14, recruit. window: ~</a:t>
            </a:r>
            <a:r>
              <a:rPr kumimoji="0" lang="en-US" altLang="zh-CN" sz="933" b="1" i="0" u="none" strike="noStrike" kern="1200" cap="none" spc="0" normalizeH="0" baseline="0" noProof="0" err="1">
                <a:ln>
                  <a:noFill/>
                </a:ln>
                <a:solidFill>
                  <a:srgbClr val="000000"/>
                </a:solidFill>
                <a:effectLst/>
                <a:uLnTx/>
                <a:uFillTx/>
                <a:latin typeface="Calibri" panose="020F0502020204030204" pitchFamily="34" charset="0"/>
                <a:ea typeface="+mn-ea"/>
                <a:cs typeface="Calibri" panose="020F0502020204030204" pitchFamily="34" charset="0"/>
              </a:rPr>
              <a:t>24m</a:t>
            </a:r>
            <a:endParaRPr kumimoji="0" lang="en-US" altLang="zh-CN" sz="933"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22" name="TextBox 13">
            <a:extLst>
              <a:ext uri="{FF2B5EF4-FFF2-40B4-BE49-F238E27FC236}">
                <a16:creationId xmlns:a16="http://schemas.microsoft.com/office/drawing/2014/main" id="{E33218FD-2A25-A361-E9AF-B84B5EA7C799}"/>
              </a:ext>
            </a:extLst>
          </p:cNvPr>
          <p:cNvSpPr txBox="1"/>
          <p:nvPr/>
        </p:nvSpPr>
        <p:spPr bwMode="gray">
          <a:xfrm>
            <a:off x="2831146" y="2390757"/>
            <a:ext cx="626150" cy="338554"/>
          </a:xfrm>
          <a:prstGeom prst="rect">
            <a:avLst/>
          </a:prstGeom>
          <a:noFill/>
        </p:spPr>
        <p:txBody>
          <a:bodyPr wrap="square">
            <a:spAutoFit/>
          </a:bodyPr>
          <a:lstStyle/>
          <a:p>
            <a:pPr marL="0" marR="0" lvl="0" indent="0" algn="l"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1</a:t>
            </a:r>
            <a:r>
              <a:rPr kumimoji="0" lang="en-US" altLang="zh-CN" sz="800" b="1" i="0" u="none" strike="noStrike" kern="1200" cap="none" spc="0" normalizeH="0" baseline="3000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st</a:t>
            </a:r>
            <a:r>
              <a:rPr kumimoji="0" lang="en-US" altLang="zh-CN" sz="800" b="1"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 SIV: 14Jan2025</a:t>
            </a:r>
            <a:endParaRPr kumimoji="0" lang="zh-CN" altLang="en-US" sz="800" b="1"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25" name="TextBox 16">
            <a:extLst>
              <a:ext uri="{FF2B5EF4-FFF2-40B4-BE49-F238E27FC236}">
                <a16:creationId xmlns:a16="http://schemas.microsoft.com/office/drawing/2014/main" id="{051B582C-55B0-6730-55E5-448CBABF17BD}"/>
              </a:ext>
            </a:extLst>
          </p:cNvPr>
          <p:cNvSpPr txBox="1"/>
          <p:nvPr/>
        </p:nvSpPr>
        <p:spPr bwMode="gray">
          <a:xfrm>
            <a:off x="2785674" y="3681129"/>
            <a:ext cx="659848" cy="338554"/>
          </a:xfrm>
          <a:prstGeom prst="rect">
            <a:avLst/>
          </a:prstGeom>
          <a:noFill/>
        </p:spPr>
        <p:txBody>
          <a:bodyPr wrap="square">
            <a:spAutoFit/>
          </a:bodyPr>
          <a:lstStyle/>
          <a:p>
            <a:pPr marL="0" marR="0" lvl="0" indent="0" algn="l"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Calibri" panose="020F0502020204030204" pitchFamily="34" charset="0"/>
                <a:cs typeface="Calibri" panose="020F0502020204030204" pitchFamily="34" charset="0"/>
              </a:rPr>
              <a:t>1</a:t>
            </a:r>
            <a:r>
              <a:rPr kumimoji="0" lang="en-US" altLang="zh-CN" sz="800" b="1" i="0" u="none" strike="noStrike" kern="1200" cap="none" spc="0" normalizeH="0" baseline="30000" noProof="0">
                <a:ln>
                  <a:noFill/>
                </a:ln>
                <a:solidFill>
                  <a:srgbClr val="44546A"/>
                </a:solidFill>
                <a:effectLst/>
                <a:uLnTx/>
                <a:uFillTx/>
                <a:latin typeface="Calibri" panose="020F0502020204030204" pitchFamily="34" charset="0"/>
                <a:ea typeface="Calibri" panose="020F0502020204030204" pitchFamily="34" charset="0"/>
                <a:cs typeface="Calibri" panose="020F0502020204030204" pitchFamily="34" charset="0"/>
              </a:rPr>
              <a:t>st</a:t>
            </a: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Calibri" panose="020F0502020204030204" pitchFamily="34" charset="0"/>
                <a:cs typeface="Calibri" panose="020F0502020204030204" pitchFamily="34" charset="0"/>
              </a:rPr>
              <a:t> SIV: 15Jan 2025  </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41" name="Star: 4 Points 143">
            <a:extLst>
              <a:ext uri="{FF2B5EF4-FFF2-40B4-BE49-F238E27FC236}">
                <a16:creationId xmlns:a16="http://schemas.microsoft.com/office/drawing/2014/main" id="{BEA0EE65-74E6-FEEC-E1A2-45AE35E205DD}"/>
              </a:ext>
            </a:extLst>
          </p:cNvPr>
          <p:cNvSpPr/>
          <p:nvPr/>
        </p:nvSpPr>
        <p:spPr bwMode="auto">
          <a:xfrm>
            <a:off x="3043701" y="3557357"/>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09" rtl="0" eaLnBrk="0" fontAlgn="base" latinLnBrk="0" hangingPunct="0">
              <a:lnSpc>
                <a:spcPct val="100000"/>
              </a:lnSpc>
              <a:spcBef>
                <a:spcPct val="0"/>
              </a:spcBef>
              <a:spcAft>
                <a:spcPct val="0"/>
              </a:spcAft>
              <a:buClrTx/>
              <a:buSzTx/>
              <a:buFontTx/>
              <a:buNone/>
              <a:tabLst/>
              <a:defRPr/>
            </a:pPr>
            <a:endParaRPr kumimoji="0" lang="zh-CN" altLang="en-US" sz="2400" b="1" i="0" u="none" strike="noStrike" kern="1200" cap="none" spc="0" normalizeH="0" baseline="0" noProof="0">
              <a:ln>
                <a:noFill/>
              </a:ln>
              <a:solidFill>
                <a:srgbClr val="000000"/>
              </a:solidFill>
              <a:effectLst/>
              <a:uLnTx/>
              <a:uFillTx/>
              <a:latin typeface="Verdana" charset="0"/>
              <a:ea typeface="+mn-ea"/>
              <a:cs typeface="+mn-cs"/>
            </a:endParaRPr>
          </a:p>
        </p:txBody>
      </p:sp>
      <p:sp>
        <p:nvSpPr>
          <p:cNvPr id="35" name="Star: 4 Points 143">
            <a:extLst>
              <a:ext uri="{FF2B5EF4-FFF2-40B4-BE49-F238E27FC236}">
                <a16:creationId xmlns:a16="http://schemas.microsoft.com/office/drawing/2014/main" id="{B1C1E056-3EC1-B131-A03E-60B2782F2BB9}"/>
              </a:ext>
            </a:extLst>
          </p:cNvPr>
          <p:cNvSpPr/>
          <p:nvPr/>
        </p:nvSpPr>
        <p:spPr bwMode="auto">
          <a:xfrm>
            <a:off x="3398467" y="2229884"/>
            <a:ext cx="184243" cy="18538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32" rtl="0" eaLnBrk="0" fontAlgn="base" latinLnBrk="0" hangingPunct="0">
              <a:lnSpc>
                <a:spcPct val="100000"/>
              </a:lnSpc>
              <a:spcBef>
                <a:spcPct val="0"/>
              </a:spcBef>
              <a:spcAft>
                <a:spcPct val="0"/>
              </a:spcAft>
              <a:buClrTx/>
              <a:buSzTx/>
              <a:buFontTx/>
              <a:buNone/>
              <a:tabLst/>
              <a:defRPr/>
            </a:pPr>
            <a:endParaRPr kumimoji="0" lang="zh-CN" altLang="en-US" sz="8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36" name="TextBox 13">
            <a:extLst>
              <a:ext uri="{FF2B5EF4-FFF2-40B4-BE49-F238E27FC236}">
                <a16:creationId xmlns:a16="http://schemas.microsoft.com/office/drawing/2014/main" id="{132890CC-2232-AD92-E37E-AE74ED12830B}"/>
              </a:ext>
            </a:extLst>
          </p:cNvPr>
          <p:cNvSpPr txBox="1"/>
          <p:nvPr/>
        </p:nvSpPr>
        <p:spPr bwMode="gray">
          <a:xfrm>
            <a:off x="3461178" y="2227090"/>
            <a:ext cx="911661" cy="215444"/>
          </a:xfrm>
          <a:prstGeom prst="rect">
            <a:avLst/>
          </a:prstGeom>
          <a:noFill/>
        </p:spPr>
        <p:txBody>
          <a:bodyPr wrap="square">
            <a:spAutoFit/>
          </a:body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prstClr val="black"/>
                </a:solidFill>
                <a:effectLst/>
                <a:uLnTx/>
                <a:uFillTx/>
                <a:latin typeface="Calibri" panose="020F0502020204030204" pitchFamily="34" charset="0"/>
                <a:ea typeface="Calibri" panose="020F0502020204030204" pitchFamily="34" charset="0"/>
                <a:cs typeface="Calibri" panose="020F0502020204030204" pitchFamily="34" charset="0"/>
              </a:rPr>
              <a:t>FSS: 4Feb2025</a:t>
            </a:r>
            <a:endParaRPr kumimoji="0" lang="zh-CN" altLang="en-US" sz="800" b="1"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7" name="Star: 4 Points 143">
            <a:extLst>
              <a:ext uri="{FF2B5EF4-FFF2-40B4-BE49-F238E27FC236}">
                <a16:creationId xmlns:a16="http://schemas.microsoft.com/office/drawing/2014/main" id="{3A0E546F-71BB-E16E-E452-3FABDC8790F6}"/>
              </a:ext>
            </a:extLst>
          </p:cNvPr>
          <p:cNvSpPr/>
          <p:nvPr/>
        </p:nvSpPr>
        <p:spPr bwMode="auto">
          <a:xfrm>
            <a:off x="3365475" y="3557357"/>
            <a:ext cx="184243" cy="18538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32" rtl="0" eaLnBrk="0" fontAlgn="base" latinLnBrk="0" hangingPunct="0">
              <a:lnSpc>
                <a:spcPct val="100000"/>
              </a:lnSpc>
              <a:spcBef>
                <a:spcPct val="0"/>
              </a:spcBef>
              <a:spcAft>
                <a:spcPct val="0"/>
              </a:spcAft>
              <a:buClrTx/>
              <a:buSzTx/>
              <a:buFontTx/>
              <a:buNone/>
              <a:tabLst/>
              <a:defRPr/>
            </a:pPr>
            <a:endParaRPr kumimoji="0" lang="zh-CN" altLang="en-US" sz="2400" b="1" i="0" u="none" strike="noStrike" kern="1200" cap="none" spc="0" normalizeH="0" baseline="0" noProof="0">
              <a:ln>
                <a:noFill/>
              </a:ln>
              <a:solidFill>
                <a:srgbClr val="000000"/>
              </a:solidFill>
              <a:effectLst/>
              <a:uLnTx/>
              <a:uFillTx/>
              <a:latin typeface="Verdana" charset="0"/>
              <a:ea typeface="+mn-ea"/>
              <a:cs typeface="+mn-cs"/>
            </a:endParaRPr>
          </a:p>
        </p:txBody>
      </p:sp>
      <p:sp>
        <p:nvSpPr>
          <p:cNvPr id="10" name="OTLSHAPE_T_e17f3958430f4cff8650518c93c7635e_Shape">
            <a:extLst>
              <a:ext uri="{FF2B5EF4-FFF2-40B4-BE49-F238E27FC236}">
                <a16:creationId xmlns:a16="http://schemas.microsoft.com/office/drawing/2014/main" id="{4E86C86B-C61E-C77E-ED2D-AE910FC031C9}"/>
              </a:ext>
            </a:extLst>
          </p:cNvPr>
          <p:cNvSpPr/>
          <p:nvPr>
            <p:custDataLst>
              <p:tags r:id="rId2"/>
            </p:custDataLst>
          </p:nvPr>
        </p:nvSpPr>
        <p:spPr bwMode="auto">
          <a:xfrm>
            <a:off x="1908238" y="3288995"/>
            <a:ext cx="1512000" cy="296429"/>
          </a:xfrm>
          <a:prstGeom prst="round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68580" tIns="34291" rIns="68580" bIns="34291" numCol="1" rtlCol="0" anchor="ctr" anchorCtr="0" compatLnSpc="1">
            <a:prstTxWarp prst="textNoShape">
              <a:avLst/>
            </a:prstTxWarp>
          </a:bodyP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CTA Review + EC + HGRAC</a:t>
            </a:r>
            <a:endParaRPr kumimoji="0" lang="zh-CN" altLang="en-US" sz="8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grpSp>
        <p:nvGrpSpPr>
          <p:cNvPr id="29" name="Group 25">
            <a:extLst>
              <a:ext uri="{FF2B5EF4-FFF2-40B4-BE49-F238E27FC236}">
                <a16:creationId xmlns:a16="http://schemas.microsoft.com/office/drawing/2014/main" id="{AC0FCAA3-C26F-62E0-D743-994C642A8220}"/>
              </a:ext>
            </a:extLst>
          </p:cNvPr>
          <p:cNvGrpSpPr/>
          <p:nvPr/>
        </p:nvGrpSpPr>
        <p:grpSpPr>
          <a:xfrm>
            <a:off x="6270226" y="1670610"/>
            <a:ext cx="728996" cy="2349073"/>
            <a:chOff x="2049323" y="1793847"/>
            <a:chExt cx="728996" cy="3507100"/>
          </a:xfrm>
        </p:grpSpPr>
        <p:sp>
          <p:nvSpPr>
            <p:cNvPr id="30" name="OTLSHAPE_T_e17f3958430f4cff8650518c93c7635e_StartDate">
              <a:extLst>
                <a:ext uri="{FF2B5EF4-FFF2-40B4-BE49-F238E27FC236}">
                  <a16:creationId xmlns:a16="http://schemas.microsoft.com/office/drawing/2014/main" id="{6F5302B9-B35D-B368-9A28-347EBEB89BB8}"/>
                </a:ext>
              </a:extLst>
            </p:cNvPr>
            <p:cNvSpPr txBox="1"/>
            <p:nvPr>
              <p:custDataLst>
                <p:tags r:id="rId3"/>
              </p:custDataLst>
            </p:nvPr>
          </p:nvSpPr>
          <p:spPr>
            <a:xfrm>
              <a:off x="2049323" y="2342455"/>
              <a:ext cx="728996" cy="164212"/>
            </a:xfrm>
            <a:prstGeom prst="rect">
              <a:avLst/>
            </a:prstGeom>
            <a:noFill/>
            <a:ln w="12700">
              <a:noFill/>
            </a:ln>
          </p:spPr>
          <p:txBody>
            <a:bodyPr vert="horz" wrap="square" lIns="0" tIns="0" rIns="0" bIns="0" rtlCol="0" anchor="ctr" anchorCtr="0">
              <a:spAutoFit/>
            </a:body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1067" b="1" i="0" u="none" strike="noStrike" kern="1200" cap="none" spc="0" normalizeH="0" baseline="0" noProof="0">
                  <a:ln>
                    <a:noFill/>
                  </a:ln>
                  <a:solidFill>
                    <a:srgbClr val="FF0000"/>
                  </a:solidFill>
                  <a:effectLst/>
                  <a:uLnTx/>
                  <a:uFillTx/>
                  <a:latin typeface="Calibri" panose="020F0502020204030204" pitchFamily="34" charset="0"/>
                  <a:ea typeface="+mn-ea"/>
                  <a:cs typeface="Calibri" panose="020F0502020204030204" pitchFamily="34" charset="0"/>
                </a:rPr>
                <a:t>We are here</a:t>
              </a:r>
              <a:endParaRPr kumimoji="0" lang="zh-CN" altLang="en-US" sz="1067" b="1" i="0" u="none" strike="noStrike" kern="1200" cap="none" spc="0" normalizeH="0" baseline="0" noProof="0">
                <a:ln>
                  <a:noFill/>
                </a:ln>
                <a:solidFill>
                  <a:srgbClr val="FF0000"/>
                </a:solidFill>
                <a:effectLst/>
                <a:uLnTx/>
                <a:uFillTx/>
                <a:latin typeface="Calibri" panose="020F0502020204030204" pitchFamily="34" charset="0"/>
                <a:ea typeface="+mn-ea"/>
                <a:cs typeface="Calibri" panose="020F0502020204030204" pitchFamily="34" charset="0"/>
              </a:endParaRPr>
            </a:p>
          </p:txBody>
        </p:sp>
        <p:cxnSp>
          <p:nvCxnSpPr>
            <p:cNvPr id="31" name="Straight Connector 22">
              <a:extLst>
                <a:ext uri="{FF2B5EF4-FFF2-40B4-BE49-F238E27FC236}">
                  <a16:creationId xmlns:a16="http://schemas.microsoft.com/office/drawing/2014/main" id="{F4D06885-57CC-F635-8783-FDB911C22D66}"/>
                </a:ext>
              </a:extLst>
            </p:cNvPr>
            <p:cNvCxnSpPr>
              <a:cxnSpLocks/>
            </p:cNvCxnSpPr>
            <p:nvPr/>
          </p:nvCxnSpPr>
          <p:spPr bwMode="auto">
            <a:xfrm flipV="1">
              <a:off x="2435308" y="1793847"/>
              <a:ext cx="0" cy="3507100"/>
            </a:xfrm>
            <a:prstGeom prst="line">
              <a:avLst/>
            </a:prstGeom>
            <a:solidFill>
              <a:schemeClr val="accent1"/>
            </a:solidFill>
            <a:ln w="6350" cap="flat" cmpd="sng" algn="ctr">
              <a:solidFill>
                <a:srgbClr val="FF0000"/>
              </a:solidFill>
              <a:prstDash val="sysDot"/>
              <a:round/>
              <a:headEnd type="none" w="med" len="med"/>
              <a:tailEnd type="none" w="med" len="med"/>
            </a:ln>
            <a:effectLst/>
          </p:spPr>
        </p:cxnSp>
      </p:grpSp>
      <p:cxnSp>
        <p:nvCxnSpPr>
          <p:cNvPr id="148" name="Straight Connector 147">
            <a:extLst>
              <a:ext uri="{FF2B5EF4-FFF2-40B4-BE49-F238E27FC236}">
                <a16:creationId xmlns:a16="http://schemas.microsoft.com/office/drawing/2014/main" id="{6CF5BA55-CFAE-AFC1-569D-3E73DA62972D}"/>
              </a:ext>
            </a:extLst>
          </p:cNvPr>
          <p:cNvCxnSpPr>
            <a:cxnSpLocks/>
          </p:cNvCxnSpPr>
          <p:nvPr/>
        </p:nvCxnSpPr>
        <p:spPr bwMode="auto">
          <a:xfrm flipH="1">
            <a:off x="-96040" y="2917518"/>
            <a:ext cx="1216152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2" name="Content Placeholder 2">
            <a:extLst>
              <a:ext uri="{FF2B5EF4-FFF2-40B4-BE49-F238E27FC236}">
                <a16:creationId xmlns:a16="http://schemas.microsoft.com/office/drawing/2014/main" id="{9E08D8E6-B114-728E-A3D0-51DAE19F92B7}"/>
              </a:ext>
            </a:extLst>
          </p:cNvPr>
          <p:cNvSpPr txBox="1">
            <a:spLocks/>
          </p:cNvSpPr>
          <p:nvPr/>
        </p:nvSpPr>
        <p:spPr>
          <a:xfrm>
            <a:off x="1040451" y="4494893"/>
            <a:ext cx="9544042" cy="1916832"/>
          </a:xfrm>
          <a:prstGeom prst="rect">
            <a:avLst/>
          </a:prstGeom>
          <a:solidFill>
            <a:schemeClr val="bg1"/>
          </a:solidFill>
        </p:spPr>
        <p:style>
          <a:lnRef idx="2">
            <a:schemeClr val="accent4"/>
          </a:lnRef>
          <a:fillRef idx="1">
            <a:schemeClr val="lt1"/>
          </a:fillRef>
          <a:effectRef idx="0">
            <a:schemeClr val="accent4"/>
          </a:effectRef>
          <a:fontRef idx="minor">
            <a:schemeClr val="dk1"/>
          </a:fontRef>
        </p:style>
        <p:txBody>
          <a:bodyPr lIns="91440" tIns="45720" rIns="91440" bIns="45720" anchor="t"/>
          <a:lstStyle>
            <a:lvl1pPr marL="215995" indent="-215995" algn="l" defTabSz="914377"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989"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86"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980"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399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7993" indent="-142871"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989"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215900" indent="-215900">
              <a:lnSpc>
                <a:spcPct val="100000"/>
              </a:lnSpc>
              <a:spcAft>
                <a:spcPts val="300"/>
              </a:spcAft>
              <a:defRPr/>
            </a:pPr>
            <a:r>
              <a:rPr lang="en-US" altLang="zh-CN" sz="1400" b="1">
                <a:solidFill>
                  <a:prstClr val="black"/>
                </a:solidFill>
                <a:latin typeface="Calibri"/>
                <a:ea typeface="Calibri"/>
                <a:cs typeface="Calibri"/>
              </a:rPr>
              <a:t>Recruitment ongoing (</a:t>
            </a:r>
            <a:r>
              <a:rPr lang="en-US" altLang="zh-CN" sz="1400" b="1">
                <a:solidFill>
                  <a:schemeClr val="tx2">
                    <a:lumMod val="75000"/>
                  </a:schemeClr>
                </a:solidFill>
                <a:latin typeface="Calibri"/>
                <a:ea typeface="Calibri"/>
                <a:cs typeface="Calibri"/>
              </a:rPr>
              <a:t>as of </a:t>
            </a:r>
            <a:r>
              <a:rPr lang="en-US" altLang="zh-CN" sz="1400" b="1" err="1">
                <a:solidFill>
                  <a:schemeClr val="tx2">
                    <a:lumMod val="75000"/>
                  </a:schemeClr>
                </a:solidFill>
                <a:latin typeface="Calibri"/>
                <a:ea typeface="Calibri"/>
                <a:cs typeface="Calibri"/>
              </a:rPr>
              <a:t>17April</a:t>
            </a:r>
            <a:r>
              <a:rPr lang="en-US" altLang="zh-CN" sz="1400" b="1">
                <a:solidFill>
                  <a:prstClr val="black"/>
                </a:solidFill>
                <a:latin typeface="Calibri"/>
                <a:ea typeface="Calibri"/>
                <a:cs typeface="Calibri"/>
              </a:rPr>
              <a:t>):</a:t>
            </a:r>
            <a:endParaRPr lang="zh-CN" altLang="en-US" sz="1400">
              <a:solidFill>
                <a:prstClr val="black"/>
              </a:solidFill>
              <a:latin typeface="Calibri"/>
              <a:cs typeface="Calibri"/>
            </a:endParaRPr>
          </a:p>
          <a:p>
            <a:pPr marL="431800" lvl="1" indent="-215900">
              <a:lnSpc>
                <a:spcPct val="100000"/>
              </a:lnSpc>
              <a:spcAft>
                <a:spcPts val="300"/>
              </a:spcAft>
              <a:defRPr/>
            </a:pPr>
            <a:r>
              <a:rPr lang="en-US" altLang="zh-CN" sz="1400" b="1">
                <a:solidFill>
                  <a:prstClr val="black"/>
                </a:solidFill>
                <a:latin typeface="Calibri"/>
                <a:ea typeface="SimSun"/>
                <a:cs typeface="Calibri"/>
              </a:rPr>
              <a:t>Global: </a:t>
            </a:r>
            <a:r>
              <a:rPr lang="en-US" altLang="zh-CN" sz="1400">
                <a:solidFill>
                  <a:prstClr val="black"/>
                </a:solidFill>
                <a:latin typeface="Calibri"/>
                <a:ea typeface="SimSun"/>
                <a:cs typeface="Calibri"/>
              </a:rPr>
              <a:t>142</a:t>
            </a:r>
            <a:r>
              <a:rPr lang="en-US" altLang="zh-CN" sz="1400">
                <a:solidFill>
                  <a:schemeClr val="tx2">
                    <a:lumMod val="75000"/>
                  </a:schemeClr>
                </a:solidFill>
                <a:latin typeface="Calibri"/>
                <a:ea typeface="SimSun"/>
                <a:cs typeface="Calibri"/>
              </a:rPr>
              <a:t> (+11) </a:t>
            </a:r>
            <a:r>
              <a:rPr lang="en-US" altLang="zh-CN" sz="1400">
                <a:solidFill>
                  <a:prstClr val="black"/>
                </a:solidFill>
                <a:latin typeface="Calibri"/>
                <a:ea typeface="SimSun"/>
                <a:cs typeface="Calibri"/>
              </a:rPr>
              <a:t>patients screened, 54 randomized</a:t>
            </a:r>
            <a:r>
              <a:rPr lang="en-US" altLang="zh-CN" sz="1400">
                <a:solidFill>
                  <a:schemeClr val="tx2">
                    <a:lumMod val="75000"/>
                  </a:schemeClr>
                </a:solidFill>
                <a:latin typeface="Calibri"/>
                <a:ea typeface="SimSun"/>
                <a:cs typeface="Calibri"/>
              </a:rPr>
              <a:t>(+7)</a:t>
            </a:r>
            <a:r>
              <a:rPr lang="en-US" altLang="zh-CN" sz="1400">
                <a:solidFill>
                  <a:prstClr val="black"/>
                </a:solidFill>
                <a:latin typeface="Calibri"/>
                <a:ea typeface="SimSun"/>
                <a:cs typeface="Calibri"/>
              </a:rPr>
              <a:t>,  87 screen failed, 2 in screening.</a:t>
            </a:r>
          </a:p>
          <a:p>
            <a:pPr marL="431800" lvl="1" indent="-215900">
              <a:lnSpc>
                <a:spcPct val="100000"/>
              </a:lnSpc>
              <a:spcAft>
                <a:spcPts val="300"/>
              </a:spcAft>
              <a:defRPr/>
            </a:pPr>
            <a:r>
              <a:rPr lang="en-US" altLang="zh-CN" sz="1400" b="1">
                <a:solidFill>
                  <a:prstClr val="black"/>
                </a:solidFill>
                <a:latin typeface="Calibri"/>
                <a:ea typeface="SimSun"/>
                <a:cs typeface="Calibri"/>
              </a:rPr>
              <a:t>China: </a:t>
            </a:r>
            <a:r>
              <a:rPr lang="en-US" altLang="zh-CN" sz="1400">
                <a:solidFill>
                  <a:prstClr val="black"/>
                </a:solidFill>
                <a:latin typeface="Calibri"/>
                <a:ea typeface="SimSun"/>
                <a:cs typeface="Calibri"/>
              </a:rPr>
              <a:t>24</a:t>
            </a:r>
            <a:r>
              <a:rPr lang="en-US" altLang="zh-CN" sz="1400">
                <a:solidFill>
                  <a:schemeClr val="tx2">
                    <a:lumMod val="75000"/>
                  </a:schemeClr>
                </a:solidFill>
                <a:latin typeface="Calibri"/>
                <a:ea typeface="SimSun"/>
                <a:cs typeface="Calibri"/>
              </a:rPr>
              <a:t>(+1) </a:t>
            </a:r>
            <a:r>
              <a:rPr lang="en-US" altLang="zh-CN" sz="1400">
                <a:solidFill>
                  <a:prstClr val="black"/>
                </a:solidFill>
                <a:latin typeface="Calibri"/>
                <a:ea typeface="SimSun"/>
                <a:cs typeface="Calibri"/>
              </a:rPr>
              <a:t>patients screened, 6 randomized</a:t>
            </a:r>
            <a:r>
              <a:rPr lang="en-US" altLang="zh-CN" sz="1400">
                <a:solidFill>
                  <a:schemeClr val="tx2">
                    <a:lumMod val="75000"/>
                  </a:schemeClr>
                </a:solidFill>
                <a:latin typeface="Calibri"/>
                <a:ea typeface="Calibri"/>
                <a:cs typeface="Calibri"/>
              </a:rPr>
              <a:t>(+1)</a:t>
            </a:r>
            <a:r>
              <a:rPr lang="en-US" altLang="zh-CN" sz="1400">
                <a:solidFill>
                  <a:prstClr val="black"/>
                </a:solidFill>
                <a:latin typeface="Calibri"/>
                <a:ea typeface="SimSun"/>
                <a:cs typeface="Calibri"/>
              </a:rPr>
              <a:t>, 17 screen failed, </a:t>
            </a:r>
            <a:r>
              <a:rPr lang="en-US" altLang="zh-CN" sz="1400">
                <a:latin typeface="Calibri"/>
                <a:ea typeface="SimSun"/>
                <a:cs typeface="Calibri"/>
              </a:rPr>
              <a:t>1</a:t>
            </a:r>
            <a:r>
              <a:rPr lang="en-US" altLang="zh-CN" sz="1400">
                <a:solidFill>
                  <a:prstClr val="black"/>
                </a:solidFill>
                <a:latin typeface="Calibri"/>
                <a:ea typeface="SimSun"/>
                <a:cs typeface="Calibri"/>
              </a:rPr>
              <a:t> in screening.</a:t>
            </a:r>
          </a:p>
          <a:p>
            <a:pPr marL="215900" indent="-215900">
              <a:lnSpc>
                <a:spcPct val="100000"/>
              </a:lnSpc>
              <a:spcAft>
                <a:spcPts val="300"/>
              </a:spcAft>
              <a:defRPr/>
            </a:pPr>
            <a:r>
              <a:rPr lang="en-US" altLang="zh-CN" sz="1400" b="1">
                <a:solidFill>
                  <a:prstClr val="black"/>
                </a:solidFill>
                <a:latin typeface="Calibri"/>
                <a:ea typeface="Calibri"/>
                <a:cs typeface="Calibri"/>
              </a:rPr>
              <a:t>Activities to boost recruitment:</a:t>
            </a:r>
          </a:p>
          <a:p>
            <a:pPr marL="431800" lvl="1" indent="-215900">
              <a:lnSpc>
                <a:spcPct val="100000"/>
              </a:lnSpc>
              <a:spcAft>
                <a:spcPts val="300"/>
              </a:spcAft>
              <a:defRPr/>
            </a:pPr>
            <a:r>
              <a:rPr lang="en-US" altLang="zh-CN" sz="1400">
                <a:solidFill>
                  <a:schemeClr val="bg2"/>
                </a:solidFill>
                <a:latin typeface="Calibri"/>
                <a:ea typeface="SimSun"/>
                <a:cs typeface="Calibri"/>
              </a:rPr>
              <a:t>On-site boosting visits: Ongoing –</a:t>
            </a:r>
            <a:r>
              <a:rPr lang="en-US" altLang="zh-CN" sz="1400">
                <a:solidFill>
                  <a:srgbClr val="00B050"/>
                </a:solidFill>
                <a:latin typeface="Calibri"/>
                <a:ea typeface="SimSun"/>
                <a:cs typeface="Calibri"/>
              </a:rPr>
              <a:t> leading site visit </a:t>
            </a:r>
            <a:r>
              <a:rPr lang="en-US" altLang="zh-CN" sz="1400" err="1">
                <a:solidFill>
                  <a:srgbClr val="00B050"/>
                </a:solidFill>
                <a:latin typeface="Calibri"/>
                <a:ea typeface="SimSun"/>
                <a:cs typeface="Calibri"/>
              </a:rPr>
              <a:t>14April</a:t>
            </a:r>
            <a:r>
              <a:rPr lang="en-US" altLang="zh-CN" sz="1400">
                <a:solidFill>
                  <a:srgbClr val="00B050"/>
                </a:solidFill>
                <a:latin typeface="Calibri"/>
                <a:ea typeface="SimSun"/>
                <a:cs typeface="Calibri"/>
              </a:rPr>
              <a:t>, </a:t>
            </a:r>
            <a:r>
              <a:rPr lang="en-US" altLang="zh-CN" sz="1400" err="1">
                <a:solidFill>
                  <a:srgbClr val="00B050"/>
                </a:solidFill>
                <a:latin typeface="Calibri"/>
                <a:ea typeface="SimSun"/>
                <a:cs typeface="Calibri"/>
              </a:rPr>
              <a:t>CHN15_12March</a:t>
            </a:r>
            <a:r>
              <a:rPr lang="en-US" altLang="zh-CN" sz="1400">
                <a:solidFill>
                  <a:srgbClr val="00B050"/>
                </a:solidFill>
                <a:latin typeface="Calibri"/>
                <a:ea typeface="SimSun"/>
                <a:cs typeface="Calibri"/>
              </a:rPr>
              <a:t>,</a:t>
            </a:r>
            <a:r>
              <a:rPr lang="zh-CN" altLang="en-US" sz="1400">
                <a:solidFill>
                  <a:srgbClr val="00B050"/>
                </a:solidFill>
                <a:latin typeface="Calibri"/>
                <a:ea typeface="SimSun"/>
                <a:cs typeface="Calibri"/>
              </a:rPr>
              <a:t> </a:t>
            </a:r>
            <a:r>
              <a:rPr lang="en-US" altLang="zh-CN" sz="1400" err="1">
                <a:solidFill>
                  <a:srgbClr val="00B050"/>
                </a:solidFill>
                <a:latin typeface="Calibri"/>
                <a:ea typeface="SimSun"/>
                <a:cs typeface="Calibri"/>
              </a:rPr>
              <a:t>CHN13_17April</a:t>
            </a:r>
            <a:r>
              <a:rPr lang="en-US" altLang="zh-CN" sz="1400">
                <a:solidFill>
                  <a:srgbClr val="00B050"/>
                </a:solidFill>
                <a:latin typeface="Calibri"/>
                <a:ea typeface="SimSun"/>
                <a:cs typeface="Calibri"/>
              </a:rPr>
              <a:t>, </a:t>
            </a:r>
            <a:r>
              <a:rPr lang="en-US" altLang="zh-CN" sz="1400" err="1">
                <a:solidFill>
                  <a:srgbClr val="00B050"/>
                </a:solidFill>
                <a:latin typeface="Calibri"/>
                <a:ea typeface="SimSun"/>
                <a:cs typeface="Calibri"/>
              </a:rPr>
              <a:t>CHN5_15April</a:t>
            </a:r>
            <a:r>
              <a:rPr lang="en-US" altLang="zh-CN" sz="1400">
                <a:solidFill>
                  <a:srgbClr val="00B050"/>
                </a:solidFill>
                <a:latin typeface="Calibri"/>
                <a:ea typeface="SimSun"/>
                <a:cs typeface="Calibri"/>
              </a:rPr>
              <a:t>.</a:t>
            </a:r>
          </a:p>
          <a:p>
            <a:pPr marL="431800" lvl="1" indent="-215900">
              <a:lnSpc>
                <a:spcPct val="100000"/>
              </a:lnSpc>
              <a:spcAft>
                <a:spcPts val="300"/>
              </a:spcAft>
              <a:defRPr/>
            </a:pPr>
            <a:r>
              <a:rPr lang="en-US" altLang="zh-CN" sz="1400">
                <a:solidFill>
                  <a:schemeClr val="bg2"/>
                </a:solidFill>
                <a:latin typeface="Calibri"/>
                <a:ea typeface="SimSun"/>
                <a:cs typeface="Calibri"/>
              </a:rPr>
              <a:t>Global One On One call set up for the sites had no screened patients: Ongoing – </a:t>
            </a:r>
            <a:r>
              <a:rPr lang="en-US" altLang="zh-CN" sz="1400" err="1">
                <a:latin typeface="Calibri"/>
                <a:ea typeface="SimSun"/>
                <a:cs typeface="Calibri"/>
              </a:rPr>
              <a:t>CHN12</a:t>
            </a:r>
            <a:r>
              <a:rPr lang="en-US" altLang="zh-CN" sz="1400">
                <a:latin typeface="Calibri"/>
                <a:ea typeface="SimSun"/>
                <a:cs typeface="Calibri"/>
              </a:rPr>
              <a:t> on </a:t>
            </a:r>
            <a:r>
              <a:rPr lang="en-US" altLang="zh-CN" sz="1400" err="1">
                <a:latin typeface="Calibri"/>
                <a:ea typeface="SimSun"/>
                <a:cs typeface="Calibri"/>
              </a:rPr>
              <a:t>27Jan</a:t>
            </a:r>
            <a:r>
              <a:rPr lang="en-US" altLang="zh-CN" sz="1400">
                <a:solidFill>
                  <a:schemeClr val="bg2"/>
                </a:solidFill>
                <a:latin typeface="Calibri"/>
                <a:ea typeface="SimSun"/>
                <a:cs typeface="Calibri"/>
              </a:rPr>
              <a:t>.</a:t>
            </a:r>
            <a:r>
              <a:rPr lang="en-US" altLang="zh-CN" sz="1400">
                <a:latin typeface="Calibri"/>
                <a:ea typeface="SimSun"/>
                <a:cs typeface="Calibri"/>
              </a:rPr>
              <a:t> </a:t>
            </a:r>
            <a:r>
              <a:rPr lang="en-US" altLang="zh-CN" sz="1400" err="1">
                <a:latin typeface="Calibri"/>
                <a:ea typeface="SimSun"/>
                <a:cs typeface="Calibri"/>
              </a:rPr>
              <a:t>CHN16</a:t>
            </a:r>
            <a:r>
              <a:rPr lang="en-US" altLang="zh-CN" sz="1400">
                <a:latin typeface="Calibri"/>
                <a:ea typeface="SimSun"/>
                <a:cs typeface="Calibri"/>
              </a:rPr>
              <a:t> 9th Feb.</a:t>
            </a:r>
          </a:p>
          <a:p>
            <a:pPr marL="431800" lvl="1" indent="-215900">
              <a:lnSpc>
                <a:spcPct val="100000"/>
              </a:lnSpc>
              <a:spcAft>
                <a:spcPts val="300"/>
              </a:spcAft>
              <a:defRPr/>
            </a:pPr>
            <a:r>
              <a:rPr lang="en-US" altLang="zh-CN" sz="1400">
                <a:solidFill>
                  <a:schemeClr val="bg2"/>
                </a:solidFill>
                <a:latin typeface="Calibri"/>
                <a:ea typeface="SimSun"/>
                <a:cs typeface="Calibri"/>
              </a:rPr>
              <a:t>Offline Recruitment vendor </a:t>
            </a:r>
            <a:r>
              <a:rPr lang="en-US" altLang="zh-CN" sz="1400" err="1">
                <a:solidFill>
                  <a:schemeClr val="bg2"/>
                </a:solidFill>
                <a:latin typeface="Calibri"/>
                <a:ea typeface="SimSun"/>
                <a:cs typeface="Calibri"/>
              </a:rPr>
              <a:t>Jsure</a:t>
            </a:r>
            <a:r>
              <a:rPr lang="en-US" altLang="zh-CN" sz="1400">
                <a:solidFill>
                  <a:schemeClr val="bg2"/>
                </a:solidFill>
                <a:latin typeface="Calibri"/>
                <a:ea typeface="SimSun"/>
                <a:cs typeface="Calibri"/>
              </a:rPr>
              <a:t> </a:t>
            </a:r>
            <a:r>
              <a:rPr lang="en-US" altLang="zh-CN" sz="1400">
                <a:solidFill>
                  <a:srgbClr val="00B050"/>
                </a:solidFill>
                <a:latin typeface="Calibri"/>
                <a:ea typeface="SimSun"/>
                <a:cs typeface="Calibri"/>
              </a:rPr>
              <a:t>Onboarding since mid of March 2026.</a:t>
            </a:r>
          </a:p>
        </p:txBody>
      </p:sp>
    </p:spTree>
    <p:extLst>
      <p:ext uri="{BB962C8B-B14F-4D97-AF65-F5344CB8AC3E}">
        <p14:creationId xmlns:p14="http://schemas.microsoft.com/office/powerpoint/2010/main" val="17872240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57976-3801-38BB-CB50-8A4C000EA181}"/>
              </a:ext>
            </a:extLst>
          </p:cNvPr>
          <p:cNvSpPr>
            <a:spLocks noGrp="1"/>
          </p:cNvSpPr>
          <p:nvPr>
            <p:ph type="title"/>
          </p:nvPr>
        </p:nvSpPr>
        <p:spPr>
          <a:xfrm>
            <a:off x="479426" y="477000"/>
            <a:ext cx="11233151" cy="720000"/>
          </a:xfrm>
        </p:spPr>
        <p:txBody>
          <a:bodyPr anchor="t">
            <a:normAutofit/>
          </a:bodyPr>
          <a:lstStyle/>
          <a:p>
            <a:r>
              <a:rPr lang="en-US" altLang="zh-CN"/>
              <a:t>Global Recruitment Curve</a:t>
            </a:r>
          </a:p>
        </p:txBody>
      </p:sp>
      <p:sp>
        <p:nvSpPr>
          <p:cNvPr id="19" name="Footer Placeholder 4">
            <a:extLst>
              <a:ext uri="{FF2B5EF4-FFF2-40B4-BE49-F238E27FC236}">
                <a16:creationId xmlns:a16="http://schemas.microsoft.com/office/drawing/2014/main" id="{45ED9672-801D-8868-1F8D-C1114A923119}"/>
              </a:ext>
            </a:extLst>
          </p:cNvPr>
          <p:cNvSpPr>
            <a:spLocks noGrp="1"/>
          </p:cNvSpPr>
          <p:nvPr>
            <p:ph type="ftr" sz="quarter" idx="19"/>
          </p:nvPr>
        </p:nvSpPr>
        <p:spPr>
          <a:xfrm>
            <a:off x="6312024" y="6246836"/>
            <a:ext cx="5040560" cy="288000"/>
          </a:xfrm>
        </p:spPr>
        <p:txBody>
          <a:bodyPr anchor="b">
            <a:normAutofit/>
          </a:bodyPr>
          <a:lstStyle/>
          <a:p>
            <a:r>
              <a:rPr lang="en-US" altLang="zh-CN"/>
              <a:t>TA CEC Portfolio Update|    ONLY FOR INTERNAL USE</a:t>
            </a:r>
          </a:p>
        </p:txBody>
      </p:sp>
      <p:sp>
        <p:nvSpPr>
          <p:cNvPr id="6" name="Slide Number Placeholder 5">
            <a:extLst>
              <a:ext uri="{FF2B5EF4-FFF2-40B4-BE49-F238E27FC236}">
                <a16:creationId xmlns:a16="http://schemas.microsoft.com/office/drawing/2014/main" id="{26A3ACC1-8969-C35E-B87F-B6ACEA270C58}"/>
              </a:ext>
            </a:extLst>
          </p:cNvPr>
          <p:cNvSpPr>
            <a:spLocks noGrp="1"/>
          </p:cNvSpPr>
          <p:nvPr>
            <p:ph type="sldNum" sz="quarter" idx="20"/>
          </p:nvPr>
        </p:nvSpPr>
        <p:spPr>
          <a:xfrm>
            <a:off x="11424592" y="6246836"/>
            <a:ext cx="288000" cy="288000"/>
          </a:xfrm>
        </p:spPr>
        <p:txBody>
          <a:bodyPr anchor="b">
            <a:normAutofit/>
          </a:bodyPr>
          <a:lstStyle/>
          <a:p>
            <a:pPr marL="0" marR="0" lvl="0" indent="0" defTabSz="914400" rtl="0" eaLnBrk="1" fontAlgn="auto" latinLnBrk="0" hangingPunct="1">
              <a:spcBef>
                <a:spcPts val="0"/>
              </a:spcBef>
              <a:spcAft>
                <a:spcPts val="600"/>
              </a:spcAft>
              <a:buClrTx/>
              <a:buSzTx/>
              <a:buFontTx/>
              <a:buNone/>
              <a:tabLst/>
              <a:defRPr/>
            </a:pPr>
            <a:fld id="{DF4E8F9F-5B1F-4F5B-BE49-3245D8C18D9F}" type="slidenum">
              <a:rPr kumimoji="0" lang="en-US" b="0" i="0" u="none" strike="noStrike" kern="1200" cap="none" spc="0" normalizeH="0" baseline="0" noProof="0" smtClean="0">
                <a:ln>
                  <a:noFill/>
                </a:ln>
                <a:effectLst/>
                <a:uLnTx/>
                <a:uFillTx/>
              </a:rPr>
              <a:pPr marL="0" marR="0" lvl="0" indent="0" defTabSz="914400" rtl="0" eaLnBrk="1" fontAlgn="auto" latinLnBrk="0" hangingPunct="1">
                <a:spcBef>
                  <a:spcPts val="0"/>
                </a:spcBef>
                <a:spcAft>
                  <a:spcPts val="600"/>
                </a:spcAft>
                <a:buClrTx/>
                <a:buSzTx/>
                <a:buFontTx/>
                <a:buNone/>
                <a:tabLst/>
                <a:defRPr/>
              </a:pPr>
              <a:t>33</a:t>
            </a:fld>
            <a:endParaRPr kumimoji="0" lang="en-US" b="0" i="0" u="none" strike="noStrike" kern="1200" cap="none" spc="0" normalizeH="0" baseline="0" noProof="0">
              <a:ln>
                <a:noFill/>
              </a:ln>
              <a:effectLst/>
              <a:uLnTx/>
              <a:uFillTx/>
            </a:endParaRPr>
          </a:p>
        </p:txBody>
      </p:sp>
      <p:graphicFrame>
        <p:nvGraphicFramePr>
          <p:cNvPr id="4" name="对象 3">
            <a:extLst>
              <a:ext uri="{FF2B5EF4-FFF2-40B4-BE49-F238E27FC236}">
                <a16:creationId xmlns:a16="http://schemas.microsoft.com/office/drawing/2014/main" id="{56B113B5-AD70-AC4A-229D-E5B14680138D}"/>
              </a:ext>
            </a:extLst>
          </p:cNvPr>
          <p:cNvGraphicFramePr>
            <a:graphicFrameLocks noChangeAspect="1"/>
          </p:cNvGraphicFramePr>
          <p:nvPr/>
        </p:nvGraphicFramePr>
        <p:xfrm>
          <a:off x="815228" y="1229087"/>
          <a:ext cx="1125538" cy="963612"/>
        </p:xfrm>
        <a:graphic>
          <a:graphicData uri="http://schemas.openxmlformats.org/presentationml/2006/ole">
            <mc:AlternateContent xmlns:mc="http://schemas.openxmlformats.org/markup-compatibility/2006">
              <mc:Choice xmlns:v="urn:schemas-microsoft-com:vml" Requires="v">
                <p:oleObj name="Worksheet" showAsIcon="1" r:id="rId2" imgW="834480" imgH="714960" progId="Excel.Sheet.12">
                  <p:embed/>
                </p:oleObj>
              </mc:Choice>
              <mc:Fallback>
                <p:oleObj name="Worksheet" showAsIcon="1" r:id="rId2" imgW="834480" imgH="714960" progId="Excel.Sheet.12">
                  <p:embed/>
                  <p:pic>
                    <p:nvPicPr>
                      <p:cNvPr id="4" name="对象 3">
                        <a:extLst>
                          <a:ext uri="{FF2B5EF4-FFF2-40B4-BE49-F238E27FC236}">
                            <a16:creationId xmlns:a16="http://schemas.microsoft.com/office/drawing/2014/main" id="{56B113B5-AD70-AC4A-229D-E5B14680138D}"/>
                          </a:ext>
                        </a:extLst>
                      </p:cNvPr>
                      <p:cNvPicPr/>
                      <p:nvPr/>
                    </p:nvPicPr>
                    <p:blipFill>
                      <a:blip r:embed="rId3"/>
                      <a:stretch>
                        <a:fillRect/>
                      </a:stretch>
                    </p:blipFill>
                    <p:spPr>
                      <a:xfrm>
                        <a:off x="815228" y="1229087"/>
                        <a:ext cx="1125538" cy="963612"/>
                      </a:xfrm>
                      <a:prstGeom prst="rect">
                        <a:avLst/>
                      </a:prstGeom>
                    </p:spPr>
                  </p:pic>
                </p:oleObj>
              </mc:Fallback>
            </mc:AlternateContent>
          </a:graphicData>
        </a:graphic>
      </p:graphicFrame>
      <p:sp>
        <p:nvSpPr>
          <p:cNvPr id="7" name="Rectangle 5">
            <a:extLst>
              <a:ext uri="{FF2B5EF4-FFF2-40B4-BE49-F238E27FC236}">
                <a16:creationId xmlns:a16="http://schemas.microsoft.com/office/drawing/2014/main" id="{280A3222-A0D5-D001-693F-79CF61FE2EDE}"/>
              </a:ext>
            </a:extLst>
          </p:cNvPr>
          <p:cNvSpPr/>
          <p:nvPr/>
        </p:nvSpPr>
        <p:spPr>
          <a:xfrm>
            <a:off x="673251" y="967508"/>
            <a:ext cx="1984643" cy="1486770"/>
          </a:xfrm>
          <a:prstGeom prst="rect">
            <a:avLst/>
          </a:prstGeom>
          <a:solidFill>
            <a:schemeClr val="accent4">
              <a:lumMod val="20000"/>
              <a:lumOff val="80000"/>
            </a:schemeClr>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38619" tIns="38619" rIns="38619" bIns="38619"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49045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latin typeface="Boehringer Forward Text"/>
                <a:ea typeface="+mn-ea"/>
                <a:cs typeface="+mn-cs"/>
              </a:rPr>
              <a:t>Cut-off date: </a:t>
            </a:r>
            <a:r>
              <a:rPr lang="en-US" sz="1000" i="1">
                <a:solidFill>
                  <a:schemeClr val="tx1"/>
                </a:solidFill>
                <a:latin typeface="Boehringer Forward Text"/>
              </a:rPr>
              <a:t>2026.04.17</a:t>
            </a:r>
            <a:endParaRPr kumimoji="0" lang="en-US" sz="1000" b="0" i="1" u="none" strike="noStrike" kern="1200" cap="none" spc="0" normalizeH="0" baseline="0" noProof="0">
              <a:ln>
                <a:noFill/>
              </a:ln>
              <a:solidFill>
                <a:schemeClr val="tx1"/>
              </a:solidFill>
              <a:effectLst/>
              <a:uLnTx/>
              <a:uFillTx/>
              <a:latin typeface="Boehringer Forward Text"/>
            </a:endParaRPr>
          </a:p>
          <a:p>
            <a:pPr marL="0" marR="0" lvl="0" indent="0" algn="l" defTabSz="49045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latin typeface="Boehringer Forward Text"/>
                <a:ea typeface="+mn-ea"/>
                <a:cs typeface="+mn-cs"/>
              </a:rPr>
              <a:t>Total Screened : </a:t>
            </a:r>
            <a:r>
              <a:rPr lang="en-US" sz="1000" i="1">
                <a:solidFill>
                  <a:schemeClr val="tx1"/>
                </a:solidFill>
                <a:latin typeface="Boehringer Forward Text"/>
              </a:rPr>
              <a:t>142</a:t>
            </a:r>
            <a:endParaRPr lang="en-US" sz="1000" b="0" i="1" u="none" strike="noStrike" kern="1200" cap="none" spc="0" normalizeH="0" baseline="0" noProof="0">
              <a:ln>
                <a:noFill/>
              </a:ln>
              <a:solidFill>
                <a:schemeClr val="tx1"/>
              </a:solidFill>
              <a:effectLst/>
              <a:uLnTx/>
              <a:uFillTx/>
              <a:latin typeface="Boehringer Forward Text"/>
            </a:endParaRPr>
          </a:p>
          <a:p>
            <a:pPr marL="0" marR="0" lvl="0" indent="0" algn="l" defTabSz="49045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latin typeface="Boehringer Forward Text"/>
                <a:ea typeface="+mn-ea"/>
                <a:cs typeface="+mn-cs"/>
              </a:rPr>
              <a:t>Total Randomized:  </a:t>
            </a:r>
            <a:r>
              <a:rPr lang="en-US" sz="1000">
                <a:solidFill>
                  <a:schemeClr val="tx1"/>
                </a:solidFill>
                <a:latin typeface="Boehringer Forward Text"/>
              </a:rPr>
              <a:t>54</a:t>
            </a:r>
            <a:endParaRPr lang="en-US" sz="1000" b="0" i="0" u="none" strike="noStrike" kern="1200" cap="none" spc="0" normalizeH="0" baseline="0" noProof="0">
              <a:ln>
                <a:noFill/>
              </a:ln>
              <a:solidFill>
                <a:schemeClr val="tx1"/>
              </a:solidFill>
              <a:effectLst/>
              <a:uLnTx/>
              <a:uFillTx/>
              <a:latin typeface="Boehringer Forward Text"/>
            </a:endParaRPr>
          </a:p>
          <a:p>
            <a:pPr marL="0" marR="0" lvl="0" indent="0" algn="l" defTabSz="49045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chemeClr val="tx1"/>
                </a:solidFill>
                <a:effectLst/>
                <a:uLnTx/>
                <a:uFillTx/>
                <a:latin typeface="Boehringer Forward Text"/>
                <a:ea typeface="+mn-ea"/>
                <a:cs typeface="+mn-cs"/>
              </a:rPr>
              <a:t>Total Screen failure: </a:t>
            </a:r>
            <a:r>
              <a:rPr lang="en-US" altLang="zh-CN" sz="1000">
                <a:solidFill>
                  <a:schemeClr val="tx1"/>
                </a:solidFill>
                <a:latin typeface="Boehringer Forward Text"/>
              </a:rPr>
              <a:t> 89</a:t>
            </a:r>
            <a:endParaRPr lang="en-US" altLang="zh-CN" sz="1000" b="0" i="0" u="none" strike="noStrike" kern="1200" cap="none" spc="0" normalizeH="0" baseline="0" noProof="0">
              <a:ln>
                <a:noFill/>
              </a:ln>
              <a:solidFill>
                <a:schemeClr val="tx1"/>
              </a:solidFill>
              <a:effectLst/>
              <a:uLnTx/>
              <a:uFillTx/>
              <a:latin typeface="Boehringer Forward Text"/>
            </a:endParaRPr>
          </a:p>
          <a:p>
            <a:pPr marL="0" marR="0" lvl="0" indent="0" algn="l" defTabSz="490450" rtl="0" eaLnBrk="1" fontAlgn="auto" latinLnBrk="0" hangingPunct="1">
              <a:lnSpc>
                <a:spcPct val="100000"/>
              </a:lnSpc>
              <a:spcBef>
                <a:spcPts val="0"/>
              </a:spcBef>
              <a:spcAft>
                <a:spcPts val="0"/>
              </a:spcAft>
              <a:buClrTx/>
              <a:buSzTx/>
              <a:buFontTx/>
              <a:buNone/>
              <a:tabLst/>
              <a:defRPr/>
            </a:pPr>
            <a:r>
              <a:rPr lang="en-US" altLang="zh-CN" sz="1000">
                <a:solidFill>
                  <a:schemeClr val="tx1"/>
                </a:solidFill>
                <a:latin typeface="Boehringer Forward Text"/>
              </a:rPr>
              <a:t>In screening : 5</a:t>
            </a:r>
            <a:endParaRPr lang="en-US" altLang="zh-CN" sz="1000" b="0" i="0" u="none" strike="noStrike" kern="1200" cap="none" spc="0" normalizeH="0" baseline="0" noProof="0">
              <a:ln>
                <a:noFill/>
              </a:ln>
              <a:solidFill>
                <a:schemeClr val="tx1"/>
              </a:solidFill>
              <a:effectLst/>
              <a:uLnTx/>
              <a:uFillTx/>
              <a:latin typeface="Boehringer Forward Text"/>
            </a:endParaRPr>
          </a:p>
          <a:p>
            <a:pPr marL="0" marR="0" lvl="0" indent="0" algn="l" defTabSz="49045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chemeClr val="tx1"/>
                </a:solidFill>
                <a:effectLst/>
                <a:uLnTx/>
                <a:uFillTx/>
                <a:latin typeface="Boehringer Forward Text"/>
                <a:ea typeface="+mn-ea"/>
                <a:cs typeface="+mn-cs"/>
              </a:rPr>
              <a:t>Screen failure rate =</a:t>
            </a:r>
            <a:r>
              <a:rPr lang="en-US" altLang="zh-CN" sz="1000">
                <a:solidFill>
                  <a:schemeClr val="tx1"/>
                </a:solidFill>
                <a:latin typeface="Boehringer Forward Text"/>
              </a:rPr>
              <a:t> 62.6</a:t>
            </a:r>
            <a:r>
              <a:rPr kumimoji="0" lang="en-US" altLang="zh-CN" sz="1000" b="0" i="0" u="none" strike="noStrike" kern="1200" cap="none" spc="0" normalizeH="0" baseline="0" noProof="0">
                <a:ln>
                  <a:noFill/>
                </a:ln>
                <a:solidFill>
                  <a:schemeClr val="tx1"/>
                </a:solidFill>
                <a:effectLst/>
                <a:uLnTx/>
                <a:uFillTx/>
                <a:latin typeface="Boehringer Forward Text"/>
                <a:ea typeface="+mn-ea"/>
                <a:cs typeface="+mn-cs"/>
              </a:rPr>
              <a:t>%</a:t>
            </a:r>
          </a:p>
        </p:txBody>
      </p:sp>
      <p:graphicFrame>
        <p:nvGraphicFramePr>
          <p:cNvPr id="5" name="Chart 6">
            <a:extLst>
              <a:ext uri="{FF2B5EF4-FFF2-40B4-BE49-F238E27FC236}">
                <a16:creationId xmlns:a16="http://schemas.microsoft.com/office/drawing/2014/main" id="{73207099-613B-4188-B37D-91BA5B30A0AB}"/>
              </a:ext>
            </a:extLst>
          </p:cNvPr>
          <p:cNvGraphicFramePr>
            <a:graphicFrameLocks/>
          </p:cNvGraphicFramePr>
          <p:nvPr/>
        </p:nvGraphicFramePr>
        <p:xfrm>
          <a:off x="479423" y="967508"/>
          <a:ext cx="11039326" cy="5279328"/>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917965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Grafik 11">
            <a:extLst>
              <a:ext uri="{FF2B5EF4-FFF2-40B4-BE49-F238E27FC236}">
                <a16:creationId xmlns:a16="http://schemas.microsoft.com/office/drawing/2014/main" id="{843BA65B-2FE9-DE1F-8D7F-E2B7AE147B5F}"/>
              </a:ext>
              <a:ext uri="{C183D7F6-B498-43B3-948B-1728B52AA6E4}">
                <adec:decorative xmlns:adec="http://schemas.microsoft.com/office/drawing/2017/decorative" val="1"/>
              </a:ext>
            </a:extLst>
          </p:cNvPr>
          <p:cNvPicPr>
            <a:picLocks noChangeAspect="1"/>
          </p:cNvPicPr>
          <p:nvPr/>
        </p:nvPicPr>
        <p:blipFill>
          <a:blip cstate="hq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17" name="Slide Number Placeholder 9">
            <a:extLst>
              <a:ext uri="{FF2B5EF4-FFF2-40B4-BE49-F238E27FC236}">
                <a16:creationId xmlns:a16="http://schemas.microsoft.com/office/drawing/2014/main" id="{F35DB8E2-3297-1EAF-7B4E-8E678FAE16B7}"/>
              </a:ext>
            </a:extLst>
          </p:cNvPr>
          <p:cNvSpPr>
            <a:spLocks noGrp="1"/>
          </p:cNvSpPr>
          <p:nvPr>
            <p:ph type="sldNum" sz="quarter" idx="20"/>
          </p:nvPr>
        </p:nvSpPr>
        <p:spPr/>
        <p:txBody>
          <a:bodyPr/>
          <a:lstStyle/>
          <a:p>
            <a:fld id="{8FF9B0DE-3FEB-4AA0-B465-B80EF7C1333D}" type="slidenum">
              <a:rPr lang="en-US" smtClean="0"/>
              <a:pPr/>
              <a:t>34</a:t>
            </a:fld>
            <a:endParaRPr lang="en-US"/>
          </a:p>
        </p:txBody>
      </p:sp>
      <p:sp>
        <p:nvSpPr>
          <p:cNvPr id="23" name="标题 2">
            <a:extLst>
              <a:ext uri="{FF2B5EF4-FFF2-40B4-BE49-F238E27FC236}">
                <a16:creationId xmlns:a16="http://schemas.microsoft.com/office/drawing/2014/main" id="{1349757C-90D6-7E10-212C-8B1A44C30038}"/>
              </a:ext>
            </a:extLst>
          </p:cNvPr>
          <p:cNvSpPr>
            <a:spLocks noGrp="1"/>
          </p:cNvSpPr>
          <p:nvPr>
            <p:ph type="title"/>
          </p:nvPr>
        </p:nvSpPr>
        <p:spPr>
          <a:xfrm>
            <a:off x="479424" y="168162"/>
            <a:ext cx="12079706" cy="553999"/>
          </a:xfrm>
        </p:spPr>
        <p:txBody>
          <a:bodyPr wrap="square" anchor="t">
            <a:normAutofit/>
          </a:bodyPr>
          <a:lstStyle/>
          <a:p>
            <a:r>
              <a:rPr lang="en-US" altLang="zh-CN" sz="2400" i="1">
                <a:solidFill>
                  <a:schemeClr val="tx1"/>
                </a:solidFill>
              </a:rPr>
              <a:t>China recruitment Curve</a:t>
            </a:r>
            <a:endParaRPr lang="en-US" altLang="zh-CN" sz="2400" i="1">
              <a:solidFill>
                <a:schemeClr val="tx1"/>
              </a:solidFill>
              <a:highlight>
                <a:srgbClr val="FFFF00"/>
              </a:highlight>
            </a:endParaRPr>
          </a:p>
        </p:txBody>
      </p:sp>
      <p:graphicFrame>
        <p:nvGraphicFramePr>
          <p:cNvPr id="28" name="对象 27">
            <a:extLst>
              <a:ext uri="{FF2B5EF4-FFF2-40B4-BE49-F238E27FC236}">
                <a16:creationId xmlns:a16="http://schemas.microsoft.com/office/drawing/2014/main" id="{21262804-C18E-C434-6CD6-324A3E480A82}"/>
              </a:ext>
            </a:extLst>
          </p:cNvPr>
          <p:cNvGraphicFramePr>
            <a:graphicFrameLocks noChangeAspect="1"/>
          </p:cNvGraphicFramePr>
          <p:nvPr/>
        </p:nvGraphicFramePr>
        <p:xfrm>
          <a:off x="1000125" y="768350"/>
          <a:ext cx="1125538" cy="963613"/>
        </p:xfrm>
        <a:graphic>
          <a:graphicData uri="http://schemas.openxmlformats.org/presentationml/2006/ole">
            <mc:AlternateContent xmlns:mc="http://schemas.openxmlformats.org/markup-compatibility/2006">
              <mc:Choice xmlns:v="urn:schemas-microsoft-com:vml" Requires="v">
                <p:oleObj name="Worksheet" showAsIcon="1" r:id="rId4" imgW="834480" imgH="714960" progId="Excel.Sheet.12">
                  <p:embed/>
                </p:oleObj>
              </mc:Choice>
              <mc:Fallback>
                <p:oleObj name="Worksheet" showAsIcon="1" r:id="rId4" imgW="834480" imgH="714960" progId="Excel.Sheet.12">
                  <p:embed/>
                  <p:pic>
                    <p:nvPicPr>
                      <p:cNvPr id="28" name="对象 27">
                        <a:extLst>
                          <a:ext uri="{FF2B5EF4-FFF2-40B4-BE49-F238E27FC236}">
                            <a16:creationId xmlns:a16="http://schemas.microsoft.com/office/drawing/2014/main" id="{21262804-C18E-C434-6CD6-324A3E480A82}"/>
                          </a:ext>
                        </a:extLst>
                      </p:cNvPr>
                      <p:cNvPicPr/>
                      <p:nvPr/>
                    </p:nvPicPr>
                    <p:blipFill>
                      <a:blip r:embed="rId5"/>
                      <a:stretch>
                        <a:fillRect/>
                      </a:stretch>
                    </p:blipFill>
                    <p:spPr>
                      <a:xfrm>
                        <a:off x="1000125" y="768350"/>
                        <a:ext cx="1125538" cy="963613"/>
                      </a:xfrm>
                      <a:prstGeom prst="rect">
                        <a:avLst/>
                      </a:prstGeom>
                    </p:spPr>
                  </p:pic>
                </p:oleObj>
              </mc:Fallback>
            </mc:AlternateContent>
          </a:graphicData>
        </a:graphic>
      </p:graphicFrame>
      <p:sp>
        <p:nvSpPr>
          <p:cNvPr id="2" name="Rectangle 5">
            <a:extLst>
              <a:ext uri="{FF2B5EF4-FFF2-40B4-BE49-F238E27FC236}">
                <a16:creationId xmlns:a16="http://schemas.microsoft.com/office/drawing/2014/main" id="{0A8CAFB4-AE53-24FF-3CEA-0B1FF0E0C499}"/>
              </a:ext>
            </a:extLst>
          </p:cNvPr>
          <p:cNvSpPr/>
          <p:nvPr/>
        </p:nvSpPr>
        <p:spPr>
          <a:xfrm>
            <a:off x="802802" y="705466"/>
            <a:ext cx="1692605" cy="1008111"/>
          </a:xfrm>
          <a:prstGeom prst="rect">
            <a:avLst/>
          </a:prstGeom>
          <a:solidFill>
            <a:schemeClr val="accent4">
              <a:lumMod val="20000"/>
              <a:lumOff val="80000"/>
            </a:schemeClr>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38619" tIns="38619" rIns="38619" bIns="38619"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algn="l" defTabSz="49045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latin typeface="Boehringer Forward Text"/>
                <a:ea typeface="+mn-ea"/>
                <a:cs typeface="+mn-cs"/>
              </a:rPr>
              <a:t>Cut-off date: </a:t>
            </a:r>
            <a:r>
              <a:rPr lang="en-US" sz="1000" i="1">
                <a:solidFill>
                  <a:schemeClr val="tx1"/>
                </a:solidFill>
                <a:latin typeface="Boehringer Forward Text"/>
              </a:rPr>
              <a:t>2026.04.17</a:t>
            </a:r>
            <a:endParaRPr kumimoji="0" lang="en-US" sz="1000" b="0" i="1" u="none" strike="noStrike" kern="1200" cap="none" spc="0" normalizeH="0" baseline="0" noProof="0">
              <a:ln>
                <a:noFill/>
              </a:ln>
              <a:solidFill>
                <a:schemeClr val="tx1"/>
              </a:solidFill>
              <a:effectLst/>
              <a:uLnTx/>
              <a:uFillTx/>
              <a:latin typeface="Boehringer Forward Text"/>
            </a:endParaRPr>
          </a:p>
          <a:p>
            <a:pPr marL="0" marR="0" lvl="0" indent="0" algn="l" defTabSz="49045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latin typeface="Boehringer Forward Text"/>
                <a:ea typeface="+mn-ea"/>
                <a:cs typeface="+mn-cs"/>
              </a:rPr>
              <a:t>Total Screened : </a:t>
            </a:r>
            <a:r>
              <a:rPr kumimoji="0" lang="en-US" sz="1000" b="0" i="1" u="none" strike="noStrike" kern="1200" cap="none" spc="0" normalizeH="0" baseline="0" noProof="0">
                <a:ln>
                  <a:noFill/>
                </a:ln>
                <a:solidFill>
                  <a:schemeClr val="tx1"/>
                </a:solidFill>
                <a:effectLst/>
                <a:uLnTx/>
                <a:uFillTx/>
                <a:latin typeface="Boehringer Forward Text"/>
                <a:ea typeface="+mn-ea"/>
                <a:cs typeface="+mn-cs"/>
              </a:rPr>
              <a:t>24</a:t>
            </a:r>
            <a:endParaRPr kumimoji="0" lang="en-US" sz="1000" b="0" i="1" u="none" strike="noStrike" kern="1200" cap="none" spc="0" normalizeH="0" baseline="0" noProof="0">
              <a:ln>
                <a:noFill/>
              </a:ln>
              <a:solidFill>
                <a:schemeClr val="tx1"/>
              </a:solidFill>
              <a:effectLst/>
              <a:uLnTx/>
              <a:uFillTx/>
              <a:latin typeface="Boehringer Forward Text"/>
            </a:endParaRPr>
          </a:p>
          <a:p>
            <a:pPr marL="0" marR="0" lvl="0" indent="0" algn="l" defTabSz="49045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latin typeface="Boehringer Forward Text"/>
                <a:ea typeface="+mn-ea"/>
                <a:cs typeface="+mn-cs"/>
              </a:rPr>
              <a:t>Total Randomized:  6</a:t>
            </a:r>
            <a:endParaRPr kumimoji="0" lang="en-US" sz="1000" b="0" i="0" u="none" strike="noStrike" kern="1200" cap="none" spc="0" normalizeH="0" baseline="0" noProof="0">
              <a:ln>
                <a:noFill/>
              </a:ln>
              <a:solidFill>
                <a:schemeClr val="tx1"/>
              </a:solidFill>
              <a:effectLst/>
              <a:uLnTx/>
              <a:uFillTx/>
              <a:latin typeface="Boehringer Forward Text"/>
            </a:endParaRPr>
          </a:p>
          <a:p>
            <a:pPr marL="0" marR="0" lvl="0" indent="0" algn="l" defTabSz="49045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chemeClr val="tx1"/>
                </a:solidFill>
                <a:effectLst/>
                <a:uLnTx/>
                <a:uFillTx/>
                <a:latin typeface="Boehringer Forward Text"/>
                <a:ea typeface="+mn-ea"/>
                <a:cs typeface="+mn-cs"/>
              </a:rPr>
              <a:t>Total Screen failure: </a:t>
            </a:r>
            <a:r>
              <a:rPr lang="en-US" altLang="zh-CN" sz="1000">
                <a:solidFill>
                  <a:schemeClr val="tx1"/>
                </a:solidFill>
                <a:latin typeface="Boehringer Forward Text"/>
              </a:rPr>
              <a:t> 17</a:t>
            </a:r>
            <a:endParaRPr kumimoji="0" lang="en-US" altLang="zh-CN" sz="1000" b="0" i="0" u="none" strike="noStrike" kern="1200" cap="none" spc="0" normalizeH="0" baseline="0" noProof="0">
              <a:ln>
                <a:noFill/>
              </a:ln>
              <a:solidFill>
                <a:schemeClr val="tx1"/>
              </a:solidFill>
              <a:effectLst/>
              <a:uLnTx/>
              <a:uFillTx/>
              <a:latin typeface="Boehringer Forward Text"/>
            </a:endParaRPr>
          </a:p>
          <a:p>
            <a:pPr marL="0" marR="0" lvl="0" indent="0" algn="l" defTabSz="490450" rtl="0" eaLnBrk="1" fontAlgn="auto" latinLnBrk="0" hangingPunct="1">
              <a:lnSpc>
                <a:spcPct val="100000"/>
              </a:lnSpc>
              <a:spcBef>
                <a:spcPts val="0"/>
              </a:spcBef>
              <a:spcAft>
                <a:spcPts val="0"/>
              </a:spcAft>
              <a:buClrTx/>
              <a:buSzTx/>
              <a:buFontTx/>
              <a:buNone/>
              <a:tabLst/>
              <a:defRPr/>
            </a:pPr>
            <a:r>
              <a:rPr lang="en-US" altLang="zh-CN" sz="1000">
                <a:solidFill>
                  <a:schemeClr val="tx1"/>
                </a:solidFill>
                <a:latin typeface="Boehringer Forward Text"/>
              </a:rPr>
              <a:t>In screening : 1</a:t>
            </a:r>
            <a:endParaRPr kumimoji="0" lang="en-US" altLang="zh-CN" sz="1000" b="0" i="0" u="none" strike="noStrike" kern="1200" cap="none" spc="0" normalizeH="0" baseline="0" noProof="0">
              <a:ln>
                <a:noFill/>
              </a:ln>
              <a:solidFill>
                <a:schemeClr val="tx1"/>
              </a:solidFill>
              <a:effectLst/>
              <a:uLnTx/>
              <a:uFillTx/>
              <a:latin typeface="Boehringer Forward Text"/>
            </a:endParaRPr>
          </a:p>
          <a:p>
            <a:pPr marL="0" marR="0" lvl="0" indent="0" algn="l" defTabSz="49045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chemeClr val="tx1"/>
                </a:solidFill>
                <a:effectLst/>
                <a:uLnTx/>
                <a:uFillTx/>
                <a:latin typeface="Boehringer Forward Text"/>
                <a:ea typeface="+mn-ea"/>
                <a:cs typeface="+mn-cs"/>
              </a:rPr>
              <a:t>Screen failure rate =</a:t>
            </a:r>
            <a:r>
              <a:rPr lang="en-US" altLang="zh-CN" sz="1000">
                <a:solidFill>
                  <a:schemeClr val="tx1"/>
                </a:solidFill>
                <a:latin typeface="Boehringer Forward Text"/>
              </a:rPr>
              <a:t> 70.8</a:t>
            </a:r>
            <a:r>
              <a:rPr kumimoji="0" lang="en-US" altLang="zh-CN" sz="1000" b="0" i="0" u="none" strike="noStrike" kern="1200" cap="none" spc="0" normalizeH="0" baseline="0" noProof="0">
                <a:ln>
                  <a:noFill/>
                </a:ln>
                <a:solidFill>
                  <a:schemeClr val="tx1"/>
                </a:solidFill>
                <a:effectLst/>
                <a:uLnTx/>
                <a:uFillTx/>
                <a:latin typeface="Boehringer Forward Text"/>
                <a:ea typeface="+mn-ea"/>
                <a:cs typeface="+mn-cs"/>
              </a:rPr>
              <a:t>%</a:t>
            </a:r>
          </a:p>
        </p:txBody>
      </p:sp>
      <p:sp>
        <p:nvSpPr>
          <p:cNvPr id="3" name="Footer Placeholder 4">
            <a:extLst>
              <a:ext uri="{FF2B5EF4-FFF2-40B4-BE49-F238E27FC236}">
                <a16:creationId xmlns:a16="http://schemas.microsoft.com/office/drawing/2014/main" id="{547D0903-D755-414A-7087-EED21AA4593F}"/>
              </a:ext>
            </a:extLst>
          </p:cNvPr>
          <p:cNvSpPr>
            <a:spLocks noGrp="1"/>
          </p:cNvSpPr>
          <p:nvPr>
            <p:ph type="ftr" sz="quarter" idx="19"/>
          </p:nvPr>
        </p:nvSpPr>
        <p:spPr>
          <a:xfrm>
            <a:off x="6312024" y="6246836"/>
            <a:ext cx="5040560" cy="288000"/>
          </a:xfrm>
        </p:spPr>
        <p:txBody>
          <a:bodyPr anchor="b">
            <a:normAutofit/>
          </a:bodyPr>
          <a:lstStyle/>
          <a:p>
            <a:r>
              <a:rPr lang="en-US" altLang="zh-CN"/>
              <a:t>TA CEC Portfolio Update|    ONLY FOR INTERNAL USE</a:t>
            </a:r>
          </a:p>
        </p:txBody>
      </p:sp>
      <p:graphicFrame>
        <p:nvGraphicFramePr>
          <p:cNvPr id="4" name="Chart 6">
            <a:extLst>
              <a:ext uri="{FF2B5EF4-FFF2-40B4-BE49-F238E27FC236}">
                <a16:creationId xmlns:a16="http://schemas.microsoft.com/office/drawing/2014/main" id="{73207099-613B-4188-B37D-91BA5B30A0AB}"/>
              </a:ext>
            </a:extLst>
          </p:cNvPr>
          <p:cNvGraphicFramePr>
            <a:graphicFrameLocks/>
          </p:cNvGraphicFramePr>
          <p:nvPr/>
        </p:nvGraphicFramePr>
        <p:xfrm>
          <a:off x="356616" y="705466"/>
          <a:ext cx="11355959" cy="5541369"/>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22411201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1A65965-2C35-4730-9D8A-AF54B0C59C48}"/>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BB25CEC-0CEE-7EF4-3633-ED57E17DB401}"/>
              </a:ext>
            </a:extLst>
          </p:cNvPr>
          <p:cNvSpPr>
            <a:spLocks noGrp="1"/>
          </p:cNvSpPr>
          <p:nvPr>
            <p:ph type="title"/>
          </p:nvPr>
        </p:nvSpPr>
        <p:spPr/>
        <p:txBody>
          <a:bodyPr/>
          <a:lstStyle/>
          <a:p>
            <a:r>
              <a:rPr lang="en-US" altLang="zh-CN"/>
              <a:t>Challenges and actions for PG Ph III study enrollment </a:t>
            </a:r>
            <a:endParaRPr lang="zh-CN" altLang="en-US"/>
          </a:p>
        </p:txBody>
      </p:sp>
      <p:sp>
        <p:nvSpPr>
          <p:cNvPr id="4" name="页脚占位符 3">
            <a:extLst>
              <a:ext uri="{FF2B5EF4-FFF2-40B4-BE49-F238E27FC236}">
                <a16:creationId xmlns:a16="http://schemas.microsoft.com/office/drawing/2014/main" id="{D8F72393-E86D-0F56-87DA-E220BA50E08F}"/>
              </a:ext>
            </a:extLst>
          </p:cNvPr>
          <p:cNvSpPr>
            <a:spLocks noGrp="1"/>
          </p:cNvSpPr>
          <p:nvPr>
            <p:ph type="ftr" sz="quarter" idx="16"/>
          </p:nvPr>
        </p:nvSpPr>
        <p:spPr bwMode="gray">
          <a:xfrm>
            <a:off x="9929722" y="6197580"/>
            <a:ext cx="2374839" cy="337256"/>
          </a:xfrm>
          <a:prstGeom prst="rect">
            <a:avLst/>
          </a:prstGeom>
        </p:spPr>
        <p:txBody>
          <a:bodyPr vert="horz" lIns="0" tIns="0" rIns="0" bIns="0" rtlCol="0" anchor="b">
            <a:noAutofit/>
          </a:bodyPr>
          <a:lstStyle>
            <a:defPPr>
              <a:defRPr lang="zh-CN"/>
            </a:defPPr>
            <a:lvl1pPr marL="0" indent="0" algn="r" defTabSz="914400" rtl="0" eaLnBrk="1" latinLnBrk="0" hangingPunct="1">
              <a:spcAft>
                <a:spcPts val="300"/>
              </a:spcAft>
              <a:defRPr sz="800" kern="1200">
                <a:solidFill>
                  <a:schemeClr val="bg2"/>
                </a:solidFill>
                <a:latin typeface="+mn-lt"/>
                <a:ea typeface="+mn-ea"/>
                <a:cs typeface="+mn-cs"/>
              </a:defRPr>
            </a:lvl1pPr>
            <a:lvl2pPr marL="0" indent="0" algn="l" defTabSz="914400" rtl="0" eaLnBrk="1" latinLnBrk="0" hangingPunct="1">
              <a:defRPr sz="800" kern="1200">
                <a:solidFill>
                  <a:schemeClr val="tx1"/>
                </a:solidFill>
                <a:latin typeface="+mn-lt"/>
                <a:ea typeface="+mn-ea"/>
                <a:cs typeface="+mn-cs"/>
              </a:defRPr>
            </a:lvl2pPr>
            <a:lvl3pPr marL="0" indent="0" algn="l" defTabSz="914400" rtl="0" eaLnBrk="1" latinLnBrk="0" hangingPunct="1">
              <a:defRPr sz="800" kern="1200">
                <a:solidFill>
                  <a:schemeClr val="tx1"/>
                </a:solidFill>
                <a:latin typeface="+mn-lt"/>
                <a:ea typeface="+mn-ea"/>
                <a:cs typeface="+mn-cs"/>
              </a:defRPr>
            </a:lvl3pPr>
            <a:lvl4pPr marL="0" indent="0" algn="l" defTabSz="914400" rtl="0" eaLnBrk="1" latinLnBrk="0" hangingPunct="1">
              <a:defRPr sz="800" kern="1200">
                <a:solidFill>
                  <a:schemeClr val="tx1"/>
                </a:solidFill>
                <a:latin typeface="+mn-lt"/>
                <a:ea typeface="+mn-ea"/>
                <a:cs typeface="+mn-cs"/>
              </a:defRPr>
            </a:lvl4pPr>
            <a:lvl5pPr marL="0" indent="0" algn="l" defTabSz="914400" rtl="0" eaLnBrk="1" latinLnBrk="0" hangingPunct="1">
              <a:defRPr sz="800" kern="1200">
                <a:solidFill>
                  <a:schemeClr val="tx1"/>
                </a:solidFill>
                <a:latin typeface="+mn-lt"/>
                <a:ea typeface="+mn-ea"/>
                <a:cs typeface="+mn-cs"/>
              </a:defRPr>
            </a:lvl5pPr>
            <a:lvl6pPr marL="0" indent="0" algn="l" defTabSz="914400" rtl="0" eaLnBrk="1" latinLnBrk="0" hangingPunct="1">
              <a:defRPr sz="800" kern="1200">
                <a:solidFill>
                  <a:schemeClr val="tx1"/>
                </a:solidFill>
                <a:latin typeface="+mn-lt"/>
                <a:ea typeface="+mn-ea"/>
                <a:cs typeface="+mn-cs"/>
              </a:defRPr>
            </a:lvl6pPr>
            <a:lvl7pPr marL="0" indent="0" algn="l" defTabSz="914400" rtl="0" eaLnBrk="1" latinLnBrk="0" hangingPunct="1">
              <a:defRPr sz="800" kern="1200">
                <a:solidFill>
                  <a:schemeClr val="tx1"/>
                </a:solidFill>
                <a:latin typeface="+mn-lt"/>
                <a:ea typeface="+mn-ea"/>
                <a:cs typeface="+mn-cs"/>
              </a:defRPr>
            </a:lvl7pPr>
            <a:lvl8pPr marL="0" indent="0" algn="l" defTabSz="914400" rtl="0" eaLnBrk="1" latinLnBrk="0" hangingPunct="1">
              <a:defRPr sz="800" kern="1200">
                <a:solidFill>
                  <a:schemeClr val="tx1"/>
                </a:solidFill>
                <a:latin typeface="+mn-lt"/>
                <a:ea typeface="+mn-ea"/>
                <a:cs typeface="+mn-cs"/>
              </a:defRPr>
            </a:lvl8pPr>
            <a:lvl9pPr marL="0" indent="0" algn="l" defTabSz="914400" rtl="0" eaLnBrk="1" latinLnBrk="0" hangingPunct="1">
              <a:defRPr sz="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srgbClr val="7F7F7F"/>
                </a:solidFill>
                <a:effectLst/>
                <a:uLnTx/>
                <a:uFillTx/>
                <a:latin typeface="Boehringer Forward Text"/>
                <a:ea typeface="+mn-ea"/>
                <a:cs typeface="+mn-cs"/>
              </a:rPr>
              <a:t>CFT: Customer Facing Team</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srgbClr val="7F7F7F"/>
                </a:solidFill>
                <a:effectLst/>
                <a:uLnTx/>
                <a:uFillTx/>
                <a:latin typeface="Boehringer Forward Text"/>
                <a:ea typeface="+mn-ea"/>
                <a:cs typeface="+mn-cs"/>
              </a:rPr>
              <a:t>PAG: : Patient Advisory Group</a:t>
            </a:r>
          </a:p>
        </p:txBody>
      </p:sp>
      <p:sp>
        <p:nvSpPr>
          <p:cNvPr id="5" name="灯片编号占位符 4">
            <a:extLst>
              <a:ext uri="{FF2B5EF4-FFF2-40B4-BE49-F238E27FC236}">
                <a16:creationId xmlns:a16="http://schemas.microsoft.com/office/drawing/2014/main" id="{E3FDDF75-D760-E994-5A1D-A4758E0FEA15}"/>
              </a:ext>
            </a:extLst>
          </p:cNvPr>
          <p:cNvSpPr>
            <a:spLocks noGrp="1"/>
          </p:cNvSpPr>
          <p:nvPr>
            <p:ph type="sldNum" sz="quarter" idx="17"/>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7" name="矩形 6">
            <a:extLst>
              <a:ext uri="{FF2B5EF4-FFF2-40B4-BE49-F238E27FC236}">
                <a16:creationId xmlns:a16="http://schemas.microsoft.com/office/drawing/2014/main" id="{AC7E0029-6F8B-0A1D-CE4C-531CF2FC1848}"/>
              </a:ext>
            </a:extLst>
          </p:cNvPr>
          <p:cNvSpPr/>
          <p:nvPr/>
        </p:nvSpPr>
        <p:spPr bwMode="gray">
          <a:xfrm>
            <a:off x="347980" y="955075"/>
            <a:ext cx="1713502" cy="1210501"/>
          </a:xfrm>
          <a:prstGeom prst="rect">
            <a:avLst/>
          </a:prstGeom>
          <a:solidFill>
            <a:schemeClr val="accent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white"/>
                </a:solidFill>
                <a:effectLst/>
                <a:uLnTx/>
                <a:uFillTx/>
                <a:latin typeface="Boehringer Forward Text"/>
                <a:ea typeface="+mn-ea"/>
                <a:cs typeface="+mn-cs"/>
              </a:rPr>
              <a:t>Recruitment Challenges</a:t>
            </a:r>
            <a:endParaRPr kumimoji="0" lang="zh-CN" altLang="en-US" sz="1600" b="0" i="0" u="none" strike="noStrike" kern="1200" cap="none" spc="0" normalizeH="0" baseline="0" noProof="0">
              <a:ln>
                <a:noFill/>
              </a:ln>
              <a:solidFill>
                <a:prstClr val="white"/>
              </a:solidFill>
              <a:effectLst/>
              <a:uLnTx/>
              <a:uFillTx/>
              <a:latin typeface="Boehringer Forward Text"/>
              <a:ea typeface="+mn-ea"/>
              <a:cs typeface="+mn-cs"/>
            </a:endParaRPr>
          </a:p>
        </p:txBody>
      </p:sp>
      <p:sp>
        <p:nvSpPr>
          <p:cNvPr id="9" name="矩形 8">
            <a:extLst>
              <a:ext uri="{FF2B5EF4-FFF2-40B4-BE49-F238E27FC236}">
                <a16:creationId xmlns:a16="http://schemas.microsoft.com/office/drawing/2014/main" id="{08F641AB-F4C3-78FD-20FB-95FC1224A205}"/>
              </a:ext>
            </a:extLst>
          </p:cNvPr>
          <p:cNvSpPr/>
          <p:nvPr/>
        </p:nvSpPr>
        <p:spPr bwMode="gray">
          <a:xfrm>
            <a:off x="347980" y="2285407"/>
            <a:ext cx="1708099" cy="3815215"/>
          </a:xfrm>
          <a:prstGeom prst="rect">
            <a:avLst/>
          </a:prstGeom>
          <a:solidFill>
            <a:schemeClr val="accent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white"/>
                </a:solidFill>
                <a:effectLst/>
                <a:uLnTx/>
                <a:uFillTx/>
                <a:latin typeface="Boehringer Forward Text"/>
                <a:ea typeface="+mn-ea"/>
                <a:cs typeface="+mn-cs"/>
              </a:rPr>
              <a:t>Actions</a:t>
            </a:r>
            <a:endParaRPr kumimoji="0" lang="zh-CN" altLang="en-US" sz="1600" b="0" i="0" u="none" strike="noStrike" kern="1200" cap="none" spc="0" normalizeH="0" baseline="0" noProof="0">
              <a:ln>
                <a:noFill/>
              </a:ln>
              <a:solidFill>
                <a:prstClr val="white"/>
              </a:solidFill>
              <a:effectLst/>
              <a:uLnTx/>
              <a:uFillTx/>
              <a:latin typeface="Boehringer Forward Text"/>
              <a:ea typeface="+mn-ea"/>
              <a:cs typeface="+mn-cs"/>
            </a:endParaRPr>
          </a:p>
        </p:txBody>
      </p:sp>
      <p:sp>
        <p:nvSpPr>
          <p:cNvPr id="10" name="矩形 9">
            <a:extLst>
              <a:ext uri="{FF2B5EF4-FFF2-40B4-BE49-F238E27FC236}">
                <a16:creationId xmlns:a16="http://schemas.microsoft.com/office/drawing/2014/main" id="{2404FD54-EEFC-A48C-2104-5D4AF0977201}"/>
              </a:ext>
            </a:extLst>
          </p:cNvPr>
          <p:cNvSpPr/>
          <p:nvPr/>
        </p:nvSpPr>
        <p:spPr bwMode="gray">
          <a:xfrm>
            <a:off x="2271423" y="2882152"/>
            <a:ext cx="1024597" cy="1602138"/>
          </a:xfrm>
          <a:prstGeom prst="rect">
            <a:avLst/>
          </a:prstGeom>
          <a:solidFill>
            <a:schemeClr val="accent4">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Boehringer Forward Text"/>
                <a:ea typeface="+mn-ea"/>
                <a:cs typeface="+mn-cs"/>
              </a:rPr>
              <a:t>CDO</a:t>
            </a:r>
          </a:p>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Boehringer Forward Text"/>
                <a:ea typeface="+mn-ea"/>
                <a:cs typeface="+mn-cs"/>
              </a:rPr>
              <a:t>&amp;CD</a:t>
            </a: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1" name="矩形 10">
            <a:extLst>
              <a:ext uri="{FF2B5EF4-FFF2-40B4-BE49-F238E27FC236}">
                <a16:creationId xmlns:a16="http://schemas.microsoft.com/office/drawing/2014/main" id="{588257AA-5000-08A2-BAE0-138E797A4259}"/>
              </a:ext>
            </a:extLst>
          </p:cNvPr>
          <p:cNvSpPr/>
          <p:nvPr/>
        </p:nvSpPr>
        <p:spPr bwMode="gray">
          <a:xfrm>
            <a:off x="2271423" y="4577786"/>
            <a:ext cx="1024597" cy="1048805"/>
          </a:xfrm>
          <a:prstGeom prst="rect">
            <a:avLst/>
          </a:prstGeom>
          <a:solidFill>
            <a:schemeClr val="accent2">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Boehringer Forward Text"/>
                <a:ea typeface="+mn-ea"/>
                <a:cs typeface="+mn-cs"/>
              </a:rPr>
              <a:t>MSLs</a:t>
            </a: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graphicFrame>
        <p:nvGraphicFramePr>
          <p:cNvPr id="13" name="表格 12">
            <a:extLst>
              <a:ext uri="{FF2B5EF4-FFF2-40B4-BE49-F238E27FC236}">
                <a16:creationId xmlns:a16="http://schemas.microsoft.com/office/drawing/2014/main" id="{BF91417B-AADF-0000-05E4-4CD4EBFCF37A}"/>
              </a:ext>
            </a:extLst>
          </p:cNvPr>
          <p:cNvGraphicFramePr>
            <a:graphicFrameLocks noGrp="1"/>
          </p:cNvGraphicFramePr>
          <p:nvPr/>
        </p:nvGraphicFramePr>
        <p:xfrm>
          <a:off x="3152775" y="2284567"/>
          <a:ext cx="8559797" cy="518160"/>
        </p:xfrm>
        <a:graphic>
          <a:graphicData uri="http://schemas.openxmlformats.org/drawingml/2006/table">
            <a:tbl>
              <a:tblPr firstRow="1" bandRow="1"/>
              <a:tblGrid>
                <a:gridCol w="1838325">
                  <a:extLst>
                    <a:ext uri="{9D8B030D-6E8A-4147-A177-3AD203B41FA5}">
                      <a16:colId xmlns:a16="http://schemas.microsoft.com/office/drawing/2014/main" val="2615096010"/>
                    </a:ext>
                  </a:extLst>
                </a:gridCol>
                <a:gridCol w="1495425">
                  <a:extLst>
                    <a:ext uri="{9D8B030D-6E8A-4147-A177-3AD203B41FA5}">
                      <a16:colId xmlns:a16="http://schemas.microsoft.com/office/drawing/2014/main" val="1234757955"/>
                    </a:ext>
                  </a:extLst>
                </a:gridCol>
                <a:gridCol w="1333500">
                  <a:extLst>
                    <a:ext uri="{9D8B030D-6E8A-4147-A177-3AD203B41FA5}">
                      <a16:colId xmlns:a16="http://schemas.microsoft.com/office/drawing/2014/main" val="2450483387"/>
                    </a:ext>
                  </a:extLst>
                </a:gridCol>
                <a:gridCol w="1504950">
                  <a:extLst>
                    <a:ext uri="{9D8B030D-6E8A-4147-A177-3AD203B41FA5}">
                      <a16:colId xmlns:a16="http://schemas.microsoft.com/office/drawing/2014/main" val="3263481852"/>
                    </a:ext>
                  </a:extLst>
                </a:gridCol>
                <a:gridCol w="583113">
                  <a:extLst>
                    <a:ext uri="{9D8B030D-6E8A-4147-A177-3AD203B41FA5}">
                      <a16:colId xmlns:a16="http://schemas.microsoft.com/office/drawing/2014/main" val="2504198361"/>
                    </a:ext>
                  </a:extLst>
                </a:gridCol>
                <a:gridCol w="601249">
                  <a:extLst>
                    <a:ext uri="{9D8B030D-6E8A-4147-A177-3AD203B41FA5}">
                      <a16:colId xmlns:a16="http://schemas.microsoft.com/office/drawing/2014/main" val="22178602"/>
                    </a:ext>
                  </a:extLst>
                </a:gridCol>
                <a:gridCol w="576197">
                  <a:extLst>
                    <a:ext uri="{9D8B030D-6E8A-4147-A177-3AD203B41FA5}">
                      <a16:colId xmlns:a16="http://schemas.microsoft.com/office/drawing/2014/main" val="932190696"/>
                    </a:ext>
                  </a:extLst>
                </a:gridCol>
                <a:gridCol w="627038">
                  <a:extLst>
                    <a:ext uri="{9D8B030D-6E8A-4147-A177-3AD203B41FA5}">
                      <a16:colId xmlns:a16="http://schemas.microsoft.com/office/drawing/2014/main" val="4094170398"/>
                    </a:ext>
                  </a:extLst>
                </a:gridCol>
              </a:tblGrid>
              <a:tr h="164872">
                <a:tc gridSpan="4">
                  <a:txBody>
                    <a:bodyPr/>
                    <a:lstStyle/>
                    <a:p>
                      <a:pPr algn="ctr"/>
                      <a:r>
                        <a:rPr lang="en-US" altLang="zh-CN" sz="1100" b="1">
                          <a:solidFill>
                            <a:schemeClr val="bg1"/>
                          </a:solidFill>
                          <a:latin typeface="Arial"/>
                          <a:cs typeface="Arial"/>
                        </a:rPr>
                        <a:t>2025</a:t>
                      </a:r>
                      <a:endParaRPr lang="zh-CN" altLang="en-US" sz="1100" b="1">
                        <a:solidFill>
                          <a:schemeClr val="bg1"/>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1100" b="1">
                          <a:solidFill>
                            <a:schemeClr val="bg1"/>
                          </a:solidFill>
                          <a:latin typeface="Arial"/>
                          <a:cs typeface="Arial"/>
                        </a:rPr>
                        <a:t>2026</a:t>
                      </a:r>
                      <a:endParaRPr lang="zh-CN" altLang="en-US" sz="1100" b="1">
                        <a:solidFill>
                          <a:schemeClr val="bg1"/>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solidFill>
                          <a:schemeClr val="bg1"/>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a:p>
                  </a:txBody>
                  <a:tcPr/>
                </a:tc>
                <a:extLst>
                  <a:ext uri="{0D108BD9-81ED-4DB2-BD59-A6C34878D82A}">
                    <a16:rowId xmlns:a16="http://schemas.microsoft.com/office/drawing/2014/main" val="1220473755"/>
                  </a:ext>
                </a:extLst>
              </a:tr>
              <a:tr h="232320">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a:cs typeface="Arial"/>
                        </a:rPr>
                        <a:t>Q1</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a:cs typeface="Arial"/>
                        </a:rPr>
                        <a:t>Q2</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algn="ctr"/>
                      <a:r>
                        <a:rPr lang="en-US" altLang="zh-CN" sz="1100" b="1">
                          <a:solidFill>
                            <a:srgbClr val="000000"/>
                          </a:solidFill>
                          <a:latin typeface="Arial"/>
                          <a:cs typeface="Arial"/>
                        </a:rPr>
                        <a:t>Q3</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a:cs typeface="Arial"/>
                        </a:rPr>
                        <a:t>Q4</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a:cs typeface="Arial"/>
                        </a:rPr>
                        <a:t>Q1</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a:cs typeface="Arial"/>
                        </a:rPr>
                        <a:t>Q2</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a:cs typeface="Arial"/>
                        </a:rPr>
                        <a:t>Q3</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a:cs typeface="Arial"/>
                        </a:rPr>
                        <a:t>Q4</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2794957182"/>
                  </a:ext>
                </a:extLst>
              </a:tr>
            </a:tbl>
          </a:graphicData>
        </a:graphic>
      </p:graphicFrame>
      <p:sp>
        <p:nvSpPr>
          <p:cNvPr id="14" name="矩形 13">
            <a:extLst>
              <a:ext uri="{FF2B5EF4-FFF2-40B4-BE49-F238E27FC236}">
                <a16:creationId xmlns:a16="http://schemas.microsoft.com/office/drawing/2014/main" id="{919C5EAF-9B80-4FE1-E508-94F17ADF76F5}"/>
              </a:ext>
            </a:extLst>
          </p:cNvPr>
          <p:cNvSpPr/>
          <p:nvPr/>
        </p:nvSpPr>
        <p:spPr bwMode="gray">
          <a:xfrm>
            <a:off x="2271673" y="953639"/>
            <a:ext cx="9440898" cy="1211937"/>
          </a:xfrm>
          <a:prstGeom prst="rect">
            <a:avLst/>
          </a:prstGeom>
          <a:solidFill>
            <a:schemeClr val="accent2">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900" b="0" i="0" u="none" strike="noStrike" kern="1200" cap="none" spc="0" normalizeH="0" baseline="0" noProof="0">
                <a:ln>
                  <a:noFill/>
                </a:ln>
                <a:solidFill>
                  <a:prstClr val="black"/>
                </a:solidFill>
                <a:effectLst/>
                <a:uLnTx/>
                <a:uFillTx/>
                <a:latin typeface="Boehringer Forward Text"/>
                <a:ea typeface="+mn-ea"/>
                <a:cs typeface="+mn-cs"/>
              </a:rPr>
              <a:t> </a:t>
            </a:r>
          </a:p>
        </p:txBody>
      </p:sp>
      <p:sp>
        <p:nvSpPr>
          <p:cNvPr id="18" name="TextBox 17">
            <a:extLst>
              <a:ext uri="{FF2B5EF4-FFF2-40B4-BE49-F238E27FC236}">
                <a16:creationId xmlns:a16="http://schemas.microsoft.com/office/drawing/2014/main" id="{822B80D3-F7D1-83A9-D818-57620C61852B}"/>
              </a:ext>
            </a:extLst>
          </p:cNvPr>
          <p:cNvSpPr txBox="1"/>
          <p:nvPr/>
        </p:nvSpPr>
        <p:spPr bwMode="gray">
          <a:xfrm>
            <a:off x="10527695" y="3584775"/>
            <a:ext cx="1506392" cy="338554"/>
          </a:xfrm>
          <a:prstGeom prst="rect">
            <a:avLst/>
          </a:prstGeom>
          <a:noFill/>
        </p:spPr>
        <p:txBody>
          <a:bodyPr wrap="square" lIns="91440" tIns="45720" rIns="91440" bIns="45720" anchor="t">
            <a:spAutoFit/>
          </a:bodyPr>
          <a:lstStyle/>
          <a:p>
            <a:pPr marL="0" marR="0" lvl="0" indent="0" algn="ctr" defTabSz="121908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44546A"/>
                </a:solidFill>
                <a:effectLst/>
                <a:uLnTx/>
                <a:uFillTx/>
                <a:latin typeface="Calibri"/>
                <a:ea typeface="+mn-ea"/>
                <a:cs typeface="Calibri"/>
              </a:rPr>
              <a:t>Last patient Randomization Aug2026(China) </a:t>
            </a:r>
            <a:endParaRPr kumimoji="0" lang="zh-CN" altLang="en-US" sz="800" b="0" i="0" u="none" strike="noStrike" kern="1200" cap="none" spc="0" normalizeH="0" baseline="0" noProof="0">
              <a:ln>
                <a:noFill/>
              </a:ln>
              <a:solidFill>
                <a:srgbClr val="44546A"/>
              </a:solidFill>
              <a:effectLst/>
              <a:uLnTx/>
              <a:uFillTx/>
              <a:latin typeface="Calibri"/>
              <a:ea typeface="+mn-ea"/>
              <a:cs typeface="Calibri"/>
            </a:endParaRPr>
          </a:p>
        </p:txBody>
      </p:sp>
      <p:sp>
        <p:nvSpPr>
          <p:cNvPr id="20" name="矩形: 圆角 19">
            <a:extLst>
              <a:ext uri="{FF2B5EF4-FFF2-40B4-BE49-F238E27FC236}">
                <a16:creationId xmlns:a16="http://schemas.microsoft.com/office/drawing/2014/main" id="{FAB05DC8-268B-AD23-FF55-CC0A99824905}"/>
              </a:ext>
            </a:extLst>
          </p:cNvPr>
          <p:cNvSpPr/>
          <p:nvPr/>
        </p:nvSpPr>
        <p:spPr>
          <a:xfrm>
            <a:off x="3462939" y="2878636"/>
            <a:ext cx="2928336" cy="124170"/>
          </a:xfrm>
          <a:prstGeom prst="roundRect">
            <a:avLst/>
          </a:prstGeom>
          <a:solidFill>
            <a:schemeClr val="accent4">
              <a:lumMod val="40000"/>
              <a:lumOff val="60000"/>
            </a:schemeClr>
          </a:solidFill>
          <a:ln w="19050" cap="flat" cmpd="sng" algn="ctr">
            <a:solidFill>
              <a:srgbClr val="FFFFFF"/>
            </a:solidFill>
            <a:prstDash val="solid"/>
            <a:miter lim="800000"/>
          </a:ln>
          <a:effectLst/>
        </p:spPr>
        <p:txBody>
          <a:bodyPr lIns="96000" tIns="96000" rIns="96000" bIns="96000" rtlCol="0" anchor="ctr"/>
          <a:lstStyle/>
          <a:p>
            <a:pPr marL="0" marR="0" lvl="0" indent="0" algn="ctr" defTabSz="1219140" rtl="0" eaLnBrk="1" fontAlgn="base" latinLnBrk="0" hangingPunct="1">
              <a:lnSpc>
                <a:spcPct val="100000"/>
              </a:lnSpc>
              <a:spcBef>
                <a:spcPct val="0"/>
              </a:spcBef>
              <a:spcAft>
                <a:spcPct val="0"/>
              </a:spcAft>
              <a:buClr>
                <a:srgbClr val="FB6D13"/>
              </a:buClr>
              <a:buSzTx/>
              <a:buFontTx/>
              <a:buNone/>
              <a:tabLst/>
              <a:defRPr/>
            </a:pPr>
            <a:r>
              <a:rPr kumimoji="0" lang="en-US" altLang="zh-CN" sz="1000" b="1" i="0" u="none" strike="noStrike" kern="0" cap="none" spc="0" normalizeH="0" baseline="0" noProof="0">
                <a:ln>
                  <a:noFill/>
                </a:ln>
                <a:solidFill>
                  <a:prstClr val="black"/>
                </a:solidFill>
                <a:effectLst/>
                <a:uLnTx/>
                <a:uFillTx/>
                <a:latin typeface="Boehringer Forward Text"/>
                <a:ea typeface="黑体"/>
                <a:cs typeface="+mn-cs"/>
              </a:rPr>
              <a:t>Co-visit for SIVs</a:t>
            </a:r>
          </a:p>
          <a:p>
            <a:pPr marL="0" marR="0" lvl="0" indent="0" algn="ctr" defTabSz="1219140" rtl="0" eaLnBrk="1" fontAlgn="base" latinLnBrk="0" hangingPunct="1">
              <a:lnSpc>
                <a:spcPct val="100000"/>
              </a:lnSpc>
              <a:spcBef>
                <a:spcPct val="0"/>
              </a:spcBef>
              <a:spcAft>
                <a:spcPct val="0"/>
              </a:spcAft>
              <a:buClr>
                <a:srgbClr val="FB6D13"/>
              </a:buClr>
              <a:buSzTx/>
              <a:buFontTx/>
              <a:buNone/>
              <a:tabLst/>
              <a:defRPr/>
            </a:pPr>
            <a:r>
              <a:rPr kumimoji="0" lang="en-US" altLang="zh-CN" sz="1000" b="1" i="0" u="none" strike="noStrike" kern="0" cap="none" spc="0" normalizeH="0" baseline="0" noProof="0">
                <a:ln>
                  <a:noFill/>
                </a:ln>
                <a:solidFill>
                  <a:prstClr val="black"/>
                </a:solidFill>
                <a:effectLst/>
                <a:uLnTx/>
                <a:uFillTx/>
                <a:latin typeface="Boehringer Forward Text"/>
                <a:ea typeface="黑体"/>
                <a:cs typeface="+mn-cs"/>
              </a:rPr>
              <a:t> (by CTM and Local Physician)</a:t>
            </a:r>
            <a:endParaRPr kumimoji="0" lang="en-US" altLang="zh-CN" sz="1000" b="1" i="0" u="none" strike="noStrike" kern="0" cap="none" spc="0" normalizeH="0" baseline="0" noProof="0">
              <a:ln>
                <a:noFill/>
              </a:ln>
              <a:solidFill>
                <a:prstClr val="black"/>
              </a:solidFill>
              <a:effectLst/>
              <a:uLnTx/>
              <a:uFillTx/>
              <a:latin typeface="Boehringer Forward Text"/>
              <a:ea typeface="黑体" panose="02010609060101010101" pitchFamily="49" charset="-122"/>
              <a:cs typeface="+mn-cs"/>
            </a:endParaRPr>
          </a:p>
        </p:txBody>
      </p:sp>
      <p:sp>
        <p:nvSpPr>
          <p:cNvPr id="23" name="矩形: 圆角 22">
            <a:extLst>
              <a:ext uri="{FF2B5EF4-FFF2-40B4-BE49-F238E27FC236}">
                <a16:creationId xmlns:a16="http://schemas.microsoft.com/office/drawing/2014/main" id="{49E5869B-A285-6ABB-973A-6814B70DF15C}"/>
              </a:ext>
            </a:extLst>
          </p:cNvPr>
          <p:cNvSpPr/>
          <p:nvPr/>
        </p:nvSpPr>
        <p:spPr>
          <a:xfrm>
            <a:off x="4027971" y="5322863"/>
            <a:ext cx="3570053" cy="140548"/>
          </a:xfrm>
          <a:prstGeom prst="roundRect">
            <a:avLst/>
          </a:prstGeom>
          <a:solidFill>
            <a:schemeClr val="accent2">
              <a:lumMod val="20000"/>
              <a:lumOff val="80000"/>
            </a:schemeClr>
          </a:solidFill>
          <a:ln w="19050" cap="flat" cmpd="sng" algn="ctr">
            <a:solidFill>
              <a:srgbClr val="FFFFFF"/>
            </a:solidFill>
            <a:prstDash val="solid"/>
            <a:miter lim="800000"/>
          </a:ln>
          <a:effectLst/>
        </p:spPr>
        <p:txBody>
          <a:bodyPr lIns="96000" tIns="96000" rIns="96000" bIns="96000" rtlCol="0" anchor="ctr"/>
          <a:lstStyle/>
          <a:p>
            <a:pPr marL="0" marR="0" lvl="0" indent="0" algn="ctr" defTabSz="1219140" rtl="0" eaLnBrk="1" fontAlgn="base" latinLnBrk="0" hangingPunct="1">
              <a:lnSpc>
                <a:spcPct val="100000"/>
              </a:lnSpc>
              <a:spcBef>
                <a:spcPct val="0"/>
              </a:spcBef>
              <a:spcAft>
                <a:spcPct val="0"/>
              </a:spcAft>
              <a:buClr>
                <a:srgbClr val="FB6D13"/>
              </a:buClr>
              <a:buSzTx/>
              <a:buFontTx/>
              <a:buNone/>
              <a:tabLst/>
              <a:defRPr/>
            </a:pPr>
            <a:r>
              <a:rPr kumimoji="0" lang="en-US" altLang="zh-CN" sz="800" b="1" i="0" u="none" strike="noStrike" kern="0" cap="none" spc="0" normalizeH="0" baseline="0" noProof="0">
                <a:ln>
                  <a:noFill/>
                </a:ln>
                <a:solidFill>
                  <a:prstClr val="black"/>
                </a:solidFill>
                <a:effectLst/>
                <a:uLnTx/>
                <a:uFillTx/>
                <a:latin typeface="Boehringer Forward Text"/>
                <a:ea typeface="黑体"/>
                <a:cs typeface="+mn-cs"/>
              </a:rPr>
              <a:t>Co-visit for sites </a:t>
            </a:r>
            <a:endParaRPr kumimoji="0" lang="en-US" altLang="zh-CN" sz="800" b="1" i="0" u="none" strike="noStrike" kern="0" cap="none" spc="0" normalizeH="0" baseline="0" noProof="0">
              <a:ln>
                <a:noFill/>
              </a:ln>
              <a:solidFill>
                <a:prstClr val="black"/>
              </a:solidFill>
              <a:effectLst/>
              <a:uLnTx/>
              <a:uFillTx/>
              <a:latin typeface="Boehringer Forward Text"/>
              <a:ea typeface="黑体" panose="02010609060101010101" pitchFamily="49" charset="-122"/>
              <a:cs typeface="+mn-cs"/>
            </a:endParaRPr>
          </a:p>
        </p:txBody>
      </p:sp>
      <p:sp>
        <p:nvSpPr>
          <p:cNvPr id="24" name="矩形: 圆角 23">
            <a:extLst>
              <a:ext uri="{FF2B5EF4-FFF2-40B4-BE49-F238E27FC236}">
                <a16:creationId xmlns:a16="http://schemas.microsoft.com/office/drawing/2014/main" id="{F4D5D5A2-28E3-F5B4-0D13-959F80C5C36A}"/>
              </a:ext>
            </a:extLst>
          </p:cNvPr>
          <p:cNvSpPr/>
          <p:nvPr/>
        </p:nvSpPr>
        <p:spPr>
          <a:xfrm>
            <a:off x="4259563" y="3320330"/>
            <a:ext cx="7453008" cy="118016"/>
          </a:xfrm>
          <a:prstGeom prst="roundRect">
            <a:avLst/>
          </a:prstGeom>
          <a:solidFill>
            <a:schemeClr val="accent4">
              <a:lumMod val="40000"/>
              <a:lumOff val="60000"/>
            </a:schemeClr>
          </a:solidFill>
          <a:ln w="19050" cap="flat" cmpd="sng" algn="ctr">
            <a:solidFill>
              <a:srgbClr val="FFFFFF"/>
            </a:solidFill>
            <a:prstDash val="solid"/>
            <a:miter lim="800000"/>
          </a:ln>
          <a:effectLst/>
        </p:spPr>
        <p:txBody>
          <a:bodyPr lIns="96000" tIns="96000" rIns="96000" bIns="96000" rtlCol="0" anchor="ctr"/>
          <a:lstStyle/>
          <a:p>
            <a:pPr marL="0" marR="0" lvl="0" indent="0" algn="ctr" defTabSz="1219140" rtl="0" eaLnBrk="1" fontAlgn="base" latinLnBrk="0" hangingPunct="1">
              <a:lnSpc>
                <a:spcPct val="100000"/>
              </a:lnSpc>
              <a:spcBef>
                <a:spcPct val="0"/>
              </a:spcBef>
              <a:spcAft>
                <a:spcPct val="0"/>
              </a:spcAft>
              <a:buClr>
                <a:srgbClr val="FB6D13"/>
              </a:buClr>
              <a:buSzTx/>
              <a:buFontTx/>
              <a:buNone/>
              <a:tabLst/>
              <a:defRPr/>
            </a:pPr>
            <a:r>
              <a:rPr kumimoji="0" lang="en-US" altLang="zh-CN" sz="1000" b="1" i="0" u="none" strike="noStrike" kern="0" cap="none" spc="0" normalizeH="0" baseline="0" noProof="0">
                <a:ln>
                  <a:noFill/>
                </a:ln>
                <a:solidFill>
                  <a:prstClr val="black"/>
                </a:solidFill>
                <a:effectLst/>
                <a:uLnTx/>
                <a:uFillTx/>
                <a:latin typeface="Boehringer Forward Text"/>
                <a:ea typeface="黑体"/>
                <a:cs typeface="+mn-cs"/>
              </a:rPr>
              <a:t>Weekly Newsletter delivery </a:t>
            </a:r>
            <a:endParaRPr kumimoji="0" lang="en-US" altLang="zh-CN" sz="1000" b="1" i="0" u="none" strike="noStrike" kern="0" cap="none" spc="0" normalizeH="0" baseline="0" noProof="0">
              <a:ln>
                <a:noFill/>
              </a:ln>
              <a:solidFill>
                <a:prstClr val="black"/>
              </a:solidFill>
              <a:effectLst/>
              <a:uLnTx/>
              <a:uFillTx/>
              <a:latin typeface="Boehringer Forward Text"/>
              <a:ea typeface="黑体" panose="02010609060101010101" pitchFamily="49" charset="-122"/>
              <a:cs typeface="+mn-cs"/>
            </a:endParaRPr>
          </a:p>
        </p:txBody>
      </p:sp>
      <p:sp>
        <p:nvSpPr>
          <p:cNvPr id="25" name="矩形: 圆角 24">
            <a:extLst>
              <a:ext uri="{FF2B5EF4-FFF2-40B4-BE49-F238E27FC236}">
                <a16:creationId xmlns:a16="http://schemas.microsoft.com/office/drawing/2014/main" id="{DE107D5B-241D-64AA-40A8-EB7918FA9147}"/>
              </a:ext>
            </a:extLst>
          </p:cNvPr>
          <p:cNvSpPr/>
          <p:nvPr/>
        </p:nvSpPr>
        <p:spPr>
          <a:xfrm>
            <a:off x="3362467" y="4700982"/>
            <a:ext cx="670209" cy="131471"/>
          </a:xfrm>
          <a:prstGeom prst="roundRect">
            <a:avLst/>
          </a:prstGeom>
          <a:solidFill>
            <a:schemeClr val="accent2">
              <a:lumMod val="20000"/>
              <a:lumOff val="80000"/>
            </a:schemeClr>
          </a:solidFill>
          <a:ln w="19050" cap="flat" cmpd="sng" algn="ctr">
            <a:solidFill>
              <a:srgbClr val="FFFFFF"/>
            </a:solidFill>
            <a:prstDash val="solid"/>
            <a:miter lim="800000"/>
          </a:ln>
          <a:effectLst/>
        </p:spPr>
        <p:txBody>
          <a:bodyPr lIns="96000" tIns="96000" rIns="96000" bIns="96000" rtlCol="0" anchor="ctr"/>
          <a:lstStyle/>
          <a:p>
            <a:pPr marL="0" marR="0" lvl="0" indent="0" algn="ctr" defTabSz="1219140" rtl="0" eaLnBrk="1" fontAlgn="base" latinLnBrk="0" hangingPunct="1">
              <a:lnSpc>
                <a:spcPct val="100000"/>
              </a:lnSpc>
              <a:spcBef>
                <a:spcPct val="0"/>
              </a:spcBef>
              <a:spcAft>
                <a:spcPct val="0"/>
              </a:spcAft>
              <a:buClr>
                <a:srgbClr val="FB6D13"/>
              </a:buClr>
              <a:buSzTx/>
              <a:buFontTx/>
              <a:buNone/>
              <a:tabLst/>
              <a:defRPr/>
            </a:pPr>
            <a:r>
              <a:rPr kumimoji="0" lang="en-US" altLang="zh-CN" sz="900" b="1" i="0" u="none" strike="noStrike" kern="0" cap="none" spc="0" normalizeH="0" baseline="0" noProof="0">
                <a:ln>
                  <a:noFill/>
                </a:ln>
                <a:solidFill>
                  <a:prstClr val="black"/>
                </a:solidFill>
                <a:effectLst/>
                <a:uLnTx/>
                <a:uFillTx/>
                <a:latin typeface="Boehringer Forward Text"/>
                <a:ea typeface="黑体"/>
                <a:cs typeface="+mn-cs"/>
              </a:rPr>
              <a:t>MSL Training </a:t>
            </a:r>
            <a:endParaRPr kumimoji="0" lang="en-US" altLang="zh-CN" sz="900" b="1" i="0" u="none" strike="noStrike" kern="0" cap="none" spc="0" normalizeH="0" baseline="0" noProof="0">
              <a:ln>
                <a:noFill/>
              </a:ln>
              <a:solidFill>
                <a:prstClr val="black"/>
              </a:solidFill>
              <a:effectLst/>
              <a:uLnTx/>
              <a:uFillTx/>
              <a:latin typeface="Boehringer Forward Text"/>
              <a:ea typeface="黑体" panose="02010609060101010101" pitchFamily="49" charset="-122"/>
              <a:cs typeface="+mn-cs"/>
            </a:endParaRPr>
          </a:p>
        </p:txBody>
      </p:sp>
      <p:sp>
        <p:nvSpPr>
          <p:cNvPr id="27" name="矩形: 圆角 26">
            <a:extLst>
              <a:ext uri="{FF2B5EF4-FFF2-40B4-BE49-F238E27FC236}">
                <a16:creationId xmlns:a16="http://schemas.microsoft.com/office/drawing/2014/main" id="{7EAC97C5-D956-35E9-EAD7-81DF4F5A2F8C}"/>
              </a:ext>
            </a:extLst>
          </p:cNvPr>
          <p:cNvSpPr/>
          <p:nvPr/>
        </p:nvSpPr>
        <p:spPr>
          <a:xfrm>
            <a:off x="4462772" y="3855546"/>
            <a:ext cx="1190866" cy="143010"/>
          </a:xfrm>
          <a:prstGeom prst="roundRect">
            <a:avLst/>
          </a:prstGeom>
          <a:solidFill>
            <a:schemeClr val="accent4">
              <a:lumMod val="40000"/>
              <a:lumOff val="60000"/>
            </a:schemeClr>
          </a:solidFill>
          <a:ln w="19050" cap="flat" cmpd="sng" algn="ctr">
            <a:solidFill>
              <a:srgbClr val="FFFFFF"/>
            </a:solidFill>
            <a:prstDash val="solid"/>
            <a:miter lim="800000"/>
          </a:ln>
          <a:effectLst/>
        </p:spPr>
        <p:txBody>
          <a:bodyPr lIns="96000" tIns="96000" rIns="96000" bIns="96000" rtlCol="0" anchor="ctr"/>
          <a:lstStyle/>
          <a:p>
            <a:pPr marL="0" marR="0" lvl="0" indent="0" algn="ctr" defTabSz="1219140" rtl="0" eaLnBrk="1" fontAlgn="base" latinLnBrk="0" hangingPunct="1">
              <a:lnSpc>
                <a:spcPct val="100000"/>
              </a:lnSpc>
              <a:spcBef>
                <a:spcPct val="0"/>
              </a:spcBef>
              <a:spcAft>
                <a:spcPct val="0"/>
              </a:spcAft>
              <a:buClr>
                <a:srgbClr val="FB6D13"/>
              </a:buClr>
              <a:buSzTx/>
              <a:buFontTx/>
              <a:buNone/>
              <a:tabLst/>
              <a:defRPr/>
            </a:pPr>
            <a:r>
              <a:rPr kumimoji="0" lang="en-US" altLang="zh-CN" sz="1000" b="1" i="0" u="none" strike="noStrike" kern="0" cap="none" spc="0" normalizeH="0" baseline="0" noProof="0">
                <a:ln>
                  <a:noFill/>
                </a:ln>
                <a:solidFill>
                  <a:prstClr val="black"/>
                </a:solidFill>
                <a:effectLst/>
                <a:uLnTx/>
                <a:uFillTx/>
                <a:latin typeface="Boehringer Forward Text"/>
                <a:ea typeface="黑体"/>
                <a:cs typeface="+mn-cs"/>
              </a:rPr>
              <a:t>CRA Workshop</a:t>
            </a:r>
            <a:endParaRPr kumimoji="0" lang="en-US" altLang="zh-CN" sz="1000" b="1" i="0" u="none" strike="noStrike" kern="0" cap="none" spc="0" normalizeH="0" baseline="0" noProof="0">
              <a:ln>
                <a:noFill/>
              </a:ln>
              <a:solidFill>
                <a:prstClr val="black"/>
              </a:solidFill>
              <a:effectLst/>
              <a:uLnTx/>
              <a:uFillTx/>
              <a:latin typeface="Boehringer Forward Text"/>
              <a:ea typeface="黑体" panose="02010609060101010101" pitchFamily="49" charset="-122"/>
              <a:cs typeface="+mn-cs"/>
            </a:endParaRPr>
          </a:p>
        </p:txBody>
      </p:sp>
      <p:sp>
        <p:nvSpPr>
          <p:cNvPr id="28" name="矩形: 圆角 27">
            <a:extLst>
              <a:ext uri="{FF2B5EF4-FFF2-40B4-BE49-F238E27FC236}">
                <a16:creationId xmlns:a16="http://schemas.microsoft.com/office/drawing/2014/main" id="{3D99CDED-1089-3085-0F6C-73878324D810}"/>
              </a:ext>
            </a:extLst>
          </p:cNvPr>
          <p:cNvSpPr/>
          <p:nvPr/>
        </p:nvSpPr>
        <p:spPr>
          <a:xfrm>
            <a:off x="4714164" y="3678071"/>
            <a:ext cx="933816" cy="112869"/>
          </a:xfrm>
          <a:prstGeom prst="roundRect">
            <a:avLst/>
          </a:prstGeom>
          <a:solidFill>
            <a:schemeClr val="accent4">
              <a:lumMod val="40000"/>
              <a:lumOff val="60000"/>
            </a:schemeClr>
          </a:solidFill>
          <a:ln w="19050" cap="flat" cmpd="sng" algn="ctr">
            <a:solidFill>
              <a:srgbClr val="FFFFFF"/>
            </a:solidFill>
            <a:prstDash val="solid"/>
            <a:miter lim="800000"/>
          </a:ln>
          <a:effectLst/>
        </p:spPr>
        <p:txBody>
          <a:bodyPr lIns="96000" tIns="96000" rIns="96000" bIns="96000" rtlCol="0" anchor="ctr"/>
          <a:lstStyle/>
          <a:p>
            <a:pPr marL="0" marR="0" lvl="0" indent="0" algn="ctr" defTabSz="1219140" rtl="0" eaLnBrk="1" fontAlgn="base" latinLnBrk="0" hangingPunct="1">
              <a:lnSpc>
                <a:spcPct val="100000"/>
              </a:lnSpc>
              <a:spcBef>
                <a:spcPct val="0"/>
              </a:spcBef>
              <a:spcAft>
                <a:spcPct val="0"/>
              </a:spcAft>
              <a:buClr>
                <a:srgbClr val="FB6D13"/>
              </a:buClr>
              <a:buSzTx/>
              <a:buFontTx/>
              <a:buNone/>
              <a:tabLst/>
              <a:defRPr/>
            </a:pPr>
            <a:r>
              <a:rPr kumimoji="0" lang="en-US" altLang="zh-CN" sz="1000" b="1" i="0" u="none" strike="noStrike" kern="0" cap="none" spc="0" normalizeH="0" baseline="0" noProof="0">
                <a:ln>
                  <a:noFill/>
                </a:ln>
                <a:solidFill>
                  <a:prstClr val="black"/>
                </a:solidFill>
                <a:effectLst/>
                <a:uLnTx/>
                <a:uFillTx/>
                <a:latin typeface="Boehringer Forward Text"/>
                <a:ea typeface="黑体"/>
                <a:cs typeface="+mn-cs"/>
              </a:rPr>
              <a:t>Interim  IM</a:t>
            </a:r>
            <a:endParaRPr kumimoji="0" lang="en-US" altLang="zh-CN" sz="1000" b="1" i="0" u="none" strike="noStrike" kern="0" cap="none" spc="0" normalizeH="0" baseline="0" noProof="0">
              <a:ln>
                <a:noFill/>
              </a:ln>
              <a:solidFill>
                <a:prstClr val="black"/>
              </a:solidFill>
              <a:effectLst/>
              <a:uLnTx/>
              <a:uFillTx/>
              <a:latin typeface="Boehringer Forward Text"/>
              <a:ea typeface="黑体" panose="02010609060101010101" pitchFamily="49" charset="-122"/>
              <a:cs typeface="+mn-cs"/>
            </a:endParaRPr>
          </a:p>
        </p:txBody>
      </p:sp>
      <p:sp>
        <p:nvSpPr>
          <p:cNvPr id="8" name="文本框 7">
            <a:extLst>
              <a:ext uri="{FF2B5EF4-FFF2-40B4-BE49-F238E27FC236}">
                <a16:creationId xmlns:a16="http://schemas.microsoft.com/office/drawing/2014/main" id="{B32A1A93-1C5F-CAD9-5FC2-39247CFCBC24}"/>
              </a:ext>
            </a:extLst>
          </p:cNvPr>
          <p:cNvSpPr txBox="1"/>
          <p:nvPr/>
        </p:nvSpPr>
        <p:spPr bwMode="gray">
          <a:xfrm>
            <a:off x="7058051" y="996823"/>
            <a:ext cx="4584718" cy="769441"/>
          </a:xfrm>
          <a:prstGeom prst="rect">
            <a:avLst/>
          </a:prstGeom>
          <a:noFill/>
        </p:spPr>
        <p:txBody>
          <a:bodyPr wrap="square" lIns="0" tIns="0" rIns="0" bIns="0" rtlCol="0">
            <a:spAutoFit/>
          </a:bodyPr>
          <a:lstStyle/>
          <a:p>
            <a:pPr marL="228600" marR="0" lvl="0" indent="-228600" algn="l" defTabSz="914400" rtl="0" eaLnBrk="1" fontAlgn="base" latinLnBrk="0" hangingPunct="1">
              <a:lnSpc>
                <a:spcPct val="100000"/>
              </a:lnSpc>
              <a:spcBef>
                <a:spcPts val="0"/>
              </a:spcBef>
              <a:spcAft>
                <a:spcPts val="0"/>
              </a:spcAft>
              <a:buClrTx/>
              <a:buSzTx/>
              <a:buFont typeface="Arial"/>
              <a:buChar char="•"/>
              <a:tabLst/>
              <a:defRPr/>
            </a:pPr>
            <a:r>
              <a:rPr kumimoji="0" lang="en-US" altLang="zh-CN" sz="1000" b="1" i="0" u="none" strike="noStrike" kern="1200" cap="none" spc="0" normalizeH="0" baseline="0" noProof="0">
                <a:ln>
                  <a:noFill/>
                </a:ln>
                <a:solidFill>
                  <a:prstClr val="black"/>
                </a:solidFill>
                <a:effectLst/>
                <a:uLnTx/>
                <a:uFillTx/>
                <a:latin typeface="Boehringer Forward Text"/>
                <a:ea typeface="+mn-ea"/>
                <a:cs typeface="+mn-cs"/>
              </a:rPr>
              <a:t>Low patient willingness for clinical trials​</a:t>
            </a:r>
          </a:p>
          <a:p>
            <a:pPr marL="468000" marR="0" lvl="1" indent="-228600" algn="l" defTabSz="914400" rtl="0" eaLnBrk="1" fontAlgn="base" latinLnBrk="0" hangingPunct="1">
              <a:lnSpc>
                <a:spcPct val="100000"/>
              </a:lnSpc>
              <a:spcBef>
                <a:spcPts val="0"/>
              </a:spcBef>
              <a:spcAft>
                <a:spcPts val="0"/>
              </a:spcAft>
              <a:buClrTx/>
              <a:buSzTx/>
              <a:buFont typeface="Arial"/>
              <a:buChar char="•"/>
              <a:tabLst/>
              <a:defRPr/>
            </a:pPr>
            <a:r>
              <a:rPr kumimoji="0" lang="en-US" altLang="zh-CN" sz="1000" b="0" i="0" u="none" strike="noStrike" kern="1200" cap="none" spc="0" normalizeH="0" baseline="0" noProof="0">
                <a:ln>
                  <a:noFill/>
                </a:ln>
                <a:solidFill>
                  <a:prstClr val="black"/>
                </a:solidFill>
                <a:effectLst/>
                <a:uLnTx/>
                <a:uFillTx/>
                <a:latin typeface="Boehringer Forward Text"/>
                <a:ea typeface="+mn-ea"/>
                <a:cs typeface="+mn-cs"/>
              </a:rPr>
              <a:t>Low awareness ​</a:t>
            </a:r>
          </a:p>
          <a:p>
            <a:pPr marL="468000" marR="0" lvl="1" indent="-228600" algn="l" defTabSz="914400" rtl="0" eaLnBrk="1" fontAlgn="base" latinLnBrk="0" hangingPunct="1">
              <a:lnSpc>
                <a:spcPct val="100000"/>
              </a:lnSpc>
              <a:spcBef>
                <a:spcPts val="0"/>
              </a:spcBef>
              <a:spcAft>
                <a:spcPts val="0"/>
              </a:spcAft>
              <a:buClrTx/>
              <a:buSzTx/>
              <a:buFont typeface="Arial"/>
              <a:buChar char="•"/>
              <a:tabLst/>
              <a:defRPr/>
            </a:pPr>
            <a:r>
              <a:rPr kumimoji="0" lang="en-US" altLang="zh-CN" sz="1000" b="0" i="0" u="none" strike="noStrike" kern="1200" cap="none" spc="0" normalizeH="0" baseline="0" noProof="0">
                <a:ln>
                  <a:noFill/>
                </a:ln>
                <a:solidFill>
                  <a:prstClr val="black"/>
                </a:solidFill>
                <a:effectLst/>
                <a:uLnTx/>
                <a:uFillTx/>
                <a:latin typeface="Boehringer Forward Text"/>
                <a:ea typeface="+mn-ea"/>
                <a:cs typeface="+mn-cs"/>
              </a:rPr>
              <a:t>Potential patients with disease controlled with current treatments</a:t>
            </a:r>
          </a:p>
          <a:p>
            <a:pPr marL="468000" marR="0" lvl="1" indent="-228600" algn="l" defTabSz="914400" rtl="0" eaLnBrk="1" fontAlgn="base" latinLnBrk="0" hangingPunct="1">
              <a:lnSpc>
                <a:spcPct val="100000"/>
              </a:lnSpc>
              <a:spcBef>
                <a:spcPts val="0"/>
              </a:spcBef>
              <a:spcAft>
                <a:spcPts val="0"/>
              </a:spcAft>
              <a:buClrTx/>
              <a:buSzTx/>
              <a:buFont typeface="Arial"/>
              <a:buChar char="•"/>
              <a:tabLst/>
              <a:defRPr/>
            </a:pPr>
            <a:r>
              <a:rPr kumimoji="0" lang="en-US" altLang="zh-CN" sz="1000" b="0" i="0" u="none" strike="noStrike" kern="1200" cap="none" spc="0" normalizeH="0" baseline="0" noProof="0">
                <a:ln>
                  <a:noFill/>
                </a:ln>
                <a:solidFill>
                  <a:prstClr val="black"/>
                </a:solidFill>
                <a:effectLst/>
                <a:uLnTx/>
                <a:uFillTx/>
                <a:latin typeface="Boehringer Forward Text"/>
                <a:ea typeface="+mn-ea"/>
                <a:cs typeface="+mn-cs"/>
              </a:rPr>
              <a:t>Placebo trial design : patients with high disease burden with high need for timely and effective treatments​​</a:t>
            </a:r>
          </a:p>
        </p:txBody>
      </p:sp>
      <p:sp>
        <p:nvSpPr>
          <p:cNvPr id="12" name="文本框 11">
            <a:extLst>
              <a:ext uri="{FF2B5EF4-FFF2-40B4-BE49-F238E27FC236}">
                <a16:creationId xmlns:a16="http://schemas.microsoft.com/office/drawing/2014/main" id="{2C1FEF3C-DD7B-D777-0B2F-E9560BDDB636}"/>
              </a:ext>
            </a:extLst>
          </p:cNvPr>
          <p:cNvSpPr txBox="1"/>
          <p:nvPr/>
        </p:nvSpPr>
        <p:spPr bwMode="gray">
          <a:xfrm>
            <a:off x="2454878" y="1033845"/>
            <a:ext cx="4584718" cy="1077218"/>
          </a:xfrm>
          <a:prstGeom prst="rect">
            <a:avLst/>
          </a:prstGeom>
          <a:noFill/>
        </p:spPr>
        <p:txBody>
          <a:bodyPr wrap="square" lIns="0" tIns="0" rIns="0" bIns="0" rtlCol="0">
            <a:spAutoFit/>
          </a:bodyPr>
          <a:lstStyle/>
          <a:p>
            <a:pPr marL="228600" marR="0" lvl="0" indent="-228600" algn="l" defTabSz="914400" rtl="0" eaLnBrk="1" fontAlgn="auto" latinLnBrk="0" hangingPunct="1">
              <a:lnSpc>
                <a:spcPct val="100000"/>
              </a:lnSpc>
              <a:spcBef>
                <a:spcPts val="0"/>
              </a:spcBef>
              <a:spcAft>
                <a:spcPts val="0"/>
              </a:spcAft>
              <a:buClrTx/>
              <a:buSzTx/>
              <a:buFont typeface="Arial"/>
              <a:buChar char="•"/>
              <a:tabLst/>
              <a:defRPr/>
            </a:pPr>
            <a:r>
              <a:rPr kumimoji="0" lang="en-US" altLang="zh-CN" sz="1000" b="1" i="0" u="none" strike="noStrike" kern="1200" cap="none" spc="0" normalizeH="0" baseline="0" noProof="0">
                <a:ln>
                  <a:noFill/>
                </a:ln>
                <a:solidFill>
                  <a:prstClr val="black"/>
                </a:solidFill>
                <a:effectLst/>
                <a:uLnTx/>
                <a:uFillTx/>
                <a:latin typeface="Boehringer Forward Text"/>
                <a:ea typeface="+mn-ea"/>
                <a:cs typeface="+mn-cs"/>
              </a:rPr>
              <a:t>Limited Recruitment Pool</a:t>
            </a:r>
          </a:p>
          <a:p>
            <a:pPr marL="468000" marR="0" lvl="1" indent="-228600" algn="l" defTabSz="914400" rtl="0" eaLnBrk="1" fontAlgn="auto" latinLnBrk="0" hangingPunct="1">
              <a:lnSpc>
                <a:spcPct val="100000"/>
              </a:lnSpc>
              <a:spcBef>
                <a:spcPts val="0"/>
              </a:spcBef>
              <a:spcAft>
                <a:spcPts val="0"/>
              </a:spcAft>
              <a:buClrTx/>
              <a:buSzTx/>
              <a:buFont typeface="Arial"/>
              <a:buChar char="•"/>
              <a:tabLst/>
              <a:defRPr/>
            </a:pPr>
            <a:r>
              <a:rPr kumimoji="0" lang="en-US" altLang="zh-CN" sz="1000" b="0" i="0" u="none" strike="noStrike" kern="1200" cap="none" spc="0" normalizeH="0" baseline="0" noProof="0">
                <a:ln>
                  <a:noFill/>
                </a:ln>
                <a:solidFill>
                  <a:prstClr val="black"/>
                </a:solidFill>
                <a:effectLst/>
                <a:uLnTx/>
                <a:uFillTx/>
                <a:latin typeface="Boehringer Forward Text"/>
                <a:ea typeface="+mn-ea"/>
                <a:cs typeface="+mn-cs"/>
              </a:rPr>
              <a:t>Rare disease </a:t>
            </a:r>
          </a:p>
          <a:p>
            <a:pPr marL="468000" marR="0" lvl="1" indent="-228600" algn="l" defTabSz="914400" rtl="0" eaLnBrk="1" fontAlgn="auto" latinLnBrk="0" hangingPunct="1">
              <a:lnSpc>
                <a:spcPct val="100000"/>
              </a:lnSpc>
              <a:spcBef>
                <a:spcPts val="0"/>
              </a:spcBef>
              <a:spcAft>
                <a:spcPts val="0"/>
              </a:spcAft>
              <a:buClrTx/>
              <a:buSzTx/>
              <a:buFont typeface="Arial"/>
              <a:buChar char="•"/>
              <a:tabLst/>
              <a:defRPr/>
            </a:pPr>
            <a:r>
              <a:rPr kumimoji="0" lang="en-US" altLang="zh-CN" sz="1000" b="0" i="0" u="none" strike="noStrike" kern="1200" cap="none" spc="0" normalizeH="0" baseline="0" noProof="0">
                <a:ln>
                  <a:noFill/>
                </a:ln>
                <a:solidFill>
                  <a:prstClr val="black"/>
                </a:solidFill>
                <a:effectLst/>
                <a:uLnTx/>
                <a:uFillTx/>
                <a:latin typeface="Boehringer Forward Text"/>
                <a:ea typeface="+mn-ea"/>
                <a:cs typeface="+mn-cs"/>
              </a:rPr>
              <a:t>Difficult for PG diagnosis – exclusive diagnosis</a:t>
            </a:r>
            <a:endParaRPr kumimoji="0" lang="zh-CN" altLang="en-US" sz="1000" b="0" i="0" u="none" strike="noStrike" kern="1200" cap="none" spc="0" normalizeH="0" baseline="0" noProof="0">
              <a:ln>
                <a:noFill/>
              </a:ln>
              <a:solidFill>
                <a:prstClr val="black"/>
              </a:solidFill>
              <a:effectLst/>
              <a:uLnTx/>
              <a:uFillTx/>
              <a:latin typeface="Boehringer Forward Text"/>
              <a:ea typeface="+mn-ea"/>
              <a:cs typeface="+mn-cs"/>
            </a:endParaRPr>
          </a:p>
          <a:p>
            <a:pPr marL="468000" marR="0" lvl="1" indent="-228600" algn="l" defTabSz="914400" rtl="0" eaLnBrk="1" fontAlgn="auto" latinLnBrk="0" hangingPunct="1">
              <a:lnSpc>
                <a:spcPct val="100000"/>
              </a:lnSpc>
              <a:spcBef>
                <a:spcPts val="0"/>
              </a:spcBef>
              <a:spcAft>
                <a:spcPts val="0"/>
              </a:spcAft>
              <a:buClrTx/>
              <a:buSzTx/>
              <a:buFont typeface="Arial"/>
              <a:buChar char="•"/>
              <a:tabLst/>
              <a:defRPr/>
            </a:pPr>
            <a:r>
              <a:rPr kumimoji="0" lang="en-US" altLang="zh-CN" sz="1000" b="0" i="0" u="none" strike="noStrike" kern="1200" cap="none" spc="0" normalizeH="0" baseline="0" noProof="0">
                <a:ln>
                  <a:noFill/>
                </a:ln>
                <a:solidFill>
                  <a:prstClr val="black"/>
                </a:solidFill>
                <a:effectLst/>
                <a:uLnTx/>
                <a:uFillTx/>
                <a:latin typeface="Boehringer Forward Text"/>
                <a:ea typeface="+mn-ea"/>
                <a:cs typeface="+mn-cs"/>
              </a:rPr>
              <a:t>Potential patients with stable disease ​(ulcer healed)</a:t>
            </a:r>
          </a:p>
          <a:p>
            <a:pPr marL="468000" marR="0" lvl="1" indent="-228600" algn="l" defTabSz="914400" rtl="0" eaLnBrk="1" fontAlgn="auto" latinLnBrk="0" hangingPunct="1">
              <a:lnSpc>
                <a:spcPct val="100000"/>
              </a:lnSpc>
              <a:spcBef>
                <a:spcPts val="0"/>
              </a:spcBef>
              <a:spcAft>
                <a:spcPts val="0"/>
              </a:spcAft>
              <a:buClrTx/>
              <a:buSzTx/>
              <a:buFont typeface="Arial"/>
              <a:buChar char="•"/>
              <a:tabLst/>
              <a:defRPr/>
            </a:pPr>
            <a:r>
              <a:rPr kumimoji="0" lang="en-US" altLang="zh-CN" sz="1000" b="0" i="0" u="none" strike="noStrike" kern="1200" cap="none" spc="0" normalizeH="0" baseline="0" noProof="0">
                <a:ln>
                  <a:noFill/>
                </a:ln>
                <a:solidFill>
                  <a:prstClr val="black"/>
                </a:solidFill>
                <a:effectLst/>
                <a:uLnTx/>
                <a:uFillTx/>
                <a:latin typeface="Boehringer Forward Text"/>
                <a:ea typeface="+mn-ea"/>
                <a:cs typeface="+mn-cs"/>
              </a:rPr>
              <a:t>Complex comorbidities and treatments of PG</a:t>
            </a:r>
          </a:p>
          <a:p>
            <a:pPr marL="228600" marR="0" lvl="0" indent="-228600" algn="l" defTabSz="914400" rtl="0" eaLnBrk="1" fontAlgn="auto" latinLnBrk="0" hangingPunct="1">
              <a:lnSpc>
                <a:spcPct val="100000"/>
              </a:lnSpc>
              <a:spcBef>
                <a:spcPts val="0"/>
              </a:spcBef>
              <a:spcAft>
                <a:spcPts val="0"/>
              </a:spcAft>
              <a:buClrTx/>
              <a:buSzTx/>
              <a:buFont typeface="Arial"/>
              <a:buChar char="•"/>
              <a:tabLst/>
              <a:defRPr/>
            </a:pPr>
            <a:r>
              <a:rPr kumimoji="0" lang="en-US" altLang="zh-CN" sz="1000" b="1" i="0" u="none" strike="noStrike" kern="1200" cap="none" spc="0" normalizeH="0" baseline="0" noProof="0">
                <a:ln>
                  <a:noFill/>
                </a:ln>
                <a:solidFill>
                  <a:prstClr val="black"/>
                </a:solidFill>
                <a:effectLst/>
                <a:uLnTx/>
                <a:uFillTx/>
                <a:latin typeface="Boehringer Forward Text"/>
                <a:ea typeface="+mn-ea"/>
                <a:cs typeface="+mn-cs"/>
              </a:rPr>
              <a:t>Uncertain patient source: patients scattered in different departments </a:t>
            </a:r>
            <a:r>
              <a:rPr kumimoji="0" lang="en-US" altLang="zh-CN" sz="1000" b="0" i="0" u="none" strike="noStrike" kern="1200" cap="none" spc="0" normalizeH="0" baseline="0" noProof="0">
                <a:ln>
                  <a:noFill/>
                </a:ln>
                <a:solidFill>
                  <a:prstClr val="black"/>
                </a:solidFill>
                <a:effectLst/>
                <a:uLnTx/>
                <a:uFillTx/>
                <a:latin typeface="Boehringer Forward Text"/>
                <a:ea typeface="+mn-ea"/>
                <a:cs typeface="+mn-cs"/>
              </a:rPr>
              <a:t>(dermatology, rheumatology, gastroenterology, burns and traumatology)</a:t>
            </a:r>
            <a:endParaRPr kumimoji="0" lang="en-US" altLang="zh-CN" sz="10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19" name="矩形: 圆角 18">
            <a:extLst>
              <a:ext uri="{FF2B5EF4-FFF2-40B4-BE49-F238E27FC236}">
                <a16:creationId xmlns:a16="http://schemas.microsoft.com/office/drawing/2014/main" id="{03FFE6D2-623D-02D1-F7B3-23FA9F22BED3}"/>
              </a:ext>
            </a:extLst>
          </p:cNvPr>
          <p:cNvSpPr/>
          <p:nvPr/>
        </p:nvSpPr>
        <p:spPr>
          <a:xfrm>
            <a:off x="3759184" y="3497831"/>
            <a:ext cx="7665407" cy="119789"/>
          </a:xfrm>
          <a:prstGeom prst="roundRect">
            <a:avLst/>
          </a:prstGeom>
          <a:solidFill>
            <a:schemeClr val="accent4">
              <a:lumMod val="40000"/>
              <a:lumOff val="60000"/>
            </a:schemeClr>
          </a:solidFill>
          <a:ln w="19050" cap="flat" cmpd="sng" algn="ctr">
            <a:solidFill>
              <a:srgbClr val="FFFFFF"/>
            </a:solidFill>
            <a:prstDash val="solid"/>
            <a:miter lim="800000"/>
          </a:ln>
          <a:effectLst/>
        </p:spPr>
        <p:txBody>
          <a:bodyPr lIns="96000" tIns="96000" rIns="96000" bIns="96000" rtlCol="0" anchor="ctr"/>
          <a:lstStyle/>
          <a:p>
            <a:pPr marL="0" marR="0" lvl="0" indent="0" algn="ctr" defTabSz="1219140" rtl="0" eaLnBrk="1" fontAlgn="base" latinLnBrk="0" hangingPunct="1">
              <a:lnSpc>
                <a:spcPct val="100000"/>
              </a:lnSpc>
              <a:spcBef>
                <a:spcPct val="0"/>
              </a:spcBef>
              <a:spcAft>
                <a:spcPct val="0"/>
              </a:spcAft>
              <a:buClr>
                <a:srgbClr val="FB6D13"/>
              </a:buClr>
              <a:buSzTx/>
              <a:buFontTx/>
              <a:buNone/>
              <a:tabLst/>
              <a:defRPr/>
            </a:pPr>
            <a:r>
              <a:rPr kumimoji="0" lang="en-US" altLang="zh-CN" sz="1000" b="1" i="0" u="none" strike="noStrike" kern="1200" cap="none" spc="0" normalizeH="0" baseline="0" noProof="0">
                <a:ln>
                  <a:noFill/>
                </a:ln>
                <a:solidFill>
                  <a:prstClr val="black"/>
                </a:solidFill>
                <a:effectLst/>
                <a:uLnTx/>
                <a:uFillTx/>
                <a:latin typeface="Boehringer Forward Text"/>
                <a:ea typeface="+mn-ea"/>
                <a:cs typeface="+mn-cs"/>
              </a:rPr>
              <a:t>Pre-screening for potential patients (by sites)</a:t>
            </a:r>
            <a:endParaRPr kumimoji="0" lang="en-US" altLang="zh-CN" sz="1000" b="1" i="0" u="none" strike="noStrike" kern="0" cap="none" spc="0" normalizeH="0" baseline="0" noProof="0">
              <a:ln>
                <a:noFill/>
              </a:ln>
              <a:solidFill>
                <a:prstClr val="black"/>
              </a:solidFill>
              <a:effectLst/>
              <a:uLnTx/>
              <a:uFillTx/>
              <a:latin typeface="Boehringer Forward Text"/>
              <a:ea typeface="黑体" panose="02010609060101010101" pitchFamily="49" charset="-122"/>
              <a:cs typeface="+mn-cs"/>
            </a:endParaRPr>
          </a:p>
        </p:txBody>
      </p:sp>
      <p:sp>
        <p:nvSpPr>
          <p:cNvPr id="21" name="矩形: 圆角 20">
            <a:extLst>
              <a:ext uri="{FF2B5EF4-FFF2-40B4-BE49-F238E27FC236}">
                <a16:creationId xmlns:a16="http://schemas.microsoft.com/office/drawing/2014/main" id="{A8E6939E-F7DB-3874-A5E3-E6329B9EC183}"/>
              </a:ext>
            </a:extLst>
          </p:cNvPr>
          <p:cNvSpPr/>
          <p:nvPr/>
        </p:nvSpPr>
        <p:spPr>
          <a:xfrm>
            <a:off x="3862808" y="3124767"/>
            <a:ext cx="7489775" cy="124170"/>
          </a:xfrm>
          <a:prstGeom prst="roundRect">
            <a:avLst/>
          </a:prstGeom>
          <a:solidFill>
            <a:schemeClr val="accent4">
              <a:lumMod val="40000"/>
              <a:lumOff val="60000"/>
            </a:schemeClr>
          </a:solidFill>
          <a:ln w="19050" cap="flat" cmpd="sng" algn="ctr">
            <a:solidFill>
              <a:srgbClr val="FFFFFF"/>
            </a:solidFill>
            <a:prstDash val="solid"/>
            <a:miter lim="800000"/>
          </a:ln>
          <a:effectLst/>
        </p:spPr>
        <p:txBody>
          <a:bodyPr lIns="96000" tIns="96000" rIns="96000" bIns="96000" rtlCol="0" anchor="ctr"/>
          <a:lstStyle/>
          <a:p>
            <a:pPr marL="0" marR="0" lvl="0" indent="0" algn="ctr" defTabSz="1219140" rtl="0" eaLnBrk="1" fontAlgn="base" latinLnBrk="0" hangingPunct="1">
              <a:lnSpc>
                <a:spcPct val="100000"/>
              </a:lnSpc>
              <a:spcBef>
                <a:spcPct val="0"/>
              </a:spcBef>
              <a:spcAft>
                <a:spcPct val="0"/>
              </a:spcAft>
              <a:buClr>
                <a:srgbClr val="FB6D13"/>
              </a:buClr>
              <a:buSzTx/>
              <a:buFontTx/>
              <a:buNone/>
              <a:tabLst/>
              <a:defRPr/>
            </a:pPr>
            <a:r>
              <a:rPr kumimoji="0" lang="en-US" altLang="zh-CN" sz="1000" b="1" i="0" u="none" strike="noStrike" kern="1200" cap="none" spc="0" normalizeH="0" baseline="0" noProof="0">
                <a:ln>
                  <a:noFill/>
                </a:ln>
                <a:solidFill>
                  <a:prstClr val="black"/>
                </a:solidFill>
                <a:effectLst/>
                <a:uLnTx/>
                <a:uFillTx/>
                <a:latin typeface="Boehringer Forward Text"/>
                <a:ea typeface="+mn-ea"/>
                <a:cs typeface="+mn-cs"/>
              </a:rPr>
              <a:t>Advertisements (by Sites &amp; subsidiary hospitals)</a:t>
            </a:r>
            <a:endParaRPr kumimoji="0" lang="en-US" altLang="zh-CN" sz="1000" b="1" i="0" u="none" strike="noStrike" kern="0" cap="none" spc="0" normalizeH="0" baseline="0" noProof="0">
              <a:ln>
                <a:noFill/>
              </a:ln>
              <a:solidFill>
                <a:prstClr val="black"/>
              </a:solidFill>
              <a:effectLst/>
              <a:uLnTx/>
              <a:uFillTx/>
              <a:latin typeface="Boehringer Forward Text"/>
              <a:ea typeface="黑体" panose="02010609060101010101" pitchFamily="49" charset="-122"/>
              <a:cs typeface="+mn-cs"/>
            </a:endParaRPr>
          </a:p>
        </p:txBody>
      </p:sp>
      <p:sp>
        <p:nvSpPr>
          <p:cNvPr id="15" name="Rectangle: Rounded Corners 24">
            <a:extLst>
              <a:ext uri="{FF2B5EF4-FFF2-40B4-BE49-F238E27FC236}">
                <a16:creationId xmlns:a16="http://schemas.microsoft.com/office/drawing/2014/main" id="{54EADCAD-8C07-FD09-2D58-5ADD68D35BEC}"/>
              </a:ext>
            </a:extLst>
          </p:cNvPr>
          <p:cNvSpPr/>
          <p:nvPr/>
        </p:nvSpPr>
        <p:spPr>
          <a:xfrm>
            <a:off x="4035201" y="4701951"/>
            <a:ext cx="3570053" cy="140548"/>
          </a:xfrm>
          <a:prstGeom prst="roundRect">
            <a:avLst>
              <a:gd name="adj" fmla="val 50000"/>
            </a:avLst>
          </a:prstGeom>
          <a:solidFill>
            <a:schemeClr val="accent2">
              <a:lumMod val="20000"/>
              <a:lumOff val="80000"/>
            </a:schemeClr>
          </a:solidFill>
          <a:ln w="19050" cap="flat" cmpd="sng" algn="ctr">
            <a:solidFill>
              <a:srgbClr val="FFFFFF"/>
            </a:solidFill>
            <a:prstDash val="solid"/>
            <a:miter lim="800000"/>
          </a:ln>
          <a:effectLst/>
        </p:spPr>
        <p:txBody>
          <a:bodyPr lIns="96000" tIns="96000" rIns="96000" bIns="96000" rtlCol="0" anchor="ctr"/>
          <a:lstStyle/>
          <a:p>
            <a:pPr marL="0" marR="0" lvl="0" indent="0" algn="ctr" defTabSz="1219140" rtl="0" eaLnBrk="1" fontAlgn="base" latinLnBrk="0" hangingPunct="1">
              <a:lnSpc>
                <a:spcPct val="100000"/>
              </a:lnSpc>
              <a:spcBef>
                <a:spcPct val="0"/>
              </a:spcBef>
              <a:spcAft>
                <a:spcPct val="0"/>
              </a:spcAft>
              <a:buClr>
                <a:srgbClr val="FB6D13"/>
              </a:buClr>
              <a:buSzTx/>
              <a:buFontTx/>
              <a:buNone/>
              <a:tabLst/>
              <a:defRPr/>
            </a:pPr>
            <a:r>
              <a:rPr kumimoji="0" lang="en-US" sz="800" b="1" i="0" u="none" strike="noStrike" kern="0" cap="none" spc="0" normalizeH="0" baseline="0" noProof="0">
                <a:ln>
                  <a:noFill/>
                </a:ln>
                <a:solidFill>
                  <a:prstClr val="black"/>
                </a:solidFill>
                <a:effectLst/>
                <a:uLnTx/>
                <a:uFillTx/>
                <a:latin typeface="Boehringer Forward Text"/>
                <a:ea typeface="黑体"/>
                <a:cs typeface="+mn-cs"/>
                <a:sym typeface="Helvetica"/>
              </a:rPr>
              <a:t>MSL Activities (site engagement and referral mapping)</a:t>
            </a:r>
          </a:p>
        </p:txBody>
      </p:sp>
      <p:sp>
        <p:nvSpPr>
          <p:cNvPr id="22" name="Rectangle: Rounded Corners 25">
            <a:extLst>
              <a:ext uri="{FF2B5EF4-FFF2-40B4-BE49-F238E27FC236}">
                <a16:creationId xmlns:a16="http://schemas.microsoft.com/office/drawing/2014/main" id="{280E3DDD-BB30-9912-A035-D5C7CD5C3AE2}"/>
              </a:ext>
            </a:extLst>
          </p:cNvPr>
          <p:cNvSpPr/>
          <p:nvPr/>
        </p:nvSpPr>
        <p:spPr>
          <a:xfrm>
            <a:off x="4036261" y="4873066"/>
            <a:ext cx="3570053" cy="157951"/>
          </a:xfrm>
          <a:prstGeom prst="roundRect">
            <a:avLst>
              <a:gd name="adj" fmla="val 50000"/>
            </a:avLst>
          </a:prstGeom>
          <a:solidFill>
            <a:schemeClr val="accent2">
              <a:lumMod val="20000"/>
              <a:lumOff val="80000"/>
            </a:schemeClr>
          </a:solidFill>
          <a:ln w="19050" cap="flat" cmpd="sng" algn="ctr">
            <a:solidFill>
              <a:srgbClr val="FFFFFF"/>
            </a:solidFill>
            <a:prstDash val="solid"/>
            <a:miter lim="800000"/>
          </a:ln>
          <a:effectLst/>
        </p:spPr>
        <p:txBody>
          <a:bodyPr lIns="96000" tIns="96000" rIns="96000" bIns="96000" rtlCol="0" anchor="ctr"/>
          <a:lstStyle/>
          <a:p>
            <a:pPr marL="0" marR="0" lvl="0" indent="0" algn="ctr" defTabSz="1219140" rtl="0" eaLnBrk="1" fontAlgn="base" latinLnBrk="0" hangingPunct="1">
              <a:lnSpc>
                <a:spcPct val="100000"/>
              </a:lnSpc>
              <a:spcBef>
                <a:spcPct val="0"/>
              </a:spcBef>
              <a:spcAft>
                <a:spcPct val="0"/>
              </a:spcAft>
              <a:buClr>
                <a:srgbClr val="FB6D13"/>
              </a:buClr>
              <a:buSzTx/>
              <a:buFontTx/>
              <a:buNone/>
              <a:tabLst/>
              <a:defRPr/>
            </a:pPr>
            <a:r>
              <a:rPr kumimoji="0" lang="en-US" sz="800" b="1" i="0" u="none" strike="noStrike" kern="0" cap="none" spc="0" normalizeH="0" baseline="0" noProof="0">
                <a:ln>
                  <a:noFill/>
                </a:ln>
                <a:solidFill>
                  <a:prstClr val="black"/>
                </a:solidFill>
                <a:effectLst/>
                <a:uLnTx/>
                <a:uFillTx/>
                <a:latin typeface="Boehringer Forward Text"/>
                <a:ea typeface="黑体"/>
                <a:cs typeface="+mn-cs"/>
                <a:sym typeface="Helvetica"/>
              </a:rPr>
              <a:t>HCP and Patient Trial Materials</a:t>
            </a:r>
          </a:p>
        </p:txBody>
      </p:sp>
      <p:sp>
        <p:nvSpPr>
          <p:cNvPr id="26" name="Rectangle: Rounded Corners 2">
            <a:extLst>
              <a:ext uri="{FF2B5EF4-FFF2-40B4-BE49-F238E27FC236}">
                <a16:creationId xmlns:a16="http://schemas.microsoft.com/office/drawing/2014/main" id="{40070409-39D7-F7E6-791A-87E5AC5F07FF}"/>
              </a:ext>
            </a:extLst>
          </p:cNvPr>
          <p:cNvSpPr/>
          <p:nvPr/>
        </p:nvSpPr>
        <p:spPr>
          <a:xfrm>
            <a:off x="4100907" y="5096527"/>
            <a:ext cx="3490195" cy="166849"/>
          </a:xfrm>
          <a:prstGeom prst="roundRect">
            <a:avLst>
              <a:gd name="adj" fmla="val 50000"/>
            </a:avLst>
          </a:prstGeom>
          <a:solidFill>
            <a:schemeClr val="accent2">
              <a:lumMod val="20000"/>
              <a:lumOff val="80000"/>
            </a:schemeClr>
          </a:solidFill>
          <a:ln w="19050" cap="flat" cmpd="sng" algn="ctr">
            <a:solidFill>
              <a:srgbClr val="FFFFFF"/>
            </a:solidFill>
            <a:prstDash val="solid"/>
            <a:miter lim="800000"/>
          </a:ln>
          <a:effectLst/>
        </p:spPr>
        <p:txBody>
          <a:bodyPr lIns="96000" tIns="96000" rIns="96000" bIns="96000" rtlCol="0" anchor="ctr"/>
          <a:lstStyle/>
          <a:p>
            <a:pPr marL="0" marR="0" lvl="0" indent="0" algn="ctr" defTabSz="1219140" rtl="0" eaLnBrk="1" fontAlgn="base" latinLnBrk="0" hangingPunct="1">
              <a:lnSpc>
                <a:spcPct val="100000"/>
              </a:lnSpc>
              <a:spcBef>
                <a:spcPct val="0"/>
              </a:spcBef>
              <a:spcAft>
                <a:spcPct val="0"/>
              </a:spcAft>
              <a:buClr>
                <a:srgbClr val="FB6D13"/>
              </a:buClr>
              <a:buSzTx/>
              <a:buFontTx/>
              <a:buNone/>
              <a:tabLst/>
              <a:defRPr/>
            </a:pPr>
            <a:r>
              <a:rPr kumimoji="0" lang="en-US" sz="800" b="1" i="0" u="none" strike="noStrike" kern="0" cap="none" spc="0" normalizeH="0" baseline="0" noProof="0">
                <a:ln>
                  <a:noFill/>
                </a:ln>
                <a:solidFill>
                  <a:prstClr val="black"/>
                </a:solidFill>
                <a:effectLst/>
                <a:uLnTx/>
                <a:uFillTx/>
                <a:latin typeface="Boehringer Forward Text"/>
                <a:ea typeface="黑体"/>
                <a:cs typeface="+mn-cs"/>
                <a:sym typeface="Helvetica"/>
              </a:rPr>
              <a:t>Trial Awareness  @  congresses (Derm, GI, Rheum, Wound Care)</a:t>
            </a:r>
          </a:p>
        </p:txBody>
      </p:sp>
      <p:sp>
        <p:nvSpPr>
          <p:cNvPr id="29" name="Rectangle: Rounded Corners 25">
            <a:extLst>
              <a:ext uri="{FF2B5EF4-FFF2-40B4-BE49-F238E27FC236}">
                <a16:creationId xmlns:a16="http://schemas.microsoft.com/office/drawing/2014/main" id="{140AE351-499F-184D-A734-EA06F20FDE46}"/>
              </a:ext>
            </a:extLst>
          </p:cNvPr>
          <p:cNvSpPr/>
          <p:nvPr/>
        </p:nvSpPr>
        <p:spPr>
          <a:xfrm>
            <a:off x="3926433" y="5527221"/>
            <a:ext cx="3740682" cy="155637"/>
          </a:xfrm>
          <a:prstGeom prst="roundRect">
            <a:avLst>
              <a:gd name="adj" fmla="val 50000"/>
            </a:avLst>
          </a:prstGeom>
          <a:solidFill>
            <a:schemeClr val="accent2">
              <a:lumMod val="20000"/>
              <a:lumOff val="80000"/>
            </a:schemeClr>
          </a:solidFill>
          <a:ln w="19050" cap="flat" cmpd="sng" algn="ctr">
            <a:solidFill>
              <a:srgbClr val="FFFFFF"/>
            </a:solidFill>
            <a:prstDash val="solid"/>
            <a:miter lim="800000"/>
          </a:ln>
          <a:effectLst/>
        </p:spPr>
        <p:txBody>
          <a:bodyPr lIns="96000" tIns="96000" rIns="96000" bIns="96000" rtlCol="0" anchor="ctr"/>
          <a:lstStyle/>
          <a:p>
            <a:pPr marL="0" marR="0" lvl="0" indent="0" algn="ctr" defTabSz="1219140" rtl="0" eaLnBrk="1" fontAlgn="base" latinLnBrk="0" hangingPunct="1">
              <a:lnSpc>
                <a:spcPct val="100000"/>
              </a:lnSpc>
              <a:spcBef>
                <a:spcPct val="0"/>
              </a:spcBef>
              <a:spcAft>
                <a:spcPct val="0"/>
              </a:spcAft>
              <a:buClr>
                <a:srgbClr val="FB6D13"/>
              </a:buClr>
              <a:buSzTx/>
              <a:buFontTx/>
              <a:buNone/>
              <a:tabLst/>
              <a:defRPr/>
            </a:pPr>
            <a:r>
              <a:rPr kumimoji="0" lang="en-US" sz="800" b="1" i="0" u="none" strike="noStrike" kern="0" cap="none" spc="0" normalizeH="0" baseline="0" noProof="0">
                <a:ln>
                  <a:noFill/>
                </a:ln>
                <a:solidFill>
                  <a:prstClr val="black"/>
                </a:solidFill>
                <a:effectLst/>
                <a:uLnTx/>
                <a:uFillTx/>
                <a:latin typeface="Boehringer Forward Text"/>
                <a:ea typeface="黑体"/>
                <a:cs typeface="+mn-cs"/>
                <a:sym typeface="Helvetica"/>
              </a:rPr>
              <a:t>Monthly meeting with CD&amp;O to share medical insights</a:t>
            </a:r>
          </a:p>
        </p:txBody>
      </p:sp>
      <p:sp>
        <p:nvSpPr>
          <p:cNvPr id="30" name="矩形 29">
            <a:extLst>
              <a:ext uri="{FF2B5EF4-FFF2-40B4-BE49-F238E27FC236}">
                <a16:creationId xmlns:a16="http://schemas.microsoft.com/office/drawing/2014/main" id="{B3B77EBA-BA30-D134-BAF5-39C74F5E91F1}"/>
              </a:ext>
            </a:extLst>
          </p:cNvPr>
          <p:cNvSpPr/>
          <p:nvPr/>
        </p:nvSpPr>
        <p:spPr bwMode="gray">
          <a:xfrm>
            <a:off x="2271423" y="5711637"/>
            <a:ext cx="1024597" cy="346279"/>
          </a:xfrm>
          <a:prstGeom prst="rect">
            <a:avLst/>
          </a:prstGeom>
          <a:solidFill>
            <a:schemeClr val="accent6">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Boehringer Forward Text"/>
                <a:ea typeface="+mn-ea"/>
                <a:cs typeface="+mn-cs"/>
              </a:rPr>
              <a:t>CFT</a:t>
            </a: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1" name="Rectangle: Rounded Corners 25">
            <a:extLst>
              <a:ext uri="{FF2B5EF4-FFF2-40B4-BE49-F238E27FC236}">
                <a16:creationId xmlns:a16="http://schemas.microsoft.com/office/drawing/2014/main" id="{92BEEDB7-AACD-799F-2E74-45265AB977F1}"/>
              </a:ext>
            </a:extLst>
          </p:cNvPr>
          <p:cNvSpPr/>
          <p:nvPr/>
        </p:nvSpPr>
        <p:spPr>
          <a:xfrm>
            <a:off x="4914378" y="5794064"/>
            <a:ext cx="2179520" cy="147063"/>
          </a:xfrm>
          <a:prstGeom prst="roundRect">
            <a:avLst>
              <a:gd name="adj" fmla="val 50000"/>
            </a:avLst>
          </a:prstGeom>
          <a:solidFill>
            <a:schemeClr val="accent6">
              <a:lumMod val="20000"/>
              <a:lumOff val="80000"/>
            </a:schemeClr>
          </a:solidFill>
          <a:ln w="19050" cap="flat" cmpd="sng" algn="ctr">
            <a:solidFill>
              <a:srgbClr val="FFFFFF"/>
            </a:solidFill>
            <a:prstDash val="solid"/>
            <a:miter lim="800000"/>
          </a:ln>
          <a:effectLst/>
        </p:spPr>
        <p:txBody>
          <a:bodyPr lIns="96000" tIns="96000" rIns="96000" bIns="96000" rtlCol="0" anchor="ctr"/>
          <a:lstStyle/>
          <a:p>
            <a:pPr marL="0" marR="0" lvl="0" indent="0" algn="ctr" defTabSz="1219140" rtl="0" eaLnBrk="1" fontAlgn="base" latinLnBrk="0" hangingPunct="1">
              <a:lnSpc>
                <a:spcPct val="100000"/>
              </a:lnSpc>
              <a:spcBef>
                <a:spcPct val="0"/>
              </a:spcBef>
              <a:spcAft>
                <a:spcPct val="0"/>
              </a:spcAft>
              <a:buClr>
                <a:srgbClr val="FB6D13"/>
              </a:buClr>
              <a:buSzTx/>
              <a:buFontTx/>
              <a:buNone/>
              <a:tabLst/>
              <a:defRPr/>
            </a:pPr>
            <a:r>
              <a:rPr kumimoji="0" lang="en-US" sz="800" b="1" i="0" u="none" strike="noStrike" kern="0" cap="none" spc="0" normalizeH="0" baseline="0" noProof="0">
                <a:ln>
                  <a:noFill/>
                </a:ln>
                <a:solidFill>
                  <a:prstClr val="black"/>
                </a:solidFill>
                <a:effectLst/>
                <a:uLnTx/>
                <a:uFillTx/>
                <a:latin typeface="Boehringer Forward Text"/>
                <a:ea typeface="黑体"/>
                <a:cs typeface="+mn-cs"/>
                <a:sym typeface="Helvetica"/>
              </a:rPr>
              <a:t> leverage by PAG support</a:t>
            </a:r>
          </a:p>
        </p:txBody>
      </p:sp>
      <p:sp>
        <p:nvSpPr>
          <p:cNvPr id="32" name="Rectangle: Rounded Corners 25">
            <a:extLst>
              <a:ext uri="{FF2B5EF4-FFF2-40B4-BE49-F238E27FC236}">
                <a16:creationId xmlns:a16="http://schemas.microsoft.com/office/drawing/2014/main" id="{1BD9CA14-E3A8-2F67-BE0C-F448950F334F}"/>
              </a:ext>
            </a:extLst>
          </p:cNvPr>
          <p:cNvSpPr/>
          <p:nvPr/>
        </p:nvSpPr>
        <p:spPr>
          <a:xfrm>
            <a:off x="4914378" y="6001680"/>
            <a:ext cx="2179520" cy="112768"/>
          </a:xfrm>
          <a:prstGeom prst="roundRect">
            <a:avLst>
              <a:gd name="adj" fmla="val 50000"/>
            </a:avLst>
          </a:prstGeom>
          <a:solidFill>
            <a:schemeClr val="accent6">
              <a:lumMod val="20000"/>
              <a:lumOff val="80000"/>
            </a:schemeClr>
          </a:solidFill>
          <a:ln w="19050" cap="flat" cmpd="sng" algn="ctr">
            <a:solidFill>
              <a:srgbClr val="FFFFFF"/>
            </a:solidFill>
            <a:prstDash val="solid"/>
            <a:miter lim="800000"/>
          </a:ln>
          <a:effectLst/>
        </p:spPr>
        <p:txBody>
          <a:bodyPr lIns="96000" tIns="96000" rIns="96000" bIns="96000" rtlCol="0" anchor="ctr"/>
          <a:lstStyle/>
          <a:p>
            <a:pPr marL="0" marR="0" lvl="0" indent="0" algn="ctr" defTabSz="1219140" rtl="0" eaLnBrk="1" fontAlgn="base" latinLnBrk="0" hangingPunct="1">
              <a:lnSpc>
                <a:spcPct val="100000"/>
              </a:lnSpc>
              <a:spcBef>
                <a:spcPct val="0"/>
              </a:spcBef>
              <a:spcAft>
                <a:spcPct val="0"/>
              </a:spcAft>
              <a:buClr>
                <a:srgbClr val="FB6D13"/>
              </a:buClr>
              <a:buSzTx/>
              <a:buFontTx/>
              <a:buNone/>
              <a:tabLst/>
              <a:defRPr/>
            </a:pPr>
            <a:r>
              <a:rPr kumimoji="0" lang="en-US" sz="800" b="1" i="0" u="none" strike="noStrike" kern="0" cap="none" spc="0" normalizeH="0" baseline="0" noProof="0">
                <a:ln>
                  <a:noFill/>
                </a:ln>
                <a:solidFill>
                  <a:prstClr val="black"/>
                </a:solidFill>
                <a:effectLst/>
                <a:uLnTx/>
                <a:uFillTx/>
                <a:latin typeface="Boehringer Forward Text"/>
                <a:ea typeface="黑体"/>
                <a:cs typeface="+mn-cs"/>
                <a:sym typeface="Helvetica"/>
              </a:rPr>
              <a:t>Media Outreach</a:t>
            </a:r>
          </a:p>
        </p:txBody>
      </p:sp>
      <p:sp>
        <p:nvSpPr>
          <p:cNvPr id="17" name="矩形: 圆角 16">
            <a:extLst>
              <a:ext uri="{FF2B5EF4-FFF2-40B4-BE49-F238E27FC236}">
                <a16:creationId xmlns:a16="http://schemas.microsoft.com/office/drawing/2014/main" id="{80943377-D6E8-B4B8-4D7C-DC9F10096468}"/>
              </a:ext>
            </a:extLst>
          </p:cNvPr>
          <p:cNvSpPr/>
          <p:nvPr/>
        </p:nvSpPr>
        <p:spPr>
          <a:xfrm>
            <a:off x="5007862" y="4063161"/>
            <a:ext cx="1564587" cy="139917"/>
          </a:xfrm>
          <a:prstGeom prst="roundRect">
            <a:avLst/>
          </a:prstGeom>
          <a:solidFill>
            <a:schemeClr val="accent4">
              <a:lumMod val="40000"/>
              <a:lumOff val="60000"/>
            </a:schemeClr>
          </a:solidFill>
          <a:ln w="19050" cap="flat" cmpd="sng" algn="ctr">
            <a:solidFill>
              <a:srgbClr val="FFFFFF"/>
            </a:solidFill>
            <a:prstDash val="solid"/>
            <a:miter lim="800000"/>
          </a:ln>
          <a:effectLst/>
        </p:spPr>
        <p:txBody>
          <a:bodyPr lIns="96000" tIns="96000" rIns="96000" bIns="96000" rtlCol="0" anchor="ctr"/>
          <a:lstStyle/>
          <a:p>
            <a:pPr marL="0" marR="0" lvl="0" indent="0" algn="ctr" defTabSz="1219140" rtl="0" eaLnBrk="1" fontAlgn="base" latinLnBrk="0" hangingPunct="1">
              <a:lnSpc>
                <a:spcPct val="100000"/>
              </a:lnSpc>
              <a:spcBef>
                <a:spcPct val="0"/>
              </a:spcBef>
              <a:spcAft>
                <a:spcPct val="0"/>
              </a:spcAft>
              <a:buClr>
                <a:srgbClr val="FB6D13"/>
              </a:buClr>
              <a:buSzTx/>
              <a:buFontTx/>
              <a:buNone/>
              <a:tabLst/>
              <a:defRPr/>
            </a:pPr>
            <a:r>
              <a:rPr kumimoji="0" lang="en-US" altLang="zh-CN" sz="1000" b="1" i="0" u="none" strike="noStrike" kern="0" cap="none" spc="0" normalizeH="0" baseline="0" noProof="0">
                <a:ln>
                  <a:noFill/>
                </a:ln>
                <a:solidFill>
                  <a:prstClr val="black"/>
                </a:solidFill>
                <a:effectLst/>
                <a:uLnTx/>
                <a:uFillTx/>
                <a:latin typeface="Boehringer Forward Text"/>
                <a:ea typeface="黑体"/>
                <a:cs typeface="+mn-cs"/>
              </a:rPr>
              <a:t>CRA refresh training</a:t>
            </a:r>
            <a:endParaRPr kumimoji="0" lang="en-US" altLang="zh-CN" sz="1000" b="1" i="0" u="none" strike="noStrike" kern="0" cap="none" spc="0" normalizeH="0" baseline="0" noProof="0">
              <a:ln>
                <a:noFill/>
              </a:ln>
              <a:solidFill>
                <a:prstClr val="black"/>
              </a:solidFill>
              <a:effectLst/>
              <a:uLnTx/>
              <a:uFillTx/>
              <a:latin typeface="Boehringer Forward Text"/>
              <a:ea typeface="黑体" panose="02010609060101010101" pitchFamily="49" charset="-122"/>
              <a:cs typeface="+mn-cs"/>
            </a:endParaRPr>
          </a:p>
        </p:txBody>
      </p:sp>
      <p:sp>
        <p:nvSpPr>
          <p:cNvPr id="35" name="矩形: 圆角 34">
            <a:extLst>
              <a:ext uri="{FF2B5EF4-FFF2-40B4-BE49-F238E27FC236}">
                <a16:creationId xmlns:a16="http://schemas.microsoft.com/office/drawing/2014/main" id="{17A1E7A8-D1FB-B458-E394-98B678BE9A53}"/>
              </a:ext>
            </a:extLst>
          </p:cNvPr>
          <p:cNvSpPr/>
          <p:nvPr/>
        </p:nvSpPr>
        <p:spPr>
          <a:xfrm>
            <a:off x="6566505" y="4242574"/>
            <a:ext cx="1024597" cy="109796"/>
          </a:xfrm>
          <a:prstGeom prst="roundRect">
            <a:avLst/>
          </a:prstGeom>
          <a:solidFill>
            <a:schemeClr val="accent4">
              <a:lumMod val="40000"/>
              <a:lumOff val="60000"/>
            </a:schemeClr>
          </a:solidFill>
          <a:ln w="19050" cap="flat" cmpd="sng" algn="ctr">
            <a:solidFill>
              <a:srgbClr val="FFFFFF"/>
            </a:solidFill>
            <a:prstDash val="solid"/>
            <a:miter lim="800000"/>
          </a:ln>
          <a:effectLst/>
        </p:spPr>
        <p:txBody>
          <a:bodyPr lIns="96000" tIns="96000" rIns="96000" bIns="96000" rtlCol="0" anchor="ctr"/>
          <a:lstStyle/>
          <a:p>
            <a:pPr marL="0" marR="0" lvl="0" indent="0" algn="ctr" defTabSz="1219140" rtl="0" eaLnBrk="1" fontAlgn="base" latinLnBrk="0" hangingPunct="1">
              <a:lnSpc>
                <a:spcPct val="100000"/>
              </a:lnSpc>
              <a:spcBef>
                <a:spcPct val="0"/>
              </a:spcBef>
              <a:spcAft>
                <a:spcPct val="0"/>
              </a:spcAft>
              <a:buClr>
                <a:srgbClr val="FB6D13"/>
              </a:buClr>
              <a:buSzTx/>
              <a:buFontTx/>
              <a:buNone/>
              <a:tabLst/>
              <a:defRPr/>
            </a:pPr>
            <a:endParaRPr kumimoji="0" lang="en-US" altLang="zh-CN" sz="1000" b="1" i="0" u="none" strike="noStrike" kern="0" cap="none" spc="0" normalizeH="0" baseline="0" noProof="0">
              <a:ln>
                <a:noFill/>
              </a:ln>
              <a:solidFill>
                <a:prstClr val="black"/>
              </a:solidFill>
              <a:effectLst/>
              <a:uLnTx/>
              <a:uFillTx/>
              <a:latin typeface="Boehringer Forward Text"/>
              <a:ea typeface="黑体" panose="02010609060101010101" pitchFamily="49" charset="-122"/>
              <a:cs typeface="+mn-cs"/>
            </a:endParaRPr>
          </a:p>
        </p:txBody>
      </p:sp>
      <p:sp>
        <p:nvSpPr>
          <p:cNvPr id="38" name="矩形: 圆角 37">
            <a:extLst>
              <a:ext uri="{FF2B5EF4-FFF2-40B4-BE49-F238E27FC236}">
                <a16:creationId xmlns:a16="http://schemas.microsoft.com/office/drawing/2014/main" id="{B88870F1-D217-0B9F-EB45-2A33A551567B}"/>
              </a:ext>
            </a:extLst>
          </p:cNvPr>
          <p:cNvSpPr/>
          <p:nvPr/>
        </p:nvSpPr>
        <p:spPr>
          <a:xfrm>
            <a:off x="6168080" y="4432252"/>
            <a:ext cx="935477" cy="119790"/>
          </a:xfrm>
          <a:prstGeom prst="roundRect">
            <a:avLst/>
          </a:prstGeom>
          <a:solidFill>
            <a:schemeClr val="accent4">
              <a:lumMod val="40000"/>
              <a:lumOff val="60000"/>
            </a:schemeClr>
          </a:solidFill>
          <a:ln w="19050" cap="flat" cmpd="sng" algn="ctr">
            <a:solidFill>
              <a:srgbClr val="FFFFFF"/>
            </a:solidFill>
            <a:prstDash val="solid"/>
            <a:miter lim="800000"/>
          </a:ln>
          <a:effectLst/>
        </p:spPr>
        <p:txBody>
          <a:bodyPr lIns="96000" tIns="96000" rIns="96000" bIns="96000" rtlCol="0" anchor="ctr"/>
          <a:lstStyle/>
          <a:p>
            <a:pPr marL="0" marR="0" lvl="0" indent="0" algn="ctr" defTabSz="1219140" rtl="0" eaLnBrk="1" fontAlgn="base" latinLnBrk="0" hangingPunct="1">
              <a:lnSpc>
                <a:spcPct val="100000"/>
              </a:lnSpc>
              <a:spcBef>
                <a:spcPct val="0"/>
              </a:spcBef>
              <a:spcAft>
                <a:spcPct val="0"/>
              </a:spcAft>
              <a:buClr>
                <a:srgbClr val="FB6D13"/>
              </a:buClr>
              <a:buSzTx/>
              <a:buFontTx/>
              <a:buNone/>
              <a:tabLst/>
              <a:defRPr/>
            </a:pPr>
            <a:endParaRPr kumimoji="0" lang="en-US" altLang="zh-CN" sz="1000" b="1" i="0" u="none" strike="noStrike" kern="0" cap="none" spc="0" normalizeH="0" baseline="0" noProof="0">
              <a:ln>
                <a:noFill/>
              </a:ln>
              <a:solidFill>
                <a:prstClr val="black"/>
              </a:solidFill>
              <a:effectLst/>
              <a:uLnTx/>
              <a:uFillTx/>
              <a:latin typeface="Boehringer Forward Text"/>
              <a:ea typeface="黑体" panose="02010609060101010101" pitchFamily="49" charset="-122"/>
              <a:cs typeface="+mn-cs"/>
            </a:endParaRPr>
          </a:p>
        </p:txBody>
      </p:sp>
      <p:sp>
        <p:nvSpPr>
          <p:cNvPr id="39" name="文本框 38">
            <a:extLst>
              <a:ext uri="{FF2B5EF4-FFF2-40B4-BE49-F238E27FC236}">
                <a16:creationId xmlns:a16="http://schemas.microsoft.com/office/drawing/2014/main" id="{3FAC8178-1E2C-1913-3B73-030B3E854BD0}"/>
              </a:ext>
            </a:extLst>
          </p:cNvPr>
          <p:cNvSpPr txBox="1"/>
          <p:nvPr/>
        </p:nvSpPr>
        <p:spPr bwMode="gray">
          <a:xfrm>
            <a:off x="5486356" y="4368458"/>
            <a:ext cx="3011531" cy="197426"/>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1" i="0" u="none" strike="noStrike" kern="0" cap="none" spc="0" normalizeH="0" baseline="0" noProof="0">
                <a:ln>
                  <a:noFill/>
                </a:ln>
                <a:solidFill>
                  <a:prstClr val="black"/>
                </a:solidFill>
                <a:effectLst/>
                <a:uLnTx/>
                <a:uFillTx/>
                <a:latin typeface="Boehringer Forward Text"/>
                <a:ea typeface="黑体" panose="02010609060101010101" pitchFamily="49" charset="-122"/>
                <a:cs typeface="+mn-cs"/>
              </a:rPr>
              <a:t>Investigator Exchange forum </a:t>
            </a:r>
            <a:r>
              <a:rPr kumimoji="0" lang="en-US" altLang="zh-CN" sz="600" b="0" i="0" u="none" strike="noStrike" kern="0" cap="none" spc="0" normalizeH="0" baseline="0" noProof="0">
                <a:ln>
                  <a:noFill/>
                </a:ln>
                <a:solidFill>
                  <a:prstClr val="black"/>
                </a:solidFill>
                <a:effectLst/>
                <a:uLnTx/>
                <a:uFillTx/>
                <a:latin typeface="Boehringer Forward Text"/>
                <a:ea typeface="黑体" panose="02010609060101010101" pitchFamily="49" charset="-122"/>
                <a:cs typeface="+mn-cs"/>
              </a:rPr>
              <a:t>@ CHN7</a:t>
            </a:r>
            <a:endParaRPr kumimoji="0" lang="en-US" altLang="zh-CN" sz="1000" b="0" i="0" u="none" strike="noStrike" kern="0" cap="none" spc="0" normalizeH="0" baseline="0" noProof="0">
              <a:ln>
                <a:noFill/>
              </a:ln>
              <a:solidFill>
                <a:prstClr val="black"/>
              </a:solidFill>
              <a:effectLst/>
              <a:uLnTx/>
              <a:uFillTx/>
              <a:latin typeface="Boehringer Forward Text"/>
              <a:ea typeface="黑体" panose="02010609060101010101" pitchFamily="49" charset="-122"/>
              <a:cs typeface="+mn-cs"/>
            </a:endParaRPr>
          </a:p>
        </p:txBody>
      </p:sp>
      <p:sp>
        <p:nvSpPr>
          <p:cNvPr id="40" name="矩形: 圆角 39">
            <a:extLst>
              <a:ext uri="{FF2B5EF4-FFF2-40B4-BE49-F238E27FC236}">
                <a16:creationId xmlns:a16="http://schemas.microsoft.com/office/drawing/2014/main" id="{FAF0E558-C376-B8F9-52A7-46F4CC5CC386}"/>
              </a:ext>
            </a:extLst>
          </p:cNvPr>
          <p:cNvSpPr/>
          <p:nvPr/>
        </p:nvSpPr>
        <p:spPr>
          <a:xfrm>
            <a:off x="7753130" y="4339773"/>
            <a:ext cx="3671461" cy="119789"/>
          </a:xfrm>
          <a:prstGeom prst="roundRect">
            <a:avLst/>
          </a:prstGeom>
          <a:solidFill>
            <a:schemeClr val="accent4">
              <a:lumMod val="40000"/>
              <a:lumOff val="60000"/>
            </a:schemeClr>
          </a:solidFill>
          <a:ln w="19050" cap="flat" cmpd="sng" algn="ctr">
            <a:solidFill>
              <a:srgbClr val="FFFFFF"/>
            </a:solidFill>
            <a:prstDash val="solid"/>
            <a:miter lim="800000"/>
          </a:ln>
          <a:effectLst/>
        </p:spPr>
        <p:txBody>
          <a:bodyPr lIns="96000" tIns="96000" rIns="96000" bIns="96000" rtlCol="0" anchor="ctr"/>
          <a:lstStyle/>
          <a:p>
            <a:pPr marL="0" marR="0" lvl="0" indent="0" algn="ctr" defTabSz="1219140" rtl="0" eaLnBrk="1" fontAlgn="base" latinLnBrk="0" hangingPunct="1">
              <a:lnSpc>
                <a:spcPct val="100000"/>
              </a:lnSpc>
              <a:spcBef>
                <a:spcPct val="0"/>
              </a:spcBef>
              <a:spcAft>
                <a:spcPct val="0"/>
              </a:spcAft>
              <a:buClr>
                <a:srgbClr val="FB6D13"/>
              </a:buClr>
              <a:buSzTx/>
              <a:buFontTx/>
              <a:buNone/>
              <a:tabLst/>
              <a:defRPr/>
            </a:pPr>
            <a:r>
              <a:rPr kumimoji="0" lang="en-US" altLang="zh-CN" sz="1000" b="1" i="0" u="none" strike="noStrike" kern="0" cap="none" spc="0" normalizeH="0" baseline="0" noProof="0">
                <a:ln>
                  <a:noFill/>
                </a:ln>
                <a:solidFill>
                  <a:prstClr val="black"/>
                </a:solidFill>
                <a:effectLst/>
                <a:uLnTx/>
                <a:uFillTx/>
                <a:latin typeface="Boehringer Forward Text"/>
                <a:ea typeface="黑体" panose="02010609060101010101" pitchFamily="49" charset="-122"/>
                <a:cs typeface="+mn-cs"/>
              </a:rPr>
              <a:t>Investigator Exchange forum per needs</a:t>
            </a:r>
          </a:p>
        </p:txBody>
      </p:sp>
      <p:sp>
        <p:nvSpPr>
          <p:cNvPr id="41" name="文本框 40">
            <a:extLst>
              <a:ext uri="{FF2B5EF4-FFF2-40B4-BE49-F238E27FC236}">
                <a16:creationId xmlns:a16="http://schemas.microsoft.com/office/drawing/2014/main" id="{88C48E38-C922-7C31-35D0-E922DDEC65D9}"/>
              </a:ext>
            </a:extLst>
          </p:cNvPr>
          <p:cNvSpPr txBox="1"/>
          <p:nvPr/>
        </p:nvSpPr>
        <p:spPr bwMode="gray">
          <a:xfrm>
            <a:off x="5597550" y="4178707"/>
            <a:ext cx="3011531" cy="197426"/>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1" i="0" u="none" strike="noStrike" kern="0" cap="none" spc="0" normalizeH="0" baseline="0" noProof="0">
                <a:ln>
                  <a:noFill/>
                </a:ln>
                <a:solidFill>
                  <a:prstClr val="black"/>
                </a:solidFill>
                <a:effectLst/>
                <a:uLnTx/>
                <a:uFillTx/>
                <a:latin typeface="Boehringer Forward Text"/>
                <a:ea typeface="黑体" panose="02010609060101010101" pitchFamily="49" charset="-122"/>
                <a:cs typeface="+mn-cs"/>
              </a:rPr>
              <a:t>Investigator Exchange forum </a:t>
            </a:r>
            <a:r>
              <a:rPr kumimoji="0" lang="en-US" altLang="zh-CN" sz="700" b="0" i="0" u="none" strike="noStrike" kern="0" cap="none" spc="0" normalizeH="0" baseline="0" noProof="0">
                <a:ln>
                  <a:noFill/>
                </a:ln>
                <a:solidFill>
                  <a:prstClr val="black"/>
                </a:solidFill>
                <a:effectLst/>
                <a:uLnTx/>
                <a:uFillTx/>
                <a:latin typeface="Boehringer Forward Text"/>
                <a:ea typeface="黑体" panose="02010609060101010101" pitchFamily="49" charset="-122"/>
                <a:cs typeface="+mn-cs"/>
              </a:rPr>
              <a:t>@all sites</a:t>
            </a:r>
            <a:endParaRPr kumimoji="0" lang="en-US" altLang="zh-CN" sz="1000" b="0" i="0" u="none" strike="noStrike" kern="0" cap="none" spc="0" normalizeH="0" baseline="0" noProof="0">
              <a:ln>
                <a:noFill/>
              </a:ln>
              <a:solidFill>
                <a:prstClr val="black"/>
              </a:solidFill>
              <a:effectLst/>
              <a:uLnTx/>
              <a:uFillTx/>
              <a:latin typeface="Boehringer Forward Text"/>
              <a:ea typeface="黑体" panose="02010609060101010101" pitchFamily="49" charset="-122"/>
              <a:cs typeface="+mn-cs"/>
            </a:endParaRPr>
          </a:p>
        </p:txBody>
      </p:sp>
      <p:cxnSp>
        <p:nvCxnSpPr>
          <p:cNvPr id="33" name="直接连接符 32">
            <a:extLst>
              <a:ext uri="{FF2B5EF4-FFF2-40B4-BE49-F238E27FC236}">
                <a16:creationId xmlns:a16="http://schemas.microsoft.com/office/drawing/2014/main" id="{692A75B3-66A6-BAFC-4995-DBF70552C8A3}"/>
              </a:ext>
            </a:extLst>
          </p:cNvPr>
          <p:cNvCxnSpPr>
            <a:cxnSpLocks/>
          </p:cNvCxnSpPr>
          <p:nvPr/>
        </p:nvCxnSpPr>
        <p:spPr bwMode="gray">
          <a:xfrm>
            <a:off x="10100203" y="2502863"/>
            <a:ext cx="17824" cy="4220918"/>
          </a:xfrm>
          <a:prstGeom prst="line">
            <a:avLst/>
          </a:prstGeom>
          <a:ln w="6350">
            <a:solidFill>
              <a:srgbClr val="FF0000"/>
            </a:solidFill>
          </a:ln>
        </p:spPr>
        <p:style>
          <a:lnRef idx="1">
            <a:schemeClr val="accent1"/>
          </a:lnRef>
          <a:fillRef idx="0">
            <a:schemeClr val="accent1"/>
          </a:fillRef>
          <a:effectRef idx="0">
            <a:schemeClr val="accent1"/>
          </a:effectRef>
          <a:fontRef idx="minor">
            <a:schemeClr val="tx1"/>
          </a:fontRef>
        </p:style>
      </p:cxnSp>
      <p:sp>
        <p:nvSpPr>
          <p:cNvPr id="34" name="文本框 33">
            <a:extLst>
              <a:ext uri="{FF2B5EF4-FFF2-40B4-BE49-F238E27FC236}">
                <a16:creationId xmlns:a16="http://schemas.microsoft.com/office/drawing/2014/main" id="{BB1AC32A-62C4-9261-4E47-EDA1D56413D6}"/>
              </a:ext>
            </a:extLst>
          </p:cNvPr>
          <p:cNvSpPr txBox="1"/>
          <p:nvPr/>
        </p:nvSpPr>
        <p:spPr bwMode="gray">
          <a:xfrm>
            <a:off x="9747180" y="6197580"/>
            <a:ext cx="822752" cy="207289"/>
          </a:xfrm>
          <a:prstGeom prst="rect">
            <a:avLst/>
          </a:prstGeom>
          <a:solidFill>
            <a:schemeClr val="accent4"/>
          </a:solid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50" b="0" i="0" u="none" strike="noStrike" kern="1200" cap="none" spc="0" normalizeH="0" baseline="0" noProof="0">
                <a:ln>
                  <a:noFill/>
                </a:ln>
                <a:solidFill>
                  <a:prstClr val="black"/>
                </a:solidFill>
                <a:effectLst/>
                <a:uLnTx/>
                <a:uFillTx/>
                <a:latin typeface="Boehringer Forward Text"/>
                <a:ea typeface="+mn-ea"/>
                <a:cs typeface="+mn-cs"/>
              </a:rPr>
              <a:t>We are here</a:t>
            </a:r>
            <a:endParaRPr kumimoji="0" lang="zh-CN" altLang="en-US" sz="105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 name="矩形: 圆角 26">
            <a:extLst>
              <a:ext uri="{FF2B5EF4-FFF2-40B4-BE49-F238E27FC236}">
                <a16:creationId xmlns:a16="http://schemas.microsoft.com/office/drawing/2014/main" id="{A1861339-E45D-BD88-8A95-42984FA08ED0}"/>
              </a:ext>
            </a:extLst>
          </p:cNvPr>
          <p:cNvSpPr/>
          <p:nvPr/>
        </p:nvSpPr>
        <p:spPr>
          <a:xfrm>
            <a:off x="7902454" y="3869317"/>
            <a:ext cx="1190866" cy="143010"/>
          </a:xfrm>
          <a:prstGeom prst="roundRect">
            <a:avLst/>
          </a:prstGeom>
          <a:solidFill>
            <a:schemeClr val="accent4">
              <a:lumMod val="40000"/>
              <a:lumOff val="60000"/>
            </a:schemeClr>
          </a:solidFill>
          <a:ln w="19050" cap="flat" cmpd="sng" algn="ctr">
            <a:solidFill>
              <a:srgbClr val="FFFFFF"/>
            </a:solidFill>
            <a:prstDash val="solid"/>
            <a:miter lim="800000"/>
          </a:ln>
          <a:effectLst/>
        </p:spPr>
        <p:txBody>
          <a:bodyPr lIns="96000" tIns="96000" rIns="96000" bIns="96000" rtlCol="0" anchor="ctr"/>
          <a:lstStyle/>
          <a:p>
            <a:pPr marL="0" marR="0" lvl="0" indent="0" algn="ctr" defTabSz="1219140" rtl="0" eaLnBrk="1" fontAlgn="base" latinLnBrk="0" hangingPunct="1">
              <a:lnSpc>
                <a:spcPct val="100000"/>
              </a:lnSpc>
              <a:spcBef>
                <a:spcPct val="0"/>
              </a:spcBef>
              <a:spcAft>
                <a:spcPct val="0"/>
              </a:spcAft>
              <a:buClr>
                <a:srgbClr val="FB6D13"/>
              </a:buClr>
              <a:buSzTx/>
              <a:buFontTx/>
              <a:buNone/>
              <a:tabLst/>
              <a:defRPr/>
            </a:pPr>
            <a:r>
              <a:rPr kumimoji="0" lang="en-US" altLang="zh-CN" sz="1000" b="1" i="0" u="none" strike="noStrike" kern="0" cap="none" spc="0" normalizeH="0" baseline="0" noProof="0">
                <a:ln>
                  <a:noFill/>
                </a:ln>
                <a:solidFill>
                  <a:prstClr val="black"/>
                </a:solidFill>
                <a:effectLst/>
                <a:uLnTx/>
                <a:uFillTx/>
                <a:latin typeface="Boehringer Forward Text"/>
                <a:ea typeface="黑体"/>
                <a:cs typeface="+mn-cs"/>
              </a:rPr>
              <a:t>CRA Workshop</a:t>
            </a:r>
            <a:endParaRPr kumimoji="0" lang="en-US" altLang="zh-CN" sz="1000" b="1" i="0" u="none" strike="noStrike" kern="0" cap="none" spc="0" normalizeH="0" baseline="0" noProof="0">
              <a:ln>
                <a:noFill/>
              </a:ln>
              <a:solidFill>
                <a:prstClr val="black"/>
              </a:solidFill>
              <a:effectLst/>
              <a:uLnTx/>
              <a:uFillTx/>
              <a:latin typeface="Boehringer Forward Text"/>
              <a:ea typeface="黑体" panose="02010609060101010101" pitchFamily="49" charset="-122"/>
              <a:cs typeface="+mn-cs"/>
            </a:endParaRPr>
          </a:p>
        </p:txBody>
      </p:sp>
      <p:sp>
        <p:nvSpPr>
          <p:cNvPr id="6" name="矩形: 圆角 26">
            <a:extLst>
              <a:ext uri="{FF2B5EF4-FFF2-40B4-BE49-F238E27FC236}">
                <a16:creationId xmlns:a16="http://schemas.microsoft.com/office/drawing/2014/main" id="{3FF44621-02C6-FAA7-9F90-B71B3A8399D1}"/>
              </a:ext>
            </a:extLst>
          </p:cNvPr>
          <p:cNvSpPr/>
          <p:nvPr/>
        </p:nvSpPr>
        <p:spPr>
          <a:xfrm>
            <a:off x="9588860" y="4135956"/>
            <a:ext cx="1576574" cy="139832"/>
          </a:xfrm>
          <a:prstGeom prst="roundRect">
            <a:avLst/>
          </a:prstGeom>
          <a:solidFill>
            <a:schemeClr val="accent4">
              <a:lumMod val="40000"/>
              <a:lumOff val="60000"/>
            </a:schemeClr>
          </a:solidFill>
          <a:ln w="19050" cap="flat" cmpd="sng" algn="ctr">
            <a:solidFill>
              <a:srgbClr val="FFFFFF"/>
            </a:solidFill>
            <a:prstDash val="solid"/>
            <a:miter lim="800000"/>
          </a:ln>
          <a:effectLst/>
        </p:spPr>
        <p:txBody>
          <a:bodyPr lIns="96000" tIns="96000" rIns="96000" bIns="96000" rtlCol="0" anchor="ctr"/>
          <a:lstStyle/>
          <a:p>
            <a:pPr marL="0" marR="0" lvl="0" indent="0" algn="ctr" defTabSz="1219140" rtl="0" eaLnBrk="1" fontAlgn="base" latinLnBrk="0" hangingPunct="1">
              <a:lnSpc>
                <a:spcPct val="100000"/>
              </a:lnSpc>
              <a:spcBef>
                <a:spcPct val="0"/>
              </a:spcBef>
              <a:spcAft>
                <a:spcPct val="0"/>
              </a:spcAft>
              <a:buClr>
                <a:srgbClr val="FB6D13"/>
              </a:buClr>
              <a:buSzTx/>
              <a:buFontTx/>
              <a:buNone/>
              <a:tabLst/>
              <a:defRPr/>
            </a:pPr>
            <a:r>
              <a:rPr kumimoji="0" lang="en-US" altLang="zh-CN" sz="800" b="1" i="0" u="none" strike="noStrike" kern="0" cap="none" spc="0" normalizeH="0" baseline="0" noProof="0">
                <a:ln>
                  <a:noFill/>
                </a:ln>
                <a:solidFill>
                  <a:srgbClr val="00E47C">
                    <a:lumMod val="75000"/>
                  </a:srgbClr>
                </a:solidFill>
                <a:effectLst/>
                <a:uLnTx/>
                <a:uFillTx/>
                <a:latin typeface="Boehringer Forward Text"/>
                <a:ea typeface="黑体"/>
                <a:cs typeface="+mn-cs"/>
              </a:rPr>
              <a:t>Offline Recruitment vendor </a:t>
            </a:r>
            <a:endParaRPr kumimoji="0" lang="en-US" altLang="zh-CN" sz="800" b="1" i="0" u="none" strike="noStrike" kern="0" cap="none" spc="0" normalizeH="0" baseline="0" noProof="0">
              <a:ln>
                <a:noFill/>
              </a:ln>
              <a:solidFill>
                <a:srgbClr val="00E47C">
                  <a:lumMod val="75000"/>
                </a:srgbClr>
              </a:solidFill>
              <a:effectLst/>
              <a:uLnTx/>
              <a:uFillTx/>
              <a:latin typeface="Boehringer Forward Text"/>
              <a:ea typeface="黑体" panose="02010609060101010101" pitchFamily="49" charset="-122"/>
              <a:cs typeface="+mn-cs"/>
            </a:endParaRPr>
          </a:p>
        </p:txBody>
      </p:sp>
      <p:sp>
        <p:nvSpPr>
          <p:cNvPr id="16" name="矩形: 圆角 26">
            <a:extLst>
              <a:ext uri="{FF2B5EF4-FFF2-40B4-BE49-F238E27FC236}">
                <a16:creationId xmlns:a16="http://schemas.microsoft.com/office/drawing/2014/main" id="{179F1BD3-9E88-AF29-0BC6-1A80F81C8B30}"/>
              </a:ext>
            </a:extLst>
          </p:cNvPr>
          <p:cNvSpPr/>
          <p:nvPr/>
        </p:nvSpPr>
        <p:spPr>
          <a:xfrm>
            <a:off x="9350410" y="3923329"/>
            <a:ext cx="1736690" cy="161066"/>
          </a:xfrm>
          <a:prstGeom prst="roundRect">
            <a:avLst/>
          </a:prstGeom>
          <a:solidFill>
            <a:schemeClr val="accent4">
              <a:lumMod val="40000"/>
              <a:lumOff val="60000"/>
            </a:schemeClr>
          </a:solidFill>
          <a:ln w="19050" cap="flat" cmpd="sng" algn="ctr">
            <a:solidFill>
              <a:srgbClr val="FFFFFF"/>
            </a:solidFill>
            <a:prstDash val="solid"/>
            <a:miter lim="800000"/>
          </a:ln>
          <a:effectLst/>
        </p:spPr>
        <p:txBody>
          <a:bodyPr lIns="96000" tIns="96000" rIns="96000" bIns="96000" rtlCol="0" anchor="ctr"/>
          <a:lstStyle/>
          <a:p>
            <a:pPr marL="0" marR="0" lvl="0" indent="0" algn="ctr" defTabSz="1219140" rtl="0" eaLnBrk="1" fontAlgn="base" latinLnBrk="0" hangingPunct="1">
              <a:lnSpc>
                <a:spcPct val="100000"/>
              </a:lnSpc>
              <a:spcBef>
                <a:spcPct val="0"/>
              </a:spcBef>
              <a:spcAft>
                <a:spcPct val="0"/>
              </a:spcAft>
              <a:buClr>
                <a:srgbClr val="FB6D13"/>
              </a:buClr>
              <a:buSzTx/>
              <a:buFontTx/>
              <a:buNone/>
              <a:tabLst/>
              <a:defRPr/>
            </a:pPr>
            <a:r>
              <a:rPr kumimoji="0" lang="en-US" altLang="zh-CN" sz="800" b="1" i="0" u="none" strike="noStrike" kern="0" cap="none" spc="0" normalizeH="0" baseline="0" noProof="0">
                <a:ln>
                  <a:noFill/>
                </a:ln>
                <a:solidFill>
                  <a:srgbClr val="00E47C">
                    <a:lumMod val="75000"/>
                  </a:srgbClr>
                </a:solidFill>
                <a:effectLst/>
                <a:uLnTx/>
                <a:uFillTx/>
                <a:latin typeface="Boehringer Forward Text"/>
                <a:ea typeface="黑体" panose="02010609060101010101" pitchFamily="49" charset="-122"/>
                <a:cs typeface="+mn-cs"/>
              </a:rPr>
              <a:t>Global One on One call </a:t>
            </a:r>
          </a:p>
        </p:txBody>
      </p:sp>
    </p:spTree>
    <p:extLst>
      <p:ext uri="{BB962C8B-B14F-4D97-AF65-F5344CB8AC3E}">
        <p14:creationId xmlns:p14="http://schemas.microsoft.com/office/powerpoint/2010/main" val="5752958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F744C-4A7A-DAFF-15D5-6D20D5998967}"/>
              </a:ext>
            </a:extLst>
          </p:cNvPr>
          <p:cNvSpPr>
            <a:spLocks noGrp="1"/>
          </p:cNvSpPr>
          <p:nvPr>
            <p:ph type="ctrTitle"/>
          </p:nvPr>
        </p:nvSpPr>
        <p:spPr/>
        <p:txBody>
          <a:bodyPr/>
          <a:lstStyle/>
          <a:p>
            <a:r>
              <a:rPr lang="de-DE"/>
              <a:t>Update Early Pipeline</a:t>
            </a:r>
            <a:endParaRPr lang="en-US"/>
          </a:p>
        </p:txBody>
      </p:sp>
      <p:sp>
        <p:nvSpPr>
          <p:cNvPr id="3" name="Subtitle 2">
            <a:extLst>
              <a:ext uri="{FF2B5EF4-FFF2-40B4-BE49-F238E27FC236}">
                <a16:creationId xmlns:a16="http://schemas.microsoft.com/office/drawing/2014/main" id="{ADDC1516-2D87-709F-5C0A-FFDB61B46F4D}"/>
              </a:ext>
            </a:extLst>
          </p:cNvPr>
          <p:cNvSpPr>
            <a:spLocks noGrp="1"/>
          </p:cNvSpPr>
          <p:nvPr>
            <p:ph type="subTitle" idx="1"/>
          </p:nvPr>
        </p:nvSpPr>
        <p:spPr/>
        <p:txBody>
          <a:bodyPr/>
          <a:lstStyle/>
          <a:p>
            <a:endParaRPr lang="en-US"/>
          </a:p>
        </p:txBody>
      </p:sp>
      <p:sp>
        <p:nvSpPr>
          <p:cNvPr id="4" name="Footer Placeholder 3">
            <a:extLst>
              <a:ext uri="{FF2B5EF4-FFF2-40B4-BE49-F238E27FC236}">
                <a16:creationId xmlns:a16="http://schemas.microsoft.com/office/drawing/2014/main" id="{6ED5021E-1AC3-0E0C-D7C8-89B9CD912841}"/>
              </a:ext>
            </a:extLst>
          </p:cNvPr>
          <p:cNvSpPr>
            <a:spLocks noGrp="1"/>
          </p:cNvSpPr>
          <p:nvPr>
            <p:ph type="ftr" sz="quarter" idx="19"/>
          </p:nvPr>
        </p:nvSpPr>
        <p:spPr/>
        <p:txBody>
          <a:bodyPr/>
          <a:lstStyle/>
          <a:p>
            <a:r>
              <a:rPr lang="en-US"/>
              <a:t>ONLY FOR INTERNAL USE</a:t>
            </a:r>
          </a:p>
        </p:txBody>
      </p:sp>
    </p:spTree>
    <p:extLst>
      <p:ext uri="{BB962C8B-B14F-4D97-AF65-F5344CB8AC3E}">
        <p14:creationId xmlns:p14="http://schemas.microsoft.com/office/powerpoint/2010/main" val="41029237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28541E-1BAF-3F80-7074-C4A9CAE56DE3}"/>
              </a:ext>
            </a:extLst>
          </p:cNvPr>
          <p:cNvSpPr>
            <a:spLocks noGrp="1"/>
          </p:cNvSpPr>
          <p:nvPr>
            <p:ph type="title"/>
          </p:nvPr>
        </p:nvSpPr>
        <p:spPr>
          <a:xfrm>
            <a:off x="479422" y="205085"/>
            <a:ext cx="11233151" cy="720000"/>
          </a:xfrm>
        </p:spPr>
        <p:txBody>
          <a:bodyPr/>
          <a:lstStyle/>
          <a:p>
            <a:pPr lvl="0">
              <a:spcBef>
                <a:spcPts val="0"/>
              </a:spcBef>
            </a:pPr>
            <a:r>
              <a:rPr lang="en-US" altLang="zh-CN"/>
              <a:t>Early Assets Overview</a:t>
            </a:r>
            <a:br>
              <a:rPr lang="zh-CN" altLang="en-US"/>
            </a:br>
            <a:br>
              <a:rPr lang="zh-CN" altLang="en-US"/>
            </a:br>
            <a:r>
              <a:rPr lang="zh-CN" altLang="en-US" sz="2800">
                <a:solidFill>
                  <a:schemeClr val="tx1"/>
                </a:solidFill>
              </a:rPr>
              <a:t> </a:t>
            </a:r>
            <a:endParaRPr lang="zh-CN" altLang="en-US"/>
          </a:p>
        </p:txBody>
      </p:sp>
      <p:graphicFrame>
        <p:nvGraphicFramePr>
          <p:cNvPr id="7" name="Content Placeholder 6">
            <a:extLst>
              <a:ext uri="{FF2B5EF4-FFF2-40B4-BE49-F238E27FC236}">
                <a16:creationId xmlns:a16="http://schemas.microsoft.com/office/drawing/2014/main" id="{9FF7F99C-BD0F-ADF0-315E-AC6B1B21E4BC}"/>
              </a:ext>
            </a:extLst>
          </p:cNvPr>
          <p:cNvGraphicFramePr>
            <a:graphicFrameLocks noGrp="1"/>
          </p:cNvGraphicFramePr>
          <p:nvPr>
            <p:ph idx="1"/>
            <p:extLst>
              <p:ext uri="{D42A27DB-BD31-4B8C-83A1-F6EECF244321}">
                <p14:modId xmlns:p14="http://schemas.microsoft.com/office/powerpoint/2010/main" val="3735779938"/>
              </p:ext>
            </p:extLst>
          </p:nvPr>
        </p:nvGraphicFramePr>
        <p:xfrm>
          <a:off x="259093" y="1463262"/>
          <a:ext cx="11673811" cy="4427220"/>
        </p:xfrm>
        <a:graphic>
          <a:graphicData uri="http://schemas.openxmlformats.org/drawingml/2006/table">
            <a:tbl>
              <a:tblPr firstRow="1" bandRow="1">
                <a:tableStyleId>{5C22544A-7EE6-4342-B048-85BDC9FD1C3A}</a:tableStyleId>
              </a:tblPr>
              <a:tblGrid>
                <a:gridCol w="1445610">
                  <a:extLst>
                    <a:ext uri="{9D8B030D-6E8A-4147-A177-3AD203B41FA5}">
                      <a16:colId xmlns:a16="http://schemas.microsoft.com/office/drawing/2014/main" val="3907484481"/>
                    </a:ext>
                  </a:extLst>
                </a:gridCol>
                <a:gridCol w="1064555">
                  <a:extLst>
                    <a:ext uri="{9D8B030D-6E8A-4147-A177-3AD203B41FA5}">
                      <a16:colId xmlns:a16="http://schemas.microsoft.com/office/drawing/2014/main" val="4225082601"/>
                    </a:ext>
                  </a:extLst>
                </a:gridCol>
                <a:gridCol w="961498">
                  <a:extLst>
                    <a:ext uri="{9D8B030D-6E8A-4147-A177-3AD203B41FA5}">
                      <a16:colId xmlns:a16="http://schemas.microsoft.com/office/drawing/2014/main" val="364202586"/>
                    </a:ext>
                  </a:extLst>
                </a:gridCol>
                <a:gridCol w="1974069">
                  <a:extLst>
                    <a:ext uri="{9D8B030D-6E8A-4147-A177-3AD203B41FA5}">
                      <a16:colId xmlns:a16="http://schemas.microsoft.com/office/drawing/2014/main" val="4117745865"/>
                    </a:ext>
                  </a:extLst>
                </a:gridCol>
                <a:gridCol w="6228079">
                  <a:extLst>
                    <a:ext uri="{9D8B030D-6E8A-4147-A177-3AD203B41FA5}">
                      <a16:colId xmlns:a16="http://schemas.microsoft.com/office/drawing/2014/main" val="3971979960"/>
                    </a:ext>
                  </a:extLst>
                </a:gridCol>
              </a:tblGrid>
              <a:tr h="497791">
                <a:tc>
                  <a:txBody>
                    <a:bodyPr/>
                    <a:lstStyle/>
                    <a:p>
                      <a:pPr algn="ctr"/>
                      <a:r>
                        <a:rPr lang="en-US" sz="1300"/>
                        <a:t>Asset</a:t>
                      </a:r>
                    </a:p>
                  </a:txBody>
                  <a:tcPr anchor="ctr">
                    <a:solidFill>
                      <a:schemeClr val="tx2"/>
                    </a:solidFill>
                  </a:tcPr>
                </a:tc>
                <a:tc>
                  <a:txBody>
                    <a:bodyPr/>
                    <a:lstStyle/>
                    <a:p>
                      <a:pPr lvl="0" algn="ctr">
                        <a:buNone/>
                      </a:pPr>
                      <a:r>
                        <a:rPr lang="en-US" sz="1300"/>
                        <a:t>Indication</a:t>
                      </a:r>
                    </a:p>
                  </a:txBody>
                  <a:tcPr anchor="ctr">
                    <a:solidFill>
                      <a:schemeClr val="tx2"/>
                    </a:solidFill>
                  </a:tcPr>
                </a:tc>
                <a:tc>
                  <a:txBody>
                    <a:bodyPr/>
                    <a:lstStyle/>
                    <a:p>
                      <a:pPr algn="ctr"/>
                      <a:r>
                        <a:rPr lang="en-US" altLang="zh-CN" sz="1300"/>
                        <a:t>CN </a:t>
                      </a:r>
                      <a:r>
                        <a:rPr lang="en-US" sz="1300"/>
                        <a:t>Approval </a:t>
                      </a:r>
                      <a:r>
                        <a:rPr lang="en-US" sz="1050"/>
                        <a:t>(best case)</a:t>
                      </a:r>
                      <a:endParaRPr lang="en-US" sz="1300"/>
                    </a:p>
                  </a:txBody>
                  <a:tcPr anchor="ctr">
                    <a:solidFill>
                      <a:schemeClr val="tx2"/>
                    </a:solidFill>
                  </a:tcPr>
                </a:tc>
                <a:tc>
                  <a:txBody>
                    <a:bodyPr/>
                    <a:lstStyle/>
                    <a:p>
                      <a:pPr algn="ctr"/>
                      <a:r>
                        <a:rPr lang="en-US" sz="1300"/>
                        <a:t>Status</a:t>
                      </a:r>
                    </a:p>
                  </a:txBody>
                  <a:tcPr anchor="ctr">
                    <a:solidFill>
                      <a:schemeClr val="tx2"/>
                    </a:solidFill>
                  </a:tcPr>
                </a:tc>
                <a:tc>
                  <a:txBody>
                    <a:bodyPr/>
                    <a:lstStyle/>
                    <a:p>
                      <a:pPr algn="ctr"/>
                      <a:r>
                        <a:rPr lang="en-US" sz="1300"/>
                        <a:t>Notes</a:t>
                      </a:r>
                    </a:p>
                  </a:txBody>
                  <a:tcPr anchor="ctr">
                    <a:solidFill>
                      <a:schemeClr val="tx2"/>
                    </a:solidFill>
                  </a:tcPr>
                </a:tc>
                <a:extLst>
                  <a:ext uri="{0D108BD9-81ED-4DB2-BD59-A6C34878D82A}">
                    <a16:rowId xmlns:a16="http://schemas.microsoft.com/office/drawing/2014/main" val="808215601"/>
                  </a:ext>
                </a:extLst>
              </a:tr>
              <a:tr h="509814">
                <a:tc>
                  <a:txBody>
                    <a:bodyPr/>
                    <a:lstStyle/>
                    <a:p>
                      <a:pPr algn="l"/>
                      <a:r>
                        <a:rPr lang="en-US" sz="1400">
                          <a:solidFill>
                            <a:schemeClr val="tx1"/>
                          </a:solidFill>
                        </a:rPr>
                        <a:t>BI 1819479 </a:t>
                      </a:r>
                    </a:p>
                    <a:p>
                      <a:pPr algn="l"/>
                      <a:r>
                        <a:rPr lang="en-US" sz="1400">
                          <a:solidFill>
                            <a:schemeClr val="tx1"/>
                          </a:solidFill>
                        </a:rPr>
                        <a:t>(ATXi)</a:t>
                      </a:r>
                    </a:p>
                  </a:txBody>
                  <a:tcPr anchor="ctr">
                    <a:noFill/>
                  </a:tcPr>
                </a:tc>
                <a:tc>
                  <a:txBody>
                    <a:bodyPr/>
                    <a:lstStyle/>
                    <a:p>
                      <a:pPr algn="l"/>
                      <a:r>
                        <a:rPr lang="en-US" sz="1400">
                          <a:solidFill>
                            <a:schemeClr val="tx1"/>
                          </a:solidFill>
                        </a:rPr>
                        <a:t>IPF</a:t>
                      </a:r>
                    </a:p>
                  </a:txBody>
                  <a:tcPr anchor="ctr">
                    <a:noFill/>
                  </a:tcPr>
                </a:tc>
                <a:tc>
                  <a:txBody>
                    <a:bodyPr/>
                    <a:lstStyle/>
                    <a:p>
                      <a:pPr lvl="0" algn="l">
                        <a:buNone/>
                      </a:pPr>
                      <a:r>
                        <a:rPr lang="en-US" altLang="zh-CN" sz="1400" dirty="0">
                          <a:solidFill>
                            <a:schemeClr val="tx1"/>
                          </a:solidFill>
                        </a:rPr>
                        <a:t>TBD</a:t>
                      </a:r>
                      <a:endParaRPr lang="zh-CN" altLang="en-US" sz="1400" dirty="0">
                        <a:solidFill>
                          <a:schemeClr val="tx1"/>
                        </a:solidFill>
                      </a:endParaRPr>
                    </a:p>
                  </a:txBody>
                  <a:tcPr anchor="ctr">
                    <a:noFill/>
                  </a:tcPr>
                </a:tc>
                <a:tc>
                  <a:txBody>
                    <a:bodyPr/>
                    <a:lstStyle/>
                    <a:p>
                      <a:pPr lvl="0" algn="l">
                        <a:buNone/>
                      </a:pPr>
                      <a:r>
                        <a:rPr lang="en-US" sz="1400" b="0" i="0" u="none" strike="noStrike" noProof="0">
                          <a:solidFill>
                            <a:schemeClr val="tx1"/>
                          </a:solidFill>
                          <a:latin typeface="Boehringer Forward Text"/>
                        </a:rPr>
                        <a:t>Ph II trial(1462-0004) results available.</a:t>
                      </a:r>
                      <a:endParaRPr lang="zh-CN" altLang="en-US" sz="1400">
                        <a:solidFill>
                          <a:schemeClr val="tx1"/>
                        </a:solidFill>
                      </a:endParaRPr>
                    </a:p>
                  </a:txBody>
                  <a:tcPr anchor="ctr">
                    <a:noFill/>
                  </a:tcPr>
                </a:tc>
                <a:tc>
                  <a:txBody>
                    <a:bodyPr/>
                    <a:lstStyle/>
                    <a:p>
                      <a:pPr marL="285750" indent="-285750" algn="l">
                        <a:buFont typeface="Arial" panose="020B0604020202020204" pitchFamily="34" charset="0"/>
                        <a:buChar char="•"/>
                      </a:pPr>
                      <a:r>
                        <a:rPr lang="en-US" sz="1400" b="0" kern="1200" dirty="0">
                          <a:solidFill>
                            <a:schemeClr val="tx1"/>
                          </a:solidFill>
                          <a:latin typeface="+mn-lt"/>
                          <a:ea typeface="+mn-ea"/>
                          <a:cs typeface="+mn-cs"/>
                        </a:rPr>
                        <a:t>PoC criteria not met.</a:t>
                      </a:r>
                    </a:p>
                    <a:p>
                      <a:pPr marL="285750" indent="-285750" algn="l">
                        <a:buFont typeface="Arial" panose="020B0604020202020204" pitchFamily="34" charset="0"/>
                        <a:buChar char="•"/>
                      </a:pPr>
                      <a:r>
                        <a:rPr lang="en-US" sz="1400" b="0" kern="1200" dirty="0">
                          <a:solidFill>
                            <a:schemeClr val="tx1"/>
                          </a:solidFill>
                          <a:latin typeface="+mn-lt"/>
                          <a:ea typeface="+mn-ea"/>
                          <a:cs typeface="+mn-cs"/>
                        </a:rPr>
                        <a:t>Meetings with IUPC and IUEC for decision on the future of the project scheduled for May.</a:t>
                      </a:r>
                    </a:p>
                  </a:txBody>
                  <a:tcPr anchor="ctr">
                    <a:noFill/>
                  </a:tcPr>
                </a:tc>
                <a:extLst>
                  <a:ext uri="{0D108BD9-81ED-4DB2-BD59-A6C34878D82A}">
                    <a16:rowId xmlns:a16="http://schemas.microsoft.com/office/drawing/2014/main" val="966764889"/>
                  </a:ext>
                </a:extLst>
              </a:tr>
              <a:tr h="374808">
                <a:tc>
                  <a:txBody>
                    <a:bodyPr/>
                    <a:lstStyle/>
                    <a:p>
                      <a:pPr lvl="0" algn="l">
                        <a:buNone/>
                      </a:pPr>
                      <a:r>
                        <a:rPr lang="en-US" sz="1400" b="0" i="0" u="none" strike="noStrike" noProof="0">
                          <a:solidFill>
                            <a:schemeClr val="tx1"/>
                          </a:solidFill>
                          <a:latin typeface="Boehringer Forward Text"/>
                        </a:rPr>
                        <a:t>BI 3000202 </a:t>
                      </a:r>
                    </a:p>
                    <a:p>
                      <a:pPr lvl="0" algn="l">
                        <a:buNone/>
                      </a:pPr>
                      <a:r>
                        <a:rPr lang="en-US" sz="1400" b="0" i="0" u="none" strike="noStrike" noProof="0">
                          <a:solidFill>
                            <a:schemeClr val="tx1"/>
                          </a:solidFill>
                          <a:latin typeface="Boehringer Forward Text"/>
                        </a:rPr>
                        <a:t>(cGASi)</a:t>
                      </a:r>
                      <a:endParaRPr lang="zh-CN" altLang="en-US" sz="1400">
                        <a:solidFill>
                          <a:schemeClr val="tx1"/>
                        </a:solidFill>
                      </a:endParaRPr>
                    </a:p>
                  </a:txBody>
                  <a:tcPr anchor="ctr">
                    <a:solidFill>
                      <a:schemeClr val="bg1">
                        <a:lumMod val="85000"/>
                      </a:schemeClr>
                    </a:solidFill>
                  </a:tcPr>
                </a:tc>
                <a:tc>
                  <a:txBody>
                    <a:bodyPr/>
                    <a:lstStyle/>
                    <a:p>
                      <a:pPr algn="l"/>
                      <a:r>
                        <a:rPr lang="en-US" sz="1400">
                          <a:solidFill>
                            <a:schemeClr val="tx1"/>
                          </a:solidFill>
                        </a:rPr>
                        <a:t>SLE and IFN</a:t>
                      </a:r>
                    </a:p>
                  </a:txBody>
                  <a:tcPr anchor="ctr">
                    <a:solidFill>
                      <a:schemeClr val="bg1">
                        <a:lumMod val="85000"/>
                      </a:schemeClr>
                    </a:solidFill>
                  </a:tcPr>
                </a:tc>
                <a:tc>
                  <a:txBody>
                    <a:bodyPr/>
                    <a:lstStyle/>
                    <a:p>
                      <a:pPr lvl="0" algn="l">
                        <a:buNone/>
                      </a:pPr>
                      <a:r>
                        <a:rPr lang="en-US" altLang="zh-CN" sz="1400" dirty="0">
                          <a:solidFill>
                            <a:schemeClr val="tx1"/>
                          </a:solidFill>
                        </a:rPr>
                        <a:t>2034</a:t>
                      </a:r>
                      <a:endParaRPr lang="zh-CN" altLang="en-US" sz="1400" dirty="0">
                        <a:solidFill>
                          <a:schemeClr val="tx1"/>
                        </a:solidFill>
                      </a:endParaRPr>
                    </a:p>
                  </a:txBody>
                  <a:tcPr anchor="ctr">
                    <a:solidFill>
                      <a:schemeClr val="bg1">
                        <a:lumMod val="85000"/>
                      </a:schemeClr>
                    </a:solidFill>
                  </a:tcPr>
                </a:tc>
                <a:tc>
                  <a:txBody>
                    <a:bodyPr/>
                    <a:lstStyle/>
                    <a:p>
                      <a:pPr lvl="0" algn="l">
                        <a:buNone/>
                      </a:pPr>
                      <a:r>
                        <a:rPr lang="en-US" altLang="zh-CN" sz="1400" b="0" i="0" u="none" strike="noStrike" noProof="0">
                          <a:solidFill>
                            <a:schemeClr val="tx1"/>
                          </a:solidFill>
                          <a:latin typeface="Boehringer Forward Text"/>
                        </a:rPr>
                        <a:t>Ph II trial (1509-0004) ongoing</a:t>
                      </a:r>
                      <a:endParaRPr lang="zh-CN" altLang="en-US" sz="1400">
                        <a:solidFill>
                          <a:schemeClr val="tx1"/>
                        </a:solidFill>
                      </a:endParaRPr>
                    </a:p>
                  </a:txBody>
                  <a:tcPr anchor="ctr">
                    <a:solidFill>
                      <a:schemeClr val="bg1">
                        <a:lumMod val="85000"/>
                      </a:schemeClr>
                    </a:solidFill>
                  </a:tcPr>
                </a:tc>
                <a:tc>
                  <a:txBody>
                    <a:bodyPr/>
                    <a:lstStyle/>
                    <a:p>
                      <a:pPr marL="285750" indent="-285750" algn="l">
                        <a:buFont typeface="Arial" panose="020B0604020202020204" pitchFamily="34" charset="0"/>
                        <a:buChar char="•"/>
                      </a:pPr>
                      <a:r>
                        <a:rPr kumimoji="0" lang="en-US" altLang="zh-CN" sz="1400" b="0" i="0" u="none" strike="noStrike" kern="1200" cap="none" spc="0" normalizeH="0" baseline="0" noProof="0">
                          <a:ln>
                            <a:noFill/>
                          </a:ln>
                          <a:solidFill>
                            <a:schemeClr val="tx1"/>
                          </a:solidFill>
                          <a:effectLst/>
                          <a:uLnTx/>
                          <a:uFillTx/>
                          <a:latin typeface="+mn-lt"/>
                          <a:ea typeface="+mn-ea"/>
                          <a:cs typeface="+mn-cs"/>
                        </a:rPr>
                        <a:t>See next slide.</a:t>
                      </a:r>
                    </a:p>
                  </a:txBody>
                  <a:tcPr anchor="ctr">
                    <a:solidFill>
                      <a:schemeClr val="bg1">
                        <a:lumMod val="85000"/>
                      </a:schemeClr>
                    </a:solidFill>
                  </a:tcPr>
                </a:tc>
                <a:extLst>
                  <a:ext uri="{0D108BD9-81ED-4DB2-BD59-A6C34878D82A}">
                    <a16:rowId xmlns:a16="http://schemas.microsoft.com/office/drawing/2014/main" val="3874455655"/>
                  </a:ext>
                </a:extLst>
              </a:tr>
              <a:tr h="374808">
                <a:tc>
                  <a:txBody>
                    <a:bodyPr/>
                    <a:lstStyle/>
                    <a:p>
                      <a:pPr lvl="0" algn="l">
                        <a:buNone/>
                      </a:pPr>
                      <a:r>
                        <a:rPr lang="en-US" sz="1400" b="0" i="0" u="none" strike="noStrike" noProof="0">
                          <a:solidFill>
                            <a:schemeClr val="tx1"/>
                          </a:solidFill>
                          <a:latin typeface="Boehringer Forward Text"/>
                        </a:rPr>
                        <a:t>BI 3032950</a:t>
                      </a:r>
                    </a:p>
                    <a:p>
                      <a:pPr lvl="0" algn="l">
                        <a:buNone/>
                      </a:pPr>
                      <a:r>
                        <a:rPr lang="en-US" sz="1400" b="0" i="0" u="none" strike="noStrike" noProof="0">
                          <a:solidFill>
                            <a:schemeClr val="tx1"/>
                          </a:solidFill>
                          <a:latin typeface="Boehringer Forward Text"/>
                        </a:rPr>
                        <a:t> (anti-TREM1)</a:t>
                      </a:r>
                      <a:endParaRPr lang="zh-CN" altLang="en-US" sz="1400">
                        <a:solidFill>
                          <a:schemeClr val="tx1"/>
                        </a:solidFill>
                      </a:endParaRPr>
                    </a:p>
                  </a:txBody>
                  <a:tcPr anchor="ctr">
                    <a:solidFill>
                      <a:schemeClr val="bg1"/>
                    </a:solidFill>
                  </a:tcPr>
                </a:tc>
                <a:tc>
                  <a:txBody>
                    <a:bodyPr/>
                    <a:lstStyle/>
                    <a:p>
                      <a:pPr algn="l"/>
                      <a:r>
                        <a:rPr lang="en-US" sz="1400">
                          <a:solidFill>
                            <a:schemeClr val="tx1"/>
                          </a:solidFill>
                        </a:rPr>
                        <a:t>IBD (CD and UC)</a:t>
                      </a:r>
                    </a:p>
                  </a:txBody>
                  <a:tcPr anchor="ctr">
                    <a:solidFill>
                      <a:schemeClr val="bg1"/>
                    </a:solidFill>
                  </a:tcPr>
                </a:tc>
                <a:tc>
                  <a:txBody>
                    <a:bodyPr/>
                    <a:lstStyle/>
                    <a:p>
                      <a:pPr lvl="0" algn="l">
                        <a:buNone/>
                      </a:pPr>
                      <a:r>
                        <a:rPr lang="en-US" altLang="zh-CN" sz="1400">
                          <a:solidFill>
                            <a:schemeClr val="tx1"/>
                          </a:solidFill>
                        </a:rPr>
                        <a:t>TBD</a:t>
                      </a:r>
                      <a:endParaRPr lang="zh-CN" altLang="en-US" sz="1400">
                        <a:solidFill>
                          <a:schemeClr val="tx1"/>
                        </a:solidFill>
                      </a:endParaRPr>
                    </a:p>
                  </a:txBody>
                  <a:tcPr anchor="ctr">
                    <a:solidFill>
                      <a:schemeClr val="bg1"/>
                    </a:solidFill>
                  </a:tcPr>
                </a:tc>
                <a:tc>
                  <a:txBody>
                    <a:bodyPr/>
                    <a:lstStyle/>
                    <a:p>
                      <a:pPr lvl="0" algn="l">
                        <a:buNone/>
                      </a:pPr>
                      <a:r>
                        <a:rPr lang="en-US" sz="1400" b="0" i="0" u="none" strike="noStrike" noProof="0">
                          <a:solidFill>
                            <a:schemeClr val="tx1"/>
                          </a:solidFill>
                          <a:latin typeface="Boehringer Forward Text"/>
                        </a:rPr>
                        <a:t>Integration strategy to Ph2b endorsed</a:t>
                      </a:r>
                      <a:endParaRPr lang="zh-CN" altLang="en-US" sz="1400">
                        <a:solidFill>
                          <a:schemeClr val="tx1"/>
                        </a:solidFill>
                      </a:endParaRPr>
                    </a:p>
                  </a:txBody>
                  <a:tcPr anchor="ctr">
                    <a:solidFill>
                      <a:schemeClr val="bg1"/>
                    </a:solidFill>
                  </a:tcPr>
                </a:tc>
                <a:tc>
                  <a:txBody>
                    <a:bodyPr/>
                    <a:lstStyle/>
                    <a:p>
                      <a:pPr marL="285750" marR="0" lvl="0" indent="-2857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400" b="0" kern="1200" dirty="0">
                          <a:solidFill>
                            <a:schemeClr val="tx1"/>
                          </a:solidFill>
                          <a:latin typeface="+mn-lt"/>
                          <a:ea typeface="+mn-ea"/>
                          <a:cs typeface="+mn-cs"/>
                        </a:rPr>
                        <a:t>PoC criteria was not met at current dose. </a:t>
                      </a:r>
                    </a:p>
                    <a:p>
                      <a:pPr marL="285750" marR="0" lvl="0" indent="-2857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400" b="0" kern="1200" dirty="0">
                          <a:solidFill>
                            <a:schemeClr val="tx1"/>
                          </a:solidFill>
                          <a:latin typeface="+mn-lt"/>
                          <a:ea typeface="+mn-ea"/>
                          <a:cs typeface="+mn-cs"/>
                        </a:rPr>
                        <a:t>Clear target engagement and tissue-level pathway and disease biomarker modulation observed.</a:t>
                      </a:r>
                    </a:p>
                    <a:p>
                      <a:pPr marL="285750" marR="0" lvl="0" indent="-2857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400" b="0" kern="1200" dirty="0">
                          <a:solidFill>
                            <a:schemeClr val="tx1"/>
                          </a:solidFill>
                          <a:latin typeface="+mn-lt"/>
                          <a:ea typeface="+mn-ea"/>
                          <a:cs typeface="+mn-cs"/>
                        </a:rPr>
                        <a:t>Data suggests incomplete tissue target modulation in non-responders at current dose. A higher-dose study currently is proposed.</a:t>
                      </a:r>
                      <a:r>
                        <a:rPr lang="en-US" sz="1400" b="0" kern="1200" noProof="0" dirty="0">
                          <a:solidFill>
                            <a:schemeClr val="tx1"/>
                          </a:solidFill>
                          <a:latin typeface="+mn-lt"/>
                          <a:ea typeface="+mn-ea"/>
                          <a:cs typeface="+mn-cs"/>
                        </a:rPr>
                        <a:t> </a:t>
                      </a:r>
                    </a:p>
                    <a:p>
                      <a:pPr marL="285750" marR="0" lvl="0" indent="-2857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400" b="0" kern="1200" dirty="0">
                          <a:solidFill>
                            <a:schemeClr val="tx1"/>
                          </a:solidFill>
                          <a:latin typeface="+mn-lt"/>
                          <a:ea typeface="+mn-ea"/>
                          <a:cs typeface="+mn-cs"/>
                        </a:rPr>
                        <a:t>PoC milestone moved from Mar IUEC to Apr IUEC.</a:t>
                      </a:r>
                    </a:p>
                  </a:txBody>
                  <a:tcPr anchor="ctr">
                    <a:solidFill>
                      <a:schemeClr val="bg1"/>
                    </a:solidFill>
                  </a:tcPr>
                </a:tc>
                <a:extLst>
                  <a:ext uri="{0D108BD9-81ED-4DB2-BD59-A6C34878D82A}">
                    <a16:rowId xmlns:a16="http://schemas.microsoft.com/office/drawing/2014/main" val="3462833780"/>
                  </a:ext>
                </a:extLst>
              </a:tr>
              <a:tr h="374808">
                <a:tc>
                  <a:txBody>
                    <a:bodyPr/>
                    <a:lstStyle/>
                    <a:p>
                      <a:pPr algn="l"/>
                      <a:r>
                        <a:rPr lang="en-US" sz="1400">
                          <a:solidFill>
                            <a:schemeClr val="tx1"/>
                          </a:solidFill>
                        </a:rPr>
                        <a:t>BI 3810477</a:t>
                      </a:r>
                    </a:p>
                    <a:p>
                      <a:pPr algn="l"/>
                      <a:r>
                        <a:rPr lang="en-US" sz="1400">
                          <a:solidFill>
                            <a:schemeClr val="tx1"/>
                          </a:solidFill>
                        </a:rPr>
                        <a:t>(Anti-CTGF)</a:t>
                      </a:r>
                    </a:p>
                  </a:txBody>
                  <a:tcPr anchor="ctr">
                    <a:solidFill>
                      <a:schemeClr val="bg1">
                        <a:lumMod val="85000"/>
                      </a:schemeClr>
                    </a:solidFill>
                  </a:tcPr>
                </a:tc>
                <a:tc>
                  <a:txBody>
                    <a:bodyPr/>
                    <a:lstStyle/>
                    <a:p>
                      <a:pPr algn="l"/>
                      <a:r>
                        <a:rPr lang="en-US" sz="1400">
                          <a:solidFill>
                            <a:schemeClr val="tx1"/>
                          </a:solidFill>
                        </a:rPr>
                        <a:t>IPF</a:t>
                      </a:r>
                    </a:p>
                  </a:txBody>
                  <a:tcPr anchor="ctr">
                    <a:solidFill>
                      <a:schemeClr val="bg1">
                        <a:lumMod val="85000"/>
                      </a:schemeClr>
                    </a:solidFill>
                  </a:tcPr>
                </a:tc>
                <a:tc>
                  <a:txBody>
                    <a:bodyPr/>
                    <a:lstStyle/>
                    <a:p>
                      <a:pPr lvl="0" algn="l">
                        <a:buNone/>
                      </a:pPr>
                      <a:r>
                        <a:rPr lang="en-US" altLang="zh-CN" sz="1400"/>
                        <a:t>2035</a:t>
                      </a:r>
                      <a:endParaRPr lang="zh-CN" sz="1400"/>
                    </a:p>
                  </a:txBody>
                  <a:tcPr anchor="ctr">
                    <a:solidFill>
                      <a:schemeClr val="bg1">
                        <a:lumMod val="85000"/>
                      </a:schemeClr>
                    </a:solidFill>
                  </a:tcPr>
                </a:tc>
                <a:tc>
                  <a:txBody>
                    <a:bodyPr/>
                    <a:lstStyle/>
                    <a:p>
                      <a:pPr lvl="0" algn="l">
                        <a:buNone/>
                      </a:pPr>
                      <a:r>
                        <a:rPr lang="en-US" altLang="zh-CN" sz="1400"/>
                        <a:t>PhI MRD ongoing. Integration strategy to Ph2a under discussion.</a:t>
                      </a:r>
                      <a:endParaRPr lang="zh-CN" sz="1400"/>
                    </a:p>
                  </a:txBody>
                  <a:tcPr anchor="ctr">
                    <a:solidFill>
                      <a:schemeClr val="bg1">
                        <a:lumMod val="85000"/>
                      </a:schemeClr>
                    </a:solidFill>
                  </a:tcPr>
                </a:tc>
                <a:tc>
                  <a:txBody>
                    <a:bodyPr/>
                    <a:lstStyle/>
                    <a:p>
                      <a:pPr marL="285750" indent="-285750" algn="l">
                        <a:buFont typeface="Arial" panose="020B0604020202020204" pitchFamily="34" charset="0"/>
                        <a:buChar char="•"/>
                      </a:pPr>
                      <a:r>
                        <a:rPr lang="en-US" sz="1400" kern="1200" dirty="0">
                          <a:solidFill>
                            <a:schemeClr val="tx1"/>
                          </a:solidFill>
                          <a:latin typeface="+mn-lt"/>
                          <a:ea typeface="+mn-ea"/>
                          <a:cs typeface="+mn-cs"/>
                        </a:rPr>
                        <a:t>China has been added to the </a:t>
                      </a:r>
                      <a:r>
                        <a:rPr lang="en-US" altLang="zh-CN" sz="1400" kern="1200" dirty="0">
                          <a:solidFill>
                            <a:schemeClr val="tx1"/>
                          </a:solidFill>
                          <a:latin typeface="+mn-lt"/>
                          <a:ea typeface="+mn-ea"/>
                          <a:cs typeface="+mn-cs"/>
                        </a:rPr>
                        <a:t>p</a:t>
                      </a:r>
                      <a:r>
                        <a:rPr lang="en-US" sz="1400" kern="1200" dirty="0">
                          <a:solidFill>
                            <a:schemeClr val="tx1"/>
                          </a:solidFill>
                          <a:latin typeface="+mn-lt"/>
                          <a:ea typeface="+mn-ea"/>
                          <a:cs typeface="+mn-cs"/>
                        </a:rPr>
                        <a:t>otential </a:t>
                      </a:r>
                      <a:r>
                        <a:rPr lang="en-US" altLang="zh-CN" sz="1400" kern="1200" dirty="0">
                          <a:solidFill>
                            <a:schemeClr val="tx1"/>
                          </a:solidFill>
                          <a:latin typeface="+mn-lt"/>
                          <a:ea typeface="+mn-ea"/>
                          <a:cs typeface="+mn-cs"/>
                        </a:rPr>
                        <a:t>a</a:t>
                      </a:r>
                      <a:r>
                        <a:rPr lang="en-US" sz="1400" kern="1200" dirty="0">
                          <a:solidFill>
                            <a:schemeClr val="tx1"/>
                          </a:solidFill>
                          <a:latin typeface="+mn-lt"/>
                          <a:ea typeface="+mn-ea"/>
                          <a:cs typeface="+mn-cs"/>
                        </a:rPr>
                        <a:t>llocated </a:t>
                      </a:r>
                      <a:r>
                        <a:rPr lang="en-US" altLang="zh-CN" sz="1400" kern="1200" dirty="0">
                          <a:solidFill>
                            <a:schemeClr val="tx1"/>
                          </a:solidFill>
                          <a:latin typeface="+mn-lt"/>
                          <a:ea typeface="+mn-ea"/>
                          <a:cs typeface="+mn-cs"/>
                        </a:rPr>
                        <a:t>c</a:t>
                      </a:r>
                      <a:r>
                        <a:rPr lang="en-US" sz="1400" kern="1200" dirty="0">
                          <a:solidFill>
                            <a:schemeClr val="tx1"/>
                          </a:solidFill>
                          <a:latin typeface="+mn-lt"/>
                          <a:ea typeface="+mn-ea"/>
                          <a:cs typeface="+mn-cs"/>
                        </a:rPr>
                        <a:t>ountry </a:t>
                      </a:r>
                      <a:r>
                        <a:rPr lang="en-US" altLang="zh-CN" sz="1400" kern="1200" dirty="0">
                          <a:solidFill>
                            <a:schemeClr val="tx1"/>
                          </a:solidFill>
                          <a:latin typeface="+mn-lt"/>
                          <a:ea typeface="+mn-ea"/>
                          <a:cs typeface="+mn-cs"/>
                        </a:rPr>
                        <a:t>l</a:t>
                      </a:r>
                      <a:r>
                        <a:rPr lang="en-US" sz="1400" kern="1200" dirty="0">
                          <a:solidFill>
                            <a:schemeClr val="tx1"/>
                          </a:solidFill>
                          <a:latin typeface="+mn-lt"/>
                          <a:ea typeface="+mn-ea"/>
                          <a:cs typeface="+mn-cs"/>
                        </a:rPr>
                        <a:t>ist in </a:t>
                      </a:r>
                      <a:r>
                        <a:rPr lang="en-US" altLang="zh-CN" sz="1400" kern="1200" dirty="0">
                          <a:solidFill>
                            <a:schemeClr val="tx1"/>
                          </a:solidFill>
                          <a:latin typeface="+mn-lt"/>
                          <a:ea typeface="+mn-ea"/>
                          <a:cs typeface="+mn-cs"/>
                        </a:rPr>
                        <a:t>d</a:t>
                      </a:r>
                      <a:r>
                        <a:rPr lang="en-US" sz="1400" kern="1200" dirty="0">
                          <a:solidFill>
                            <a:schemeClr val="tx1"/>
                          </a:solidFill>
                          <a:latin typeface="+mn-lt"/>
                          <a:ea typeface="+mn-ea"/>
                          <a:cs typeface="+mn-cs"/>
                        </a:rPr>
                        <a:t>raft TDO communication for trial 1530‑0005.</a:t>
                      </a:r>
                    </a:p>
                    <a:p>
                      <a:pPr marL="285750" indent="-285750" algn="l">
                        <a:buFont typeface="Arial" panose="020B0604020202020204" pitchFamily="34" charset="0"/>
                        <a:buChar char="•"/>
                      </a:pPr>
                      <a:r>
                        <a:rPr lang="en-US" altLang="zh-CN" sz="1400" kern="1200" dirty="0">
                          <a:solidFill>
                            <a:schemeClr val="tx1"/>
                          </a:solidFill>
                          <a:latin typeface="+mn-lt"/>
                          <a:ea typeface="+mn-ea"/>
                          <a:cs typeface="+mn-cs"/>
                        </a:rPr>
                        <a:t>Country feasibility to be completed by May 12</a:t>
                      </a:r>
                      <a:r>
                        <a:rPr lang="en-US" altLang="zh-CN" sz="1400" kern="1200" baseline="30000" dirty="0">
                          <a:solidFill>
                            <a:schemeClr val="tx1"/>
                          </a:solidFill>
                          <a:latin typeface="+mn-lt"/>
                          <a:ea typeface="+mn-ea"/>
                          <a:cs typeface="+mn-cs"/>
                        </a:rPr>
                        <a:t>th</a:t>
                      </a:r>
                      <a:r>
                        <a:rPr lang="en-US" altLang="zh-CN" sz="1400" kern="1200" dirty="0">
                          <a:solidFill>
                            <a:schemeClr val="tx1"/>
                          </a:solidFill>
                          <a:latin typeface="+mn-lt"/>
                          <a:ea typeface="+mn-ea"/>
                          <a:cs typeface="+mn-cs"/>
                        </a:rPr>
                        <a:t> </a:t>
                      </a:r>
                      <a:endParaRPr lang="en-US" sz="1400" kern="1200" dirty="0">
                        <a:solidFill>
                          <a:schemeClr val="tx1"/>
                        </a:solidFill>
                        <a:latin typeface="+mn-lt"/>
                        <a:ea typeface="+mn-ea"/>
                        <a:cs typeface="+mn-cs"/>
                      </a:endParaRPr>
                    </a:p>
                  </a:txBody>
                  <a:tcPr anchor="ctr">
                    <a:solidFill>
                      <a:schemeClr val="bg1">
                        <a:lumMod val="85000"/>
                      </a:schemeClr>
                    </a:solidFill>
                  </a:tcPr>
                </a:tc>
                <a:extLst>
                  <a:ext uri="{0D108BD9-81ED-4DB2-BD59-A6C34878D82A}">
                    <a16:rowId xmlns:a16="http://schemas.microsoft.com/office/drawing/2014/main" val="1935649923"/>
                  </a:ext>
                </a:extLst>
              </a:tr>
            </a:tbl>
          </a:graphicData>
        </a:graphic>
      </p:graphicFrame>
      <p:sp>
        <p:nvSpPr>
          <p:cNvPr id="6" name="Slide Number Placeholder 5">
            <a:extLst>
              <a:ext uri="{FF2B5EF4-FFF2-40B4-BE49-F238E27FC236}">
                <a16:creationId xmlns:a16="http://schemas.microsoft.com/office/drawing/2014/main" id="{CA5B5086-EFB6-CEA1-4A8E-40654D645022}"/>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Tree>
    <p:extLst>
      <p:ext uri="{BB962C8B-B14F-4D97-AF65-F5344CB8AC3E}">
        <p14:creationId xmlns:p14="http://schemas.microsoft.com/office/powerpoint/2010/main" val="19717250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Isosceles Triangle 17">
            <a:extLst>
              <a:ext uri="{FF2B5EF4-FFF2-40B4-BE49-F238E27FC236}">
                <a16:creationId xmlns:a16="http://schemas.microsoft.com/office/drawing/2014/main" id="{AB2C571F-7F29-7063-4324-FA702EFF66E0}"/>
              </a:ext>
            </a:extLst>
          </p:cNvPr>
          <p:cNvSpPr/>
          <p:nvPr/>
        </p:nvSpPr>
        <p:spPr bwMode="gray">
          <a:xfrm>
            <a:off x="501446" y="1114462"/>
            <a:ext cx="7355289" cy="3923753"/>
          </a:xfrm>
          <a:prstGeom prst="triangle">
            <a:avLst>
              <a:gd name="adj" fmla="val 46894"/>
            </a:avLst>
          </a:prstGeom>
          <a:solidFill>
            <a:srgbClr val="F6F5F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88" name="标题 87">
            <a:extLst>
              <a:ext uri="{FF2B5EF4-FFF2-40B4-BE49-F238E27FC236}">
                <a16:creationId xmlns:a16="http://schemas.microsoft.com/office/drawing/2014/main" id="{A8B0FB33-F249-CCD2-950D-CF4FE1180BE8}"/>
              </a:ext>
            </a:extLst>
          </p:cNvPr>
          <p:cNvSpPr>
            <a:spLocks noGrp="1"/>
          </p:cNvSpPr>
          <p:nvPr>
            <p:ph type="title"/>
          </p:nvPr>
        </p:nvSpPr>
        <p:spPr>
          <a:xfrm>
            <a:off x="271462" y="254263"/>
            <a:ext cx="11649075" cy="580459"/>
          </a:xfrm>
        </p:spPr>
        <p:txBody>
          <a:bodyPr/>
          <a:lstStyle/>
          <a:p>
            <a:r>
              <a:rPr lang="en-US" altLang="zh-CN" dirty="0" err="1"/>
              <a:t>cGASi</a:t>
            </a:r>
            <a:r>
              <a:rPr lang="en-US" altLang="zh-CN" dirty="0"/>
              <a:t> in SLE Ph2 (1509-0004)</a:t>
            </a:r>
            <a:r>
              <a:rPr lang="zh-CN" altLang="en-US" dirty="0"/>
              <a:t> </a:t>
            </a:r>
            <a:r>
              <a:rPr lang="en-US" altLang="zh-CN" dirty="0"/>
              <a:t>Global</a:t>
            </a:r>
            <a:r>
              <a:rPr lang="zh-CN" altLang="en-US" dirty="0"/>
              <a:t> </a:t>
            </a:r>
            <a:r>
              <a:rPr lang="en-US" altLang="zh-CN" dirty="0"/>
              <a:t>and</a:t>
            </a:r>
            <a:r>
              <a:rPr lang="zh-CN" altLang="en-US" dirty="0"/>
              <a:t> </a:t>
            </a:r>
            <a:r>
              <a:rPr lang="en-US" altLang="zh-CN" dirty="0"/>
              <a:t>China</a:t>
            </a:r>
            <a:r>
              <a:rPr lang="zh-CN" altLang="en-US" dirty="0"/>
              <a:t> </a:t>
            </a:r>
            <a:r>
              <a:rPr lang="en-US" altLang="zh-CN" dirty="0"/>
              <a:t>Timeline</a:t>
            </a:r>
            <a:endParaRPr lang="zh-CN" altLang="en-US" dirty="0">
              <a:solidFill>
                <a:srgbClr val="C00000"/>
              </a:solidFill>
            </a:endParaRPr>
          </a:p>
        </p:txBody>
      </p:sp>
      <p:sp>
        <p:nvSpPr>
          <p:cNvPr id="2" name="OTLSHAPE_TB_00000000000000000000000000000000_LeftEndCaps" hidden="1">
            <a:extLst>
              <a:ext uri="{FF2B5EF4-FFF2-40B4-BE49-F238E27FC236}">
                <a16:creationId xmlns:a16="http://schemas.microsoft.com/office/drawing/2014/main" id="{031F092A-DE16-C4E2-1FA9-AE32778CCA72}"/>
              </a:ext>
            </a:extLst>
          </p:cNvPr>
          <p:cNvSpPr txBox="1"/>
          <p:nvPr>
            <p:custDataLst>
              <p:tags r:id="rId2"/>
            </p:custDataLst>
          </p:nvPr>
        </p:nvSpPr>
        <p:spPr>
          <a:xfrm>
            <a:off x="-221339" y="12700"/>
            <a:ext cx="469900" cy="276999"/>
          </a:xfrm>
          <a:prstGeom prst="rect">
            <a:avLst/>
          </a:prstGeom>
          <a:noFill/>
        </p:spPr>
        <p:txBody>
          <a:bodyPr vert="horz" wrap="non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a:ln>
                  <a:noFill/>
                </a:ln>
                <a:solidFill>
                  <a:srgbClr val="ED7D31"/>
                </a:solidFill>
                <a:effectLst/>
                <a:uLnTx/>
                <a:uFillTx/>
                <a:latin typeface="Calibri" panose="020F0502020204030204" pitchFamily="34" charset="0"/>
                <a:ea typeface="等线" panose="02010600030101010101" pitchFamily="2" charset="-122"/>
                <a:cs typeface="+mn-cs"/>
              </a:rPr>
              <a:t>2025</a:t>
            </a:r>
            <a:endParaRPr kumimoji="0" lang="zh-CN" altLang="en-US" sz="1800" b="1" i="0" u="none" strike="noStrike" kern="1200" cap="none" spc="0" normalizeH="0" baseline="0" noProof="0">
              <a:ln>
                <a:noFill/>
              </a:ln>
              <a:solidFill>
                <a:srgbClr val="ED7D31"/>
              </a:solidFill>
              <a:effectLst/>
              <a:uLnTx/>
              <a:uFillTx/>
              <a:latin typeface="Calibri" panose="020F0502020204030204" pitchFamily="34" charset="0"/>
              <a:ea typeface="等线" panose="02010600030101010101" pitchFamily="2" charset="-122"/>
              <a:cs typeface="+mn-cs"/>
            </a:endParaRPr>
          </a:p>
        </p:txBody>
      </p:sp>
      <p:sp>
        <p:nvSpPr>
          <p:cNvPr id="83" name="OTLSHAPE_SL2A_cd2308d02d6944d182b1a3169f4604c5_BackgroundRectangle" hidden="1">
            <a:extLst>
              <a:ext uri="{FF2B5EF4-FFF2-40B4-BE49-F238E27FC236}">
                <a16:creationId xmlns:a16="http://schemas.microsoft.com/office/drawing/2014/main" id="{5ED40BCB-C22C-BFC6-ABDC-899E0FB68B10}"/>
              </a:ext>
            </a:extLst>
          </p:cNvPr>
          <p:cNvSpPr/>
          <p:nvPr>
            <p:custDataLst>
              <p:tags r:id="rId3"/>
            </p:custDataLst>
          </p:nvPr>
        </p:nvSpPr>
        <p:spPr>
          <a:xfrm>
            <a:off x="1930400" y="2093007"/>
            <a:ext cx="9423400" cy="1024805"/>
          </a:xfrm>
          <a:prstGeom prst="rect">
            <a:avLst/>
          </a:prstGeom>
          <a:solidFill>
            <a:srgbClr val="C5C3EE">
              <a:alpha val="20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81" name="OTLSHAPE_SL2A_cd2308d02d6944d182b1a3169f4604c5_HeaderRectangle" hidden="1">
            <a:extLst>
              <a:ext uri="{FF2B5EF4-FFF2-40B4-BE49-F238E27FC236}">
                <a16:creationId xmlns:a16="http://schemas.microsoft.com/office/drawing/2014/main" id="{DAA2D747-0D90-DD24-30C0-677E34DF949D}"/>
              </a:ext>
            </a:extLst>
          </p:cNvPr>
          <p:cNvSpPr/>
          <p:nvPr>
            <p:custDataLst>
              <p:tags r:id="rId4"/>
            </p:custDataLst>
          </p:nvPr>
        </p:nvSpPr>
        <p:spPr>
          <a:xfrm>
            <a:off x="1930400" y="2093007"/>
            <a:ext cx="0" cy="0"/>
          </a:xfrm>
          <a:prstGeom prst="rect">
            <a:avLst/>
          </a:prstGeom>
          <a:solidFill>
            <a:srgbClr val="08312A">
              <a:alpha val="24706"/>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82" name="OTLSHAPE_SL2A_cd2308d02d6944d182b1a3169f4604c5_Header" hidden="1">
            <a:extLst>
              <a:ext uri="{FF2B5EF4-FFF2-40B4-BE49-F238E27FC236}">
                <a16:creationId xmlns:a16="http://schemas.microsoft.com/office/drawing/2014/main" id="{61D9D75E-2415-20D1-5F92-40B215157E45}"/>
              </a:ext>
            </a:extLst>
          </p:cNvPr>
          <p:cNvSpPr txBox="1"/>
          <p:nvPr>
            <p:custDataLst>
              <p:tags r:id="rId5"/>
            </p:custDataLst>
          </p:nvPr>
        </p:nvSpPr>
        <p:spPr>
          <a:xfrm>
            <a:off x="12700" y="-2895769"/>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100" b="0" i="0" u="none" strike="noStrike" kern="1200" cap="none" spc="0" normalizeH="0" baseline="0" noProof="0">
              <a:ln>
                <a:noFill/>
              </a:ln>
              <a:solidFill>
                <a:prstClr val="black"/>
              </a:solidFill>
              <a:effectLst/>
              <a:uLnTx/>
              <a:uFillTx/>
              <a:latin typeface="Calibri" panose="020F0502020204030204" pitchFamily="34" charset="0"/>
              <a:ea typeface="等线" panose="02010600030101010101" pitchFamily="2" charset="-122"/>
              <a:cs typeface="+mn-cs"/>
            </a:endParaRPr>
          </a:p>
        </p:txBody>
      </p:sp>
      <p:sp>
        <p:nvSpPr>
          <p:cNvPr id="136" name="OTLSHAPE_SLT_5e89ef62d6b243098418287a9f5312b4_ShapePercentage" hidden="1">
            <a:extLst>
              <a:ext uri="{FF2B5EF4-FFF2-40B4-BE49-F238E27FC236}">
                <a16:creationId xmlns:a16="http://schemas.microsoft.com/office/drawing/2014/main" id="{3868C688-8D0B-8766-CB34-1A2AC542200A}"/>
              </a:ext>
            </a:extLst>
          </p:cNvPr>
          <p:cNvSpPr/>
          <p:nvPr>
            <p:custDataLst>
              <p:tags r:id="rId6"/>
            </p:custDataLst>
          </p:nvPr>
        </p:nvSpPr>
        <p:spPr>
          <a:xfrm>
            <a:off x="3460501" y="3475190"/>
            <a:ext cx="0" cy="0"/>
          </a:xfrm>
          <a:prstGeom prst="roundRect">
            <a:avLst/>
          </a:prstGeom>
          <a:solidFill>
            <a:schemeClr val="dk1">
              <a:alpha val="34902"/>
            </a:scheme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37" name="OTLSHAPE_SLT_5e89ef62d6b243098418287a9f5312b4_Duration" hidden="1">
            <a:extLst>
              <a:ext uri="{FF2B5EF4-FFF2-40B4-BE49-F238E27FC236}">
                <a16:creationId xmlns:a16="http://schemas.microsoft.com/office/drawing/2014/main" id="{3F92674D-B182-9A5A-A80E-2BD7AF20C2F5}"/>
              </a:ext>
            </a:extLst>
          </p:cNvPr>
          <p:cNvSpPr txBox="1"/>
          <p:nvPr>
            <p:custDataLst>
              <p:tags r:id="rId7"/>
            </p:custDataLst>
          </p:nvPr>
        </p:nvSpPr>
        <p:spPr>
          <a:xfrm>
            <a:off x="12700" y="-304860"/>
            <a:ext cx="393700" cy="153888"/>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ED7D31"/>
                </a:solidFill>
                <a:effectLst/>
                <a:uLnTx/>
                <a:uFillTx/>
                <a:latin typeface="Calibri" panose="020F0502020204030204" pitchFamily="34" charset="0"/>
                <a:ea typeface="等线" panose="02010600030101010101" pitchFamily="2" charset="-122"/>
                <a:cs typeface="+mn-cs"/>
              </a:rPr>
              <a:t>64 days</a:t>
            </a: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等线" panose="02010600030101010101" pitchFamily="2" charset="-122"/>
              <a:cs typeface="+mn-cs"/>
            </a:endParaRPr>
          </a:p>
        </p:txBody>
      </p:sp>
      <p:sp>
        <p:nvSpPr>
          <p:cNvPr id="138" name="OTLSHAPE_SLT_5e89ef62d6b243098418287a9f5312b4_TextPercentage" hidden="1">
            <a:extLst>
              <a:ext uri="{FF2B5EF4-FFF2-40B4-BE49-F238E27FC236}">
                <a16:creationId xmlns:a16="http://schemas.microsoft.com/office/drawing/2014/main" id="{572179F0-4C1E-83D0-AA46-49ED7C6E1B19}"/>
              </a:ext>
            </a:extLst>
          </p:cNvPr>
          <p:cNvSpPr txBox="1"/>
          <p:nvPr>
            <p:custDataLst>
              <p:tags r:id="rId8"/>
            </p:custDataLst>
          </p:nvPr>
        </p:nvSpPr>
        <p:spPr>
          <a:xfrm>
            <a:off x="12700" y="-310465"/>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等线" panose="02010600030101010101" pitchFamily="2" charset="-122"/>
              <a:cs typeface="+mn-cs"/>
            </a:endParaRPr>
          </a:p>
        </p:txBody>
      </p:sp>
      <p:sp>
        <p:nvSpPr>
          <p:cNvPr id="139" name="OTLSHAPE_SLT_5e89ef62d6b243098418287a9f5312b4_StartDate" hidden="1">
            <a:extLst>
              <a:ext uri="{FF2B5EF4-FFF2-40B4-BE49-F238E27FC236}">
                <a16:creationId xmlns:a16="http://schemas.microsoft.com/office/drawing/2014/main" id="{3C36CCDC-2746-3E6B-0A77-7FDD9D01D66E}"/>
              </a:ext>
            </a:extLst>
          </p:cNvPr>
          <p:cNvSpPr txBox="1"/>
          <p:nvPr>
            <p:custDataLst>
              <p:tags r:id="rId9"/>
            </p:custDataLst>
          </p:nvPr>
        </p:nvSpPr>
        <p:spPr>
          <a:xfrm>
            <a:off x="12700" y="-695185"/>
            <a:ext cx="0" cy="153888"/>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08312A"/>
              </a:solidFill>
              <a:effectLst/>
              <a:uLnTx/>
              <a:uFillTx/>
              <a:latin typeface="Calibri" panose="020F0502020204030204" pitchFamily="34" charset="0"/>
              <a:ea typeface="等线" panose="02010600030101010101" pitchFamily="2" charset="-122"/>
              <a:cs typeface="+mn-cs"/>
            </a:endParaRPr>
          </a:p>
        </p:txBody>
      </p:sp>
      <p:sp>
        <p:nvSpPr>
          <p:cNvPr id="140" name="OTLSHAPE_SLT_5e89ef62d6b243098418287a9f5312b4_EndDate" hidden="1">
            <a:extLst>
              <a:ext uri="{FF2B5EF4-FFF2-40B4-BE49-F238E27FC236}">
                <a16:creationId xmlns:a16="http://schemas.microsoft.com/office/drawing/2014/main" id="{E4C6512D-747E-A4E0-85A9-200D622079F8}"/>
              </a:ext>
            </a:extLst>
          </p:cNvPr>
          <p:cNvSpPr txBox="1"/>
          <p:nvPr>
            <p:custDataLst>
              <p:tags r:id="rId10"/>
            </p:custDataLst>
          </p:nvPr>
        </p:nvSpPr>
        <p:spPr>
          <a:xfrm>
            <a:off x="12700" y="-695185"/>
            <a:ext cx="0" cy="153888"/>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08312A"/>
              </a:solidFill>
              <a:effectLst/>
              <a:uLnTx/>
              <a:uFillTx/>
              <a:latin typeface="Calibri" panose="020F0502020204030204" pitchFamily="34" charset="0"/>
              <a:ea typeface="等线" panose="02010600030101010101" pitchFamily="2" charset="-122"/>
              <a:cs typeface="+mn-cs"/>
            </a:endParaRPr>
          </a:p>
        </p:txBody>
      </p:sp>
      <p:sp>
        <p:nvSpPr>
          <p:cNvPr id="3" name="OTLSHAPE_TB_00000000000000000000000000000000_RightEndCaps" hidden="1">
            <a:extLst>
              <a:ext uri="{FF2B5EF4-FFF2-40B4-BE49-F238E27FC236}">
                <a16:creationId xmlns:a16="http://schemas.microsoft.com/office/drawing/2014/main" id="{B86C1995-BF24-96EF-15DE-369D4B9438B3}"/>
              </a:ext>
            </a:extLst>
          </p:cNvPr>
          <p:cNvSpPr txBox="1"/>
          <p:nvPr>
            <p:custDataLst>
              <p:tags r:id="rId11"/>
            </p:custDataLst>
          </p:nvPr>
        </p:nvSpPr>
        <p:spPr>
          <a:xfrm>
            <a:off x="-221339" y="12700"/>
            <a:ext cx="469900" cy="276999"/>
          </a:xfrm>
          <a:prstGeom prst="rect">
            <a:avLst/>
          </a:prstGeom>
          <a:noFill/>
        </p:spPr>
        <p:txBody>
          <a:bodyPr vert="horz" wrap="non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a:ln>
                  <a:noFill/>
                </a:ln>
                <a:solidFill>
                  <a:srgbClr val="ED7D31"/>
                </a:solidFill>
                <a:effectLst/>
                <a:uLnTx/>
                <a:uFillTx/>
                <a:latin typeface="Calibri" panose="020F0502020204030204" pitchFamily="34" charset="0"/>
                <a:ea typeface="等线" panose="02010600030101010101" pitchFamily="2" charset="-122"/>
                <a:cs typeface="+mn-cs"/>
              </a:rPr>
              <a:t>2028</a:t>
            </a:r>
            <a:endParaRPr kumimoji="0" lang="zh-CN" altLang="en-US" sz="1800" b="1" i="0" u="none" strike="noStrike" kern="1200" cap="none" spc="0" normalizeH="0" baseline="0" noProof="0">
              <a:ln>
                <a:noFill/>
              </a:ln>
              <a:solidFill>
                <a:srgbClr val="ED7D31"/>
              </a:solidFill>
              <a:effectLst/>
              <a:uLnTx/>
              <a:uFillTx/>
              <a:latin typeface="Calibri" panose="020F0502020204030204" pitchFamily="34" charset="0"/>
              <a:ea typeface="等线" panose="02010600030101010101" pitchFamily="2" charset="-122"/>
              <a:cs typeface="+mn-cs"/>
            </a:endParaRPr>
          </a:p>
        </p:txBody>
      </p:sp>
      <p:sp>
        <p:nvSpPr>
          <p:cNvPr id="65" name="OTLSHAPE_SL2A_bd812b5aba0d4ece931cb019484466b8_BackgroundRectangle" hidden="1">
            <a:extLst>
              <a:ext uri="{FF2B5EF4-FFF2-40B4-BE49-F238E27FC236}">
                <a16:creationId xmlns:a16="http://schemas.microsoft.com/office/drawing/2014/main" id="{23F420C4-5749-A690-394B-6707D4FBEAAC}"/>
              </a:ext>
            </a:extLst>
          </p:cNvPr>
          <p:cNvSpPr/>
          <p:nvPr>
            <p:custDataLst>
              <p:tags r:id="rId12"/>
            </p:custDataLst>
          </p:nvPr>
        </p:nvSpPr>
        <p:spPr bwMode="gray">
          <a:xfrm>
            <a:off x="1930400" y="3181312"/>
            <a:ext cx="9423400" cy="1103799"/>
          </a:xfrm>
          <a:prstGeom prst="rect">
            <a:avLst/>
          </a:prstGeom>
          <a:solidFill>
            <a:schemeClr val="accent3">
              <a:alpha val="20000"/>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63" name="OTLSHAPE_SL2A_bd812b5aba0d4ece931cb019484466b8_HeaderRectangle" hidden="1">
            <a:extLst>
              <a:ext uri="{FF2B5EF4-FFF2-40B4-BE49-F238E27FC236}">
                <a16:creationId xmlns:a16="http://schemas.microsoft.com/office/drawing/2014/main" id="{FA034370-280D-D47E-41A0-3EA24B9D8D85}"/>
              </a:ext>
            </a:extLst>
          </p:cNvPr>
          <p:cNvSpPr/>
          <p:nvPr>
            <p:custDataLst>
              <p:tags r:id="rId13"/>
            </p:custDataLst>
          </p:nvPr>
        </p:nvSpPr>
        <p:spPr bwMode="gray">
          <a:xfrm>
            <a:off x="1930400" y="3181312"/>
            <a:ext cx="0" cy="0"/>
          </a:xfrm>
          <a:prstGeom prst="rect">
            <a:avLst/>
          </a:prstGeom>
          <a:solidFill>
            <a:schemeClr val="accent3">
              <a:alpha val="24706"/>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64" name="OTLSHAPE_SL2A_bd812b5aba0d4ece931cb019484466b8_Header" hidden="1">
            <a:extLst>
              <a:ext uri="{FF2B5EF4-FFF2-40B4-BE49-F238E27FC236}">
                <a16:creationId xmlns:a16="http://schemas.microsoft.com/office/drawing/2014/main" id="{FB86A555-3366-C413-97AD-E9DDABE3B259}"/>
              </a:ext>
            </a:extLst>
          </p:cNvPr>
          <p:cNvSpPr txBox="1"/>
          <p:nvPr>
            <p:custDataLst>
              <p:tags r:id="rId14"/>
            </p:custDataLst>
          </p:nvPr>
        </p:nvSpPr>
        <p:spPr bwMode="gray">
          <a:xfrm>
            <a:off x="12700" y="-1764287"/>
            <a:ext cx="0" cy="214995"/>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zh-CN" altLang="en-US" sz="11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
        <p:nvSpPr>
          <p:cNvPr id="66" name="OTLSHAPE_SLT_1dbae2abd791421e828722a5193e8d48_ShapePercentage" hidden="1">
            <a:extLst>
              <a:ext uri="{FF2B5EF4-FFF2-40B4-BE49-F238E27FC236}">
                <a16:creationId xmlns:a16="http://schemas.microsoft.com/office/drawing/2014/main" id="{71515084-EFDF-E6FA-A118-F708EF59E9B3}"/>
              </a:ext>
            </a:extLst>
          </p:cNvPr>
          <p:cNvSpPr/>
          <p:nvPr>
            <p:custDataLst>
              <p:tags r:id="rId15"/>
            </p:custDataLst>
          </p:nvPr>
        </p:nvSpPr>
        <p:spPr bwMode="gray">
          <a:xfrm>
            <a:off x="3965968" y="2539905"/>
            <a:ext cx="0" cy="0"/>
          </a:xfrm>
          <a:prstGeom prst="roundRect">
            <a:avLst/>
          </a:prstGeom>
          <a:solidFill>
            <a:schemeClr val="dk1">
              <a:alpha val="34902"/>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79" name="OTLSHAPE_SLT_19b1abb07db4433f9f88502e25b2efb6_ShapePercentage" hidden="1">
            <a:extLst>
              <a:ext uri="{FF2B5EF4-FFF2-40B4-BE49-F238E27FC236}">
                <a16:creationId xmlns:a16="http://schemas.microsoft.com/office/drawing/2014/main" id="{BB621340-4BB6-C554-3739-2384F92ADB36}"/>
              </a:ext>
            </a:extLst>
          </p:cNvPr>
          <p:cNvSpPr/>
          <p:nvPr>
            <p:custDataLst>
              <p:tags r:id="rId16"/>
            </p:custDataLst>
          </p:nvPr>
        </p:nvSpPr>
        <p:spPr bwMode="gray">
          <a:xfrm>
            <a:off x="5046621" y="4091245"/>
            <a:ext cx="0" cy="0"/>
          </a:xfrm>
          <a:prstGeom prst="roundRect">
            <a:avLst/>
          </a:prstGeom>
          <a:solidFill>
            <a:schemeClr val="dk1">
              <a:alpha val="34902"/>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67" name="OTLSHAPE_SLT_1dbae2abd791421e828722a5193e8d48_Duration" hidden="1">
            <a:extLst>
              <a:ext uri="{FF2B5EF4-FFF2-40B4-BE49-F238E27FC236}">
                <a16:creationId xmlns:a16="http://schemas.microsoft.com/office/drawing/2014/main" id="{8EC6203E-2795-4A6E-2EE0-4D9FB03082CF}"/>
              </a:ext>
            </a:extLst>
          </p:cNvPr>
          <p:cNvSpPr txBox="1"/>
          <p:nvPr>
            <p:custDataLst>
              <p:tags r:id="rId17"/>
            </p:custDataLst>
          </p:nvPr>
        </p:nvSpPr>
        <p:spPr bwMode="gray">
          <a:xfrm>
            <a:off x="12700" y="-588559"/>
            <a:ext cx="457200" cy="16510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rPr>
              <a:t>381 days</a:t>
            </a: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68" name="OTLSHAPE_SLT_1dbae2abd791421e828722a5193e8d48_TextPercentage" hidden="1">
            <a:extLst>
              <a:ext uri="{FF2B5EF4-FFF2-40B4-BE49-F238E27FC236}">
                <a16:creationId xmlns:a16="http://schemas.microsoft.com/office/drawing/2014/main" id="{F69DFE90-C659-341D-8F08-19455E722719}"/>
              </a:ext>
            </a:extLst>
          </p:cNvPr>
          <p:cNvSpPr txBox="1"/>
          <p:nvPr>
            <p:custDataLst>
              <p:tags r:id="rId18"/>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69" name="OTLSHAPE_SLT_1dbae2abd791421e828722a5193e8d48_StartDate" hidden="1">
            <a:extLst>
              <a:ext uri="{FF2B5EF4-FFF2-40B4-BE49-F238E27FC236}">
                <a16:creationId xmlns:a16="http://schemas.microsoft.com/office/drawing/2014/main" id="{8E997F56-4650-9174-7D09-FEC0E38D6A06}"/>
              </a:ext>
            </a:extLst>
          </p:cNvPr>
          <p:cNvSpPr txBox="1"/>
          <p:nvPr>
            <p:custDataLst>
              <p:tags r:id="rId19"/>
            </p:custDataLst>
          </p:nvPr>
        </p:nvSpPr>
        <p:spPr bwMode="gray">
          <a:xfrm>
            <a:off x="12700" y="-24778"/>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zh-CN" altLang="en-US" sz="1000" b="1" i="0" u="none" strike="noStrike" kern="1200" cap="none" spc="0" normalizeH="0" baseline="0" noProof="0">
              <a:ln>
                <a:noFill/>
              </a:ln>
              <a:solidFill>
                <a:srgbClr val="FF0000"/>
              </a:solidFill>
              <a:effectLst/>
              <a:uLnTx/>
              <a:uFillTx/>
              <a:latin typeface="Calibri" panose="020F0502020204030204" pitchFamily="34" charset="0"/>
              <a:ea typeface="+mn-ea"/>
              <a:cs typeface="+mn-cs"/>
            </a:endParaRPr>
          </a:p>
        </p:txBody>
      </p:sp>
      <p:sp>
        <p:nvSpPr>
          <p:cNvPr id="70" name="OTLSHAPE_SLT_1dbae2abd791421e828722a5193e8d48_EndDate" hidden="1">
            <a:extLst>
              <a:ext uri="{FF2B5EF4-FFF2-40B4-BE49-F238E27FC236}">
                <a16:creationId xmlns:a16="http://schemas.microsoft.com/office/drawing/2014/main" id="{98729074-B4AB-4977-8988-E7F291CD6E3E}"/>
              </a:ext>
            </a:extLst>
          </p:cNvPr>
          <p:cNvSpPr txBox="1"/>
          <p:nvPr>
            <p:custDataLst>
              <p:tags r:id="rId20"/>
            </p:custDataLst>
          </p:nvPr>
        </p:nvSpPr>
        <p:spPr bwMode="gray">
          <a:xfrm>
            <a:off x="12700" y="-24778"/>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zh-CN" altLang="en-US" sz="1000" b="1" i="0" u="none" strike="noStrike" kern="1200" cap="none" spc="0" normalizeH="0" baseline="0" noProof="0">
              <a:ln>
                <a:noFill/>
              </a:ln>
              <a:solidFill>
                <a:srgbClr val="FF0000"/>
              </a:solidFill>
              <a:effectLst/>
              <a:uLnTx/>
              <a:uFillTx/>
              <a:latin typeface="Calibri" panose="020F0502020204030204" pitchFamily="34" charset="0"/>
              <a:ea typeface="+mn-ea"/>
              <a:cs typeface="+mn-cs"/>
            </a:endParaRPr>
          </a:p>
        </p:txBody>
      </p:sp>
      <p:sp>
        <p:nvSpPr>
          <p:cNvPr id="85" name="OTLSHAPE_SLT_19b1abb07db4433f9f88502e25b2efb6_Duration" hidden="1">
            <a:extLst>
              <a:ext uri="{FF2B5EF4-FFF2-40B4-BE49-F238E27FC236}">
                <a16:creationId xmlns:a16="http://schemas.microsoft.com/office/drawing/2014/main" id="{3BB0D972-2733-96CA-D823-9F82884C0E7C}"/>
              </a:ext>
            </a:extLst>
          </p:cNvPr>
          <p:cNvSpPr txBox="1"/>
          <p:nvPr>
            <p:custDataLst>
              <p:tags r:id="rId21"/>
            </p:custDataLst>
          </p:nvPr>
        </p:nvSpPr>
        <p:spPr bwMode="gray">
          <a:xfrm>
            <a:off x="12700" y="-588559"/>
            <a:ext cx="457200" cy="16510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rPr>
              <a:t>293 days</a:t>
            </a: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86" name="OTLSHAPE_SLT_19b1abb07db4433f9f88502e25b2efb6_TextPercentage" hidden="1">
            <a:extLst>
              <a:ext uri="{FF2B5EF4-FFF2-40B4-BE49-F238E27FC236}">
                <a16:creationId xmlns:a16="http://schemas.microsoft.com/office/drawing/2014/main" id="{452E868B-0C8F-E53F-5164-F661B2804DB7}"/>
              </a:ext>
            </a:extLst>
          </p:cNvPr>
          <p:cNvSpPr txBox="1"/>
          <p:nvPr>
            <p:custDataLst>
              <p:tags r:id="rId22"/>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87" name="OTLSHAPE_SLT_19b1abb07db4433f9f88502e25b2efb6_StartDate" hidden="1">
            <a:extLst>
              <a:ext uri="{FF2B5EF4-FFF2-40B4-BE49-F238E27FC236}">
                <a16:creationId xmlns:a16="http://schemas.microsoft.com/office/drawing/2014/main" id="{541FF51C-FD28-BCD2-61B1-0CE9114AFE83}"/>
              </a:ext>
            </a:extLst>
          </p:cNvPr>
          <p:cNvSpPr txBox="1"/>
          <p:nvPr>
            <p:custDataLst>
              <p:tags r:id="rId23"/>
            </p:custDataLst>
          </p:nvPr>
        </p:nvSpPr>
        <p:spPr bwMode="gray">
          <a:xfrm>
            <a:off x="12700" y="-24778"/>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zh-CN" altLang="en-US" sz="1000" b="1" i="0" u="none" strike="noStrike" kern="1200" cap="none" spc="0" normalizeH="0" baseline="0" noProof="0">
              <a:ln>
                <a:noFill/>
              </a:ln>
              <a:solidFill>
                <a:srgbClr val="FF0000"/>
              </a:solidFill>
              <a:effectLst/>
              <a:uLnTx/>
              <a:uFillTx/>
              <a:latin typeface="Calibri" panose="020F0502020204030204" pitchFamily="34" charset="0"/>
              <a:ea typeface="+mn-ea"/>
              <a:cs typeface="+mn-cs"/>
            </a:endParaRPr>
          </a:p>
        </p:txBody>
      </p:sp>
      <p:sp>
        <p:nvSpPr>
          <p:cNvPr id="90" name="OTLSHAPE_SLT_19b1abb07db4433f9f88502e25b2efb6_EndDate" hidden="1">
            <a:extLst>
              <a:ext uri="{FF2B5EF4-FFF2-40B4-BE49-F238E27FC236}">
                <a16:creationId xmlns:a16="http://schemas.microsoft.com/office/drawing/2014/main" id="{AE3679E4-5C71-4EB0-090A-A63A9475A6FA}"/>
              </a:ext>
            </a:extLst>
          </p:cNvPr>
          <p:cNvSpPr txBox="1"/>
          <p:nvPr>
            <p:custDataLst>
              <p:tags r:id="rId24"/>
            </p:custDataLst>
          </p:nvPr>
        </p:nvSpPr>
        <p:spPr bwMode="gray">
          <a:xfrm>
            <a:off x="12700" y="-24778"/>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zh-CN" altLang="en-US" sz="1000" b="1" i="0" u="none" strike="noStrike" kern="1200" cap="none" spc="0" normalizeH="0" baseline="0" noProof="0">
              <a:ln>
                <a:noFill/>
              </a:ln>
              <a:solidFill>
                <a:srgbClr val="FF0000"/>
              </a:solidFill>
              <a:effectLst/>
              <a:uLnTx/>
              <a:uFillTx/>
              <a:latin typeface="Calibri" panose="020F0502020204030204" pitchFamily="34" charset="0"/>
              <a:ea typeface="+mn-ea"/>
              <a:cs typeface="+mn-cs"/>
            </a:endParaRPr>
          </a:p>
        </p:txBody>
      </p:sp>
      <p:sp>
        <p:nvSpPr>
          <p:cNvPr id="6" name="OTLSHAPE_TB_00000000000000000000000000000000_TodayMarkerShape">
            <a:extLst>
              <a:ext uri="{FF2B5EF4-FFF2-40B4-BE49-F238E27FC236}">
                <a16:creationId xmlns:a16="http://schemas.microsoft.com/office/drawing/2014/main" id="{D53B2030-A83B-91E6-4FCF-168B6EE844CC}"/>
              </a:ext>
            </a:extLst>
          </p:cNvPr>
          <p:cNvSpPr/>
          <p:nvPr>
            <p:custDataLst>
              <p:tags r:id="rId25"/>
            </p:custDataLst>
          </p:nvPr>
        </p:nvSpPr>
        <p:spPr>
          <a:xfrm>
            <a:off x="4041860" y="1809511"/>
            <a:ext cx="76200" cy="84667"/>
          </a:xfrm>
          <a:prstGeom prst="triangle">
            <a:avLst/>
          </a:prstGeom>
          <a:solidFill>
            <a:srgbClr val="FF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7" name="OTLSHAPE_TB_00000000000000000000000000000000_TodayMarkerText">
            <a:extLst>
              <a:ext uri="{FF2B5EF4-FFF2-40B4-BE49-F238E27FC236}">
                <a16:creationId xmlns:a16="http://schemas.microsoft.com/office/drawing/2014/main" id="{8E623CFD-B4C5-30AE-A183-F31E37F7E796}"/>
              </a:ext>
            </a:extLst>
          </p:cNvPr>
          <p:cNvSpPr txBox="1"/>
          <p:nvPr>
            <p:custDataLst>
              <p:tags r:id="rId26"/>
            </p:custDataLst>
          </p:nvPr>
        </p:nvSpPr>
        <p:spPr>
          <a:xfrm>
            <a:off x="3971032" y="1902526"/>
            <a:ext cx="368300" cy="186055"/>
          </a:xfrm>
          <a:prstGeom prst="rect">
            <a:avLst/>
          </a:prstGeom>
          <a:noFill/>
        </p:spPr>
        <p:txBody>
          <a:bodyPr vert="horz" wrap="non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12" normalizeH="0" baseline="0" noProof="0">
                <a:ln>
                  <a:noFill/>
                </a:ln>
                <a:solidFill>
                  <a:prstClr val="black"/>
                </a:solidFill>
                <a:effectLst/>
                <a:uLnTx/>
                <a:uFillTx/>
                <a:latin typeface="Calibri" panose="020F0502020204030204" pitchFamily="34" charset="0"/>
                <a:ea typeface="等线" panose="02010600030101010101" pitchFamily="2" charset="-122"/>
                <a:cs typeface="+mn-cs"/>
              </a:rPr>
              <a:t>Today</a:t>
            </a:r>
            <a:endParaRPr kumimoji="0" lang="zh-CN" altLang="en-US" sz="1200" b="0" i="0" u="none" strike="noStrike" kern="1200" cap="none" spc="-12" normalizeH="0" baseline="0" noProof="0">
              <a:ln>
                <a:noFill/>
              </a:ln>
              <a:solidFill>
                <a:prstClr val="black"/>
              </a:solidFill>
              <a:effectLst/>
              <a:uLnTx/>
              <a:uFillTx/>
              <a:latin typeface="Calibri" panose="020F0502020204030204" pitchFamily="34" charset="0"/>
              <a:ea typeface="等线" panose="02010600030101010101" pitchFamily="2" charset="-122"/>
              <a:cs typeface="+mn-cs"/>
            </a:endParaRPr>
          </a:p>
        </p:txBody>
      </p:sp>
      <p:sp>
        <p:nvSpPr>
          <p:cNvPr id="75" name="OTLSHAPE_SL_008b357a959f4d9183e7c3df44197c27_BackgroundRectangle">
            <a:extLst>
              <a:ext uri="{FF2B5EF4-FFF2-40B4-BE49-F238E27FC236}">
                <a16:creationId xmlns:a16="http://schemas.microsoft.com/office/drawing/2014/main" id="{5F1B4AD7-BB3D-D8F5-4A31-9A7074216948}"/>
              </a:ext>
            </a:extLst>
          </p:cNvPr>
          <p:cNvSpPr/>
          <p:nvPr>
            <p:custDataLst>
              <p:tags r:id="rId27"/>
            </p:custDataLst>
          </p:nvPr>
        </p:nvSpPr>
        <p:spPr>
          <a:xfrm>
            <a:off x="63500" y="2101266"/>
            <a:ext cx="11290300" cy="1024805"/>
          </a:xfrm>
          <a:prstGeom prst="rect">
            <a:avLst/>
          </a:prstGeom>
          <a:solidFill>
            <a:srgbClr val="C5C3EE">
              <a:alpha val="20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2" name="OTLSHAPE_SL_ae039774f5d941348767efd1938c968d_BackgroundRectangle">
            <a:extLst>
              <a:ext uri="{FF2B5EF4-FFF2-40B4-BE49-F238E27FC236}">
                <a16:creationId xmlns:a16="http://schemas.microsoft.com/office/drawing/2014/main" id="{29633D82-7BA5-6388-73FB-865F1ADD8197}"/>
              </a:ext>
            </a:extLst>
          </p:cNvPr>
          <p:cNvSpPr/>
          <p:nvPr>
            <p:custDataLst>
              <p:tags r:id="rId28"/>
            </p:custDataLst>
          </p:nvPr>
        </p:nvSpPr>
        <p:spPr bwMode="gray">
          <a:xfrm>
            <a:off x="63496" y="3166626"/>
            <a:ext cx="11290300" cy="1388020"/>
          </a:xfrm>
          <a:prstGeom prst="rect">
            <a:avLst/>
          </a:prstGeom>
          <a:solidFill>
            <a:schemeClr val="accent3">
              <a:alpha val="20000"/>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76" name="OTLSHAPE_SL_008b357a959f4d9183e7c3df44197c27_HeaderRectangle">
            <a:extLst>
              <a:ext uri="{FF2B5EF4-FFF2-40B4-BE49-F238E27FC236}">
                <a16:creationId xmlns:a16="http://schemas.microsoft.com/office/drawing/2014/main" id="{B3363553-5BC8-1F1F-24DC-FBB287DA2B08}"/>
              </a:ext>
            </a:extLst>
          </p:cNvPr>
          <p:cNvSpPr/>
          <p:nvPr>
            <p:custDataLst>
              <p:tags r:id="rId29"/>
            </p:custDataLst>
          </p:nvPr>
        </p:nvSpPr>
        <p:spPr>
          <a:xfrm>
            <a:off x="63500" y="2093007"/>
            <a:ext cx="1866900" cy="1024805"/>
          </a:xfrm>
          <a:prstGeom prst="rect">
            <a:avLst/>
          </a:prstGeom>
          <a:solidFill>
            <a:schemeClr val="tx2"/>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30" name="OTLSHAPE_SL_ae039774f5d941348767efd1938c968d_HeaderRectangle">
            <a:extLst>
              <a:ext uri="{FF2B5EF4-FFF2-40B4-BE49-F238E27FC236}">
                <a16:creationId xmlns:a16="http://schemas.microsoft.com/office/drawing/2014/main" id="{93488A2C-AC0E-4195-593A-310F9502A528}"/>
              </a:ext>
            </a:extLst>
          </p:cNvPr>
          <p:cNvSpPr/>
          <p:nvPr>
            <p:custDataLst>
              <p:tags r:id="rId30"/>
            </p:custDataLst>
          </p:nvPr>
        </p:nvSpPr>
        <p:spPr bwMode="gray">
          <a:xfrm>
            <a:off x="63500" y="3181312"/>
            <a:ext cx="1866900" cy="1388020"/>
          </a:xfrm>
          <a:prstGeom prst="rect">
            <a:avLst/>
          </a:prstGeom>
          <a:solidFill>
            <a:schemeClr val="accent3"/>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cxnSp>
        <p:nvCxnSpPr>
          <p:cNvPr id="46" name="OTLSHAPE_G_00000000000000000000000000000000_ShapeBelow0">
            <a:extLst>
              <a:ext uri="{FF2B5EF4-FFF2-40B4-BE49-F238E27FC236}">
                <a16:creationId xmlns:a16="http://schemas.microsoft.com/office/drawing/2014/main" id="{DBB8CC51-F0EF-8CB9-F65C-5C08DDEBB308}"/>
              </a:ext>
            </a:extLst>
          </p:cNvPr>
          <p:cNvCxnSpPr/>
          <p:nvPr>
            <p:custDataLst>
              <p:tags r:id="rId31"/>
            </p:custDataLst>
          </p:nvPr>
        </p:nvCxnSpPr>
        <p:spPr>
          <a:xfrm>
            <a:off x="3390787" y="1619084"/>
            <a:ext cx="0" cy="2666026"/>
          </a:xfrm>
          <a:prstGeom prst="line">
            <a:avLst/>
          </a:prstGeom>
          <a:ln w="9525" cap="flat" cmpd="sng" algn="ctr">
            <a:solidFill>
              <a:schemeClr val="accent5">
                <a:alpha val="14902"/>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 name="OTLSHAPE_G_00000000000000000000000000000000_ShapeBelow1">
            <a:extLst>
              <a:ext uri="{FF2B5EF4-FFF2-40B4-BE49-F238E27FC236}">
                <a16:creationId xmlns:a16="http://schemas.microsoft.com/office/drawing/2014/main" id="{7FA3992C-52FE-CC42-8F18-338ABEDD3449}"/>
              </a:ext>
            </a:extLst>
          </p:cNvPr>
          <p:cNvCxnSpPr/>
          <p:nvPr>
            <p:custDataLst>
              <p:tags r:id="rId32"/>
            </p:custDataLst>
          </p:nvPr>
        </p:nvCxnSpPr>
        <p:spPr>
          <a:xfrm>
            <a:off x="4706744" y="1619084"/>
            <a:ext cx="0" cy="2666026"/>
          </a:xfrm>
          <a:prstGeom prst="line">
            <a:avLst/>
          </a:prstGeom>
          <a:ln w="9525" cap="flat" cmpd="sng" algn="ctr">
            <a:solidFill>
              <a:schemeClr val="accent5">
                <a:alpha val="14902"/>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 name="OTLSHAPE_G_00000000000000000000000000000000_ShapeBelow2">
            <a:extLst>
              <a:ext uri="{FF2B5EF4-FFF2-40B4-BE49-F238E27FC236}">
                <a16:creationId xmlns:a16="http://schemas.microsoft.com/office/drawing/2014/main" id="{C2486BD6-E927-2CFB-8619-C41FF86F1AE5}"/>
              </a:ext>
            </a:extLst>
          </p:cNvPr>
          <p:cNvCxnSpPr/>
          <p:nvPr>
            <p:custDataLst>
              <p:tags r:id="rId33"/>
            </p:custDataLst>
          </p:nvPr>
        </p:nvCxnSpPr>
        <p:spPr>
          <a:xfrm>
            <a:off x="6040131" y="1619084"/>
            <a:ext cx="0" cy="2666026"/>
          </a:xfrm>
          <a:prstGeom prst="line">
            <a:avLst/>
          </a:prstGeom>
          <a:ln w="9525" cap="flat" cmpd="sng" algn="ctr">
            <a:solidFill>
              <a:schemeClr val="accent5">
                <a:alpha val="14902"/>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9" name="OTLSHAPE_G_00000000000000000000000000000000_ShapeBelow3">
            <a:extLst>
              <a:ext uri="{FF2B5EF4-FFF2-40B4-BE49-F238E27FC236}">
                <a16:creationId xmlns:a16="http://schemas.microsoft.com/office/drawing/2014/main" id="{3976C756-9576-6293-4C5E-F8CBDBBC2411}"/>
              </a:ext>
            </a:extLst>
          </p:cNvPr>
          <p:cNvCxnSpPr/>
          <p:nvPr>
            <p:custDataLst>
              <p:tags r:id="rId34"/>
            </p:custDataLst>
          </p:nvPr>
        </p:nvCxnSpPr>
        <p:spPr>
          <a:xfrm>
            <a:off x="7356088" y="1619084"/>
            <a:ext cx="0" cy="2666026"/>
          </a:xfrm>
          <a:prstGeom prst="line">
            <a:avLst/>
          </a:prstGeom>
          <a:ln w="9525" cap="flat" cmpd="sng" algn="ctr">
            <a:solidFill>
              <a:schemeClr val="accent5">
                <a:alpha val="14902"/>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6" name="OTLSHAPE_G_00000000000000000000000000000000_ShapeBelow4">
            <a:extLst>
              <a:ext uri="{FF2B5EF4-FFF2-40B4-BE49-F238E27FC236}">
                <a16:creationId xmlns:a16="http://schemas.microsoft.com/office/drawing/2014/main" id="{FC07D3B7-56E1-9B21-5B4F-00B59B6291EF}"/>
              </a:ext>
            </a:extLst>
          </p:cNvPr>
          <p:cNvCxnSpPr/>
          <p:nvPr>
            <p:custDataLst>
              <p:tags r:id="rId35"/>
            </p:custDataLst>
          </p:nvPr>
        </p:nvCxnSpPr>
        <p:spPr bwMode="gray">
          <a:xfrm>
            <a:off x="8202455" y="1619085"/>
            <a:ext cx="0" cy="2666026"/>
          </a:xfrm>
          <a:prstGeom prst="line">
            <a:avLst/>
          </a:prstGeom>
          <a:ln w="9525" cap="flat" cmpd="sng" algn="ctr">
            <a:solidFill>
              <a:schemeClr val="accent5">
                <a:alpha val="14902"/>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7" name="OTLSHAPE_G_00000000000000000000000000000000_ShapeBelow5">
            <a:extLst>
              <a:ext uri="{FF2B5EF4-FFF2-40B4-BE49-F238E27FC236}">
                <a16:creationId xmlns:a16="http://schemas.microsoft.com/office/drawing/2014/main" id="{BB34D64E-1516-BC81-38AB-A6B1B1730120}"/>
              </a:ext>
            </a:extLst>
          </p:cNvPr>
          <p:cNvCxnSpPr/>
          <p:nvPr>
            <p:custDataLst>
              <p:tags r:id="rId36"/>
            </p:custDataLst>
          </p:nvPr>
        </p:nvCxnSpPr>
        <p:spPr bwMode="gray">
          <a:xfrm>
            <a:off x="9830235" y="1688634"/>
            <a:ext cx="0" cy="2666026"/>
          </a:xfrm>
          <a:prstGeom prst="line">
            <a:avLst/>
          </a:prstGeom>
          <a:ln w="9525" cap="flat" cmpd="sng" algn="ctr">
            <a:solidFill>
              <a:schemeClr val="accent5">
                <a:alpha val="14902"/>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35" name="OTLSHAPE_SLT_5e89ef62d6b243098418287a9f5312b4_Shape">
            <a:extLst>
              <a:ext uri="{FF2B5EF4-FFF2-40B4-BE49-F238E27FC236}">
                <a16:creationId xmlns:a16="http://schemas.microsoft.com/office/drawing/2014/main" id="{4833BD7F-15CD-1FC9-85D9-76AB4C3E0987}"/>
              </a:ext>
            </a:extLst>
          </p:cNvPr>
          <p:cNvSpPr/>
          <p:nvPr>
            <p:custDataLst>
              <p:tags r:id="rId37"/>
            </p:custDataLst>
          </p:nvPr>
        </p:nvSpPr>
        <p:spPr>
          <a:xfrm>
            <a:off x="3972164" y="3411025"/>
            <a:ext cx="290792" cy="153888"/>
          </a:xfrm>
          <a:prstGeom prst="roundRect">
            <a:avLst/>
          </a:prstGeom>
          <a:solidFill>
            <a:schemeClr val="accent1"/>
          </a:solidFill>
          <a:ln w="12700" cap="flat" cmpd="sng" algn="ctr">
            <a:noFill/>
            <a:prstDash val="solid"/>
            <a:miter lim="800000"/>
          </a:ln>
          <a:effectLst/>
          <a:scene3d>
            <a:camera prst="orthographicFront"/>
            <a:lightRig rig="balanced" dir="t">
              <a:rot lat="0" lon="0" rev="8700000"/>
            </a:lightRig>
          </a:scene3d>
          <a:sp3d>
            <a:bevelT w="165100" h="12700"/>
          </a:sp3d>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44" name="OTLSHAPE_SLT_1dbae2abd791421e828722a5193e8d48_Shape">
            <a:extLst>
              <a:ext uri="{FF2B5EF4-FFF2-40B4-BE49-F238E27FC236}">
                <a16:creationId xmlns:a16="http://schemas.microsoft.com/office/drawing/2014/main" id="{47C578AB-1768-E0A3-7639-EE155CBBD090}"/>
              </a:ext>
            </a:extLst>
          </p:cNvPr>
          <p:cNvSpPr/>
          <p:nvPr>
            <p:custDataLst>
              <p:tags r:id="rId38"/>
            </p:custDataLst>
          </p:nvPr>
        </p:nvSpPr>
        <p:spPr bwMode="gray">
          <a:xfrm>
            <a:off x="4400895" y="2587735"/>
            <a:ext cx="4016116" cy="163106"/>
          </a:xfrm>
          <a:prstGeom prst="roundRect">
            <a:avLst/>
          </a:prstGeom>
          <a:solidFill>
            <a:schemeClr val="lt2"/>
          </a:solidFill>
          <a:ln w="6350" cap="flat" cmpd="sng" algn="ctr">
            <a:noFill/>
            <a:prstDash val="solid"/>
            <a:miter lim="800000"/>
          </a:ln>
          <a:effectLst/>
          <a:scene3d>
            <a:camera prst="orthographicFront"/>
            <a:lightRig rig="balanced" dir="t">
              <a:rot lat="0" lon="0" rev="8700000"/>
            </a:lightRig>
          </a:scene3d>
          <a:sp3d>
            <a:bevelT w="165100" h="12700"/>
          </a:sp3d>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100" b="0" i="0" u="none" strike="noStrike" kern="1200" cap="none" spc="0" normalizeH="0" baseline="0" noProof="0">
                <a:ln>
                  <a:noFill/>
                </a:ln>
                <a:solidFill>
                  <a:prstClr val="white"/>
                </a:solidFill>
                <a:effectLst/>
                <a:uLnTx/>
                <a:uFillTx/>
                <a:latin typeface="Boehringer Forward Text"/>
                <a:ea typeface="+mn-ea"/>
                <a:cs typeface="+mn-cs"/>
              </a:rPr>
              <a:t>25 m N=405</a:t>
            </a:r>
            <a:endParaRPr kumimoji="0" lang="zh-CN" altLang="en-US" sz="1100" b="0" i="0" u="none" strike="noStrike" kern="1200" cap="none" spc="0" normalizeH="0" baseline="0" noProof="0">
              <a:ln>
                <a:noFill/>
              </a:ln>
              <a:solidFill>
                <a:prstClr val="white"/>
              </a:solidFill>
              <a:effectLst/>
              <a:uLnTx/>
              <a:uFillTx/>
              <a:latin typeface="Boehringer Forward Text"/>
              <a:ea typeface="+mn-ea"/>
              <a:cs typeface="+mn-cs"/>
            </a:endParaRPr>
          </a:p>
        </p:txBody>
      </p:sp>
      <p:sp>
        <p:nvSpPr>
          <p:cNvPr id="78" name="OTLSHAPE_SLT_19b1abb07db4433f9f88502e25b2efb6_Shape">
            <a:extLst>
              <a:ext uri="{FF2B5EF4-FFF2-40B4-BE49-F238E27FC236}">
                <a16:creationId xmlns:a16="http://schemas.microsoft.com/office/drawing/2014/main" id="{84E8E543-A9D2-3274-9EC0-83679B769754}"/>
              </a:ext>
            </a:extLst>
          </p:cNvPr>
          <p:cNvSpPr/>
          <p:nvPr>
            <p:custDataLst>
              <p:tags r:id="rId39"/>
            </p:custDataLst>
          </p:nvPr>
        </p:nvSpPr>
        <p:spPr bwMode="gray">
          <a:xfrm>
            <a:off x="4672750" y="4062619"/>
            <a:ext cx="3635817" cy="178751"/>
          </a:xfrm>
          <a:prstGeom prst="roundRect">
            <a:avLst/>
          </a:prstGeom>
          <a:solidFill>
            <a:schemeClr val="lt2"/>
          </a:solidFill>
          <a:ln w="6350" cap="flat" cmpd="sng" algn="ctr">
            <a:noFill/>
            <a:prstDash val="solid"/>
            <a:miter lim="800000"/>
          </a:ln>
          <a:effectLst/>
          <a:scene3d>
            <a:camera prst="orthographicFront"/>
            <a:lightRig rig="balanced" dir="t">
              <a:rot lat="0" lon="0" rev="8700000"/>
            </a:lightRig>
          </a:scene3d>
          <a:sp3d>
            <a:bevelT w="165100" h="12700"/>
          </a:sp3d>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100" b="0" i="0" u="none" strike="noStrike" kern="1200" cap="none" spc="0" normalizeH="0" baseline="0" noProof="0">
                <a:ln>
                  <a:noFill/>
                </a:ln>
                <a:solidFill>
                  <a:prstClr val="white"/>
                </a:solidFill>
                <a:effectLst/>
                <a:uLnTx/>
                <a:uFillTx/>
                <a:latin typeface="Boehringer Forward Text"/>
                <a:ea typeface="+mn-ea"/>
                <a:cs typeface="+mn-cs"/>
              </a:rPr>
              <a:t>21 m, 11 sites,  N=25</a:t>
            </a:r>
            <a:endParaRPr kumimoji="0" lang="zh-CN" altLang="en-US" sz="1100" b="0" i="0" u="none" strike="noStrike" kern="1200" cap="none" spc="0" normalizeH="0" baseline="0" noProof="0">
              <a:ln>
                <a:noFill/>
              </a:ln>
              <a:solidFill>
                <a:prstClr val="white"/>
              </a:solidFill>
              <a:effectLst/>
              <a:uLnTx/>
              <a:uFillTx/>
              <a:latin typeface="Boehringer Forward Text"/>
              <a:ea typeface="+mn-ea"/>
              <a:cs typeface="+mn-cs"/>
            </a:endParaRPr>
          </a:p>
        </p:txBody>
      </p:sp>
      <p:sp>
        <p:nvSpPr>
          <p:cNvPr id="184" name="OTLSHAPE_SLT_204ac9d9291f49b98f02dce0efc777e3_Shape">
            <a:extLst>
              <a:ext uri="{FF2B5EF4-FFF2-40B4-BE49-F238E27FC236}">
                <a16:creationId xmlns:a16="http://schemas.microsoft.com/office/drawing/2014/main" id="{BE341223-2F46-E05B-E9D8-68BBAB51ABAA}"/>
              </a:ext>
            </a:extLst>
          </p:cNvPr>
          <p:cNvSpPr/>
          <p:nvPr>
            <p:custDataLst>
              <p:tags r:id="rId40"/>
            </p:custDataLst>
          </p:nvPr>
        </p:nvSpPr>
        <p:spPr bwMode="gray">
          <a:xfrm>
            <a:off x="2605486" y="3221988"/>
            <a:ext cx="641560" cy="131150"/>
          </a:xfrm>
          <a:prstGeom prst="roundRect">
            <a:avLst/>
          </a:prstGeom>
          <a:solidFill>
            <a:schemeClr val="lt2"/>
          </a:solidFill>
          <a:ln w="6350" cap="flat" cmpd="sng" algn="ctr">
            <a:noFill/>
            <a:prstDash val="solid"/>
            <a:miter lim="800000"/>
          </a:ln>
          <a:effectLst/>
          <a:scene3d>
            <a:camera prst="orthographicFront"/>
            <a:lightRig rig="balanced" dir="t">
              <a:rot lat="0" lon="0" rev="8700000"/>
            </a:lightRig>
          </a:scene3d>
          <a:sp3d>
            <a:bevelT w="165100" h="12700"/>
          </a:sp3d>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81" name="OTLSHAPE_SLM_9faf3c07047748a0857cf286e4997480_Shape">
            <a:extLst>
              <a:ext uri="{FF2B5EF4-FFF2-40B4-BE49-F238E27FC236}">
                <a16:creationId xmlns:a16="http://schemas.microsoft.com/office/drawing/2014/main" id="{C938F2B0-B0C1-6C90-7062-923F4B8CDE44}"/>
              </a:ext>
            </a:extLst>
          </p:cNvPr>
          <p:cNvSpPr/>
          <p:nvPr>
            <p:custDataLst>
              <p:tags r:id="rId41"/>
            </p:custDataLst>
          </p:nvPr>
        </p:nvSpPr>
        <p:spPr bwMode="gray">
          <a:xfrm>
            <a:off x="4480919" y="3673085"/>
            <a:ext cx="228600" cy="254000"/>
          </a:xfrm>
          <a:prstGeom prst="diamond">
            <a:avLst/>
          </a:prstGeom>
          <a:solidFill>
            <a:srgbClr val="0072BC"/>
          </a:solidFill>
          <a:ln w="6350" cap="flat" cmpd="sng" algn="ctr">
            <a:noFill/>
            <a:prstDash val="solid"/>
            <a:miter lim="800000"/>
          </a:ln>
          <a:effectLst/>
          <a:scene3d>
            <a:camera prst="orthographicFront"/>
            <a:lightRig rig="threePt" dir="t"/>
          </a:scene3d>
          <a:sp3d>
            <a:bevelT h="12700"/>
          </a:sp3d>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85" name="OTLSHAPE_SLT_204ac9d9291f49b98f02dce0efc777e3_ShapePercentage" hidden="1">
            <a:extLst>
              <a:ext uri="{FF2B5EF4-FFF2-40B4-BE49-F238E27FC236}">
                <a16:creationId xmlns:a16="http://schemas.microsoft.com/office/drawing/2014/main" id="{8A764BAB-DEEA-C873-88B2-D30BC32BCFF0}"/>
              </a:ext>
            </a:extLst>
          </p:cNvPr>
          <p:cNvSpPr/>
          <p:nvPr>
            <p:custDataLst>
              <p:tags r:id="rId42"/>
            </p:custDataLst>
          </p:nvPr>
        </p:nvSpPr>
        <p:spPr bwMode="gray">
          <a:xfrm>
            <a:off x="2153258" y="3241171"/>
            <a:ext cx="0" cy="0"/>
          </a:xfrm>
          <a:prstGeom prst="roundRect">
            <a:avLst/>
          </a:prstGeom>
          <a:solidFill>
            <a:schemeClr val="dk1">
              <a:alpha val="34902"/>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77" name="OTLSHAPE_SL_008b357a959f4d9183e7c3df44197c27_Header">
            <a:extLst>
              <a:ext uri="{FF2B5EF4-FFF2-40B4-BE49-F238E27FC236}">
                <a16:creationId xmlns:a16="http://schemas.microsoft.com/office/drawing/2014/main" id="{457E84F7-58AD-1B5C-F13B-4C86CF7DD0E2}"/>
              </a:ext>
            </a:extLst>
          </p:cNvPr>
          <p:cNvSpPr txBox="1"/>
          <p:nvPr>
            <p:custDataLst>
              <p:tags r:id="rId43"/>
            </p:custDataLst>
          </p:nvPr>
        </p:nvSpPr>
        <p:spPr>
          <a:xfrm>
            <a:off x="63500" y="2419376"/>
            <a:ext cx="1866900" cy="372068"/>
          </a:xfrm>
          <a:prstGeom prst="rect">
            <a:avLst/>
          </a:prstGeom>
          <a:noFill/>
        </p:spPr>
        <p:txBody>
          <a:bodyPr vert="horz" wrap="squar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400" b="1" i="0" u="none" strike="noStrike" kern="1200" cap="none" spc="0" normalizeH="0" baseline="0" noProof="0">
                <a:ln>
                  <a:noFill/>
                </a:ln>
                <a:solidFill>
                  <a:prstClr val="white"/>
                </a:solidFill>
                <a:effectLst/>
                <a:uLnTx/>
                <a:uFillTx/>
                <a:latin typeface="Calibri" panose="020F0502020204030204" pitchFamily="34" charset="0"/>
                <a:ea typeface="等线" panose="02010600030101010101" pitchFamily="2" charset="-122"/>
                <a:cs typeface="+mn-cs"/>
              </a:rPr>
              <a:t>Global</a:t>
            </a:r>
            <a:endParaRPr kumimoji="0" lang="zh-CN" altLang="en-US" sz="2400" b="1" i="0" u="none" strike="noStrike" kern="1200" cap="none" spc="0" normalizeH="0" baseline="0" noProof="0">
              <a:ln>
                <a:noFill/>
              </a:ln>
              <a:solidFill>
                <a:prstClr val="white"/>
              </a:solidFill>
              <a:effectLst/>
              <a:uLnTx/>
              <a:uFillTx/>
              <a:latin typeface="Calibri" panose="020F0502020204030204" pitchFamily="34" charset="0"/>
              <a:ea typeface="等线" panose="02010600030101010101" pitchFamily="2" charset="-122"/>
              <a:cs typeface="+mn-cs"/>
            </a:endParaRPr>
          </a:p>
        </p:txBody>
      </p:sp>
      <p:sp>
        <p:nvSpPr>
          <p:cNvPr id="31" name="OTLSHAPE_SL_ae039774f5d941348767efd1938c968d_Header">
            <a:extLst>
              <a:ext uri="{FF2B5EF4-FFF2-40B4-BE49-F238E27FC236}">
                <a16:creationId xmlns:a16="http://schemas.microsoft.com/office/drawing/2014/main" id="{D886AA33-4A39-1D04-DE14-64415A6E922B}"/>
              </a:ext>
            </a:extLst>
          </p:cNvPr>
          <p:cNvSpPr txBox="1"/>
          <p:nvPr>
            <p:custDataLst>
              <p:tags r:id="rId44"/>
            </p:custDataLst>
          </p:nvPr>
        </p:nvSpPr>
        <p:spPr bwMode="gray">
          <a:xfrm>
            <a:off x="63500" y="3547178"/>
            <a:ext cx="1866900" cy="372068"/>
          </a:xfrm>
          <a:prstGeom prst="rect">
            <a:avLst/>
          </a:prstGeom>
          <a:noFill/>
        </p:spPr>
        <p:txBody>
          <a:bodyPr vert="horz" wrap="square" lIns="0" tIns="0" rIns="0" bIns="0" rtlCol="0" anchor="ctr" anchorCtr="0">
            <a:no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2400" b="1" i="0" u="none" strike="noStrike" kern="1200" cap="none" spc="0" normalizeH="0" baseline="0" noProof="0">
                <a:ln>
                  <a:noFill/>
                </a:ln>
                <a:solidFill>
                  <a:prstClr val="white"/>
                </a:solidFill>
                <a:effectLst/>
                <a:uLnTx/>
                <a:uFillTx/>
                <a:latin typeface="Calibri" panose="020F0502020204030204" pitchFamily="34" charset="0"/>
                <a:ea typeface="+mn-ea"/>
                <a:cs typeface="+mn-cs"/>
              </a:rPr>
              <a:t>China</a:t>
            </a:r>
            <a:endParaRPr kumimoji="0" lang="zh-CN" altLang="en-US" sz="2400" b="1"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
        <p:nvSpPr>
          <p:cNvPr id="8" name="OTLSHAPE_TB_00000000000000000000000000000000_TimescaleInterval1">
            <a:extLst>
              <a:ext uri="{FF2B5EF4-FFF2-40B4-BE49-F238E27FC236}">
                <a16:creationId xmlns:a16="http://schemas.microsoft.com/office/drawing/2014/main" id="{1D880C26-7ED6-7E39-22C5-91C79BAA157D}"/>
              </a:ext>
            </a:extLst>
          </p:cNvPr>
          <p:cNvSpPr txBox="1"/>
          <p:nvPr>
            <p:custDataLst>
              <p:tags r:id="rId45"/>
            </p:custDataLst>
          </p:nvPr>
        </p:nvSpPr>
        <p:spPr>
          <a:xfrm>
            <a:off x="2419280" y="1399058"/>
            <a:ext cx="158185"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20" normalizeH="0" baseline="0" noProof="0">
                <a:ln>
                  <a:noFill/>
                </a:ln>
                <a:solidFill>
                  <a:prstClr val="white"/>
                </a:solidFill>
                <a:effectLst/>
                <a:uLnTx/>
                <a:uFillTx/>
                <a:latin typeface="Calibri" panose="020F0502020204030204" pitchFamily="34" charset="0"/>
                <a:ea typeface="等线" panose="02010600030101010101" pitchFamily="2" charset="-122"/>
                <a:cs typeface="+mn-cs"/>
              </a:rPr>
              <a:t>ul</a:t>
            </a:r>
            <a:endParaRPr kumimoji="0" lang="zh-CN" altLang="en-US" sz="1200" b="0" i="0" u="none" strike="noStrike" kern="1200" cap="none" spc="-20" normalizeH="0" baseline="0" noProof="0">
              <a:ln>
                <a:noFill/>
              </a:ln>
              <a:solidFill>
                <a:prstClr val="white"/>
              </a:solidFill>
              <a:effectLst/>
              <a:uLnTx/>
              <a:uFillTx/>
              <a:latin typeface="Calibri" panose="020F0502020204030204" pitchFamily="34" charset="0"/>
              <a:ea typeface="等线" panose="02010600030101010101" pitchFamily="2" charset="-122"/>
              <a:cs typeface="+mn-cs"/>
            </a:endParaRPr>
          </a:p>
        </p:txBody>
      </p:sp>
      <p:sp>
        <p:nvSpPr>
          <p:cNvPr id="10" name="OTLSHAPE_TB_00000000000000000000000000000000_TimescaleInterval2">
            <a:extLst>
              <a:ext uri="{FF2B5EF4-FFF2-40B4-BE49-F238E27FC236}">
                <a16:creationId xmlns:a16="http://schemas.microsoft.com/office/drawing/2014/main" id="{CC9A0F86-1B79-25E8-C377-A5B96013D03C}"/>
              </a:ext>
            </a:extLst>
          </p:cNvPr>
          <p:cNvSpPr txBox="1"/>
          <p:nvPr>
            <p:custDataLst>
              <p:tags r:id="rId46"/>
            </p:custDataLst>
          </p:nvPr>
        </p:nvSpPr>
        <p:spPr>
          <a:xfrm>
            <a:off x="3752667" y="1399058"/>
            <a:ext cx="237244"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22" normalizeH="0" baseline="0" noProof="0">
                <a:ln>
                  <a:noFill/>
                </a:ln>
                <a:solidFill>
                  <a:prstClr val="white"/>
                </a:solidFill>
                <a:effectLst/>
                <a:uLnTx/>
                <a:uFillTx/>
                <a:latin typeface="Calibri" panose="020F0502020204030204" pitchFamily="34" charset="0"/>
                <a:ea typeface="等线" panose="02010600030101010101" pitchFamily="2" charset="-122"/>
                <a:cs typeface="+mn-cs"/>
              </a:rPr>
              <a:t>Dec</a:t>
            </a:r>
            <a:endParaRPr kumimoji="0" lang="zh-CN" altLang="en-US" sz="1200" b="0" i="0" u="none" strike="noStrike" kern="1200" cap="none" spc="-22" normalizeH="0" baseline="0" noProof="0">
              <a:ln>
                <a:noFill/>
              </a:ln>
              <a:solidFill>
                <a:prstClr val="white"/>
              </a:solidFill>
              <a:effectLst/>
              <a:uLnTx/>
              <a:uFillTx/>
              <a:latin typeface="Calibri" panose="020F0502020204030204" pitchFamily="34" charset="0"/>
              <a:ea typeface="等线" panose="02010600030101010101" pitchFamily="2" charset="-122"/>
              <a:cs typeface="+mn-cs"/>
            </a:endParaRPr>
          </a:p>
        </p:txBody>
      </p:sp>
      <p:sp>
        <p:nvSpPr>
          <p:cNvPr id="12" name="OTLSHAPE_TB_00000000000000000000000000000000_TimescaleInterval3">
            <a:extLst>
              <a:ext uri="{FF2B5EF4-FFF2-40B4-BE49-F238E27FC236}">
                <a16:creationId xmlns:a16="http://schemas.microsoft.com/office/drawing/2014/main" id="{9859ED05-1259-71CD-E240-749E09DFCCC1}"/>
              </a:ext>
            </a:extLst>
          </p:cNvPr>
          <p:cNvSpPr txBox="1"/>
          <p:nvPr>
            <p:custDataLst>
              <p:tags r:id="rId47"/>
            </p:custDataLst>
          </p:nvPr>
        </p:nvSpPr>
        <p:spPr>
          <a:xfrm>
            <a:off x="4770244" y="1399058"/>
            <a:ext cx="268150"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18" normalizeH="0" baseline="0" noProof="0">
                <a:ln>
                  <a:noFill/>
                </a:ln>
                <a:solidFill>
                  <a:prstClr val="white"/>
                </a:solidFill>
                <a:effectLst/>
                <a:uLnTx/>
                <a:uFillTx/>
                <a:latin typeface="Calibri" panose="020F0502020204030204" pitchFamily="34" charset="0"/>
                <a:ea typeface="等线" panose="02010600030101010101" pitchFamily="2" charset="-122"/>
                <a:cs typeface="+mn-cs"/>
              </a:rPr>
              <a:t>May</a:t>
            </a:r>
            <a:endParaRPr kumimoji="0" lang="zh-CN" altLang="en-US" sz="1200" b="0" i="0" u="none" strike="noStrike" kern="1200" cap="none" spc="-18" normalizeH="0" baseline="0" noProof="0">
              <a:ln>
                <a:noFill/>
              </a:ln>
              <a:solidFill>
                <a:prstClr val="white"/>
              </a:solidFill>
              <a:effectLst/>
              <a:uLnTx/>
              <a:uFillTx/>
              <a:latin typeface="Calibri" panose="020F0502020204030204" pitchFamily="34" charset="0"/>
              <a:ea typeface="等线" panose="02010600030101010101" pitchFamily="2" charset="-122"/>
              <a:cs typeface="+mn-cs"/>
            </a:endParaRPr>
          </a:p>
        </p:txBody>
      </p:sp>
      <p:sp>
        <p:nvSpPr>
          <p:cNvPr id="14" name="OTLSHAPE_TB_00000000000000000000000000000000_TimescaleInterval4">
            <a:extLst>
              <a:ext uri="{FF2B5EF4-FFF2-40B4-BE49-F238E27FC236}">
                <a16:creationId xmlns:a16="http://schemas.microsoft.com/office/drawing/2014/main" id="{50D3CE5D-D9D7-579D-9975-B2DCC3AC6BEA}"/>
              </a:ext>
            </a:extLst>
          </p:cNvPr>
          <p:cNvSpPr txBox="1"/>
          <p:nvPr>
            <p:custDataLst>
              <p:tags r:id="rId48"/>
            </p:custDataLst>
          </p:nvPr>
        </p:nvSpPr>
        <p:spPr>
          <a:xfrm>
            <a:off x="6103631" y="1399058"/>
            <a:ext cx="211148"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22" normalizeH="0" baseline="0" noProof="0">
                <a:ln>
                  <a:noFill/>
                </a:ln>
                <a:solidFill>
                  <a:prstClr val="white"/>
                </a:solidFill>
                <a:effectLst/>
                <a:uLnTx/>
                <a:uFillTx/>
                <a:latin typeface="Calibri" panose="020F0502020204030204" pitchFamily="34" charset="0"/>
                <a:ea typeface="等线" panose="02010600030101010101" pitchFamily="2" charset="-122"/>
                <a:cs typeface="+mn-cs"/>
              </a:rPr>
              <a:t>Oct</a:t>
            </a:r>
            <a:endParaRPr kumimoji="0" lang="zh-CN" altLang="en-US" sz="1200" b="0" i="0" u="none" strike="noStrike" kern="1200" cap="none" spc="-22" normalizeH="0" baseline="0" noProof="0">
              <a:ln>
                <a:noFill/>
              </a:ln>
              <a:solidFill>
                <a:prstClr val="white"/>
              </a:solidFill>
              <a:effectLst/>
              <a:uLnTx/>
              <a:uFillTx/>
              <a:latin typeface="Calibri" panose="020F0502020204030204" pitchFamily="34" charset="0"/>
              <a:ea typeface="等线" panose="02010600030101010101" pitchFamily="2" charset="-122"/>
              <a:cs typeface="+mn-cs"/>
            </a:endParaRPr>
          </a:p>
        </p:txBody>
      </p:sp>
      <p:sp>
        <p:nvSpPr>
          <p:cNvPr id="16" name="OTLSHAPE_TB_00000000000000000000000000000000_TimescaleInterval5">
            <a:extLst>
              <a:ext uri="{FF2B5EF4-FFF2-40B4-BE49-F238E27FC236}">
                <a16:creationId xmlns:a16="http://schemas.microsoft.com/office/drawing/2014/main" id="{BC498D22-09B4-66E9-8FC9-EF4B0BFCDC0D}"/>
              </a:ext>
            </a:extLst>
          </p:cNvPr>
          <p:cNvSpPr txBox="1"/>
          <p:nvPr>
            <p:custDataLst>
              <p:tags r:id="rId49"/>
            </p:custDataLst>
          </p:nvPr>
        </p:nvSpPr>
        <p:spPr>
          <a:xfrm>
            <a:off x="7419588" y="1399058"/>
            <a:ext cx="255776"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18" normalizeH="0" baseline="0" noProof="0">
                <a:ln>
                  <a:noFill/>
                </a:ln>
                <a:solidFill>
                  <a:prstClr val="white"/>
                </a:solidFill>
                <a:effectLst/>
                <a:uLnTx/>
                <a:uFillTx/>
                <a:latin typeface="Calibri" panose="020F0502020204030204" pitchFamily="34" charset="0"/>
                <a:ea typeface="等线" panose="02010600030101010101" pitchFamily="2" charset="-122"/>
                <a:cs typeface="+mn-cs"/>
              </a:rPr>
              <a:t>Mar</a:t>
            </a:r>
            <a:endParaRPr kumimoji="0" lang="zh-CN" altLang="en-US" sz="1200" b="0" i="0" u="none" strike="noStrike" kern="1200" cap="none" spc="-18" normalizeH="0" baseline="0" noProof="0">
              <a:ln>
                <a:noFill/>
              </a:ln>
              <a:solidFill>
                <a:prstClr val="white"/>
              </a:solidFill>
              <a:effectLst/>
              <a:uLnTx/>
              <a:uFillTx/>
              <a:latin typeface="Calibri" panose="020F0502020204030204" pitchFamily="34" charset="0"/>
              <a:ea typeface="等线" panose="02010600030101010101" pitchFamily="2" charset="-122"/>
              <a:cs typeface="+mn-cs"/>
            </a:endParaRPr>
          </a:p>
        </p:txBody>
      </p:sp>
      <p:sp>
        <p:nvSpPr>
          <p:cNvPr id="141" name="OTLSHAPE_SLT_5e89ef62d6b243098418287a9f5312b4_JoinedDate">
            <a:extLst>
              <a:ext uri="{FF2B5EF4-FFF2-40B4-BE49-F238E27FC236}">
                <a16:creationId xmlns:a16="http://schemas.microsoft.com/office/drawing/2014/main" id="{34762BB1-7561-9578-981B-1198055F0C0B}"/>
              </a:ext>
            </a:extLst>
          </p:cNvPr>
          <p:cNvSpPr txBox="1"/>
          <p:nvPr>
            <p:custDataLst>
              <p:tags r:id="rId50"/>
            </p:custDataLst>
          </p:nvPr>
        </p:nvSpPr>
        <p:spPr>
          <a:xfrm>
            <a:off x="2487009" y="3396916"/>
            <a:ext cx="1415794" cy="307777"/>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6" normalizeH="0" baseline="0" noProof="0">
                <a:ln>
                  <a:noFill/>
                </a:ln>
                <a:solidFill>
                  <a:prstClr val="white">
                    <a:lumMod val="50000"/>
                  </a:prstClr>
                </a:solidFill>
                <a:effectLst/>
                <a:uLnTx/>
                <a:uFillTx/>
                <a:latin typeface="Calibri" panose="020F0502020204030204" pitchFamily="34" charset="0"/>
                <a:ea typeface="等线" panose="02010600030101010101" pitchFamily="2" charset="-122"/>
                <a:cs typeface="+mn-cs"/>
              </a:rPr>
              <a:t>1/13/2026 – 2/13/2026</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4" normalizeH="0" baseline="0" noProof="0">
                <a:ln>
                  <a:noFill/>
                </a:ln>
                <a:solidFill>
                  <a:prstClr val="black"/>
                </a:solidFill>
                <a:effectLst/>
                <a:uLnTx/>
                <a:uFillTx/>
                <a:latin typeface="Calibri" panose="020F0502020204030204" pitchFamily="34" charset="0"/>
                <a:ea typeface="+mn-ea"/>
                <a:cs typeface="+mn-cs"/>
              </a:rPr>
              <a:t>(30WD CTA Pathway</a:t>
            </a:r>
            <a:r>
              <a:rPr kumimoji="0" lang="zh-CN" altLang="en-US" sz="1000" b="1" i="0" u="none" strike="noStrike" kern="1200" cap="none" spc="-4" normalizeH="0" baseline="0" noProof="0">
                <a:ln>
                  <a:noFill/>
                </a:ln>
                <a:solidFill>
                  <a:prstClr val="black"/>
                </a:solidFill>
                <a:effectLst/>
                <a:uLnTx/>
                <a:uFillTx/>
                <a:latin typeface="Calibri" panose="020F0502020204030204" pitchFamily="34" charset="0"/>
                <a:ea typeface="+mn-ea"/>
                <a:cs typeface="+mn-cs"/>
              </a:rPr>
              <a:t>）</a:t>
            </a:r>
            <a:endParaRPr kumimoji="0" lang="zh-CN" altLang="en-US" sz="1000" b="1" i="0" u="none" strike="noStrike" kern="1200" cap="none" spc="-6" normalizeH="0" baseline="0" noProof="0">
              <a:ln>
                <a:noFill/>
              </a:ln>
              <a:solidFill>
                <a:prstClr val="black"/>
              </a:solidFill>
              <a:effectLst/>
              <a:uLnTx/>
              <a:uFillTx/>
              <a:latin typeface="Calibri" panose="020F0502020204030204" pitchFamily="34" charset="0"/>
              <a:ea typeface="等线" panose="02010600030101010101" pitchFamily="2" charset="-122"/>
              <a:cs typeface="+mn-cs"/>
            </a:endParaRPr>
          </a:p>
        </p:txBody>
      </p:sp>
      <p:sp>
        <p:nvSpPr>
          <p:cNvPr id="142" name="OTLSHAPE_SLT_5e89ef62d6b243098418287a9f5312b4_Title">
            <a:extLst>
              <a:ext uri="{FF2B5EF4-FFF2-40B4-BE49-F238E27FC236}">
                <a16:creationId xmlns:a16="http://schemas.microsoft.com/office/drawing/2014/main" id="{D99878E4-440B-6711-77FD-34A68D03B408}"/>
              </a:ext>
            </a:extLst>
          </p:cNvPr>
          <p:cNvSpPr txBox="1"/>
          <p:nvPr>
            <p:custDataLst>
              <p:tags r:id="rId51"/>
            </p:custDataLst>
          </p:nvPr>
        </p:nvSpPr>
        <p:spPr>
          <a:xfrm>
            <a:off x="4405612" y="3399033"/>
            <a:ext cx="1528407" cy="169277"/>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16" normalizeH="0" baseline="0" noProof="0">
                <a:ln>
                  <a:noFill/>
                </a:ln>
                <a:solidFill>
                  <a:prstClr val="black"/>
                </a:solidFill>
                <a:effectLst/>
                <a:uLnTx/>
                <a:uFillTx/>
                <a:latin typeface="Calibri" panose="020F0502020204030204" pitchFamily="34" charset="0"/>
                <a:ea typeface="等线" panose="02010600030101010101" pitchFamily="2" charset="-122"/>
                <a:cs typeface="+mn-cs"/>
              </a:rPr>
              <a:t>CTA submission-</a:t>
            </a:r>
            <a:r>
              <a:rPr lang="en-US" altLang="zh-CN" sz="1100" b="1" spc="-16">
                <a:solidFill>
                  <a:prstClr val="black"/>
                </a:solidFill>
                <a:latin typeface="Calibri" panose="020F0502020204030204" pitchFamily="34" charset="0"/>
                <a:ea typeface="等线" panose="02010600030101010101" pitchFamily="2" charset="-122"/>
              </a:rPr>
              <a:t>approval</a:t>
            </a:r>
            <a:endParaRPr kumimoji="0" lang="zh-CN" altLang="en-US" sz="1100" b="1" i="0" u="none" strike="noStrike" kern="1200" cap="none" spc="-16" normalizeH="0" baseline="0" noProof="0">
              <a:ln>
                <a:noFill/>
              </a:ln>
              <a:solidFill>
                <a:prstClr val="black"/>
              </a:solidFill>
              <a:effectLst/>
              <a:uLnTx/>
              <a:uFillTx/>
              <a:latin typeface="Calibri" panose="020F0502020204030204" pitchFamily="34" charset="0"/>
              <a:ea typeface="等线" panose="02010600030101010101" pitchFamily="2" charset="-122"/>
              <a:cs typeface="+mn-cs"/>
            </a:endParaRPr>
          </a:p>
        </p:txBody>
      </p:sp>
      <p:sp>
        <p:nvSpPr>
          <p:cNvPr id="72" name="OTLSHAPE_SLT_1dbae2abd791421e828722a5193e8d48_JoinedDate">
            <a:extLst>
              <a:ext uri="{FF2B5EF4-FFF2-40B4-BE49-F238E27FC236}">
                <a16:creationId xmlns:a16="http://schemas.microsoft.com/office/drawing/2014/main" id="{4D818D8D-EAEC-CF49-9E9F-F56EC579A8A9}"/>
              </a:ext>
            </a:extLst>
          </p:cNvPr>
          <p:cNvSpPr txBox="1"/>
          <p:nvPr>
            <p:custDataLst>
              <p:tags r:id="rId52"/>
            </p:custDataLst>
          </p:nvPr>
        </p:nvSpPr>
        <p:spPr bwMode="gray">
          <a:xfrm>
            <a:off x="3441793" y="2502373"/>
            <a:ext cx="901700" cy="461665"/>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4" normalizeH="0" baseline="0" noProof="0">
                <a:ln>
                  <a:noFill/>
                </a:ln>
                <a:solidFill>
                  <a:prstClr val="white">
                    <a:lumMod val="50000"/>
                  </a:prstClr>
                </a:solidFill>
                <a:effectLst/>
                <a:uLnTx/>
                <a:uFillTx/>
                <a:latin typeface="Calibri" panose="020F0502020204030204" pitchFamily="34" charset="0"/>
                <a:ea typeface="+mn-ea"/>
                <a:cs typeface="+mn-cs"/>
              </a:rPr>
              <a:t>4/20/26 - 6/25/28</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000" b="1" i="0" u="none" strike="noStrike" kern="1200" cap="none" spc="-4" normalizeH="0" baseline="0" noProof="0">
              <a:ln>
                <a:noFill/>
              </a:ln>
              <a:solidFill>
                <a:prstClr val="white">
                  <a:lumMod val="50000"/>
                </a:prstClr>
              </a:solidFill>
              <a:effectLst/>
              <a:uLnTx/>
              <a:uFillTx/>
              <a:latin typeface="Calibri" panose="020F0502020204030204" pitchFamily="34" charset="0"/>
              <a:ea typeface="+mn-ea"/>
              <a:cs typeface="+mn-cs"/>
            </a:endParaRPr>
          </a:p>
        </p:txBody>
      </p:sp>
      <p:sp>
        <p:nvSpPr>
          <p:cNvPr id="74" name="OTLSHAPE_SLT_1dbae2abd791421e828722a5193e8d48_Title">
            <a:extLst>
              <a:ext uri="{FF2B5EF4-FFF2-40B4-BE49-F238E27FC236}">
                <a16:creationId xmlns:a16="http://schemas.microsoft.com/office/drawing/2014/main" id="{31CF2253-174B-2C6C-9B11-C590FED06D29}"/>
              </a:ext>
            </a:extLst>
          </p:cNvPr>
          <p:cNvSpPr txBox="1"/>
          <p:nvPr>
            <p:custDataLst>
              <p:tags r:id="rId53"/>
            </p:custDataLst>
          </p:nvPr>
        </p:nvSpPr>
        <p:spPr bwMode="gray">
          <a:xfrm>
            <a:off x="8438398" y="2179581"/>
            <a:ext cx="1168400" cy="214226"/>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100" b="1" i="0" u="none" strike="noStrike" kern="1200" cap="none" spc="-6" normalizeH="0" baseline="0" noProof="0">
                <a:ln>
                  <a:noFill/>
                </a:ln>
                <a:solidFill>
                  <a:prstClr val="black"/>
                </a:solidFill>
                <a:effectLst/>
                <a:uLnTx/>
                <a:uFillTx/>
                <a:latin typeface="Calibri" panose="020F0502020204030204" pitchFamily="34" charset="0"/>
                <a:ea typeface="+mn-ea"/>
                <a:cs typeface="+mn-cs"/>
              </a:rPr>
              <a:t>LSS</a:t>
            </a:r>
            <a:endParaRPr kumimoji="0" lang="zh-CN" altLang="en-US" sz="1100" b="1" i="0" u="none" strike="noStrike" kern="1200" cap="none" spc="-6" normalizeH="0" baseline="0" noProof="0">
              <a:ln>
                <a:noFill/>
              </a:ln>
              <a:solidFill>
                <a:prstClr val="black"/>
              </a:solidFill>
              <a:effectLst/>
              <a:uLnTx/>
              <a:uFillTx/>
              <a:latin typeface="Calibri" panose="020F0502020204030204" pitchFamily="34" charset="0"/>
              <a:ea typeface="+mn-ea"/>
              <a:cs typeface="+mn-cs"/>
            </a:endParaRPr>
          </a:p>
        </p:txBody>
      </p:sp>
      <p:sp>
        <p:nvSpPr>
          <p:cNvPr id="91" name="OTLSHAPE_SLT_19b1abb07db4433f9f88502e25b2efb6_JoinedDate">
            <a:extLst>
              <a:ext uri="{FF2B5EF4-FFF2-40B4-BE49-F238E27FC236}">
                <a16:creationId xmlns:a16="http://schemas.microsoft.com/office/drawing/2014/main" id="{07AF5EC5-A6C0-6F0A-D59C-97AF8F90F232}"/>
              </a:ext>
            </a:extLst>
          </p:cNvPr>
          <p:cNvSpPr txBox="1"/>
          <p:nvPr>
            <p:custDataLst>
              <p:tags r:id="rId54"/>
            </p:custDataLst>
          </p:nvPr>
        </p:nvSpPr>
        <p:spPr bwMode="gray">
          <a:xfrm>
            <a:off x="3955984" y="4110026"/>
            <a:ext cx="1395107" cy="153888"/>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000" b="1" spc="-4">
                <a:solidFill>
                  <a:srgbClr val="FF0000"/>
                </a:solidFill>
                <a:highlight>
                  <a:srgbClr val="FFFF00"/>
                </a:highlight>
                <a:latin typeface="Calibri" panose="020F0502020204030204" pitchFamily="34" charset="0"/>
              </a:rPr>
              <a:t>4</a:t>
            </a:r>
            <a:r>
              <a:rPr kumimoji="0" lang="en-US" altLang="zh-CN" sz="1000" b="1" i="0" u="none" strike="noStrike" kern="1200" cap="none" spc="-4" normalizeH="0" baseline="0" noProof="0">
                <a:ln>
                  <a:noFill/>
                </a:ln>
                <a:solidFill>
                  <a:srgbClr val="FF0000"/>
                </a:solidFill>
                <a:effectLst/>
                <a:highlight>
                  <a:srgbClr val="FFFF00"/>
                </a:highlight>
                <a:uLnTx/>
                <a:uFillTx/>
                <a:latin typeface="Calibri" panose="020F0502020204030204" pitchFamily="34" charset="0"/>
                <a:ea typeface="+mn-ea"/>
                <a:cs typeface="+mn-cs"/>
              </a:rPr>
              <a:t>/20/2026</a:t>
            </a:r>
            <a:endParaRPr kumimoji="0" lang="en-US" altLang="zh-CN" sz="1000" b="1" i="0" u="none" strike="noStrike" kern="1200" cap="none" spc="-4" normalizeH="0" baseline="0" noProof="0">
              <a:ln>
                <a:noFill/>
              </a:ln>
              <a:solidFill>
                <a:srgbClr val="FF0000"/>
              </a:solidFill>
              <a:effectLst/>
              <a:uLnTx/>
              <a:uFillTx/>
              <a:latin typeface="Calibri" panose="020F0502020204030204" pitchFamily="34" charset="0"/>
              <a:ea typeface="+mn-ea"/>
              <a:cs typeface="+mn-cs"/>
            </a:endParaRPr>
          </a:p>
        </p:txBody>
      </p:sp>
      <p:sp>
        <p:nvSpPr>
          <p:cNvPr id="24" name="OTLSHAPE_SLM_b07cab322f7c449f9e51931d6fa76d47_Title">
            <a:extLst>
              <a:ext uri="{FF2B5EF4-FFF2-40B4-BE49-F238E27FC236}">
                <a16:creationId xmlns:a16="http://schemas.microsoft.com/office/drawing/2014/main" id="{63B93752-617C-5570-1C82-78E305515F00}"/>
              </a:ext>
            </a:extLst>
          </p:cNvPr>
          <p:cNvSpPr txBox="1"/>
          <p:nvPr>
            <p:custDataLst>
              <p:tags r:id="rId55"/>
            </p:custDataLst>
          </p:nvPr>
        </p:nvSpPr>
        <p:spPr bwMode="gray">
          <a:xfrm>
            <a:off x="3976021" y="2191538"/>
            <a:ext cx="838200" cy="214226"/>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100" b="1" i="0" u="none" strike="noStrike" kern="1200" cap="none" spc="-8" normalizeH="0" baseline="0" noProof="0">
                <a:ln>
                  <a:noFill/>
                </a:ln>
                <a:solidFill>
                  <a:prstClr val="black"/>
                </a:solidFill>
                <a:effectLst/>
                <a:uLnTx/>
                <a:uFillTx/>
                <a:latin typeface="Calibri" panose="020F0502020204030204" pitchFamily="34" charset="0"/>
                <a:ea typeface="+mn-ea"/>
                <a:cs typeface="+mn-cs"/>
              </a:rPr>
              <a:t>1</a:t>
            </a:r>
            <a:r>
              <a:rPr kumimoji="0" lang="en-US" altLang="zh-CN" sz="1100" b="1" i="0" u="none" strike="noStrike" kern="1200" cap="none" spc="-8" normalizeH="0" baseline="30000" noProof="0">
                <a:ln>
                  <a:noFill/>
                </a:ln>
                <a:solidFill>
                  <a:prstClr val="black"/>
                </a:solidFill>
                <a:effectLst/>
                <a:uLnTx/>
                <a:uFillTx/>
                <a:latin typeface="Calibri" panose="020F0502020204030204" pitchFamily="34" charset="0"/>
                <a:ea typeface="+mn-ea"/>
                <a:cs typeface="+mn-cs"/>
              </a:rPr>
              <a:t>st</a:t>
            </a:r>
            <a:r>
              <a:rPr kumimoji="0" lang="en-US" altLang="zh-CN" sz="1100" b="1" i="0" u="none" strike="noStrike" kern="1200" cap="none" spc="-8" normalizeH="0" baseline="0" noProof="0">
                <a:ln>
                  <a:noFill/>
                </a:ln>
                <a:solidFill>
                  <a:prstClr val="black"/>
                </a:solidFill>
                <a:effectLst/>
                <a:uLnTx/>
                <a:uFillTx/>
                <a:latin typeface="Calibri" panose="020F0502020204030204" pitchFamily="34" charset="0"/>
                <a:ea typeface="+mn-ea"/>
                <a:cs typeface="+mn-cs"/>
              </a:rPr>
              <a:t> SIV </a:t>
            </a:r>
            <a:endParaRPr kumimoji="0" lang="zh-CN" altLang="en-US" sz="1100" b="1" i="0" u="none" strike="noStrike" kern="1200" cap="none" spc="-8" normalizeH="0" baseline="0" noProof="0">
              <a:ln>
                <a:noFill/>
              </a:ln>
              <a:solidFill>
                <a:prstClr val="black"/>
              </a:solidFill>
              <a:effectLst/>
              <a:uLnTx/>
              <a:uFillTx/>
              <a:latin typeface="Calibri" panose="020F0502020204030204" pitchFamily="34" charset="0"/>
              <a:ea typeface="+mn-ea"/>
              <a:cs typeface="+mn-cs"/>
            </a:endParaRPr>
          </a:p>
        </p:txBody>
      </p:sp>
      <p:sp>
        <p:nvSpPr>
          <p:cNvPr id="25" name="OTLSHAPE_SLM_b07cab322f7c449f9e51931d6fa76d47_Date">
            <a:extLst>
              <a:ext uri="{FF2B5EF4-FFF2-40B4-BE49-F238E27FC236}">
                <a16:creationId xmlns:a16="http://schemas.microsoft.com/office/drawing/2014/main" id="{7215E0A0-EDF8-668F-CDF0-C21278718876}"/>
              </a:ext>
            </a:extLst>
          </p:cNvPr>
          <p:cNvSpPr txBox="1"/>
          <p:nvPr>
            <p:custDataLst>
              <p:tags r:id="rId56"/>
            </p:custDataLst>
          </p:nvPr>
        </p:nvSpPr>
        <p:spPr bwMode="gray">
          <a:xfrm>
            <a:off x="3834576" y="2449542"/>
            <a:ext cx="566319" cy="112889"/>
          </a:xfrm>
          <a:prstGeom prst="rect">
            <a:avLst/>
          </a:prstGeom>
          <a:noFill/>
        </p:spPr>
        <p:txBody>
          <a:bodyPr vert="horz" wrap="square" lIns="0" tIns="0" rIns="0" bIns="0" rtlCol="0" anchor="ctr" anchorCtr="0">
            <a:no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altLang="zh-CN" sz="1000" b="1" i="0" u="none" strike="noStrike" kern="1200" cap="none" spc="-8" normalizeH="0" baseline="0" noProof="0">
                <a:ln>
                  <a:noFill/>
                </a:ln>
                <a:solidFill>
                  <a:prstClr val="white">
                    <a:lumMod val="50000"/>
                  </a:prstClr>
                </a:solidFill>
                <a:effectLst/>
                <a:uLnTx/>
                <a:uFillTx/>
                <a:latin typeface="Calibri" panose="020F0502020204030204" pitchFamily="34" charset="0"/>
                <a:ea typeface="+mn-ea"/>
                <a:cs typeface="+mn-cs"/>
              </a:rPr>
              <a:t>4/13/2026</a:t>
            </a:r>
            <a:endParaRPr kumimoji="0" lang="zh-CN" altLang="en-US" sz="1000" b="1" i="0" u="none" strike="noStrike" kern="1200" cap="none" spc="-8" normalizeH="0" baseline="0" noProof="0">
              <a:ln>
                <a:noFill/>
              </a:ln>
              <a:solidFill>
                <a:prstClr val="white">
                  <a:lumMod val="50000"/>
                </a:prstClr>
              </a:solidFill>
              <a:effectLst/>
              <a:uLnTx/>
              <a:uFillTx/>
              <a:latin typeface="Calibri" panose="020F0502020204030204" pitchFamily="34" charset="0"/>
              <a:ea typeface="+mn-ea"/>
              <a:cs typeface="+mn-cs"/>
            </a:endParaRPr>
          </a:p>
        </p:txBody>
      </p:sp>
      <p:sp>
        <p:nvSpPr>
          <p:cNvPr id="95" name="OTLSHAPE_SLM_c5c1bae39cf642d49cdb18881f65cd4a_Title">
            <a:extLst>
              <a:ext uri="{FF2B5EF4-FFF2-40B4-BE49-F238E27FC236}">
                <a16:creationId xmlns:a16="http://schemas.microsoft.com/office/drawing/2014/main" id="{2AF70E68-DF17-88EE-EDA0-77970BBF61BC}"/>
              </a:ext>
            </a:extLst>
          </p:cNvPr>
          <p:cNvSpPr txBox="1"/>
          <p:nvPr>
            <p:custDataLst>
              <p:tags r:id="rId57"/>
            </p:custDataLst>
          </p:nvPr>
        </p:nvSpPr>
        <p:spPr bwMode="gray">
          <a:xfrm>
            <a:off x="9879242" y="2728603"/>
            <a:ext cx="732405" cy="214995"/>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altLang="zh-CN" sz="1100" b="1" i="0" u="none" strike="noStrike" kern="1200" cap="none" spc="-10" normalizeH="0" baseline="0" noProof="0">
                <a:ln>
                  <a:noFill/>
                </a:ln>
                <a:solidFill>
                  <a:prstClr val="black"/>
                </a:solidFill>
                <a:effectLst/>
                <a:uLnTx/>
                <a:uFillTx/>
                <a:latin typeface="Calibri" panose="020F0502020204030204" pitchFamily="34" charset="0"/>
                <a:ea typeface="+mn-ea"/>
                <a:cs typeface="+mn-cs"/>
              </a:rPr>
              <a:t>Key Results</a:t>
            </a:r>
            <a:endParaRPr kumimoji="0" lang="zh-CN" altLang="en-US" sz="1100" b="1" i="0" u="none" strike="noStrike" kern="1200" cap="none" spc="-10" normalizeH="0" baseline="0" noProof="0">
              <a:ln>
                <a:noFill/>
              </a:ln>
              <a:solidFill>
                <a:prstClr val="black"/>
              </a:solidFill>
              <a:effectLst/>
              <a:uLnTx/>
              <a:uFillTx/>
              <a:latin typeface="Calibri" panose="020F0502020204030204" pitchFamily="34" charset="0"/>
              <a:ea typeface="+mn-ea"/>
              <a:cs typeface="+mn-cs"/>
            </a:endParaRPr>
          </a:p>
        </p:txBody>
      </p:sp>
      <p:sp>
        <p:nvSpPr>
          <p:cNvPr id="160" name="OTLSHAPE_SLM_c5c1bae39cf642d49cdb18881f65cd4a_Date">
            <a:extLst>
              <a:ext uri="{FF2B5EF4-FFF2-40B4-BE49-F238E27FC236}">
                <a16:creationId xmlns:a16="http://schemas.microsoft.com/office/drawing/2014/main" id="{731C2A5C-BEC3-C542-9106-4E906AD2B1B1}"/>
              </a:ext>
            </a:extLst>
          </p:cNvPr>
          <p:cNvSpPr txBox="1"/>
          <p:nvPr>
            <p:custDataLst>
              <p:tags r:id="rId58"/>
            </p:custDataLst>
          </p:nvPr>
        </p:nvSpPr>
        <p:spPr bwMode="gray">
          <a:xfrm>
            <a:off x="9866138" y="2922374"/>
            <a:ext cx="1384838" cy="195438"/>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1" i="0" u="none" strike="noStrike" kern="1200" cap="none" spc="-8" normalizeH="0" baseline="0" noProof="0">
                <a:ln>
                  <a:noFill/>
                </a:ln>
                <a:solidFill>
                  <a:prstClr val="white">
                    <a:lumMod val="65000"/>
                  </a:prstClr>
                </a:solidFill>
                <a:effectLst/>
                <a:uLnTx/>
                <a:uFillTx/>
                <a:latin typeface="Calibri" panose="020F0502020204030204" pitchFamily="34" charset="0"/>
                <a:ea typeface="+mn-ea"/>
                <a:cs typeface="+mn-cs"/>
              </a:rPr>
              <a:t>1/21/2029</a:t>
            </a:r>
            <a:endParaRPr kumimoji="0" lang="zh-CN" altLang="en-US" sz="1000" b="1" i="0" u="none" strike="noStrike" kern="1200" cap="none" spc="-8" normalizeH="0" baseline="0" noProof="0">
              <a:ln>
                <a:noFill/>
              </a:ln>
              <a:solidFill>
                <a:prstClr val="white">
                  <a:lumMod val="65000"/>
                </a:prstClr>
              </a:solidFill>
              <a:effectLst/>
              <a:uLnTx/>
              <a:uFillTx/>
              <a:latin typeface="Calibri" panose="020F0502020204030204" pitchFamily="34" charset="0"/>
              <a:ea typeface="+mn-ea"/>
              <a:cs typeface="+mn-cs"/>
            </a:endParaRPr>
          </a:p>
        </p:txBody>
      </p:sp>
      <p:sp>
        <p:nvSpPr>
          <p:cNvPr id="161" name="OTLSHAPE_SLT_19b1abb07db4433f9f88502e25b2efb6_Title">
            <a:extLst>
              <a:ext uri="{FF2B5EF4-FFF2-40B4-BE49-F238E27FC236}">
                <a16:creationId xmlns:a16="http://schemas.microsoft.com/office/drawing/2014/main" id="{05F069D1-1F07-2894-5E14-6C311C813783}"/>
              </a:ext>
            </a:extLst>
          </p:cNvPr>
          <p:cNvSpPr txBox="1"/>
          <p:nvPr>
            <p:custDataLst>
              <p:tags r:id="rId59"/>
            </p:custDataLst>
          </p:nvPr>
        </p:nvSpPr>
        <p:spPr bwMode="gray">
          <a:xfrm>
            <a:off x="8410830" y="4018436"/>
            <a:ext cx="1168400" cy="214226"/>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100" b="1" i="0" u="none" strike="noStrike" kern="1200" cap="none" spc="-6" normalizeH="0" baseline="0" noProof="0">
                <a:ln>
                  <a:noFill/>
                </a:ln>
                <a:solidFill>
                  <a:prstClr val="black"/>
                </a:solidFill>
                <a:effectLst/>
                <a:uLnTx/>
                <a:uFillTx/>
                <a:latin typeface="Calibri" panose="020F0502020204030204" pitchFamily="34" charset="0"/>
                <a:ea typeface="+mn-ea"/>
                <a:cs typeface="+mn-cs"/>
              </a:rPr>
              <a:t>FSS-</a:t>
            </a:r>
            <a:r>
              <a:rPr lang="en-US" altLang="zh-CN" sz="1100" b="1" spc="-6">
                <a:solidFill>
                  <a:prstClr val="black"/>
                </a:solidFill>
                <a:latin typeface="Calibri" panose="020F0502020204030204" pitchFamily="34" charset="0"/>
              </a:rPr>
              <a:t>LSS</a:t>
            </a:r>
            <a:endParaRPr kumimoji="0" lang="zh-CN" altLang="en-US" sz="1100" b="1" i="0" u="none" strike="noStrike" kern="1200" cap="none" spc="-6" normalizeH="0" baseline="0" noProof="0">
              <a:ln>
                <a:noFill/>
              </a:ln>
              <a:solidFill>
                <a:prstClr val="black"/>
              </a:solidFill>
              <a:effectLst/>
              <a:uLnTx/>
              <a:uFillTx/>
              <a:latin typeface="Calibri" panose="020F0502020204030204" pitchFamily="34" charset="0"/>
              <a:ea typeface="+mn-ea"/>
              <a:cs typeface="+mn-cs"/>
            </a:endParaRPr>
          </a:p>
        </p:txBody>
      </p:sp>
      <p:sp>
        <p:nvSpPr>
          <p:cNvPr id="163" name="OTLSHAPE_TB_00000000000000000000000000000000_TimescaleInterval6">
            <a:extLst>
              <a:ext uri="{FF2B5EF4-FFF2-40B4-BE49-F238E27FC236}">
                <a16:creationId xmlns:a16="http://schemas.microsoft.com/office/drawing/2014/main" id="{C52247ED-DEC0-A52C-F9E2-039AC0ABDEF3}"/>
              </a:ext>
            </a:extLst>
          </p:cNvPr>
          <p:cNvSpPr txBox="1"/>
          <p:nvPr>
            <p:custDataLst>
              <p:tags r:id="rId60"/>
            </p:custDataLst>
          </p:nvPr>
        </p:nvSpPr>
        <p:spPr bwMode="gray">
          <a:xfrm>
            <a:off x="8752976" y="1399058"/>
            <a:ext cx="242054"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20" normalizeH="0" baseline="0" noProof="0">
                <a:ln>
                  <a:noFill/>
                </a:ln>
                <a:solidFill>
                  <a:prstClr val="white"/>
                </a:solidFill>
                <a:effectLst/>
                <a:uLnTx/>
                <a:uFillTx/>
                <a:latin typeface="Calibri" panose="020F0502020204030204" pitchFamily="34" charset="0"/>
                <a:ea typeface="+mn-ea"/>
                <a:cs typeface="+mn-cs"/>
              </a:rPr>
              <a:t>Aug</a:t>
            </a:r>
            <a:endParaRPr kumimoji="0" lang="zh-CN" altLang="en-US" sz="1200" b="0" i="0" u="none" strike="noStrike" kern="1200" cap="none" spc="-20" normalizeH="0" baseline="0" noProof="0">
              <a:ln>
                <a:noFill/>
              </a:ln>
              <a:solidFill>
                <a:prstClr val="white"/>
              </a:solidFill>
              <a:effectLst/>
              <a:uLnTx/>
              <a:uFillTx/>
              <a:latin typeface="Calibri" panose="020F0502020204030204" pitchFamily="34" charset="0"/>
              <a:ea typeface="+mn-ea"/>
              <a:cs typeface="+mn-cs"/>
            </a:endParaRPr>
          </a:p>
        </p:txBody>
      </p:sp>
      <p:sp>
        <p:nvSpPr>
          <p:cNvPr id="165" name="OTLSHAPE_TB_00000000000000000000000000000000_TimescaleInterval7">
            <a:extLst>
              <a:ext uri="{FF2B5EF4-FFF2-40B4-BE49-F238E27FC236}">
                <a16:creationId xmlns:a16="http://schemas.microsoft.com/office/drawing/2014/main" id="{34F531F8-8710-201D-2FF4-EFBB974CCABA}"/>
              </a:ext>
            </a:extLst>
          </p:cNvPr>
          <p:cNvSpPr txBox="1"/>
          <p:nvPr>
            <p:custDataLst>
              <p:tags r:id="rId61"/>
            </p:custDataLst>
          </p:nvPr>
        </p:nvSpPr>
        <p:spPr bwMode="gray">
          <a:xfrm>
            <a:off x="10086363" y="1399058"/>
            <a:ext cx="203582"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200" b="0" i="0" u="none" strike="noStrike" kern="1200" cap="none" spc="-20" normalizeH="0" baseline="0" noProof="0">
                <a:ln>
                  <a:noFill/>
                </a:ln>
                <a:solidFill>
                  <a:prstClr val="white"/>
                </a:solidFill>
                <a:effectLst/>
                <a:uLnTx/>
                <a:uFillTx/>
                <a:latin typeface="Calibri" panose="020F0502020204030204" pitchFamily="34" charset="0"/>
                <a:ea typeface="+mn-ea"/>
                <a:cs typeface="+mn-cs"/>
              </a:rPr>
              <a:t>Jan</a:t>
            </a:r>
            <a:endParaRPr kumimoji="0" lang="zh-CN" altLang="en-US" sz="1200" b="0" i="0" u="none" strike="noStrike" kern="1200" cap="none" spc="-20" normalizeH="0" baseline="0" noProof="0">
              <a:ln>
                <a:noFill/>
              </a:ln>
              <a:solidFill>
                <a:prstClr val="white"/>
              </a:solidFill>
              <a:effectLst/>
              <a:uLnTx/>
              <a:uFillTx/>
              <a:latin typeface="Calibri" panose="020F0502020204030204" pitchFamily="34" charset="0"/>
              <a:ea typeface="+mn-ea"/>
              <a:cs typeface="+mn-cs"/>
            </a:endParaRPr>
          </a:p>
        </p:txBody>
      </p:sp>
      <p:sp>
        <p:nvSpPr>
          <p:cNvPr id="182" name="OTLSHAPE_SLM_9faf3c07047748a0857cf286e4997480_Title">
            <a:extLst>
              <a:ext uri="{FF2B5EF4-FFF2-40B4-BE49-F238E27FC236}">
                <a16:creationId xmlns:a16="http://schemas.microsoft.com/office/drawing/2014/main" id="{45B263FB-7570-0E4B-2FF8-5896287BBC44}"/>
              </a:ext>
            </a:extLst>
          </p:cNvPr>
          <p:cNvSpPr txBox="1"/>
          <p:nvPr>
            <p:custDataLst>
              <p:tags r:id="rId62"/>
            </p:custDataLst>
          </p:nvPr>
        </p:nvSpPr>
        <p:spPr bwMode="gray">
          <a:xfrm>
            <a:off x="4835406" y="3687669"/>
            <a:ext cx="838200" cy="214226"/>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altLang="zh-CN" sz="1100" b="1" i="0" u="none" strike="noStrike" kern="1200" cap="none" spc="-8" normalizeH="0" baseline="0" noProof="0">
                <a:ln>
                  <a:noFill/>
                </a:ln>
                <a:solidFill>
                  <a:prstClr val="black"/>
                </a:solidFill>
                <a:effectLst/>
                <a:uLnTx/>
                <a:uFillTx/>
                <a:latin typeface="Calibri" panose="020F0502020204030204" pitchFamily="34" charset="0"/>
                <a:ea typeface="+mn-ea"/>
                <a:cs typeface="+mn-cs"/>
              </a:rPr>
              <a:t>1</a:t>
            </a:r>
            <a:r>
              <a:rPr kumimoji="0" lang="en-US" altLang="zh-CN" sz="1100" b="1" i="0" u="none" strike="noStrike" kern="1200" cap="none" spc="-8" normalizeH="0" baseline="30000" noProof="0">
                <a:ln>
                  <a:noFill/>
                </a:ln>
                <a:solidFill>
                  <a:prstClr val="black"/>
                </a:solidFill>
                <a:effectLst/>
                <a:uLnTx/>
                <a:uFillTx/>
                <a:latin typeface="Calibri" panose="020F0502020204030204" pitchFamily="34" charset="0"/>
                <a:ea typeface="+mn-ea"/>
                <a:cs typeface="+mn-cs"/>
              </a:rPr>
              <a:t>st</a:t>
            </a:r>
            <a:r>
              <a:rPr kumimoji="0" lang="en-US" altLang="zh-CN" sz="1100" b="1" i="0" u="none" strike="noStrike" kern="1200" cap="none" spc="-8" normalizeH="0" baseline="0" noProof="0">
                <a:ln>
                  <a:noFill/>
                </a:ln>
                <a:solidFill>
                  <a:prstClr val="black"/>
                </a:solidFill>
                <a:effectLst/>
                <a:uLnTx/>
                <a:uFillTx/>
                <a:latin typeface="Calibri" panose="020F0502020204030204" pitchFamily="34" charset="0"/>
                <a:ea typeface="+mn-ea"/>
                <a:cs typeface="+mn-cs"/>
              </a:rPr>
              <a:t> SIV</a:t>
            </a:r>
            <a:endParaRPr kumimoji="0" lang="zh-CN" altLang="en-US" sz="1100" b="1" i="0" u="none" strike="noStrike" kern="1200" cap="none" spc="-8" normalizeH="0" baseline="0" noProof="0">
              <a:ln>
                <a:noFill/>
              </a:ln>
              <a:solidFill>
                <a:prstClr val="black"/>
              </a:solidFill>
              <a:effectLst/>
              <a:uLnTx/>
              <a:uFillTx/>
              <a:latin typeface="Calibri" panose="020F0502020204030204" pitchFamily="34" charset="0"/>
              <a:ea typeface="+mn-ea"/>
              <a:cs typeface="+mn-cs"/>
            </a:endParaRPr>
          </a:p>
        </p:txBody>
      </p:sp>
      <p:sp>
        <p:nvSpPr>
          <p:cNvPr id="183" name="OTLSHAPE_SLM_9faf3c07047748a0857cf286e4997480_Date">
            <a:extLst>
              <a:ext uri="{FF2B5EF4-FFF2-40B4-BE49-F238E27FC236}">
                <a16:creationId xmlns:a16="http://schemas.microsoft.com/office/drawing/2014/main" id="{618D9D06-0B64-F1AD-392B-D36055EB84FA}"/>
              </a:ext>
            </a:extLst>
          </p:cNvPr>
          <p:cNvSpPr txBox="1"/>
          <p:nvPr>
            <p:custDataLst>
              <p:tags r:id="rId63"/>
            </p:custDataLst>
          </p:nvPr>
        </p:nvSpPr>
        <p:spPr bwMode="gray">
          <a:xfrm>
            <a:off x="3925675" y="3680425"/>
            <a:ext cx="729346" cy="195438"/>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1" i="0" u="none" strike="noStrike" kern="1200" cap="none" spc="-8" normalizeH="0" baseline="0" noProof="0">
                <a:ln>
                  <a:noFill/>
                </a:ln>
                <a:solidFill>
                  <a:srgbClr val="D80B0C"/>
                </a:solidFill>
                <a:effectLst/>
                <a:highlight>
                  <a:srgbClr val="FFFF00"/>
                </a:highlight>
                <a:uLnTx/>
                <a:uFillTx/>
                <a:latin typeface="Calibri" panose="020F0502020204030204" pitchFamily="34" charset="0"/>
                <a:ea typeface="+mn-ea"/>
                <a:cs typeface="+mn-cs"/>
              </a:rPr>
              <a:t>4/13/2026</a:t>
            </a:r>
            <a:endParaRPr kumimoji="0" lang="zh-CN" altLang="en-US" sz="1000" b="1" i="0" u="none" strike="noStrike" kern="1200" cap="none" spc="-8" normalizeH="0" baseline="0" noProof="0">
              <a:ln>
                <a:noFill/>
              </a:ln>
              <a:solidFill>
                <a:srgbClr val="D80B0C"/>
              </a:solidFill>
              <a:effectLst/>
              <a:highlight>
                <a:srgbClr val="FFFF00"/>
              </a:highlight>
              <a:uLnTx/>
              <a:uFillTx/>
              <a:latin typeface="Calibri" panose="020F0502020204030204" pitchFamily="34" charset="0"/>
              <a:ea typeface="+mn-ea"/>
              <a:cs typeface="+mn-cs"/>
            </a:endParaRPr>
          </a:p>
        </p:txBody>
      </p:sp>
      <p:sp>
        <p:nvSpPr>
          <p:cNvPr id="186" name="OTLSHAPE_SLT_204ac9d9291f49b98f02dce0efc777e3_Duration" hidden="1">
            <a:extLst>
              <a:ext uri="{FF2B5EF4-FFF2-40B4-BE49-F238E27FC236}">
                <a16:creationId xmlns:a16="http://schemas.microsoft.com/office/drawing/2014/main" id="{86CDEE6F-00A3-29E0-1927-5C706D74022D}"/>
              </a:ext>
            </a:extLst>
          </p:cNvPr>
          <p:cNvSpPr txBox="1"/>
          <p:nvPr>
            <p:custDataLst>
              <p:tags r:id="rId64"/>
            </p:custDataLst>
          </p:nvPr>
        </p:nvSpPr>
        <p:spPr bwMode="gray">
          <a:xfrm>
            <a:off x="12700" y="-465668"/>
            <a:ext cx="393700" cy="16510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rPr>
              <a:t>64 days</a:t>
            </a: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187" name="OTLSHAPE_SLT_204ac9d9291f49b98f02dce0efc777e3_TextPercentage" hidden="1">
            <a:extLst>
              <a:ext uri="{FF2B5EF4-FFF2-40B4-BE49-F238E27FC236}">
                <a16:creationId xmlns:a16="http://schemas.microsoft.com/office/drawing/2014/main" id="{AEBDA6EF-0D2D-82FE-E588-869126ADA499}"/>
              </a:ext>
            </a:extLst>
          </p:cNvPr>
          <p:cNvSpPr txBox="1"/>
          <p:nvPr>
            <p:custDataLst>
              <p:tags r:id="rId65"/>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188" name="OTLSHAPE_SLT_204ac9d9291f49b98f02dce0efc777e3_StartDate" hidden="1">
            <a:extLst>
              <a:ext uri="{FF2B5EF4-FFF2-40B4-BE49-F238E27FC236}">
                <a16:creationId xmlns:a16="http://schemas.microsoft.com/office/drawing/2014/main" id="{6532BB12-13B1-9A2F-2D8D-F573D2659ACE}"/>
              </a:ext>
            </a:extLst>
          </p:cNvPr>
          <p:cNvSpPr txBox="1"/>
          <p:nvPr>
            <p:custDataLst>
              <p:tags r:id="rId66"/>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08312A"/>
              </a:solidFill>
              <a:effectLst/>
              <a:uLnTx/>
              <a:uFillTx/>
              <a:latin typeface="Calibri" panose="020F0502020204030204" pitchFamily="34" charset="0"/>
              <a:ea typeface="+mn-ea"/>
              <a:cs typeface="+mn-cs"/>
            </a:endParaRPr>
          </a:p>
        </p:txBody>
      </p:sp>
      <p:sp>
        <p:nvSpPr>
          <p:cNvPr id="189" name="OTLSHAPE_SLT_204ac9d9291f49b98f02dce0efc777e3_EndDate" hidden="1">
            <a:extLst>
              <a:ext uri="{FF2B5EF4-FFF2-40B4-BE49-F238E27FC236}">
                <a16:creationId xmlns:a16="http://schemas.microsoft.com/office/drawing/2014/main" id="{9670FDE0-5A34-9052-0CCC-FEFFA59502FB}"/>
              </a:ext>
            </a:extLst>
          </p:cNvPr>
          <p:cNvSpPr txBox="1"/>
          <p:nvPr>
            <p:custDataLst>
              <p:tags r:id="rId67"/>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zh-CN" altLang="en-US" sz="1000" b="0" i="0" u="none" strike="noStrike" kern="1200" cap="none" spc="0" normalizeH="0" baseline="0" noProof="0">
              <a:ln>
                <a:noFill/>
              </a:ln>
              <a:solidFill>
                <a:srgbClr val="08312A"/>
              </a:solidFill>
              <a:effectLst/>
              <a:uLnTx/>
              <a:uFillTx/>
              <a:latin typeface="Calibri" panose="020F0502020204030204" pitchFamily="34" charset="0"/>
              <a:ea typeface="+mn-ea"/>
              <a:cs typeface="+mn-cs"/>
            </a:endParaRPr>
          </a:p>
        </p:txBody>
      </p:sp>
      <p:sp>
        <p:nvSpPr>
          <p:cNvPr id="190" name="OTLSHAPE_SLT_204ac9d9291f49b98f02dce0efc777e3_JoinedDate">
            <a:extLst>
              <a:ext uri="{FF2B5EF4-FFF2-40B4-BE49-F238E27FC236}">
                <a16:creationId xmlns:a16="http://schemas.microsoft.com/office/drawing/2014/main" id="{E64FDD1E-3B69-1A12-B26C-FE4A8C55F887}"/>
              </a:ext>
            </a:extLst>
          </p:cNvPr>
          <p:cNvSpPr txBox="1"/>
          <p:nvPr>
            <p:custDataLst>
              <p:tags r:id="rId68"/>
            </p:custDataLst>
          </p:nvPr>
        </p:nvSpPr>
        <p:spPr bwMode="gray">
          <a:xfrm>
            <a:off x="1284824" y="3164242"/>
            <a:ext cx="1259597" cy="195438"/>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altLang="zh-CN" sz="1000" b="1" i="0" u="none" strike="noStrike" kern="1200" cap="none" spc="-6" normalizeH="0" baseline="0" noProof="0">
                <a:ln>
                  <a:noFill/>
                </a:ln>
                <a:solidFill>
                  <a:prstClr val="white">
                    <a:lumMod val="50000"/>
                  </a:prstClr>
                </a:solidFill>
                <a:effectLst/>
                <a:uLnTx/>
                <a:uFillTx/>
                <a:latin typeface="Calibri" panose="020F0502020204030204" pitchFamily="34" charset="0"/>
                <a:ea typeface="+mn-ea"/>
                <a:cs typeface="+mn-cs"/>
              </a:rPr>
              <a:t>5/27/2025 - 8/29/2025</a:t>
            </a:r>
            <a:endParaRPr kumimoji="0" lang="zh-CN" altLang="en-US" sz="1000" b="1" i="0" u="none" strike="noStrike" kern="1200" cap="none" spc="-6" normalizeH="0" baseline="0" noProof="0">
              <a:ln>
                <a:noFill/>
              </a:ln>
              <a:solidFill>
                <a:prstClr val="white">
                  <a:lumMod val="50000"/>
                </a:prstClr>
              </a:solidFill>
              <a:effectLst/>
              <a:uLnTx/>
              <a:uFillTx/>
              <a:latin typeface="Calibri" panose="020F0502020204030204" pitchFamily="34" charset="0"/>
              <a:ea typeface="+mn-ea"/>
              <a:cs typeface="+mn-cs"/>
            </a:endParaRPr>
          </a:p>
        </p:txBody>
      </p:sp>
      <p:sp>
        <p:nvSpPr>
          <p:cNvPr id="191" name="OTLSHAPE_SLT_204ac9d9291f49b98f02dce0efc777e3_Title">
            <a:extLst>
              <a:ext uri="{FF2B5EF4-FFF2-40B4-BE49-F238E27FC236}">
                <a16:creationId xmlns:a16="http://schemas.microsoft.com/office/drawing/2014/main" id="{7BCD1E82-3693-DFC7-365C-D72243153477}"/>
              </a:ext>
            </a:extLst>
          </p:cNvPr>
          <p:cNvSpPr txBox="1"/>
          <p:nvPr>
            <p:custDataLst>
              <p:tags r:id="rId69"/>
            </p:custDataLst>
          </p:nvPr>
        </p:nvSpPr>
        <p:spPr bwMode="gray">
          <a:xfrm>
            <a:off x="3284365" y="3158312"/>
            <a:ext cx="1754027" cy="214995"/>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100" b="1" i="0" u="none" strike="noStrike" kern="1200" cap="none" spc="-4" normalizeH="0" baseline="0" noProof="0">
                <a:ln>
                  <a:noFill/>
                </a:ln>
                <a:solidFill>
                  <a:prstClr val="black"/>
                </a:solidFill>
                <a:effectLst/>
                <a:uLnTx/>
                <a:uFillTx/>
                <a:latin typeface="Calibri" panose="020F0502020204030204" pitchFamily="34" charset="0"/>
                <a:ea typeface="+mn-ea"/>
                <a:cs typeface="+mn-cs"/>
              </a:rPr>
              <a:t>pre-IND</a:t>
            </a:r>
            <a:r>
              <a:rPr lang="zh-CN" altLang="en-US" sz="1100" b="1" spc="-4">
                <a:solidFill>
                  <a:prstClr val="black"/>
                </a:solidFill>
                <a:latin typeface="Calibri" panose="020F0502020204030204" pitchFamily="34" charset="0"/>
              </a:rPr>
              <a:t> </a:t>
            </a:r>
            <a:r>
              <a:rPr lang="en-US" altLang="zh-CN" sz="1100" b="1" spc="-4">
                <a:solidFill>
                  <a:prstClr val="black"/>
                </a:solidFill>
                <a:latin typeface="Calibri" panose="020F0502020204030204" pitchFamily="34" charset="0"/>
              </a:rPr>
              <a:t>submission</a:t>
            </a:r>
            <a:r>
              <a:rPr kumimoji="0" lang="en-US" altLang="zh-CN" sz="1100" b="1" i="0" u="none" strike="noStrike" kern="1200" cap="none" spc="-4" normalizeH="0" baseline="0" noProof="0">
                <a:ln>
                  <a:noFill/>
                </a:ln>
                <a:solidFill>
                  <a:prstClr val="black"/>
                </a:solidFill>
                <a:effectLst/>
                <a:uLnTx/>
                <a:uFillTx/>
                <a:latin typeface="Calibri" panose="020F0502020204030204" pitchFamily="34" charset="0"/>
                <a:ea typeface="+mn-ea"/>
                <a:cs typeface="+mn-cs"/>
              </a:rPr>
              <a:t>-</a:t>
            </a:r>
            <a:r>
              <a:rPr lang="en-US" altLang="zh-CN" sz="1100" b="1" spc="-4">
                <a:solidFill>
                  <a:prstClr val="black"/>
                </a:solidFill>
                <a:latin typeface="Calibri" panose="020F0502020204030204" pitchFamily="34" charset="0"/>
              </a:rPr>
              <a:t>approval</a:t>
            </a:r>
            <a:endParaRPr kumimoji="0" lang="zh-CN" altLang="en-US" sz="1100" b="1" i="0" u="none" strike="noStrike" kern="1200" cap="none" spc="-4" normalizeH="0" baseline="0" noProof="0">
              <a:ln>
                <a:noFill/>
              </a:ln>
              <a:solidFill>
                <a:prstClr val="black"/>
              </a:solidFill>
              <a:effectLst/>
              <a:uLnTx/>
              <a:uFillTx/>
              <a:latin typeface="Calibri" panose="020F0502020204030204" pitchFamily="34" charset="0"/>
              <a:ea typeface="+mn-ea"/>
              <a:cs typeface="+mn-cs"/>
            </a:endParaRPr>
          </a:p>
        </p:txBody>
      </p:sp>
      <p:cxnSp>
        <p:nvCxnSpPr>
          <p:cNvPr id="9" name="OTLSHAPE_TB_00000000000000000000000000000000_Separator1">
            <a:extLst>
              <a:ext uri="{FF2B5EF4-FFF2-40B4-BE49-F238E27FC236}">
                <a16:creationId xmlns:a16="http://schemas.microsoft.com/office/drawing/2014/main" id="{F0791CAE-3F6E-6966-7A41-A1B0FCC4CE11}"/>
              </a:ext>
            </a:extLst>
          </p:cNvPr>
          <p:cNvCxnSpPr/>
          <p:nvPr>
            <p:custDataLst>
              <p:tags r:id="rId70"/>
            </p:custDataLst>
          </p:nvPr>
        </p:nvCxnSpPr>
        <p:spPr>
          <a:xfrm>
            <a:off x="3689167" y="1403185"/>
            <a:ext cx="0" cy="177800"/>
          </a:xfrm>
          <a:prstGeom prst="line">
            <a:avLst/>
          </a:prstGeom>
          <a:ln w="6350"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 name="OTLSHAPE_TB_00000000000000000000000000000000_Separator2">
            <a:extLst>
              <a:ext uri="{FF2B5EF4-FFF2-40B4-BE49-F238E27FC236}">
                <a16:creationId xmlns:a16="http://schemas.microsoft.com/office/drawing/2014/main" id="{528AE0E9-4330-385F-A359-006B1C77E59C}"/>
              </a:ext>
            </a:extLst>
          </p:cNvPr>
          <p:cNvCxnSpPr/>
          <p:nvPr>
            <p:custDataLst>
              <p:tags r:id="rId71"/>
            </p:custDataLst>
          </p:nvPr>
        </p:nvCxnSpPr>
        <p:spPr>
          <a:xfrm>
            <a:off x="4706744" y="1403185"/>
            <a:ext cx="0" cy="177800"/>
          </a:xfrm>
          <a:prstGeom prst="line">
            <a:avLst/>
          </a:prstGeom>
          <a:ln w="6350"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 name="OTLSHAPE_TB_00000000000000000000000000000000_Separator3">
            <a:extLst>
              <a:ext uri="{FF2B5EF4-FFF2-40B4-BE49-F238E27FC236}">
                <a16:creationId xmlns:a16="http://schemas.microsoft.com/office/drawing/2014/main" id="{E60F8965-7021-B26E-9D79-974DBAF20288}"/>
              </a:ext>
            </a:extLst>
          </p:cNvPr>
          <p:cNvCxnSpPr/>
          <p:nvPr>
            <p:custDataLst>
              <p:tags r:id="rId72"/>
            </p:custDataLst>
          </p:nvPr>
        </p:nvCxnSpPr>
        <p:spPr>
          <a:xfrm>
            <a:off x="6040131" y="1403185"/>
            <a:ext cx="0" cy="177800"/>
          </a:xfrm>
          <a:prstGeom prst="line">
            <a:avLst/>
          </a:prstGeom>
          <a:ln w="6350"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OTLSHAPE_TB_00000000000000000000000000000000_Separator4">
            <a:extLst>
              <a:ext uri="{FF2B5EF4-FFF2-40B4-BE49-F238E27FC236}">
                <a16:creationId xmlns:a16="http://schemas.microsoft.com/office/drawing/2014/main" id="{CA2D7897-D01C-2EDF-52E7-1F7EB1D275A2}"/>
              </a:ext>
            </a:extLst>
          </p:cNvPr>
          <p:cNvCxnSpPr/>
          <p:nvPr>
            <p:custDataLst>
              <p:tags r:id="rId73"/>
            </p:custDataLst>
          </p:nvPr>
        </p:nvCxnSpPr>
        <p:spPr>
          <a:xfrm>
            <a:off x="7356088" y="1403185"/>
            <a:ext cx="0" cy="177800"/>
          </a:xfrm>
          <a:prstGeom prst="line">
            <a:avLst/>
          </a:prstGeom>
          <a:ln w="6350"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2" name="OTLSHAPE_TB_00000000000000000000000000000000_Separator5">
            <a:extLst>
              <a:ext uri="{FF2B5EF4-FFF2-40B4-BE49-F238E27FC236}">
                <a16:creationId xmlns:a16="http://schemas.microsoft.com/office/drawing/2014/main" id="{A4293261-EE39-AB92-66BD-E69A41B576B2}"/>
              </a:ext>
            </a:extLst>
          </p:cNvPr>
          <p:cNvCxnSpPr/>
          <p:nvPr>
            <p:custDataLst>
              <p:tags r:id="rId74"/>
            </p:custDataLst>
          </p:nvPr>
        </p:nvCxnSpPr>
        <p:spPr bwMode="gray">
          <a:xfrm>
            <a:off x="8689476" y="1403185"/>
            <a:ext cx="0" cy="177800"/>
          </a:xfrm>
          <a:prstGeom prst="line">
            <a:avLst/>
          </a:prstGeom>
          <a:ln w="6350"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4" name="OTLSHAPE_TB_00000000000000000000000000000000_Separator6">
            <a:extLst>
              <a:ext uri="{FF2B5EF4-FFF2-40B4-BE49-F238E27FC236}">
                <a16:creationId xmlns:a16="http://schemas.microsoft.com/office/drawing/2014/main" id="{1FD0D5F7-24F0-F74B-E4F6-701A991F6EE8}"/>
              </a:ext>
            </a:extLst>
          </p:cNvPr>
          <p:cNvCxnSpPr/>
          <p:nvPr>
            <p:custDataLst>
              <p:tags r:id="rId75"/>
            </p:custDataLst>
          </p:nvPr>
        </p:nvCxnSpPr>
        <p:spPr bwMode="gray">
          <a:xfrm>
            <a:off x="10022863" y="1403185"/>
            <a:ext cx="0" cy="177800"/>
          </a:xfrm>
          <a:prstGeom prst="line">
            <a:avLst/>
          </a:prstGeom>
          <a:ln w="6350" cap="flat" cmpd="sng" algn="ctr">
            <a:solidFill>
              <a:schemeClr val="lt1">
                <a:alpha val="29804"/>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aphicFrame>
        <p:nvGraphicFramePr>
          <p:cNvPr id="17" name="表格 16">
            <a:extLst>
              <a:ext uri="{FF2B5EF4-FFF2-40B4-BE49-F238E27FC236}">
                <a16:creationId xmlns:a16="http://schemas.microsoft.com/office/drawing/2014/main" id="{D874AE4B-39B8-34D9-0505-BA9453D4C5B7}"/>
              </a:ext>
            </a:extLst>
          </p:cNvPr>
          <p:cNvGraphicFramePr>
            <a:graphicFrameLocks noGrp="1"/>
          </p:cNvGraphicFramePr>
          <p:nvPr/>
        </p:nvGraphicFramePr>
        <p:xfrm>
          <a:off x="1930416" y="1114462"/>
          <a:ext cx="9423380" cy="786818"/>
        </p:xfrm>
        <a:graphic>
          <a:graphicData uri="http://schemas.openxmlformats.org/drawingml/2006/table">
            <a:tbl>
              <a:tblPr firstRow="1" bandRow="1">
                <a:tableStyleId>{2D5ABB26-0587-4C30-8999-92F81FD0307C}</a:tableStyleId>
              </a:tblPr>
              <a:tblGrid>
                <a:gridCol w="471169">
                  <a:extLst>
                    <a:ext uri="{9D8B030D-6E8A-4147-A177-3AD203B41FA5}">
                      <a16:colId xmlns:a16="http://schemas.microsoft.com/office/drawing/2014/main" val="3967068122"/>
                    </a:ext>
                  </a:extLst>
                </a:gridCol>
                <a:gridCol w="471169">
                  <a:extLst>
                    <a:ext uri="{9D8B030D-6E8A-4147-A177-3AD203B41FA5}">
                      <a16:colId xmlns:a16="http://schemas.microsoft.com/office/drawing/2014/main" val="2127290935"/>
                    </a:ext>
                  </a:extLst>
                </a:gridCol>
                <a:gridCol w="471169">
                  <a:extLst>
                    <a:ext uri="{9D8B030D-6E8A-4147-A177-3AD203B41FA5}">
                      <a16:colId xmlns:a16="http://schemas.microsoft.com/office/drawing/2014/main" val="3171550057"/>
                    </a:ext>
                  </a:extLst>
                </a:gridCol>
                <a:gridCol w="471169">
                  <a:extLst>
                    <a:ext uri="{9D8B030D-6E8A-4147-A177-3AD203B41FA5}">
                      <a16:colId xmlns:a16="http://schemas.microsoft.com/office/drawing/2014/main" val="2311436807"/>
                    </a:ext>
                  </a:extLst>
                </a:gridCol>
                <a:gridCol w="471169">
                  <a:extLst>
                    <a:ext uri="{9D8B030D-6E8A-4147-A177-3AD203B41FA5}">
                      <a16:colId xmlns:a16="http://schemas.microsoft.com/office/drawing/2014/main" val="3376350851"/>
                    </a:ext>
                  </a:extLst>
                </a:gridCol>
                <a:gridCol w="471169">
                  <a:extLst>
                    <a:ext uri="{9D8B030D-6E8A-4147-A177-3AD203B41FA5}">
                      <a16:colId xmlns:a16="http://schemas.microsoft.com/office/drawing/2014/main" val="2554919101"/>
                    </a:ext>
                  </a:extLst>
                </a:gridCol>
                <a:gridCol w="471169">
                  <a:extLst>
                    <a:ext uri="{9D8B030D-6E8A-4147-A177-3AD203B41FA5}">
                      <a16:colId xmlns:a16="http://schemas.microsoft.com/office/drawing/2014/main" val="444058283"/>
                    </a:ext>
                  </a:extLst>
                </a:gridCol>
                <a:gridCol w="471169">
                  <a:extLst>
                    <a:ext uri="{9D8B030D-6E8A-4147-A177-3AD203B41FA5}">
                      <a16:colId xmlns:a16="http://schemas.microsoft.com/office/drawing/2014/main" val="1611183989"/>
                    </a:ext>
                  </a:extLst>
                </a:gridCol>
                <a:gridCol w="471169">
                  <a:extLst>
                    <a:ext uri="{9D8B030D-6E8A-4147-A177-3AD203B41FA5}">
                      <a16:colId xmlns:a16="http://schemas.microsoft.com/office/drawing/2014/main" val="3667911166"/>
                    </a:ext>
                  </a:extLst>
                </a:gridCol>
                <a:gridCol w="471169">
                  <a:extLst>
                    <a:ext uri="{9D8B030D-6E8A-4147-A177-3AD203B41FA5}">
                      <a16:colId xmlns:a16="http://schemas.microsoft.com/office/drawing/2014/main" val="2610056665"/>
                    </a:ext>
                  </a:extLst>
                </a:gridCol>
                <a:gridCol w="471169">
                  <a:extLst>
                    <a:ext uri="{9D8B030D-6E8A-4147-A177-3AD203B41FA5}">
                      <a16:colId xmlns:a16="http://schemas.microsoft.com/office/drawing/2014/main" val="979964139"/>
                    </a:ext>
                  </a:extLst>
                </a:gridCol>
                <a:gridCol w="471169">
                  <a:extLst>
                    <a:ext uri="{9D8B030D-6E8A-4147-A177-3AD203B41FA5}">
                      <a16:colId xmlns:a16="http://schemas.microsoft.com/office/drawing/2014/main" val="612025526"/>
                    </a:ext>
                  </a:extLst>
                </a:gridCol>
                <a:gridCol w="471169">
                  <a:extLst>
                    <a:ext uri="{9D8B030D-6E8A-4147-A177-3AD203B41FA5}">
                      <a16:colId xmlns:a16="http://schemas.microsoft.com/office/drawing/2014/main" val="1137750115"/>
                    </a:ext>
                  </a:extLst>
                </a:gridCol>
                <a:gridCol w="471169">
                  <a:extLst>
                    <a:ext uri="{9D8B030D-6E8A-4147-A177-3AD203B41FA5}">
                      <a16:colId xmlns:a16="http://schemas.microsoft.com/office/drawing/2014/main" val="2470223381"/>
                    </a:ext>
                  </a:extLst>
                </a:gridCol>
                <a:gridCol w="471169">
                  <a:extLst>
                    <a:ext uri="{9D8B030D-6E8A-4147-A177-3AD203B41FA5}">
                      <a16:colId xmlns:a16="http://schemas.microsoft.com/office/drawing/2014/main" val="1703056921"/>
                    </a:ext>
                  </a:extLst>
                </a:gridCol>
                <a:gridCol w="471169">
                  <a:extLst>
                    <a:ext uri="{9D8B030D-6E8A-4147-A177-3AD203B41FA5}">
                      <a16:colId xmlns:a16="http://schemas.microsoft.com/office/drawing/2014/main" val="668376085"/>
                    </a:ext>
                  </a:extLst>
                </a:gridCol>
                <a:gridCol w="471169">
                  <a:extLst>
                    <a:ext uri="{9D8B030D-6E8A-4147-A177-3AD203B41FA5}">
                      <a16:colId xmlns:a16="http://schemas.microsoft.com/office/drawing/2014/main" val="3099717685"/>
                    </a:ext>
                  </a:extLst>
                </a:gridCol>
                <a:gridCol w="471169">
                  <a:extLst>
                    <a:ext uri="{9D8B030D-6E8A-4147-A177-3AD203B41FA5}">
                      <a16:colId xmlns:a16="http://schemas.microsoft.com/office/drawing/2014/main" val="2184582113"/>
                    </a:ext>
                  </a:extLst>
                </a:gridCol>
                <a:gridCol w="471169">
                  <a:extLst>
                    <a:ext uri="{9D8B030D-6E8A-4147-A177-3AD203B41FA5}">
                      <a16:colId xmlns:a16="http://schemas.microsoft.com/office/drawing/2014/main" val="1318041923"/>
                    </a:ext>
                  </a:extLst>
                </a:gridCol>
                <a:gridCol w="471169">
                  <a:extLst>
                    <a:ext uri="{9D8B030D-6E8A-4147-A177-3AD203B41FA5}">
                      <a16:colId xmlns:a16="http://schemas.microsoft.com/office/drawing/2014/main" val="2925572372"/>
                    </a:ext>
                  </a:extLst>
                </a:gridCol>
              </a:tblGrid>
              <a:tr h="425865">
                <a:tc gridSpan="4">
                  <a:txBody>
                    <a:bodyPr/>
                    <a:lstStyle/>
                    <a:p>
                      <a:pPr algn="ctr"/>
                      <a:r>
                        <a:rPr lang="en-US" altLang="zh-CN"/>
                        <a:t>2025</a:t>
                      </a:r>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4">
                  <a:txBody>
                    <a:bodyPr/>
                    <a:lstStyle/>
                    <a:p>
                      <a:pPr algn="ctr"/>
                      <a:r>
                        <a:rPr lang="en-US" altLang="zh-CN"/>
                        <a:t>2026</a:t>
                      </a:r>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4">
                  <a:txBody>
                    <a:bodyPr/>
                    <a:lstStyle/>
                    <a:p>
                      <a:pPr algn="ctr"/>
                      <a:r>
                        <a:rPr lang="en-US" altLang="zh-CN"/>
                        <a:t>2027</a:t>
                      </a:r>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4">
                  <a:txBody>
                    <a:bodyPr/>
                    <a:lstStyle/>
                    <a:p>
                      <a:pPr algn="ctr"/>
                      <a:r>
                        <a:rPr lang="en-US" altLang="zh-CN"/>
                        <a:t>2028</a:t>
                      </a:r>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4">
                  <a:txBody>
                    <a:bodyPr/>
                    <a:lstStyle/>
                    <a:p>
                      <a:pPr algn="ctr"/>
                      <a:r>
                        <a:rPr lang="en-US" altLang="zh-CN"/>
                        <a:t>2029</a:t>
                      </a:r>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664780494"/>
                  </a:ext>
                </a:extLst>
              </a:tr>
              <a:tr h="360953">
                <a:tc>
                  <a:txBody>
                    <a:bodyPr/>
                    <a:lstStyle/>
                    <a:p>
                      <a:r>
                        <a:rPr lang="en-US" altLang="zh-CN" sz="1100"/>
                        <a:t>Q1</a:t>
                      </a:r>
                      <a:endParaRPr lang="zh-CN" altLang="en-US" sz="1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1100"/>
                        <a:t>Q2</a:t>
                      </a:r>
                      <a:endParaRPr lang="zh-CN" altLang="en-US" sz="1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1100"/>
                        <a:t>Q3</a:t>
                      </a:r>
                      <a:endParaRPr lang="zh-CN" altLang="en-US" sz="1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1100"/>
                        <a:t>Q4</a:t>
                      </a:r>
                      <a:endParaRPr lang="zh-CN" altLang="en-US" sz="1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1100"/>
                        <a:t>Q1</a:t>
                      </a:r>
                      <a:endParaRPr lang="zh-CN" altLang="en-US" sz="1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1100"/>
                        <a:t>Q2</a:t>
                      </a:r>
                      <a:endParaRPr lang="zh-CN" altLang="en-US" sz="1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1100"/>
                        <a:t>Q3</a:t>
                      </a:r>
                      <a:endParaRPr lang="zh-CN" altLang="en-US" sz="1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1100"/>
                        <a:t>Q4</a:t>
                      </a:r>
                      <a:endParaRPr lang="zh-CN" altLang="en-US" sz="1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1100"/>
                        <a:t>Q1</a:t>
                      </a:r>
                      <a:endParaRPr lang="zh-CN" altLang="en-US" sz="1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1100"/>
                        <a:t>Q2</a:t>
                      </a:r>
                      <a:endParaRPr lang="zh-CN" altLang="en-US" sz="1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1100"/>
                        <a:t>Q3</a:t>
                      </a:r>
                      <a:endParaRPr lang="zh-CN" altLang="en-US" sz="1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1100"/>
                        <a:t>Q4</a:t>
                      </a:r>
                      <a:endParaRPr lang="zh-CN" altLang="en-US" sz="1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1100"/>
                        <a:t>Q1</a:t>
                      </a:r>
                      <a:endParaRPr lang="zh-CN" altLang="en-US" sz="1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1100"/>
                        <a:t>Q2</a:t>
                      </a:r>
                      <a:endParaRPr lang="zh-CN" altLang="en-US" sz="1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1100"/>
                        <a:t>Q3</a:t>
                      </a:r>
                      <a:endParaRPr lang="zh-CN" altLang="en-US" sz="1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1100"/>
                        <a:t>Q4</a:t>
                      </a:r>
                      <a:endParaRPr lang="zh-CN" altLang="en-US" sz="1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1100"/>
                        <a:t>Q1</a:t>
                      </a:r>
                      <a:endParaRPr lang="zh-CN" altLang="en-US" sz="1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1100"/>
                        <a:t>Q2</a:t>
                      </a:r>
                      <a:endParaRPr lang="zh-CN" altLang="en-US" sz="1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1100"/>
                        <a:t>Q3</a:t>
                      </a:r>
                      <a:endParaRPr lang="zh-CN" altLang="en-US" sz="1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CN" sz="1100"/>
                        <a:t>Q4</a:t>
                      </a:r>
                      <a:endParaRPr lang="zh-CN" altLang="en-US" sz="11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17381705"/>
                  </a:ext>
                </a:extLst>
              </a:tr>
            </a:tbl>
          </a:graphicData>
        </a:graphic>
      </p:graphicFrame>
      <p:sp>
        <p:nvSpPr>
          <p:cNvPr id="20" name="OTLSHAPE_SLM_9faf3c07047748a0857cf286e4997480_Shape">
            <a:extLst>
              <a:ext uri="{FF2B5EF4-FFF2-40B4-BE49-F238E27FC236}">
                <a16:creationId xmlns:a16="http://schemas.microsoft.com/office/drawing/2014/main" id="{36062103-7C52-6C4C-0A0B-B076D336D3DC}"/>
              </a:ext>
            </a:extLst>
          </p:cNvPr>
          <p:cNvSpPr/>
          <p:nvPr>
            <p:custDataLst>
              <p:tags r:id="rId76"/>
            </p:custDataLst>
          </p:nvPr>
        </p:nvSpPr>
        <p:spPr bwMode="gray">
          <a:xfrm>
            <a:off x="9548543" y="2783364"/>
            <a:ext cx="228600" cy="254000"/>
          </a:xfrm>
          <a:prstGeom prst="diamond">
            <a:avLst/>
          </a:prstGeom>
          <a:solidFill>
            <a:srgbClr val="0072BC"/>
          </a:solidFill>
          <a:ln w="6350" cap="flat" cmpd="sng" algn="ctr">
            <a:noFill/>
            <a:prstDash val="solid"/>
            <a:miter lim="800000"/>
          </a:ln>
          <a:effectLst/>
          <a:scene3d>
            <a:camera prst="orthographicFront"/>
            <a:lightRig rig="threePt" dir="t"/>
          </a:scene3d>
          <a:sp3d>
            <a:bevelT h="12700"/>
          </a:sp3d>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1" name="OTLSHAPE_SLM_b07cab322f7c449f9e51931d6fa76d47_Date">
            <a:extLst>
              <a:ext uri="{FF2B5EF4-FFF2-40B4-BE49-F238E27FC236}">
                <a16:creationId xmlns:a16="http://schemas.microsoft.com/office/drawing/2014/main" id="{6538B6C6-1737-0430-E53F-AC54A8C3E9FC}"/>
              </a:ext>
            </a:extLst>
          </p:cNvPr>
          <p:cNvSpPr txBox="1"/>
          <p:nvPr>
            <p:custDataLst>
              <p:tags r:id="rId77"/>
            </p:custDataLst>
          </p:nvPr>
        </p:nvSpPr>
        <p:spPr bwMode="gray">
          <a:xfrm>
            <a:off x="8367714" y="2361760"/>
            <a:ext cx="632123" cy="131704"/>
          </a:xfrm>
          <a:prstGeom prst="rect">
            <a:avLst/>
          </a:prstGeom>
          <a:noFill/>
        </p:spPr>
        <p:txBody>
          <a:bodyPr vert="horz" wrap="square" lIns="0" tIns="0" rIns="0" bIns="0" rtlCol="0" anchor="ctr" anchorCtr="0">
            <a:no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altLang="zh-CN" sz="1000" b="1" i="0" u="none" strike="noStrike" kern="1200" cap="none" spc="-8" normalizeH="0" baseline="0" noProof="0">
                <a:ln>
                  <a:noFill/>
                </a:ln>
                <a:solidFill>
                  <a:prstClr val="white">
                    <a:lumMod val="50000"/>
                  </a:prstClr>
                </a:solidFill>
                <a:effectLst/>
                <a:uLnTx/>
                <a:uFillTx/>
                <a:latin typeface="Calibri" panose="020F0502020204030204" pitchFamily="34" charset="0"/>
                <a:ea typeface="+mn-ea"/>
                <a:cs typeface="+mn-cs"/>
              </a:rPr>
              <a:t>6/25/2028</a:t>
            </a:r>
            <a:endParaRPr kumimoji="0" lang="zh-CN" altLang="en-US" sz="1000" b="1" i="0" u="none" strike="noStrike" kern="1200" cap="none" spc="-8" normalizeH="0" baseline="0" noProof="0">
              <a:ln>
                <a:noFill/>
              </a:ln>
              <a:solidFill>
                <a:prstClr val="white">
                  <a:lumMod val="50000"/>
                </a:prstClr>
              </a:solidFill>
              <a:effectLst/>
              <a:uLnTx/>
              <a:uFillTx/>
              <a:latin typeface="Calibri" panose="020F0502020204030204" pitchFamily="34" charset="0"/>
              <a:ea typeface="+mn-ea"/>
              <a:cs typeface="+mn-cs"/>
            </a:endParaRPr>
          </a:p>
        </p:txBody>
      </p:sp>
      <p:sp>
        <p:nvSpPr>
          <p:cNvPr id="4" name="文本框 3">
            <a:extLst>
              <a:ext uri="{FF2B5EF4-FFF2-40B4-BE49-F238E27FC236}">
                <a16:creationId xmlns:a16="http://schemas.microsoft.com/office/drawing/2014/main" id="{3A4B4330-2126-575D-9A1C-C2576966D533}"/>
              </a:ext>
            </a:extLst>
          </p:cNvPr>
          <p:cNvSpPr txBox="1"/>
          <p:nvPr/>
        </p:nvSpPr>
        <p:spPr bwMode="gray">
          <a:xfrm>
            <a:off x="4640643" y="4279718"/>
            <a:ext cx="4941587" cy="206018"/>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50" b="1" i="0" u="none" strike="noStrike" kern="1200" cap="none" spc="0" normalizeH="0" baseline="0" noProof="0">
                <a:ln>
                  <a:noFill/>
                </a:ln>
                <a:solidFill>
                  <a:srgbClr val="E18600"/>
                </a:solidFill>
                <a:effectLst/>
                <a:uLnTx/>
                <a:uFillTx/>
                <a:latin typeface="Boehringer Forward Text"/>
                <a:ea typeface="+mn-ea"/>
                <a:cs typeface="+mn-cs"/>
              </a:rPr>
              <a:t>CTA</a:t>
            </a:r>
            <a:r>
              <a:rPr kumimoji="0" lang="zh-CN" altLang="en-US" sz="1050" b="1" i="0" u="none" strike="noStrike" kern="1200" cap="none" spc="0" normalizeH="0" baseline="0" noProof="0">
                <a:ln>
                  <a:noFill/>
                </a:ln>
                <a:solidFill>
                  <a:srgbClr val="E18600"/>
                </a:solidFill>
                <a:effectLst/>
                <a:uLnTx/>
                <a:uFillTx/>
                <a:latin typeface="Boehringer Forward Text"/>
                <a:ea typeface="+mn-ea"/>
                <a:cs typeface="+mn-cs"/>
              </a:rPr>
              <a:t>获批后</a:t>
            </a:r>
            <a:r>
              <a:rPr lang="en-US" altLang="zh-CN" sz="1050" b="1">
                <a:solidFill>
                  <a:srgbClr val="E18600"/>
                </a:solidFill>
                <a:latin typeface="Boehringer Forward Text"/>
              </a:rPr>
              <a:t>9</a:t>
            </a:r>
            <a:r>
              <a:rPr kumimoji="0" lang="zh-CN" altLang="en-US" sz="1050" b="1" i="0" u="none" strike="noStrike" kern="1200" cap="none" spc="0" normalizeH="0" baseline="0" noProof="0">
                <a:ln>
                  <a:noFill/>
                </a:ln>
                <a:solidFill>
                  <a:srgbClr val="E18600"/>
                </a:solidFill>
                <a:effectLst/>
                <a:uLnTx/>
                <a:uFillTx/>
                <a:latin typeface="Boehringer Forward Text"/>
                <a:ea typeface="+mn-ea"/>
                <a:cs typeface="+mn-cs"/>
              </a:rPr>
              <a:t>周内启动项目（首例知情签署</a:t>
            </a:r>
            <a:r>
              <a:rPr kumimoji="0" lang="zh-CN" altLang="en-US" sz="1050" b="1" i="0" u="none" strike="noStrike" kern="1200" cap="none" spc="0" normalizeH="0" baseline="0" noProof="0">
                <a:ln>
                  <a:noFill/>
                </a:ln>
                <a:solidFill>
                  <a:srgbClr val="00B050"/>
                </a:solidFill>
                <a:effectLst/>
                <a:uLnTx/>
                <a:uFillTx/>
                <a:latin typeface="Boehringer Forward Text"/>
                <a:ea typeface="+mn-ea"/>
                <a:cs typeface="+mn-cs"/>
              </a:rPr>
              <a:t>）</a:t>
            </a:r>
          </a:p>
        </p:txBody>
      </p:sp>
      <p:sp>
        <p:nvSpPr>
          <p:cNvPr id="5" name="星形: 五角 4">
            <a:extLst>
              <a:ext uri="{FF2B5EF4-FFF2-40B4-BE49-F238E27FC236}">
                <a16:creationId xmlns:a16="http://schemas.microsoft.com/office/drawing/2014/main" id="{1C3E80DE-2E97-1C8A-B93F-F31A165B244A}"/>
              </a:ext>
            </a:extLst>
          </p:cNvPr>
          <p:cNvSpPr/>
          <p:nvPr/>
        </p:nvSpPr>
        <p:spPr bwMode="gray">
          <a:xfrm>
            <a:off x="4565561" y="4055404"/>
            <a:ext cx="161286" cy="187856"/>
          </a:xfrm>
          <a:prstGeom prst="star5">
            <a:avLst/>
          </a:prstGeom>
          <a:solidFill>
            <a:srgbClr val="FFFF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3" name="TextBox 22">
            <a:extLst>
              <a:ext uri="{FF2B5EF4-FFF2-40B4-BE49-F238E27FC236}">
                <a16:creationId xmlns:a16="http://schemas.microsoft.com/office/drawing/2014/main" id="{22E9E371-680C-3B77-2E7D-FC0CBAFC122B}"/>
              </a:ext>
            </a:extLst>
          </p:cNvPr>
          <p:cNvSpPr txBox="1"/>
          <p:nvPr/>
        </p:nvSpPr>
        <p:spPr bwMode="gray">
          <a:xfrm>
            <a:off x="8060458" y="4903951"/>
            <a:ext cx="4068343" cy="1940957"/>
          </a:xfrm>
          <a:prstGeom prst="roundRect">
            <a:avLst/>
          </a:prstGeom>
          <a:noFill/>
          <a:ln>
            <a:solidFill>
              <a:schemeClr val="tx2"/>
            </a:solidFill>
          </a:ln>
        </p:spPr>
        <p:txBody>
          <a:bodyPr wrap="square">
            <a:spAutoFit/>
          </a:bodyPr>
          <a:lstStyle/>
          <a:p>
            <a:pPr marL="285750" marR="0" lvl="0" indent="-2857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200" b="1">
                <a:solidFill>
                  <a:schemeClr val="tx2"/>
                </a:solidFill>
                <a:latin typeface="Boehringer Forward Text"/>
              </a:rPr>
              <a:t>Global 1</a:t>
            </a:r>
            <a:r>
              <a:rPr lang="en-US" altLang="zh-CN" sz="1200" b="1" baseline="30000">
                <a:solidFill>
                  <a:schemeClr val="tx2"/>
                </a:solidFill>
                <a:latin typeface="Boehringer Forward Text"/>
              </a:rPr>
              <a:t>st</a:t>
            </a:r>
            <a:r>
              <a:rPr lang="en-US" altLang="zh-CN" sz="1200" b="1">
                <a:solidFill>
                  <a:schemeClr val="tx2"/>
                </a:solidFill>
                <a:latin typeface="Boehringer Forward Text"/>
              </a:rPr>
              <a:t> SIV: </a:t>
            </a:r>
            <a:r>
              <a:rPr kumimoji="0" lang="en-US" altLang="zh-CN" sz="1200" b="0" i="0" u="none" strike="noStrike" kern="1200" cap="none" spc="0" normalizeH="0" baseline="0" noProof="0">
                <a:ln>
                  <a:noFill/>
                </a:ln>
                <a:solidFill>
                  <a:srgbClr val="076D7E"/>
                </a:solidFill>
                <a:effectLst/>
                <a:uLnTx/>
                <a:uFillTx/>
                <a:latin typeface="Boehringer Forward Text"/>
                <a:ea typeface="+mn-ea"/>
                <a:cs typeface="+mn-cs"/>
              </a:rPr>
              <a:t>China </a:t>
            </a:r>
            <a:r>
              <a:rPr lang="en-US" altLang="zh-CN" sz="1200">
                <a:solidFill>
                  <a:srgbClr val="076D7E"/>
                </a:solidFill>
                <a:latin typeface="Boehringer Forward Text"/>
              </a:rPr>
              <a:t>1</a:t>
            </a:r>
            <a:r>
              <a:rPr lang="en-US" altLang="zh-CN" sz="1200" baseline="30000">
                <a:solidFill>
                  <a:srgbClr val="076D7E"/>
                </a:solidFill>
                <a:latin typeface="Boehringer Forward Text"/>
              </a:rPr>
              <a:t>st</a:t>
            </a:r>
            <a:r>
              <a:rPr kumimoji="0" lang="en-US" altLang="zh-CN" sz="1200" b="0" i="0" u="none" strike="noStrike" kern="1200" cap="none" spc="0" normalizeH="0" baseline="0" noProof="0">
                <a:ln>
                  <a:noFill/>
                </a:ln>
                <a:solidFill>
                  <a:srgbClr val="076D7E"/>
                </a:solidFill>
                <a:effectLst/>
                <a:uLnTx/>
                <a:uFillTx/>
                <a:latin typeface="Boehringer Forward Text"/>
                <a:ea typeface="+mn-ea"/>
                <a:cs typeface="+mn-cs"/>
              </a:rPr>
              <a:t> site initiation on Apr 13th </a:t>
            </a:r>
          </a:p>
          <a:p>
            <a:pPr marL="285750" lvl="0" indent="-285750" defTabSz="914377">
              <a:buFont typeface="Arial" panose="020B0604020202020204" pitchFamily="34" charset="0"/>
              <a:buChar char="•"/>
              <a:defRPr/>
            </a:pPr>
            <a:r>
              <a:rPr lang="en-US" altLang="zh-CN" sz="1200" b="1">
                <a:solidFill>
                  <a:schemeClr val="tx2"/>
                </a:solidFill>
                <a:latin typeface="Boehringer Forward Text"/>
              </a:rPr>
              <a:t>Global 1</a:t>
            </a:r>
            <a:r>
              <a:rPr lang="en-US" altLang="zh-CN" sz="1200" b="1" baseline="30000">
                <a:solidFill>
                  <a:schemeClr val="tx2"/>
                </a:solidFill>
                <a:latin typeface="Boehringer Forward Text"/>
              </a:rPr>
              <a:t>st</a:t>
            </a:r>
            <a:r>
              <a:rPr lang="en-US" altLang="zh-CN" sz="1200" b="1">
                <a:solidFill>
                  <a:schemeClr val="tx2"/>
                </a:solidFill>
                <a:latin typeface="Boehringer Forward Text"/>
              </a:rPr>
              <a:t> FSS: </a:t>
            </a:r>
            <a:r>
              <a:rPr lang="en-US" altLang="zh-CN" sz="1200">
                <a:solidFill>
                  <a:srgbClr val="076D7E"/>
                </a:solidFill>
                <a:latin typeface="Boehringer Forward Text"/>
              </a:rPr>
              <a:t>China 1st </a:t>
            </a:r>
            <a:r>
              <a:rPr kumimoji="0" lang="en-US" altLang="zh-CN" sz="1200" b="0" i="0" u="none" strike="noStrike" kern="1200" cap="none" spc="0" normalizeH="0" baseline="0" noProof="0">
                <a:ln>
                  <a:noFill/>
                </a:ln>
                <a:solidFill>
                  <a:srgbClr val="076D7E"/>
                </a:solidFill>
                <a:effectLst/>
                <a:uLnTx/>
                <a:uFillTx/>
                <a:latin typeface="Boehringer Forward Text"/>
                <a:ea typeface="+mn-ea"/>
                <a:cs typeface="+mn-cs"/>
              </a:rPr>
              <a:t>patient screen on Apr 20</a:t>
            </a:r>
            <a:r>
              <a:rPr kumimoji="0" lang="en-US" altLang="zh-CN" sz="1200" b="0" i="0" u="none" strike="noStrike" kern="1200" cap="none" spc="0" normalizeH="0" baseline="30000" noProof="0">
                <a:ln>
                  <a:noFill/>
                </a:ln>
                <a:solidFill>
                  <a:srgbClr val="076D7E"/>
                </a:solidFill>
                <a:effectLst/>
                <a:uLnTx/>
                <a:uFillTx/>
                <a:latin typeface="Boehringer Forward Text"/>
                <a:ea typeface="+mn-ea"/>
                <a:cs typeface="+mn-cs"/>
              </a:rPr>
              <a:t>th</a:t>
            </a:r>
            <a:r>
              <a:rPr lang="en-US" altLang="zh-CN" sz="1200">
                <a:solidFill>
                  <a:srgbClr val="076D7E"/>
                </a:solidFill>
                <a:latin typeface="Boehringer Forward Text"/>
              </a:rPr>
              <a:t>, </a:t>
            </a:r>
            <a:r>
              <a:rPr kumimoji="0" lang="en-US" altLang="zh-CN" sz="1200" b="0" i="0" u="none" strike="noStrike" kern="1200" cap="none" spc="0" normalizeH="0" baseline="0" noProof="0">
                <a:ln>
                  <a:noFill/>
                </a:ln>
                <a:solidFill>
                  <a:srgbClr val="076D7E"/>
                </a:solidFill>
                <a:effectLst/>
                <a:uLnTx/>
                <a:uFillTx/>
                <a:latin typeface="Boehringer Forward Text"/>
                <a:ea typeface="+mn-ea"/>
                <a:cs typeface="+mn-cs"/>
              </a:rPr>
              <a:t>3 weeks </a:t>
            </a:r>
            <a:r>
              <a:rPr lang="en-US" altLang="zh-CN" sz="1200">
                <a:solidFill>
                  <a:srgbClr val="076D7E"/>
                </a:solidFill>
              </a:rPr>
              <a:t>ahead of the </a:t>
            </a:r>
            <a:r>
              <a:rPr kumimoji="0" lang="en-US" altLang="zh-CN" sz="1200" b="0" i="0" u="none" strike="noStrike" kern="1200" cap="none" spc="0" normalizeH="0" baseline="0" noProof="0">
                <a:ln>
                  <a:noFill/>
                </a:ln>
                <a:solidFill>
                  <a:srgbClr val="076D7E"/>
                </a:solidFill>
                <a:effectLst/>
                <a:uLnTx/>
                <a:uFillTx/>
                <a:latin typeface="Boehringer Forward Text"/>
                <a:ea typeface="+mn-ea"/>
                <a:cs typeface="+mn-cs"/>
              </a:rPr>
              <a:t>commitment to HA (within 12 weeks to achieve FPI).</a:t>
            </a:r>
          </a:p>
          <a:p>
            <a:pPr marL="285750" marR="0" lvl="0" indent="-2857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200" b="0" i="0" u="none" strike="noStrike" kern="1200" cap="none" spc="0" normalizeH="0" baseline="0" noProof="0">
                <a:ln>
                  <a:noFill/>
                </a:ln>
                <a:solidFill>
                  <a:srgbClr val="076D7E"/>
                </a:solidFill>
                <a:effectLst/>
                <a:uLnTx/>
                <a:uFillTx/>
                <a:latin typeface="Boehringer Forward Text"/>
                <a:ea typeface="+mn-ea"/>
                <a:cs typeface="+mn-cs"/>
              </a:rPr>
              <a:t>Investigator meeting  planned on 16May in Xi’an. </a:t>
            </a:r>
          </a:p>
          <a:p>
            <a:pPr marL="285750" marR="0" lvl="0" indent="-285750"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200" b="0" i="0" u="none" strike="noStrike" kern="1200" cap="none" spc="0" normalizeH="0" baseline="0" noProof="0">
                <a:ln>
                  <a:noFill/>
                </a:ln>
                <a:solidFill>
                  <a:srgbClr val="076D7E"/>
                </a:solidFill>
                <a:effectLst/>
                <a:uLnTx/>
                <a:uFillTx/>
                <a:latin typeface="Boehringer Forward Text"/>
                <a:ea typeface="+mn-ea"/>
                <a:cs typeface="+mn-cs"/>
              </a:rPr>
              <a:t>Leading PI Prof. Li </a:t>
            </a:r>
            <a:r>
              <a:rPr lang="en-US" altLang="zh-CN" sz="1200">
                <a:solidFill>
                  <a:srgbClr val="076D7E"/>
                </a:solidFill>
                <a:latin typeface="Boehringer Forward Text"/>
              </a:rPr>
              <a:t>was</a:t>
            </a:r>
            <a:r>
              <a:rPr kumimoji="0" lang="en-US" altLang="zh-CN" sz="1200" b="0" i="0" u="none" strike="noStrike" kern="1200" cap="none" spc="0" normalizeH="0" baseline="0" noProof="0">
                <a:ln>
                  <a:noFill/>
                </a:ln>
                <a:solidFill>
                  <a:srgbClr val="076D7E"/>
                </a:solidFill>
                <a:effectLst/>
                <a:uLnTx/>
                <a:uFillTx/>
                <a:latin typeface="Boehringer Forward Text"/>
                <a:ea typeface="+mn-ea"/>
                <a:cs typeface="+mn-cs"/>
              </a:rPr>
              <a:t> invited to join global expert group. Global AB meetings planned in May and June. </a:t>
            </a:r>
          </a:p>
        </p:txBody>
      </p:sp>
      <p:pic>
        <p:nvPicPr>
          <p:cNvPr id="26" name="Picture 25">
            <a:extLst>
              <a:ext uri="{FF2B5EF4-FFF2-40B4-BE49-F238E27FC236}">
                <a16:creationId xmlns:a16="http://schemas.microsoft.com/office/drawing/2014/main" id="{27D40BBA-9D5C-E648-3E4E-13616BD74C3B}"/>
              </a:ext>
            </a:extLst>
          </p:cNvPr>
          <p:cNvPicPr>
            <a:picLocks noChangeAspect="1"/>
          </p:cNvPicPr>
          <p:nvPr/>
        </p:nvPicPr>
        <p:blipFill>
          <a:blip r:embed="rId80"/>
          <a:stretch>
            <a:fillRect/>
          </a:stretch>
        </p:blipFill>
        <p:spPr>
          <a:xfrm>
            <a:off x="48629" y="4943950"/>
            <a:ext cx="7986461" cy="1476948"/>
          </a:xfrm>
          <a:prstGeom prst="rect">
            <a:avLst/>
          </a:prstGeom>
        </p:spPr>
      </p:pic>
      <p:grpSp>
        <p:nvGrpSpPr>
          <p:cNvPr id="19" name="组合 126">
            <a:extLst>
              <a:ext uri="{FF2B5EF4-FFF2-40B4-BE49-F238E27FC236}">
                <a16:creationId xmlns:a16="http://schemas.microsoft.com/office/drawing/2014/main" id="{83506E82-CFB8-D93D-C6AC-1F9860B6E0B4}"/>
              </a:ext>
            </a:extLst>
          </p:cNvPr>
          <p:cNvGrpSpPr/>
          <p:nvPr/>
        </p:nvGrpSpPr>
        <p:grpSpPr>
          <a:xfrm>
            <a:off x="4567779" y="5501305"/>
            <a:ext cx="186676" cy="242233"/>
            <a:chOff x="2327564" y="2114785"/>
            <a:chExt cx="186676" cy="351324"/>
          </a:xfrm>
        </p:grpSpPr>
        <p:cxnSp>
          <p:nvCxnSpPr>
            <p:cNvPr id="27" name="直接连接符 127">
              <a:extLst>
                <a:ext uri="{FF2B5EF4-FFF2-40B4-BE49-F238E27FC236}">
                  <a16:creationId xmlns:a16="http://schemas.microsoft.com/office/drawing/2014/main" id="{56AC6F7A-6BEC-38E5-BA53-97E967B36307}"/>
                </a:ext>
              </a:extLst>
            </p:cNvPr>
            <p:cNvCxnSpPr>
              <a:cxnSpLocks/>
            </p:cNvCxnSpPr>
            <p:nvPr/>
          </p:nvCxnSpPr>
          <p:spPr bwMode="gray">
            <a:xfrm>
              <a:off x="2327564" y="2195032"/>
              <a:ext cx="0" cy="271077"/>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波形 128">
              <a:extLst>
                <a:ext uri="{FF2B5EF4-FFF2-40B4-BE49-F238E27FC236}">
                  <a16:creationId xmlns:a16="http://schemas.microsoft.com/office/drawing/2014/main" id="{E52CA320-B257-5906-1530-9535A5CEFD87}"/>
                </a:ext>
              </a:extLst>
            </p:cNvPr>
            <p:cNvSpPr/>
            <p:nvPr/>
          </p:nvSpPr>
          <p:spPr bwMode="gray">
            <a:xfrm>
              <a:off x="2327564" y="2114785"/>
              <a:ext cx="186676" cy="185070"/>
            </a:xfrm>
            <a:prstGeom prst="wave">
              <a:avLst/>
            </a:prstGeom>
            <a:solidFill>
              <a:schemeClr val="tx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grpSp>
      <p:sp>
        <p:nvSpPr>
          <p:cNvPr id="29" name="波形 128">
            <a:extLst>
              <a:ext uri="{FF2B5EF4-FFF2-40B4-BE49-F238E27FC236}">
                <a16:creationId xmlns:a16="http://schemas.microsoft.com/office/drawing/2014/main" id="{4BFF8A25-59C5-28D6-9554-21C0202903FA}"/>
              </a:ext>
            </a:extLst>
          </p:cNvPr>
          <p:cNvSpPr/>
          <p:nvPr/>
        </p:nvSpPr>
        <p:spPr bwMode="gray">
          <a:xfrm>
            <a:off x="5437899" y="5523075"/>
            <a:ext cx="160424" cy="105833"/>
          </a:xfrm>
          <a:prstGeom prst="wave">
            <a:avLst/>
          </a:prstGeom>
          <a:solidFill>
            <a:schemeClr val="tx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32" name="Rectangle 31">
            <a:extLst>
              <a:ext uri="{FF2B5EF4-FFF2-40B4-BE49-F238E27FC236}">
                <a16:creationId xmlns:a16="http://schemas.microsoft.com/office/drawing/2014/main" id="{70C5DDF6-77C9-2AE4-5519-978C1E66E92F}"/>
              </a:ext>
            </a:extLst>
          </p:cNvPr>
          <p:cNvSpPr/>
          <p:nvPr/>
        </p:nvSpPr>
        <p:spPr bwMode="gray">
          <a:xfrm>
            <a:off x="4118060" y="5501305"/>
            <a:ext cx="282834" cy="333252"/>
          </a:xfrm>
          <a:prstGeom prst="rect">
            <a:avLst/>
          </a:prstGeom>
          <a:solidFill>
            <a:srgbClr val="DCDBF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pic>
        <p:nvPicPr>
          <p:cNvPr id="34" name="Graphic 33" descr="Fireworks with solid fill">
            <a:extLst>
              <a:ext uri="{FF2B5EF4-FFF2-40B4-BE49-F238E27FC236}">
                <a16:creationId xmlns:a16="http://schemas.microsoft.com/office/drawing/2014/main" id="{0B72FE86-62A5-9FF9-2D7B-C7E0BC069B65}"/>
              </a:ext>
            </a:extLst>
          </p:cNvPr>
          <p:cNvPicPr>
            <a:picLocks noChangeAspect="1"/>
          </p:cNvPicPr>
          <p:nvPr/>
        </p:nvPicPr>
        <p:blipFill>
          <a:blip>
            <a:extLst>
              <a:ext uri="{96DAC541-7B7A-43D3-8B79-37D633B846F1}">
                <asvg:svgBlip xmlns:asvg="http://schemas.microsoft.com/office/drawing/2016/SVG/main" r:embed="rId81"/>
              </a:ext>
            </a:extLst>
          </a:blip>
          <a:stretch>
            <a:fillRect/>
          </a:stretch>
        </p:blipFill>
        <p:spPr>
          <a:xfrm>
            <a:off x="11349413" y="4125549"/>
            <a:ext cx="914400" cy="914400"/>
          </a:xfrm>
          <a:prstGeom prst="rect">
            <a:avLst/>
          </a:prstGeom>
        </p:spPr>
      </p:pic>
    </p:spTree>
    <p:custDataLst>
      <p:tags r:id="rId1"/>
    </p:custDataLst>
    <p:extLst>
      <p:ext uri="{BB962C8B-B14F-4D97-AF65-F5344CB8AC3E}">
        <p14:creationId xmlns:p14="http://schemas.microsoft.com/office/powerpoint/2010/main" val="17036065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04025-5CF4-43DA-1494-4D21BB6E04A7}"/>
              </a:ext>
            </a:extLst>
          </p:cNvPr>
          <p:cNvSpPr>
            <a:spLocks noGrp="1"/>
          </p:cNvSpPr>
          <p:nvPr>
            <p:ph type="title"/>
          </p:nvPr>
        </p:nvSpPr>
        <p:spPr/>
        <p:txBody>
          <a:bodyPr/>
          <a:lstStyle/>
          <a:p>
            <a:endParaRPr lang="zh-CN" altLang="en-US"/>
          </a:p>
        </p:txBody>
      </p:sp>
      <p:sp>
        <p:nvSpPr>
          <p:cNvPr id="3" name="Content Placeholder 2">
            <a:extLst>
              <a:ext uri="{FF2B5EF4-FFF2-40B4-BE49-F238E27FC236}">
                <a16:creationId xmlns:a16="http://schemas.microsoft.com/office/drawing/2014/main" id="{F2486635-A1C0-257C-C576-FF6B272F366C}"/>
              </a:ext>
            </a:extLst>
          </p:cNvPr>
          <p:cNvSpPr>
            <a:spLocks noGrp="1"/>
          </p:cNvSpPr>
          <p:nvPr>
            <p:ph idx="1"/>
          </p:nvPr>
        </p:nvSpPr>
        <p:spPr/>
        <p:txBody>
          <a:bodyPr/>
          <a:lstStyle/>
          <a:p>
            <a:endParaRPr lang="zh-CN" altLang="en-US"/>
          </a:p>
        </p:txBody>
      </p:sp>
      <p:sp>
        <p:nvSpPr>
          <p:cNvPr id="4" name="Text Placeholder 3">
            <a:extLst>
              <a:ext uri="{FF2B5EF4-FFF2-40B4-BE49-F238E27FC236}">
                <a16:creationId xmlns:a16="http://schemas.microsoft.com/office/drawing/2014/main" id="{91B0247B-F832-9504-3A76-2776551850E8}"/>
              </a:ext>
            </a:extLst>
          </p:cNvPr>
          <p:cNvSpPr>
            <a:spLocks noGrp="1"/>
          </p:cNvSpPr>
          <p:nvPr>
            <p:ph type="body" sz="quarter" idx="13"/>
          </p:nvPr>
        </p:nvSpPr>
        <p:spPr/>
        <p:txBody>
          <a:bodyPr/>
          <a:lstStyle/>
          <a:p>
            <a:endParaRPr lang="zh-CN" altLang="en-US"/>
          </a:p>
        </p:txBody>
      </p:sp>
      <p:sp>
        <p:nvSpPr>
          <p:cNvPr id="5" name="Footer Placeholder 4">
            <a:extLst>
              <a:ext uri="{FF2B5EF4-FFF2-40B4-BE49-F238E27FC236}">
                <a16:creationId xmlns:a16="http://schemas.microsoft.com/office/drawing/2014/main" id="{36A95599-A3C6-590E-C7F7-4C8CBC0FAE7B}"/>
              </a:ext>
            </a:extLst>
          </p:cNvPr>
          <p:cNvSpPr>
            <a:spLocks noGrp="1"/>
          </p:cNvSpPr>
          <p:nvPr>
            <p:ph type="ftr" sz="quarter" idx="19"/>
          </p:nvPr>
        </p:nvSpPr>
        <p:spPr/>
        <p:txBody>
          <a:bodyPr/>
          <a:lstStyle/>
          <a:p>
            <a:r>
              <a:rPr lang="en-US"/>
              <a:t>Presentation title    |    ONLY FOR INTERNAL USE</a:t>
            </a:r>
          </a:p>
        </p:txBody>
      </p:sp>
      <p:sp>
        <p:nvSpPr>
          <p:cNvPr id="6" name="Slide Number Placeholder 5">
            <a:extLst>
              <a:ext uri="{FF2B5EF4-FFF2-40B4-BE49-F238E27FC236}">
                <a16:creationId xmlns:a16="http://schemas.microsoft.com/office/drawing/2014/main" id="{2551905B-70DF-4BCD-3B6B-14E0CBC96C1D}"/>
              </a:ext>
            </a:extLst>
          </p:cNvPr>
          <p:cNvSpPr>
            <a:spLocks noGrp="1"/>
          </p:cNvSpPr>
          <p:nvPr>
            <p:ph type="sldNum" sz="quarter" idx="20"/>
          </p:nvPr>
        </p:nvSpPr>
        <p:spPr/>
        <p:txBody>
          <a:bodyPr/>
          <a:lstStyle/>
          <a:p>
            <a:fld id="{DF4E8F9F-5B1F-4F5B-BE49-3245D8C18D9F}" type="slidenum">
              <a:rPr lang="en-US" smtClean="0"/>
              <a:pPr/>
              <a:t>39</a:t>
            </a:fld>
            <a:endParaRPr lang="en-US"/>
          </a:p>
        </p:txBody>
      </p:sp>
      <p:pic>
        <p:nvPicPr>
          <p:cNvPr id="8" name="Picture 7">
            <a:extLst>
              <a:ext uri="{FF2B5EF4-FFF2-40B4-BE49-F238E27FC236}">
                <a16:creationId xmlns:a16="http://schemas.microsoft.com/office/drawing/2014/main" id="{61941218-3791-F913-1672-09E721A01B08}"/>
              </a:ext>
            </a:extLst>
          </p:cNvPr>
          <p:cNvPicPr>
            <a:picLocks noChangeAspect="1"/>
          </p:cNvPicPr>
          <p:nvPr/>
        </p:nvPicPr>
        <p:blipFill>
          <a:blip r:embed="rId2"/>
          <a:stretch>
            <a:fillRect/>
          </a:stretch>
        </p:blipFill>
        <p:spPr>
          <a:xfrm>
            <a:off x="302157" y="242666"/>
            <a:ext cx="11121857" cy="6474070"/>
          </a:xfrm>
          <a:prstGeom prst="rect">
            <a:avLst/>
          </a:prstGeom>
        </p:spPr>
      </p:pic>
    </p:spTree>
    <p:extLst>
      <p:ext uri="{BB962C8B-B14F-4D97-AF65-F5344CB8AC3E}">
        <p14:creationId xmlns:p14="http://schemas.microsoft.com/office/powerpoint/2010/main" val="284021198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45F8F-8DC0-ECFE-DCA3-8270C046E145}"/>
              </a:ext>
            </a:extLst>
          </p:cNvPr>
          <p:cNvSpPr>
            <a:spLocks noGrp="1"/>
          </p:cNvSpPr>
          <p:nvPr>
            <p:ph type="title"/>
          </p:nvPr>
        </p:nvSpPr>
        <p:spPr/>
        <p:txBody>
          <a:bodyPr/>
          <a:lstStyle/>
          <a:p>
            <a:endParaRPr lang="zh-CN" altLang="en-US"/>
          </a:p>
        </p:txBody>
      </p:sp>
      <p:sp>
        <p:nvSpPr>
          <p:cNvPr id="3" name="Content Placeholder 2">
            <a:extLst>
              <a:ext uri="{FF2B5EF4-FFF2-40B4-BE49-F238E27FC236}">
                <a16:creationId xmlns:a16="http://schemas.microsoft.com/office/drawing/2014/main" id="{D667EC84-7518-43C2-93AF-9BB2451595B8}"/>
              </a:ext>
            </a:extLst>
          </p:cNvPr>
          <p:cNvSpPr>
            <a:spLocks noGrp="1"/>
          </p:cNvSpPr>
          <p:nvPr>
            <p:ph idx="1"/>
          </p:nvPr>
        </p:nvSpPr>
        <p:spPr/>
        <p:txBody>
          <a:bodyPr/>
          <a:lstStyle/>
          <a:p>
            <a:endParaRPr lang="zh-CN" altLang="en-US"/>
          </a:p>
        </p:txBody>
      </p:sp>
      <p:sp>
        <p:nvSpPr>
          <p:cNvPr id="4" name="Text Placeholder 3">
            <a:extLst>
              <a:ext uri="{FF2B5EF4-FFF2-40B4-BE49-F238E27FC236}">
                <a16:creationId xmlns:a16="http://schemas.microsoft.com/office/drawing/2014/main" id="{B953700B-CCCB-2826-687B-C5F853A7CE6B}"/>
              </a:ext>
            </a:extLst>
          </p:cNvPr>
          <p:cNvSpPr>
            <a:spLocks noGrp="1"/>
          </p:cNvSpPr>
          <p:nvPr>
            <p:ph type="body" sz="quarter" idx="13"/>
          </p:nvPr>
        </p:nvSpPr>
        <p:spPr/>
        <p:txBody>
          <a:bodyPr/>
          <a:lstStyle/>
          <a:p>
            <a:endParaRPr lang="zh-CN" altLang="en-US"/>
          </a:p>
        </p:txBody>
      </p:sp>
      <p:sp>
        <p:nvSpPr>
          <p:cNvPr id="5" name="Footer Placeholder 4">
            <a:extLst>
              <a:ext uri="{FF2B5EF4-FFF2-40B4-BE49-F238E27FC236}">
                <a16:creationId xmlns:a16="http://schemas.microsoft.com/office/drawing/2014/main" id="{B9A41978-69C8-AB2B-1234-646D8FC9C82D}"/>
              </a:ext>
            </a:extLst>
          </p:cNvPr>
          <p:cNvSpPr>
            <a:spLocks noGrp="1"/>
          </p:cNvSpPr>
          <p:nvPr>
            <p:ph type="ftr" sz="quarter" idx="19"/>
          </p:nvPr>
        </p:nvSpPr>
        <p:spPr/>
        <p:txBody>
          <a:bodyPr/>
          <a:lstStyle/>
          <a:p>
            <a:r>
              <a:rPr lang="en-US"/>
              <a:t>Presentation title    |    ONLY FOR INTERNAL USE</a:t>
            </a:r>
          </a:p>
        </p:txBody>
      </p:sp>
      <p:sp>
        <p:nvSpPr>
          <p:cNvPr id="6" name="Slide Number Placeholder 5">
            <a:extLst>
              <a:ext uri="{FF2B5EF4-FFF2-40B4-BE49-F238E27FC236}">
                <a16:creationId xmlns:a16="http://schemas.microsoft.com/office/drawing/2014/main" id="{730C844E-91E7-10EF-A4DE-2E401CA50D2F}"/>
              </a:ext>
            </a:extLst>
          </p:cNvPr>
          <p:cNvSpPr>
            <a:spLocks noGrp="1"/>
          </p:cNvSpPr>
          <p:nvPr>
            <p:ph type="sldNum" sz="quarter" idx="20"/>
          </p:nvPr>
        </p:nvSpPr>
        <p:spPr/>
        <p:txBody>
          <a:bodyPr/>
          <a:lstStyle/>
          <a:p>
            <a:fld id="{DF4E8F9F-5B1F-4F5B-BE49-3245D8C18D9F}" type="slidenum">
              <a:rPr lang="en-US" smtClean="0"/>
              <a:pPr/>
              <a:t>40</a:t>
            </a:fld>
            <a:endParaRPr lang="en-US"/>
          </a:p>
        </p:txBody>
      </p:sp>
      <p:pic>
        <p:nvPicPr>
          <p:cNvPr id="8" name="Picture 7">
            <a:extLst>
              <a:ext uri="{FF2B5EF4-FFF2-40B4-BE49-F238E27FC236}">
                <a16:creationId xmlns:a16="http://schemas.microsoft.com/office/drawing/2014/main" id="{3FC0704F-FA9B-C256-772C-26CB8B31339F}"/>
              </a:ext>
            </a:extLst>
          </p:cNvPr>
          <p:cNvPicPr>
            <a:picLocks noChangeAspect="1"/>
          </p:cNvPicPr>
          <p:nvPr/>
        </p:nvPicPr>
        <p:blipFill>
          <a:blip r:embed="rId2"/>
          <a:stretch>
            <a:fillRect/>
          </a:stretch>
        </p:blipFill>
        <p:spPr>
          <a:xfrm>
            <a:off x="479423" y="239935"/>
            <a:ext cx="11253975" cy="5657281"/>
          </a:xfrm>
          <a:prstGeom prst="rect">
            <a:avLst/>
          </a:prstGeom>
        </p:spPr>
      </p:pic>
    </p:spTree>
    <p:extLst>
      <p:ext uri="{BB962C8B-B14F-4D97-AF65-F5344CB8AC3E}">
        <p14:creationId xmlns:p14="http://schemas.microsoft.com/office/powerpoint/2010/main" val="7033033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1" name="OTLSHAPE_T_5a934a26f311425e8ebaa0f45e6533ad_Shape">
            <a:extLst>
              <a:ext uri="{FF2B5EF4-FFF2-40B4-BE49-F238E27FC236}">
                <a16:creationId xmlns:a16="http://schemas.microsoft.com/office/drawing/2014/main" id="{BA0DC681-A90C-4B81-9C59-C68D6D4ED922}"/>
              </a:ext>
            </a:extLst>
          </p:cNvPr>
          <p:cNvSpPr/>
          <p:nvPr/>
        </p:nvSpPr>
        <p:spPr bwMode="auto">
          <a:xfrm>
            <a:off x="1505226" y="2062164"/>
            <a:ext cx="573152" cy="280234"/>
          </a:xfrm>
          <a:prstGeom prst="rect">
            <a:avLst/>
          </a:prstGeom>
          <a:pattFill prst="pct25">
            <a:fgClr>
              <a:srgbClr val="1AAA42"/>
            </a:fgClr>
            <a:bgClr>
              <a:srgbClr val="FFFFFF"/>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altLang="zh-CN" sz="8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3" name="Title 2"/>
          <p:cNvSpPr>
            <a:spLocks noGrp="1"/>
          </p:cNvSpPr>
          <p:nvPr>
            <p:ph type="title"/>
          </p:nvPr>
        </p:nvSpPr>
        <p:spPr>
          <a:xfrm>
            <a:off x="493767" y="58816"/>
            <a:ext cx="11233151" cy="720000"/>
          </a:xfrm>
        </p:spPr>
        <p:txBody>
          <a:bodyPr>
            <a:noAutofit/>
          </a:bodyPr>
          <a:lstStyle/>
          <a:p>
            <a:r>
              <a:rPr lang="en-US" altLang="zh-CN" sz="2667" u="sng">
                <a:latin typeface="Calibri" panose="020F0502020204030204" pitchFamily="34" charset="0"/>
                <a:cs typeface="Calibri" panose="020F0502020204030204" pitchFamily="34" charset="0"/>
              </a:rPr>
              <a:t>Ongoing:</a:t>
            </a:r>
            <a:br>
              <a:rPr lang="en-US" altLang="zh-CN" sz="2667">
                <a:latin typeface="Calibri" panose="020F0502020204030204" pitchFamily="34" charset="0"/>
                <a:cs typeface="Calibri" panose="020F0502020204030204" pitchFamily="34" charset="0"/>
              </a:rPr>
            </a:br>
            <a:r>
              <a:rPr lang="en-US" altLang="zh-CN" sz="2667">
                <a:latin typeface="Calibri" panose="020F0502020204030204" pitchFamily="34" charset="0"/>
                <a:cs typeface="Calibri" panose="020F0502020204030204" pitchFamily="34" charset="0"/>
              </a:rPr>
              <a:t>BI 1819479 (</a:t>
            </a:r>
            <a:r>
              <a:rPr lang="en-US" altLang="zh-CN" sz="2667" err="1">
                <a:latin typeface="Calibri" panose="020F0502020204030204" pitchFamily="34" charset="0"/>
                <a:cs typeface="Calibri" panose="020F0502020204030204" pitchFamily="34" charset="0"/>
              </a:rPr>
              <a:t>Autotaxin</a:t>
            </a:r>
            <a:r>
              <a:rPr lang="en-US" altLang="zh-CN" sz="2667">
                <a:latin typeface="Calibri" panose="020F0502020204030204" pitchFamily="34" charset="0"/>
                <a:cs typeface="Calibri" panose="020F0502020204030204" pitchFamily="34" charset="0"/>
              </a:rPr>
              <a:t> inhibitor): IPF/ PPF </a:t>
            </a:r>
            <a:endParaRPr lang="en-US" sz="2667">
              <a:latin typeface="Calibri" panose="020F0502020204030204" pitchFamily="34" charset="0"/>
              <a:cs typeface="Calibri" panose="020F0502020204030204" pitchFamily="34" charset="0"/>
            </a:endParaRPr>
          </a:p>
        </p:txBody>
      </p:sp>
      <p:sp>
        <p:nvSpPr>
          <p:cNvPr id="9" name="灯片编号占位符 8"/>
          <p:cNvSpPr>
            <a:spLocks noGrp="1"/>
          </p:cNvSpPr>
          <p:nvPr>
            <p:ph type="sldNum" sz="quarter" idx="20"/>
          </p:nvPr>
        </p:nvSpPr>
        <p:spPr/>
        <p:txBody>
          <a:bodyPr/>
          <a:lstStyle/>
          <a:p>
            <a:pPr marL="0" marR="0" lvl="0" indent="0" algn="r" defTabSz="1219050" rtl="0" eaLnBrk="1" fontAlgn="auto" latinLnBrk="0" hangingPunct="1">
              <a:lnSpc>
                <a:spcPct val="100000"/>
              </a:lnSpc>
              <a:spcBef>
                <a:spcPts val="0"/>
              </a:spcBef>
              <a:spcAft>
                <a:spcPts val="0"/>
              </a:spcAft>
              <a:buClrTx/>
              <a:buSzTx/>
              <a:buFontTx/>
              <a:buNone/>
              <a:tabLst/>
              <a:defRPr/>
            </a:pPr>
            <a:fld id="{143B55C4-4F5A-416B-997D-6CE47EB0A945}" type="slidenum">
              <a:rPr kumimoji="0" lang="en-GB" sz="1000" b="0" i="0" u="none" strike="noStrike" kern="1200" cap="none" spc="0" normalizeH="0" baseline="0" noProof="0">
                <a:ln>
                  <a:noFill/>
                </a:ln>
                <a:solidFill>
                  <a:srgbClr val="FFFFFF">
                    <a:lumMod val="50000"/>
                  </a:srgbClr>
                </a:solidFill>
                <a:effectLst/>
                <a:uLnTx/>
                <a:uFillTx/>
                <a:latin typeface="BISansCond" panose="02000006050000020004" pitchFamily="2" charset="0"/>
                <a:ea typeface="+mn-ea"/>
                <a:cs typeface="+mn-cs"/>
              </a:rPr>
              <a:pPr marL="0" marR="0" lvl="0" indent="0" algn="r" defTabSz="1219050" rtl="0" eaLnBrk="1" fontAlgn="auto" latinLnBrk="0" hangingPunct="1">
                <a:lnSpc>
                  <a:spcPct val="100000"/>
                </a:lnSpc>
                <a:spcBef>
                  <a:spcPts val="0"/>
                </a:spcBef>
                <a:spcAft>
                  <a:spcPts val="0"/>
                </a:spcAft>
                <a:buClrTx/>
                <a:buSzTx/>
                <a:buFontTx/>
                <a:buNone/>
                <a:tabLst/>
                <a:defRPr/>
              </a:pPr>
              <a:t>41</a:t>
            </a:fld>
            <a:endParaRPr kumimoji="0" lang="en-GB" sz="1000" b="0" i="0" u="none" strike="noStrike" kern="1200" cap="none" spc="0" normalizeH="0" baseline="0" noProof="0">
              <a:ln>
                <a:noFill/>
              </a:ln>
              <a:solidFill>
                <a:srgbClr val="FFFFFF">
                  <a:lumMod val="50000"/>
                </a:srgbClr>
              </a:solidFill>
              <a:effectLst/>
              <a:uLnTx/>
              <a:uFillTx/>
              <a:latin typeface="BISansCond" panose="02000006050000020004" pitchFamily="2" charset="0"/>
              <a:ea typeface="+mn-ea"/>
              <a:cs typeface="+mn-cs"/>
            </a:endParaRPr>
          </a:p>
        </p:txBody>
      </p:sp>
      <p:cxnSp>
        <p:nvCxnSpPr>
          <p:cNvPr id="72" name="Straight Connector 71">
            <a:extLst>
              <a:ext uri="{FF2B5EF4-FFF2-40B4-BE49-F238E27FC236}">
                <a16:creationId xmlns:a16="http://schemas.microsoft.com/office/drawing/2014/main" id="{9C165100-0114-4167-8FF0-BFF01B293D04}"/>
              </a:ext>
            </a:extLst>
          </p:cNvPr>
          <p:cNvCxnSpPr>
            <a:cxnSpLocks/>
          </p:cNvCxnSpPr>
          <p:nvPr/>
        </p:nvCxnSpPr>
        <p:spPr bwMode="auto">
          <a:xfrm flipH="1">
            <a:off x="91927" y="3429000"/>
            <a:ext cx="1216152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graphicFrame>
        <p:nvGraphicFramePr>
          <p:cNvPr id="116" name="Table 115">
            <a:extLst>
              <a:ext uri="{FF2B5EF4-FFF2-40B4-BE49-F238E27FC236}">
                <a16:creationId xmlns:a16="http://schemas.microsoft.com/office/drawing/2014/main" id="{EB1832F7-86BE-4DEE-91F1-447638E4A957}"/>
              </a:ext>
            </a:extLst>
          </p:cNvPr>
          <p:cNvGraphicFramePr>
            <a:graphicFrameLocks noGrp="1"/>
          </p:cNvGraphicFramePr>
          <p:nvPr>
            <p:extLst>
              <p:ext uri="{D42A27DB-BD31-4B8C-83A1-F6EECF244321}">
                <p14:modId xmlns:p14="http://schemas.microsoft.com/office/powerpoint/2010/main" val="3226909434"/>
              </p:ext>
            </p:extLst>
          </p:nvPr>
        </p:nvGraphicFramePr>
        <p:xfrm>
          <a:off x="205596" y="870059"/>
          <a:ext cx="11694618" cy="685800"/>
        </p:xfrm>
        <a:graphic>
          <a:graphicData uri="http://schemas.openxmlformats.org/drawingml/2006/table">
            <a:tbl>
              <a:tblPr firstRow="1" bandRow="1"/>
              <a:tblGrid>
                <a:gridCol w="449793">
                  <a:extLst>
                    <a:ext uri="{9D8B030D-6E8A-4147-A177-3AD203B41FA5}">
                      <a16:colId xmlns:a16="http://schemas.microsoft.com/office/drawing/2014/main" val="1107610970"/>
                    </a:ext>
                  </a:extLst>
                </a:gridCol>
                <a:gridCol w="449793">
                  <a:extLst>
                    <a:ext uri="{9D8B030D-6E8A-4147-A177-3AD203B41FA5}">
                      <a16:colId xmlns:a16="http://schemas.microsoft.com/office/drawing/2014/main" val="2027925426"/>
                    </a:ext>
                  </a:extLst>
                </a:gridCol>
                <a:gridCol w="449793">
                  <a:extLst>
                    <a:ext uri="{9D8B030D-6E8A-4147-A177-3AD203B41FA5}">
                      <a16:colId xmlns:a16="http://schemas.microsoft.com/office/drawing/2014/main" val="977435596"/>
                    </a:ext>
                  </a:extLst>
                </a:gridCol>
                <a:gridCol w="449793">
                  <a:extLst>
                    <a:ext uri="{9D8B030D-6E8A-4147-A177-3AD203B41FA5}">
                      <a16:colId xmlns:a16="http://schemas.microsoft.com/office/drawing/2014/main" val="3784068595"/>
                    </a:ext>
                  </a:extLst>
                </a:gridCol>
                <a:gridCol w="449793">
                  <a:extLst>
                    <a:ext uri="{9D8B030D-6E8A-4147-A177-3AD203B41FA5}">
                      <a16:colId xmlns:a16="http://schemas.microsoft.com/office/drawing/2014/main" val="344046683"/>
                    </a:ext>
                  </a:extLst>
                </a:gridCol>
                <a:gridCol w="449793">
                  <a:extLst>
                    <a:ext uri="{9D8B030D-6E8A-4147-A177-3AD203B41FA5}">
                      <a16:colId xmlns:a16="http://schemas.microsoft.com/office/drawing/2014/main" val="1823529313"/>
                    </a:ext>
                  </a:extLst>
                </a:gridCol>
                <a:gridCol w="449793">
                  <a:extLst>
                    <a:ext uri="{9D8B030D-6E8A-4147-A177-3AD203B41FA5}">
                      <a16:colId xmlns:a16="http://schemas.microsoft.com/office/drawing/2014/main" val="3091663135"/>
                    </a:ext>
                  </a:extLst>
                </a:gridCol>
                <a:gridCol w="449793">
                  <a:extLst>
                    <a:ext uri="{9D8B030D-6E8A-4147-A177-3AD203B41FA5}">
                      <a16:colId xmlns:a16="http://schemas.microsoft.com/office/drawing/2014/main" val="2003423086"/>
                    </a:ext>
                  </a:extLst>
                </a:gridCol>
                <a:gridCol w="449793">
                  <a:extLst>
                    <a:ext uri="{9D8B030D-6E8A-4147-A177-3AD203B41FA5}">
                      <a16:colId xmlns:a16="http://schemas.microsoft.com/office/drawing/2014/main" val="2466911814"/>
                    </a:ext>
                  </a:extLst>
                </a:gridCol>
                <a:gridCol w="449793">
                  <a:extLst>
                    <a:ext uri="{9D8B030D-6E8A-4147-A177-3AD203B41FA5}">
                      <a16:colId xmlns:a16="http://schemas.microsoft.com/office/drawing/2014/main" val="3023231563"/>
                    </a:ext>
                  </a:extLst>
                </a:gridCol>
                <a:gridCol w="449793">
                  <a:extLst>
                    <a:ext uri="{9D8B030D-6E8A-4147-A177-3AD203B41FA5}">
                      <a16:colId xmlns:a16="http://schemas.microsoft.com/office/drawing/2014/main" val="3411862845"/>
                    </a:ext>
                  </a:extLst>
                </a:gridCol>
                <a:gridCol w="449793">
                  <a:extLst>
                    <a:ext uri="{9D8B030D-6E8A-4147-A177-3AD203B41FA5}">
                      <a16:colId xmlns:a16="http://schemas.microsoft.com/office/drawing/2014/main" val="2851474774"/>
                    </a:ext>
                  </a:extLst>
                </a:gridCol>
                <a:gridCol w="449793">
                  <a:extLst>
                    <a:ext uri="{9D8B030D-6E8A-4147-A177-3AD203B41FA5}">
                      <a16:colId xmlns:a16="http://schemas.microsoft.com/office/drawing/2014/main" val="107595344"/>
                    </a:ext>
                  </a:extLst>
                </a:gridCol>
                <a:gridCol w="449793">
                  <a:extLst>
                    <a:ext uri="{9D8B030D-6E8A-4147-A177-3AD203B41FA5}">
                      <a16:colId xmlns:a16="http://schemas.microsoft.com/office/drawing/2014/main" val="1666999431"/>
                    </a:ext>
                  </a:extLst>
                </a:gridCol>
                <a:gridCol w="449793">
                  <a:extLst>
                    <a:ext uri="{9D8B030D-6E8A-4147-A177-3AD203B41FA5}">
                      <a16:colId xmlns:a16="http://schemas.microsoft.com/office/drawing/2014/main" val="3696607442"/>
                    </a:ext>
                  </a:extLst>
                </a:gridCol>
                <a:gridCol w="449793">
                  <a:extLst>
                    <a:ext uri="{9D8B030D-6E8A-4147-A177-3AD203B41FA5}">
                      <a16:colId xmlns:a16="http://schemas.microsoft.com/office/drawing/2014/main" val="223989776"/>
                    </a:ext>
                  </a:extLst>
                </a:gridCol>
                <a:gridCol w="449793">
                  <a:extLst>
                    <a:ext uri="{9D8B030D-6E8A-4147-A177-3AD203B41FA5}">
                      <a16:colId xmlns:a16="http://schemas.microsoft.com/office/drawing/2014/main" val="124731204"/>
                    </a:ext>
                  </a:extLst>
                </a:gridCol>
                <a:gridCol w="449793">
                  <a:extLst>
                    <a:ext uri="{9D8B030D-6E8A-4147-A177-3AD203B41FA5}">
                      <a16:colId xmlns:a16="http://schemas.microsoft.com/office/drawing/2014/main" val="3066978585"/>
                    </a:ext>
                  </a:extLst>
                </a:gridCol>
                <a:gridCol w="449793">
                  <a:extLst>
                    <a:ext uri="{9D8B030D-6E8A-4147-A177-3AD203B41FA5}">
                      <a16:colId xmlns:a16="http://schemas.microsoft.com/office/drawing/2014/main" val="1064917641"/>
                    </a:ext>
                  </a:extLst>
                </a:gridCol>
                <a:gridCol w="449793">
                  <a:extLst>
                    <a:ext uri="{9D8B030D-6E8A-4147-A177-3AD203B41FA5}">
                      <a16:colId xmlns:a16="http://schemas.microsoft.com/office/drawing/2014/main" val="4221117315"/>
                    </a:ext>
                  </a:extLst>
                </a:gridCol>
                <a:gridCol w="449793">
                  <a:extLst>
                    <a:ext uri="{9D8B030D-6E8A-4147-A177-3AD203B41FA5}">
                      <a16:colId xmlns:a16="http://schemas.microsoft.com/office/drawing/2014/main" val="3266065341"/>
                    </a:ext>
                  </a:extLst>
                </a:gridCol>
                <a:gridCol w="449793">
                  <a:extLst>
                    <a:ext uri="{9D8B030D-6E8A-4147-A177-3AD203B41FA5}">
                      <a16:colId xmlns:a16="http://schemas.microsoft.com/office/drawing/2014/main" val="2374051224"/>
                    </a:ext>
                  </a:extLst>
                </a:gridCol>
                <a:gridCol w="449793">
                  <a:extLst>
                    <a:ext uri="{9D8B030D-6E8A-4147-A177-3AD203B41FA5}">
                      <a16:colId xmlns:a16="http://schemas.microsoft.com/office/drawing/2014/main" val="1840388365"/>
                    </a:ext>
                  </a:extLst>
                </a:gridCol>
                <a:gridCol w="449793">
                  <a:extLst>
                    <a:ext uri="{9D8B030D-6E8A-4147-A177-3AD203B41FA5}">
                      <a16:colId xmlns:a16="http://schemas.microsoft.com/office/drawing/2014/main" val="267750830"/>
                    </a:ext>
                  </a:extLst>
                </a:gridCol>
                <a:gridCol w="449793">
                  <a:extLst>
                    <a:ext uri="{9D8B030D-6E8A-4147-A177-3AD203B41FA5}">
                      <a16:colId xmlns:a16="http://schemas.microsoft.com/office/drawing/2014/main" val="3966469970"/>
                    </a:ext>
                  </a:extLst>
                </a:gridCol>
                <a:gridCol w="449793">
                  <a:extLst>
                    <a:ext uri="{9D8B030D-6E8A-4147-A177-3AD203B41FA5}">
                      <a16:colId xmlns:a16="http://schemas.microsoft.com/office/drawing/2014/main" val="2522973146"/>
                    </a:ext>
                  </a:extLst>
                </a:gridCol>
              </a:tblGrid>
              <a:tr h="259080">
                <a:tc gridSpan="2">
                  <a:txBody>
                    <a:bodyPr/>
                    <a:lstStyle/>
                    <a:p>
                      <a:pPr algn="ctr"/>
                      <a:r>
                        <a:rPr lang="en-US" altLang="zh-CN" sz="1100" b="1">
                          <a:solidFill>
                            <a:schemeClr val="bg1"/>
                          </a:solidFill>
                          <a:latin typeface="Arial"/>
                          <a:cs typeface="Arial"/>
                        </a:rPr>
                        <a:t>2024</a:t>
                      </a:r>
                      <a:endParaRPr lang="zh-CN" altLang="en-US" sz="1100" b="1">
                        <a:solidFill>
                          <a:schemeClr val="bg1"/>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algn="ctr"/>
                      <a:r>
                        <a:rPr lang="en-US" altLang="zh-CN" sz="1100" b="1">
                          <a:solidFill>
                            <a:schemeClr val="bg1"/>
                          </a:solidFill>
                          <a:latin typeface="Arial"/>
                          <a:cs typeface="Arial"/>
                        </a:rPr>
                        <a:t>2025</a:t>
                      </a:r>
                      <a:endParaRPr lang="zh-CN" altLang="en-US" sz="1100" b="1">
                        <a:solidFill>
                          <a:schemeClr val="bg1"/>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1100" b="1">
                        <a:solidFill>
                          <a:schemeClr val="bg1"/>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1100" b="1">
                          <a:solidFill>
                            <a:schemeClr val="bg1"/>
                          </a:solidFill>
                          <a:latin typeface="Arial"/>
                          <a:cs typeface="Arial"/>
                        </a:rPr>
                        <a:t>2026</a:t>
                      </a:r>
                      <a:endParaRPr lang="zh-CN" altLang="en-US" sz="1100" b="1">
                        <a:solidFill>
                          <a:schemeClr val="bg1"/>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1100" b="1">
                          <a:solidFill>
                            <a:schemeClr val="bg1"/>
                          </a:solidFill>
                          <a:latin typeface="Arial"/>
                          <a:cs typeface="Arial"/>
                        </a:rPr>
                        <a:t>2027</a:t>
                      </a:r>
                      <a:endParaRPr lang="zh-CN" altLang="en-US" sz="1100" b="1">
                        <a:solidFill>
                          <a:schemeClr val="bg1"/>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1100" b="1">
                          <a:solidFill>
                            <a:schemeClr val="bg1"/>
                          </a:solidFill>
                          <a:latin typeface="Arial"/>
                          <a:cs typeface="Arial"/>
                        </a:rPr>
                        <a:t>2028</a:t>
                      </a:r>
                      <a:endParaRPr lang="zh-CN" altLang="en-US" sz="1100" b="1">
                        <a:solidFill>
                          <a:schemeClr val="bg1"/>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1100" b="1">
                          <a:solidFill>
                            <a:schemeClr val="bg1"/>
                          </a:solidFill>
                          <a:latin typeface="Arial"/>
                          <a:cs typeface="Arial"/>
                        </a:rPr>
                        <a:t>2029</a:t>
                      </a:r>
                      <a:endParaRPr lang="zh-CN" altLang="en-US" sz="1100" b="1">
                        <a:solidFill>
                          <a:schemeClr val="bg1"/>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1100" b="1">
                          <a:solidFill>
                            <a:schemeClr val="bg1"/>
                          </a:solidFill>
                          <a:latin typeface="Arial"/>
                          <a:cs typeface="Arial"/>
                        </a:rPr>
                        <a:t>2030</a:t>
                      </a:r>
                      <a:endParaRPr lang="zh-CN" altLang="en-US" sz="1100" b="1">
                        <a:solidFill>
                          <a:schemeClr val="bg1"/>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1100" b="1" kern="1200">
                          <a:solidFill>
                            <a:schemeClr val="bg1"/>
                          </a:solidFill>
                          <a:latin typeface="Arial"/>
                          <a:ea typeface="+mn-ea"/>
                          <a:cs typeface="Arial"/>
                        </a:rPr>
                        <a:t>2031</a:t>
                      </a:r>
                      <a:endParaRPr lang="zh-CN" altLang="en-US" sz="1100" b="1" kern="1200">
                        <a:solidFill>
                          <a:schemeClr val="bg1"/>
                        </a:solidFill>
                        <a:latin typeface="Arial"/>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426720">
                <a:tc>
                  <a:txBody>
                    <a:bodyPr/>
                    <a:lstStyle/>
                    <a:p>
                      <a:pPr algn="ctr"/>
                      <a:r>
                        <a:rPr lang="en-US" altLang="zh-CN" sz="1100" b="1">
                          <a:solidFill>
                            <a:srgbClr val="000000"/>
                          </a:solidFill>
                          <a:latin typeface="Arial"/>
                          <a:cs typeface="Arial"/>
                        </a:rPr>
                        <a:t>H1</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a:cs typeface="Arial"/>
                        </a:rPr>
                        <a:t>H2</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a:cs typeface="Arial"/>
                        </a:rPr>
                        <a:t>H1</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a:cs typeface="Arial"/>
                        </a:rPr>
                        <a:t>H2</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a:cs typeface="Arial"/>
                        </a:rPr>
                        <a:t>Q1</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a:cs typeface="Arial"/>
                        </a:rPr>
                        <a:t>Q2</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a:cs typeface="Arial"/>
                        </a:rPr>
                        <a:t>Q3</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a:cs typeface="Arial"/>
                        </a:rPr>
                        <a:t>Q4</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a:cs typeface="Arial"/>
                        </a:rPr>
                        <a:t>Q1</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a:cs typeface="Arial"/>
                        </a:rPr>
                        <a:t>Q2</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a:cs typeface="Arial"/>
                        </a:rPr>
                        <a:t>Q3</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a:cs typeface="Arial"/>
                        </a:rPr>
                        <a:t>Q4</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a:cs typeface="Arial"/>
                        </a:rPr>
                        <a:t>Q1</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a:cs typeface="Arial"/>
                        </a:rPr>
                        <a:t>Q2</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a:cs typeface="Arial"/>
                        </a:rPr>
                        <a:t>Q3</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a:cs typeface="Arial"/>
                        </a:rPr>
                        <a:t>Q4</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a:cs typeface="Arial"/>
                        </a:rPr>
                        <a:t>Q1</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a:cs typeface="Arial"/>
                        </a:rPr>
                        <a:t>Q2</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a:cs typeface="Arial"/>
                        </a:rPr>
                        <a:t>Q3</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a:cs typeface="Arial"/>
                        </a:rPr>
                        <a:t>Q4</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a:cs typeface="Arial"/>
                        </a:rPr>
                        <a:t>Q1</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a:cs typeface="Arial"/>
                        </a:rPr>
                        <a:t>Q2</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a:cs typeface="Arial"/>
                        </a:rPr>
                        <a:t>Q3</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a:cs typeface="Arial"/>
                        </a:rPr>
                        <a:t>Q4</a:t>
                      </a:r>
                      <a:endParaRPr lang="zh-CN" altLang="en-US" sz="1100" b="1">
                        <a:solidFill>
                          <a:srgbClr val="000000"/>
                        </a:solidFill>
                        <a:latin typeface="Arial"/>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a:cs typeface="Arial"/>
                        </a:rPr>
                        <a:t>H1</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a:cs typeface="Arial"/>
                        </a:rPr>
                        <a:t>H2</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2722476245"/>
                  </a:ext>
                </a:extLst>
              </a:tr>
            </a:tbl>
          </a:graphicData>
        </a:graphic>
      </p:graphicFrame>
      <p:sp>
        <p:nvSpPr>
          <p:cNvPr id="117" name="Isosceles Triangle 116"/>
          <p:cNvSpPr/>
          <p:nvPr/>
        </p:nvSpPr>
        <p:spPr>
          <a:xfrm rot="16200000" flipH="1">
            <a:off x="-232269" y="1167500"/>
            <a:ext cx="648393" cy="227349"/>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Cond"/>
              <a:ea typeface="+mn-ea"/>
              <a:cs typeface="+mn-cs"/>
            </a:endParaRPr>
          </a:p>
        </p:txBody>
      </p:sp>
      <p:sp>
        <p:nvSpPr>
          <p:cNvPr id="118" name="Isosceles Triangle 117"/>
          <p:cNvSpPr/>
          <p:nvPr/>
        </p:nvSpPr>
        <p:spPr>
          <a:xfrm rot="5400000">
            <a:off x="11692780" y="1125459"/>
            <a:ext cx="648393" cy="227349"/>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Cond"/>
              <a:ea typeface="+mn-ea"/>
              <a:cs typeface="+mn-cs"/>
            </a:endParaRPr>
          </a:p>
        </p:txBody>
      </p:sp>
      <p:sp>
        <p:nvSpPr>
          <p:cNvPr id="53" name="OTLSHAPE_T_e17f3958430f4cff8650518c93c7635e_Shape">
            <a:extLst>
              <a:ext uri="{FF2B5EF4-FFF2-40B4-BE49-F238E27FC236}">
                <a16:creationId xmlns:a16="http://schemas.microsoft.com/office/drawing/2014/main" id="{B4E8BEE0-0EB3-40D8-9AA2-B2BC6D502A8C}"/>
              </a:ext>
            </a:extLst>
          </p:cNvPr>
          <p:cNvSpPr/>
          <p:nvPr>
            <p:custDataLst>
              <p:tags r:id="rId1"/>
            </p:custDataLst>
          </p:nvPr>
        </p:nvSpPr>
        <p:spPr bwMode="auto">
          <a:xfrm>
            <a:off x="800983" y="2062164"/>
            <a:ext cx="702359" cy="256032"/>
          </a:xfrm>
          <a:prstGeom prst="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9050" rtl="0" eaLnBrk="0" fontAlgn="base" latinLnBrk="0" hangingPunct="0">
              <a:lnSpc>
                <a:spcPct val="100000"/>
              </a:lnSpc>
              <a:spcBef>
                <a:spcPct val="0"/>
              </a:spcBef>
              <a:spcAft>
                <a:spcPct val="0"/>
              </a:spcAft>
              <a:buClrTx/>
              <a:buSzTx/>
              <a:buFontTx/>
              <a:buNone/>
              <a:tabLst/>
              <a:defRPr/>
            </a:pPr>
            <a:r>
              <a:rPr kumimoji="0" lang="en-US" altLang="zh-CN" sz="1067"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Ph2 IPF (N=300) </a:t>
            </a:r>
            <a:endParaRPr kumimoji="0" lang="zh-CN" altLang="en-US" sz="1067"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68" name="Rectangle 67"/>
          <p:cNvSpPr/>
          <p:nvPr/>
        </p:nvSpPr>
        <p:spPr>
          <a:xfrm>
            <a:off x="1296431" y="2267457"/>
            <a:ext cx="372218" cy="246221"/>
          </a:xfrm>
          <a:prstGeom prst="rect">
            <a:avLst/>
          </a:prstGeom>
        </p:spPr>
        <p:txBody>
          <a:bodyPr wrap="none">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LSR</a:t>
            </a:r>
            <a:endParaRPr kumimoji="0" lang="zh-CN" altLang="en-US" sz="10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69" name="Star: 4 Points 143">
            <a:extLst>
              <a:ext uri="{FF2B5EF4-FFF2-40B4-BE49-F238E27FC236}">
                <a16:creationId xmlns:a16="http://schemas.microsoft.com/office/drawing/2014/main" id="{B361C849-6669-4EC4-A9AD-EB1BCC463147}"/>
              </a:ext>
            </a:extLst>
          </p:cNvPr>
          <p:cNvSpPr/>
          <p:nvPr/>
        </p:nvSpPr>
        <p:spPr bwMode="auto">
          <a:xfrm>
            <a:off x="1417691" y="2190446"/>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86"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Verdana" charset="0"/>
              <a:ea typeface="+mn-ea"/>
              <a:cs typeface="+mn-cs"/>
            </a:endParaRPr>
          </a:p>
        </p:txBody>
      </p:sp>
      <p:sp>
        <p:nvSpPr>
          <p:cNvPr id="70" name="Rectangle 69"/>
          <p:cNvSpPr/>
          <p:nvPr/>
        </p:nvSpPr>
        <p:spPr>
          <a:xfrm>
            <a:off x="657164" y="2267457"/>
            <a:ext cx="365805" cy="246221"/>
          </a:xfrm>
          <a:prstGeom prst="rect">
            <a:avLst/>
          </a:prstGeom>
        </p:spPr>
        <p:txBody>
          <a:bodyPr wrap="none">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FSS</a:t>
            </a:r>
            <a:endParaRPr kumimoji="0" lang="zh-CN" altLang="en-US" sz="10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71" name="Star: 4 Points 143">
            <a:extLst>
              <a:ext uri="{FF2B5EF4-FFF2-40B4-BE49-F238E27FC236}">
                <a16:creationId xmlns:a16="http://schemas.microsoft.com/office/drawing/2014/main" id="{B361C849-6669-4EC4-A9AD-EB1BCC463147}"/>
              </a:ext>
            </a:extLst>
          </p:cNvPr>
          <p:cNvSpPr/>
          <p:nvPr/>
        </p:nvSpPr>
        <p:spPr bwMode="auto">
          <a:xfrm>
            <a:off x="730514" y="2220871"/>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86"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Verdana" charset="0"/>
              <a:ea typeface="+mn-ea"/>
              <a:cs typeface="+mn-cs"/>
            </a:endParaRPr>
          </a:p>
        </p:txBody>
      </p:sp>
      <p:sp>
        <p:nvSpPr>
          <p:cNvPr id="83" name="OTLSHAPE_T_5a934a26f311425e8ebaa0f45e6533ad_Shape">
            <a:extLst>
              <a:ext uri="{FF2B5EF4-FFF2-40B4-BE49-F238E27FC236}">
                <a16:creationId xmlns:a16="http://schemas.microsoft.com/office/drawing/2014/main" id="{A1E70551-578A-4B35-ACAC-04BA6E603952}"/>
              </a:ext>
            </a:extLst>
          </p:cNvPr>
          <p:cNvSpPr/>
          <p:nvPr/>
        </p:nvSpPr>
        <p:spPr bwMode="auto">
          <a:xfrm>
            <a:off x="5570441" y="2396717"/>
            <a:ext cx="4464336" cy="258456"/>
          </a:xfrm>
          <a:prstGeom prst="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219050" rtl="0" eaLnBrk="0" fontAlgn="base" latinLnBrk="0" hangingPunct="0">
              <a:lnSpc>
                <a:spcPct val="100000"/>
              </a:lnSpc>
              <a:spcBef>
                <a:spcPct val="0"/>
              </a:spcBef>
              <a:spcAft>
                <a:spcPct val="0"/>
              </a:spcAft>
              <a:buClrTx/>
              <a:buSzTx/>
              <a:buFontTx/>
              <a:buNone/>
              <a:tabLst/>
              <a:defRPr/>
            </a:pPr>
            <a:r>
              <a:rPr kumimoji="0" lang="en-US" altLang="zh-CN" sz="1067"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Ph3 in IPF</a:t>
            </a:r>
          </a:p>
        </p:txBody>
      </p:sp>
      <p:sp>
        <p:nvSpPr>
          <p:cNvPr id="88" name="OTLSHAPE_T_e17f3958430f4cff8650518c93c7635e_StartDate">
            <a:extLst>
              <a:ext uri="{FF2B5EF4-FFF2-40B4-BE49-F238E27FC236}">
                <a16:creationId xmlns:a16="http://schemas.microsoft.com/office/drawing/2014/main" id="{9224C17E-1AA1-4096-A3FD-25D6FD8BA444}"/>
              </a:ext>
            </a:extLst>
          </p:cNvPr>
          <p:cNvSpPr txBox="1"/>
          <p:nvPr>
            <p:custDataLst>
              <p:tags r:id="rId2"/>
            </p:custDataLst>
          </p:nvPr>
        </p:nvSpPr>
        <p:spPr>
          <a:xfrm>
            <a:off x="5183088" y="2196311"/>
            <a:ext cx="534122" cy="215444"/>
          </a:xfrm>
          <a:prstGeom prst="rect">
            <a:avLst/>
          </a:prstGeom>
        </p:spPr>
        <p:txBody>
          <a:bodyPr wrap="none">
            <a:spAutoFit/>
          </a:bodyPr>
          <a:lstStyle>
            <a:defPPr>
              <a:defRPr lang="de-DE"/>
            </a:defPPr>
            <a:lvl1pPr algn="ctr" defTabSz="914355">
              <a:defRPr sz="700" b="0">
                <a:solidFill>
                  <a:srgbClr val="44546A"/>
                </a:solidFill>
                <a:latin typeface="Calibri" panose="020F0502020204030204" pitchFamily="34" charset="0"/>
                <a:cs typeface="Calibri" panose="020F0502020204030204" pitchFamily="34" charset="0"/>
              </a:defRPr>
            </a:lvl1p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Q4 2027</a:t>
            </a:r>
            <a:endParaRPr kumimoji="0" lang="zh-CN" altLang="en-US" sz="800" b="1"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p:txBody>
      </p:sp>
      <p:pic>
        <p:nvPicPr>
          <p:cNvPr id="2" name="Picture 1"/>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78579" y="1474809"/>
            <a:ext cx="1138019" cy="560880"/>
          </a:xfrm>
          <a:prstGeom prst="rect">
            <a:avLst/>
          </a:prstGeom>
        </p:spPr>
      </p:pic>
      <p:pic>
        <p:nvPicPr>
          <p:cNvPr id="4" name="Picture 3"/>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74879" y="3365238"/>
            <a:ext cx="1138019" cy="560880"/>
          </a:xfrm>
          <a:prstGeom prst="rect">
            <a:avLst/>
          </a:prstGeom>
        </p:spPr>
      </p:pic>
      <p:sp>
        <p:nvSpPr>
          <p:cNvPr id="60" name="5-Point Star 5">
            <a:extLst>
              <a:ext uri="{FF2B5EF4-FFF2-40B4-BE49-F238E27FC236}">
                <a16:creationId xmlns:a16="http://schemas.microsoft.com/office/drawing/2014/main" id="{483FC877-8C65-4FBB-8C5D-A8342A749CC1}"/>
              </a:ext>
            </a:extLst>
          </p:cNvPr>
          <p:cNvSpPr/>
          <p:nvPr/>
        </p:nvSpPr>
        <p:spPr>
          <a:xfrm>
            <a:off x="10741891" y="3191265"/>
            <a:ext cx="193623" cy="182500"/>
          </a:xfrm>
          <a:prstGeom prst="star5">
            <a:avLst/>
          </a:prstGeom>
          <a:solidFill>
            <a:srgbClr val="FF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902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6" name="TextBox 5">
            <a:extLst>
              <a:ext uri="{FF2B5EF4-FFF2-40B4-BE49-F238E27FC236}">
                <a16:creationId xmlns:a16="http://schemas.microsoft.com/office/drawing/2014/main" id="{25E9B149-D572-4CFE-AEEE-BB1C81F2D0A9}"/>
              </a:ext>
            </a:extLst>
          </p:cNvPr>
          <p:cNvSpPr txBox="1"/>
          <p:nvPr/>
        </p:nvSpPr>
        <p:spPr>
          <a:xfrm>
            <a:off x="99962" y="5527970"/>
            <a:ext cx="2374625" cy="738472"/>
          </a:xfrm>
          <a:prstGeom prst="rect">
            <a:avLst/>
          </a:prstGeom>
          <a:noFill/>
        </p:spPr>
        <p:txBody>
          <a:bodyPr wrap="square" lIns="0" tIns="0" rIns="0" bIns="0" rtlCol="0">
            <a:spAutoFit/>
          </a:bodyPr>
          <a:lstStyle/>
          <a:p>
            <a:pPr marL="0" marR="0" lvl="0" indent="0" algn="l" defTabSz="1219050" rtl="0" eaLnBrk="1" fontAlgn="auto" latinLnBrk="0" hangingPunct="1">
              <a:lnSpc>
                <a:spcPct val="100000"/>
              </a:lnSpc>
              <a:spcBef>
                <a:spcPts val="0"/>
              </a:spcBef>
              <a:spcAft>
                <a:spcPts val="0"/>
              </a:spcAft>
              <a:buClrTx/>
              <a:buSzTx/>
              <a:buFontTx/>
              <a:buNone/>
              <a:tabLst/>
              <a:defRPr/>
            </a:pPr>
            <a:r>
              <a:rPr kumimoji="0" lang="en-US" altLang="zh-CN" sz="933" b="0" i="0" u="none" strike="noStrike" kern="1200" cap="none" spc="0" normalizeH="0" baseline="0" noProof="0">
                <a:ln>
                  <a:noFill/>
                </a:ln>
                <a:solidFill>
                  <a:srgbClr val="000000"/>
                </a:solidFill>
                <a:effectLst/>
                <a:uLnTx/>
                <a:uFillTx/>
                <a:latin typeface="BISansCond"/>
                <a:ea typeface="+mn-ea"/>
                <a:cs typeface="+mn-cs"/>
              </a:rPr>
              <a:t>FSS: First subject Screen</a:t>
            </a:r>
          </a:p>
          <a:p>
            <a:pPr marL="0" marR="0" lvl="0" indent="0" algn="l" defTabSz="1219050" rtl="0" eaLnBrk="1" fontAlgn="auto" latinLnBrk="0" hangingPunct="1">
              <a:lnSpc>
                <a:spcPct val="100000"/>
              </a:lnSpc>
              <a:spcBef>
                <a:spcPts val="0"/>
              </a:spcBef>
              <a:spcAft>
                <a:spcPts val="0"/>
              </a:spcAft>
              <a:buClrTx/>
              <a:buSzTx/>
              <a:buFontTx/>
              <a:buNone/>
              <a:tabLst/>
              <a:defRPr/>
            </a:pPr>
            <a:r>
              <a:rPr kumimoji="0" lang="en-US" altLang="zh-CN" sz="933" b="0" i="0" u="none" strike="noStrike" kern="1200" cap="none" spc="0" normalizeH="0" baseline="0" noProof="0">
                <a:ln>
                  <a:noFill/>
                </a:ln>
                <a:solidFill>
                  <a:srgbClr val="000000"/>
                </a:solidFill>
                <a:effectLst/>
                <a:uLnTx/>
                <a:uFillTx/>
                <a:latin typeface="BISansCond"/>
                <a:ea typeface="+mn-ea"/>
                <a:cs typeface="+mn-cs"/>
              </a:rPr>
              <a:t>LSC: Last Subject complete</a:t>
            </a:r>
          </a:p>
          <a:p>
            <a:pPr marL="0" marR="0" lvl="0" indent="0" algn="l" defTabSz="1219050" rtl="0" eaLnBrk="1" fontAlgn="auto" latinLnBrk="0" hangingPunct="1">
              <a:lnSpc>
                <a:spcPct val="100000"/>
              </a:lnSpc>
              <a:spcBef>
                <a:spcPts val="0"/>
              </a:spcBef>
              <a:spcAft>
                <a:spcPts val="0"/>
              </a:spcAft>
              <a:buClrTx/>
              <a:buSzTx/>
              <a:buFontTx/>
              <a:buNone/>
              <a:tabLst/>
              <a:defRPr/>
            </a:pPr>
            <a:r>
              <a:rPr kumimoji="0" lang="en-US" altLang="zh-CN" sz="933" b="0" i="0" u="none" strike="noStrike" kern="1200" cap="none" spc="0" normalizeH="0" baseline="0" noProof="0">
                <a:ln>
                  <a:noFill/>
                </a:ln>
                <a:solidFill>
                  <a:srgbClr val="000000"/>
                </a:solidFill>
                <a:effectLst/>
                <a:uLnTx/>
                <a:uFillTx/>
                <a:latin typeface="BISansCond"/>
                <a:ea typeface="+mn-ea"/>
                <a:cs typeface="+mn-cs"/>
              </a:rPr>
              <a:t>LSR: Last subject randomization</a:t>
            </a:r>
          </a:p>
          <a:p>
            <a:pPr marL="0" marR="0" lvl="0" indent="0" algn="l" defTabSz="1219050" rtl="0" eaLnBrk="1" fontAlgn="auto" latinLnBrk="0" hangingPunct="1">
              <a:lnSpc>
                <a:spcPct val="100000"/>
              </a:lnSpc>
              <a:spcBef>
                <a:spcPts val="0"/>
              </a:spcBef>
              <a:spcAft>
                <a:spcPts val="0"/>
              </a:spcAft>
              <a:buClrTx/>
              <a:buSzTx/>
              <a:buFontTx/>
              <a:buNone/>
              <a:tabLst/>
              <a:defRPr/>
            </a:pPr>
            <a:endParaRPr kumimoji="0" lang="en-US" altLang="zh-CN" sz="933" b="0" i="0" u="none" strike="noStrike" kern="1200" cap="none" spc="0" normalizeH="0" baseline="0" noProof="0">
              <a:ln>
                <a:noFill/>
              </a:ln>
              <a:solidFill>
                <a:srgbClr val="000000"/>
              </a:solidFill>
              <a:effectLst/>
              <a:uLnTx/>
              <a:uFillTx/>
              <a:latin typeface="BISansCond"/>
              <a:ea typeface="+mn-ea"/>
              <a:cs typeface="+mn-cs"/>
            </a:endParaRPr>
          </a:p>
          <a:p>
            <a:pPr marL="0" marR="0" lvl="0" indent="0" algn="l" defTabSz="1219050" rtl="0" eaLnBrk="1" fontAlgn="auto" latinLnBrk="0" hangingPunct="1">
              <a:lnSpc>
                <a:spcPct val="100000"/>
              </a:lnSpc>
              <a:spcBef>
                <a:spcPts val="0"/>
              </a:spcBef>
              <a:spcAft>
                <a:spcPts val="0"/>
              </a:spcAft>
              <a:buClrTx/>
              <a:buSzTx/>
              <a:buFontTx/>
              <a:buNone/>
              <a:tabLst/>
              <a:defRPr/>
            </a:pPr>
            <a:endParaRPr kumimoji="0" lang="zh-CN" altLang="en-US" sz="1067" b="0" i="0" u="none" strike="noStrike" kern="1200" cap="none" spc="0" normalizeH="0" baseline="0" noProof="0">
              <a:ln>
                <a:noFill/>
              </a:ln>
              <a:solidFill>
                <a:srgbClr val="000000"/>
              </a:solidFill>
              <a:effectLst/>
              <a:uLnTx/>
              <a:uFillTx/>
              <a:latin typeface="BISansCond"/>
              <a:ea typeface="+mn-ea"/>
              <a:cs typeface="+mn-cs"/>
            </a:endParaRPr>
          </a:p>
        </p:txBody>
      </p:sp>
      <p:sp>
        <p:nvSpPr>
          <p:cNvPr id="126" name="Star: 4 Points 143">
            <a:extLst>
              <a:ext uri="{FF2B5EF4-FFF2-40B4-BE49-F238E27FC236}">
                <a16:creationId xmlns:a16="http://schemas.microsoft.com/office/drawing/2014/main" id="{A2D9C789-D61C-4C00-A0BE-D5F7642EF81B}"/>
              </a:ext>
            </a:extLst>
          </p:cNvPr>
          <p:cNvSpPr/>
          <p:nvPr/>
        </p:nvSpPr>
        <p:spPr bwMode="auto">
          <a:xfrm>
            <a:off x="5465005" y="2496119"/>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86"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35" name="OTLSHAPE_T_e17f3958430f4cff8650518c93c7635e_StartDate">
            <a:extLst>
              <a:ext uri="{FF2B5EF4-FFF2-40B4-BE49-F238E27FC236}">
                <a16:creationId xmlns:a16="http://schemas.microsoft.com/office/drawing/2014/main" id="{27E01833-72AF-477E-AE8F-2DD7F1F4B984}"/>
              </a:ext>
            </a:extLst>
          </p:cNvPr>
          <p:cNvSpPr txBox="1"/>
          <p:nvPr>
            <p:custDataLst>
              <p:tags r:id="rId3"/>
            </p:custDataLst>
          </p:nvPr>
        </p:nvSpPr>
        <p:spPr>
          <a:xfrm>
            <a:off x="11246522" y="2897097"/>
            <a:ext cx="876991" cy="287130"/>
          </a:xfrm>
          <a:prstGeom prst="rect">
            <a:avLst/>
          </a:prstGeom>
          <a:noFill/>
        </p:spPr>
        <p:txBody>
          <a:bodyPr vert="horz" wrap="square" lIns="0" tIns="0" rIns="0" bIns="0" rtlCol="0" anchor="ctr" anchorCtr="0">
            <a:spAutoFit/>
          </a:bodyPr>
          <a:lstStyle/>
          <a:p>
            <a:pPr marL="0" marR="0" lvl="0" indent="0" algn="ctr" defTabSz="1219020" rtl="0" eaLnBrk="1" fontAlgn="auto" latinLnBrk="0" hangingPunct="1">
              <a:lnSpc>
                <a:spcPct val="10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44546A"/>
                </a:solidFill>
                <a:effectLst/>
                <a:uLnTx/>
                <a:uFillTx/>
                <a:latin typeface="Calibri" panose="020F0502020204030204" pitchFamily="34" charset="0"/>
                <a:ea typeface="宋体" panose="02010600030101010101" pitchFamily="2" charset="-122"/>
                <a:cs typeface="+mn-cs"/>
              </a:rPr>
              <a:t>US NDA</a:t>
            </a:r>
          </a:p>
          <a:p>
            <a:pPr marL="0" marR="0" lvl="0" indent="0" algn="ctr" defTabSz="1219020" rtl="0" eaLnBrk="1" fontAlgn="auto" latinLnBrk="0" hangingPunct="1">
              <a:lnSpc>
                <a:spcPct val="100000"/>
              </a:lnSpc>
              <a:spcBef>
                <a:spcPts val="0"/>
              </a:spcBef>
              <a:spcAft>
                <a:spcPts val="0"/>
              </a:spcAft>
              <a:buClrTx/>
              <a:buSzTx/>
              <a:buFontTx/>
              <a:buNone/>
              <a:tabLst/>
              <a:defRPr/>
            </a:pPr>
            <a:r>
              <a:rPr lang="en-US" altLang="zh-CN" sz="933" b="1">
                <a:solidFill>
                  <a:srgbClr val="44546A"/>
                </a:solidFill>
                <a:latin typeface="Calibri" panose="020F0502020204030204" pitchFamily="34" charset="0"/>
                <a:ea typeface="宋体" panose="02010600030101010101" pitchFamily="2" charset="-122"/>
              </a:rPr>
              <a:t>Q4 </a:t>
            </a:r>
            <a:r>
              <a:rPr kumimoji="0" lang="en-US" altLang="zh-CN" sz="933" b="1" i="0" u="none" strike="noStrike" kern="1200" cap="none" spc="0" normalizeH="0" baseline="0" noProof="0">
                <a:ln>
                  <a:noFill/>
                </a:ln>
                <a:solidFill>
                  <a:srgbClr val="44546A"/>
                </a:solidFill>
                <a:effectLst/>
                <a:uLnTx/>
                <a:uFillTx/>
                <a:latin typeface="Calibri" panose="020F0502020204030204" pitchFamily="34" charset="0"/>
                <a:ea typeface="宋体" panose="02010600030101010101" pitchFamily="2" charset="-122"/>
                <a:cs typeface="+mn-cs"/>
              </a:rPr>
              <a:t>2031 </a:t>
            </a:r>
          </a:p>
        </p:txBody>
      </p:sp>
      <p:pic>
        <p:nvPicPr>
          <p:cNvPr id="136" name="Graphic 135" descr="Flag with solid fill">
            <a:extLst>
              <a:ext uri="{FF2B5EF4-FFF2-40B4-BE49-F238E27FC236}">
                <a16:creationId xmlns:a16="http://schemas.microsoft.com/office/drawing/2014/main" id="{5DF35124-76EA-48BC-A0C2-E6E910CE4843}"/>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11615780" y="3210876"/>
            <a:ext cx="193623" cy="193623"/>
          </a:xfrm>
          <a:prstGeom prst="rect">
            <a:avLst/>
          </a:prstGeom>
        </p:spPr>
      </p:pic>
      <p:sp>
        <p:nvSpPr>
          <p:cNvPr id="137" name="OTLSHAPE_T_e17f3958430f4cff8650518c93c7635e_StartDate">
            <a:extLst>
              <a:ext uri="{FF2B5EF4-FFF2-40B4-BE49-F238E27FC236}">
                <a16:creationId xmlns:a16="http://schemas.microsoft.com/office/drawing/2014/main" id="{1CA4D503-0497-424B-83B6-B28389852B8A}"/>
              </a:ext>
            </a:extLst>
          </p:cNvPr>
          <p:cNvSpPr txBox="1"/>
          <p:nvPr>
            <p:custDataLst>
              <p:tags r:id="rId4"/>
            </p:custDataLst>
          </p:nvPr>
        </p:nvSpPr>
        <p:spPr>
          <a:xfrm>
            <a:off x="10172027" y="2904135"/>
            <a:ext cx="1329237" cy="287130"/>
          </a:xfrm>
          <a:prstGeom prst="rect">
            <a:avLst/>
          </a:prstGeom>
          <a:noFill/>
        </p:spPr>
        <p:txBody>
          <a:bodyPr vert="horz" wrap="square" lIns="0" tIns="0" rIns="0" bIns="0" rtlCol="0" anchor="ctr" anchorCtr="0">
            <a:spAutoFit/>
          </a:bodyPr>
          <a:lstStyle/>
          <a:p>
            <a:pPr marL="0" marR="0" lvl="0" indent="0" algn="ctr" defTabSz="1219020" rtl="0" eaLnBrk="1" fontAlgn="auto" latinLnBrk="0" hangingPunct="1">
              <a:lnSpc>
                <a:spcPct val="100000"/>
              </a:lnSpc>
              <a:spcBef>
                <a:spcPts val="0"/>
              </a:spcBef>
              <a:spcAft>
                <a:spcPts val="0"/>
              </a:spcAft>
              <a:buClrTx/>
              <a:buSzTx/>
              <a:buFontTx/>
              <a:buNone/>
              <a:tabLst/>
              <a:defRPr/>
            </a:pPr>
            <a:r>
              <a:rPr kumimoji="0" lang="en-US" altLang="zh-CN" sz="933" b="1" i="0" u="none" strike="noStrike" kern="1200" cap="none" spc="0" normalizeH="0" baseline="0" noProof="0">
                <a:ln>
                  <a:noFill/>
                </a:ln>
                <a:solidFill>
                  <a:srgbClr val="44546A"/>
                </a:solidFill>
                <a:effectLst/>
                <a:uLnTx/>
                <a:uFillTx/>
                <a:latin typeface="Calibri" panose="020F0502020204030204" pitchFamily="34" charset="0"/>
                <a:ea typeface="宋体" panose="02010600030101010101" pitchFamily="2" charset="-122"/>
                <a:cs typeface="+mn-cs"/>
              </a:rPr>
              <a:t>US </a:t>
            </a:r>
            <a:r>
              <a:rPr lang="en-US" altLang="zh-CN" sz="933" b="1">
                <a:solidFill>
                  <a:srgbClr val="44546A"/>
                </a:solidFill>
                <a:latin typeface="Calibri" panose="020F0502020204030204" pitchFamily="34" charset="0"/>
                <a:ea typeface="宋体" panose="02010600030101010101" pitchFamily="2" charset="-122"/>
              </a:rPr>
              <a:t>sub</a:t>
            </a:r>
            <a:endParaRPr kumimoji="0" lang="en-US" altLang="zh-CN" sz="933" b="1" i="0" u="none" strike="noStrike" kern="1200" cap="none" spc="0" normalizeH="0" baseline="0" noProof="0">
              <a:ln>
                <a:noFill/>
              </a:ln>
              <a:solidFill>
                <a:srgbClr val="44546A"/>
              </a:solidFill>
              <a:effectLst/>
              <a:uLnTx/>
              <a:uFillTx/>
              <a:latin typeface="Calibri" panose="020F0502020204030204" pitchFamily="34" charset="0"/>
              <a:ea typeface="宋体" panose="02010600030101010101" pitchFamily="2" charset="-122"/>
              <a:cs typeface="+mn-cs"/>
            </a:endParaRPr>
          </a:p>
          <a:p>
            <a:pPr marL="0" marR="0" lvl="0" indent="0" algn="ctr" defTabSz="1219020" rtl="0" eaLnBrk="1" fontAlgn="auto" latinLnBrk="0" hangingPunct="1">
              <a:lnSpc>
                <a:spcPct val="100000"/>
              </a:lnSpc>
              <a:spcBef>
                <a:spcPts val="0"/>
              </a:spcBef>
              <a:spcAft>
                <a:spcPts val="0"/>
              </a:spcAft>
              <a:buClrTx/>
              <a:buSzTx/>
              <a:buFontTx/>
              <a:buNone/>
              <a:tabLst/>
              <a:defRPr/>
            </a:pPr>
            <a:r>
              <a:rPr lang="en-US" altLang="zh-CN" sz="933" b="1">
                <a:solidFill>
                  <a:srgbClr val="44546A"/>
                </a:solidFill>
                <a:latin typeface="Calibri" panose="020F0502020204030204" pitchFamily="34" charset="0"/>
                <a:ea typeface="宋体" panose="02010600030101010101" pitchFamily="2" charset="-122"/>
              </a:rPr>
              <a:t>Q4</a:t>
            </a:r>
            <a:r>
              <a:rPr kumimoji="0" lang="en-US" altLang="zh-CN" sz="933" b="1" i="0" u="none" strike="noStrike" kern="1200" cap="none" spc="0" normalizeH="0" baseline="0" noProof="0">
                <a:ln>
                  <a:noFill/>
                </a:ln>
                <a:solidFill>
                  <a:srgbClr val="44546A"/>
                </a:solidFill>
                <a:effectLst/>
                <a:uLnTx/>
                <a:uFillTx/>
                <a:latin typeface="Calibri" panose="020F0502020204030204" pitchFamily="34" charset="0"/>
                <a:ea typeface="宋体" panose="02010600030101010101" pitchFamily="2" charset="-122"/>
                <a:cs typeface="+mn-cs"/>
              </a:rPr>
              <a:t> 2030 </a:t>
            </a:r>
          </a:p>
        </p:txBody>
      </p:sp>
      <p:sp>
        <p:nvSpPr>
          <p:cNvPr id="132" name="OTLSHAPE_T_e17f3958430f4cff8650518c93c7635e_StartDate">
            <a:extLst>
              <a:ext uri="{FF2B5EF4-FFF2-40B4-BE49-F238E27FC236}">
                <a16:creationId xmlns:a16="http://schemas.microsoft.com/office/drawing/2014/main" id="{3C3CACA0-6719-4369-B7E3-DFDE8A562372}"/>
              </a:ext>
            </a:extLst>
          </p:cNvPr>
          <p:cNvSpPr txBox="1"/>
          <p:nvPr>
            <p:custDataLst>
              <p:tags r:id="rId5"/>
            </p:custDataLst>
          </p:nvPr>
        </p:nvSpPr>
        <p:spPr>
          <a:xfrm>
            <a:off x="519424" y="1853853"/>
            <a:ext cx="599844" cy="215444"/>
          </a:xfrm>
          <a:prstGeom prst="rect">
            <a:avLst/>
          </a:prstGeom>
        </p:spPr>
        <p:txBody>
          <a:bodyPr wrap="none">
            <a:spAutoFit/>
          </a:bodyPr>
          <a:lstStyle>
            <a:defPPr>
              <a:defRPr lang="de-DE"/>
            </a:defPPr>
            <a:lvl1pPr algn="ctr" defTabSz="914355">
              <a:defRPr sz="750" b="1">
                <a:solidFill>
                  <a:srgbClr val="44546A"/>
                </a:solidFill>
                <a:latin typeface="Calibri" panose="020F0502020204030204" pitchFamily="34" charset="0"/>
                <a:cs typeface="Calibri" panose="020F0502020204030204" pitchFamily="34" charset="0"/>
              </a:defRPr>
            </a:lvl1p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Aug 2024 </a:t>
            </a:r>
          </a:p>
        </p:txBody>
      </p:sp>
      <p:sp>
        <p:nvSpPr>
          <p:cNvPr id="133" name="Rectangle 132">
            <a:extLst>
              <a:ext uri="{FF2B5EF4-FFF2-40B4-BE49-F238E27FC236}">
                <a16:creationId xmlns:a16="http://schemas.microsoft.com/office/drawing/2014/main" id="{BE781C2A-58A0-4FE3-9F3C-66B02D65B594}"/>
              </a:ext>
            </a:extLst>
          </p:cNvPr>
          <p:cNvSpPr/>
          <p:nvPr/>
        </p:nvSpPr>
        <p:spPr>
          <a:xfrm>
            <a:off x="5329852" y="2582221"/>
            <a:ext cx="327333" cy="215444"/>
          </a:xfrm>
          <a:prstGeom prst="rect">
            <a:avLst/>
          </a:prstGeom>
        </p:spPr>
        <p:txBody>
          <a:bodyPr wrap="none">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FSS</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134" name="Rectangle 133">
            <a:extLst>
              <a:ext uri="{FF2B5EF4-FFF2-40B4-BE49-F238E27FC236}">
                <a16:creationId xmlns:a16="http://schemas.microsoft.com/office/drawing/2014/main" id="{E61D2C1C-5D4E-4553-8CF3-07858D1B74DC}"/>
              </a:ext>
            </a:extLst>
          </p:cNvPr>
          <p:cNvSpPr/>
          <p:nvPr/>
        </p:nvSpPr>
        <p:spPr>
          <a:xfrm>
            <a:off x="9865610" y="2612176"/>
            <a:ext cx="330539" cy="215444"/>
          </a:xfrm>
          <a:prstGeom prst="rect">
            <a:avLst/>
          </a:prstGeom>
        </p:spPr>
        <p:txBody>
          <a:bodyPr wrap="none">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LSC</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11" name="OTLSHAPE_T_e17f3958430f4cff8650518c93c7635e_StartDate">
            <a:extLst>
              <a:ext uri="{FF2B5EF4-FFF2-40B4-BE49-F238E27FC236}">
                <a16:creationId xmlns:a16="http://schemas.microsoft.com/office/drawing/2014/main" id="{0A7BAFCC-DE85-4BB9-B5D2-350421090784}"/>
              </a:ext>
            </a:extLst>
          </p:cNvPr>
          <p:cNvSpPr txBox="1"/>
          <p:nvPr>
            <p:custDataLst>
              <p:tags r:id="rId6"/>
            </p:custDataLst>
          </p:nvPr>
        </p:nvSpPr>
        <p:spPr>
          <a:xfrm>
            <a:off x="2395429" y="2092333"/>
            <a:ext cx="750744" cy="322589"/>
          </a:xfrm>
          <a:prstGeom prst="rect">
            <a:avLst/>
          </a:prstGeom>
          <a:noFill/>
        </p:spPr>
        <p:txBody>
          <a:bodyPr wrap="square" lIns="121920" tIns="60960" rIns="121920" bIns="60960" anchor="t">
            <a:spAutoFit/>
          </a:bodyPr>
          <a:lstStyle>
            <a:defPPr>
              <a:defRPr lang="de-DE"/>
            </a:defPPr>
            <a:lvl1pPr marR="0" lvl="0" indent="0" defTabSz="685800" fontAlgn="auto">
              <a:lnSpc>
                <a:spcPct val="80000"/>
              </a:lnSpc>
              <a:spcBef>
                <a:spcPts val="0"/>
              </a:spcBef>
              <a:spcAft>
                <a:spcPts val="0"/>
              </a:spcAft>
              <a:buClrTx/>
              <a:buSzTx/>
              <a:buFontTx/>
              <a:buNone/>
              <a:tabLst/>
              <a:defRPr kumimoji="0" sz="700" b="0" i="0" u="none" strike="noStrike" cap="none" spc="0" normalizeH="0" baseline="0">
                <a:ln>
                  <a:noFill/>
                </a:ln>
                <a:solidFill>
                  <a:prstClr val="black"/>
                </a:solidFill>
                <a:effectLst/>
                <a:uLnTx/>
                <a:uFillTx/>
                <a:latin typeface="Calibri" panose="020F0502020204030204"/>
              </a:defRPr>
            </a:lvl1pPr>
          </a:lstStyle>
          <a:p>
            <a:pPr marL="0" marR="0" lvl="0" indent="0" algn="l" defTabSz="1218990" rtl="0" eaLnBrk="1" fontAlgn="auto" latinLnBrk="0" hangingPunct="1">
              <a:lnSpc>
                <a:spcPct val="80000"/>
              </a:lnSpc>
              <a:spcBef>
                <a:spcPts val="0"/>
              </a:spcBef>
              <a:spcAft>
                <a:spcPts val="0"/>
              </a:spcAft>
              <a:buClrTx/>
              <a:buSzTx/>
              <a:buFontTx/>
              <a:buNone/>
              <a:tabLst/>
              <a:defRPr/>
            </a:pPr>
            <a:r>
              <a:rPr kumimoji="0" lang="en-US" altLang="zh-CN" sz="800" b="1"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PoC in IPF</a:t>
            </a:r>
          </a:p>
          <a:p>
            <a:pPr marL="0" marR="0" lvl="0" indent="0" algn="l" defTabSz="1218990" rtl="0" eaLnBrk="1" fontAlgn="auto" latinLnBrk="0" hangingPunct="1">
              <a:lnSpc>
                <a:spcPct val="80000"/>
              </a:lnSpc>
              <a:spcBef>
                <a:spcPts val="0"/>
              </a:spcBef>
              <a:spcAft>
                <a:spcPts val="0"/>
              </a:spcAft>
              <a:buClrTx/>
              <a:buSzTx/>
              <a:buFontTx/>
              <a:buNone/>
              <a:tabLst/>
              <a:defRPr/>
            </a:pPr>
            <a:r>
              <a:rPr kumimoji="0" lang="en-US" altLang="zh-CN" sz="800" b="1"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Mar 2026</a:t>
            </a:r>
          </a:p>
        </p:txBody>
      </p:sp>
      <p:sp>
        <p:nvSpPr>
          <p:cNvPr id="25" name="TextBox 24">
            <a:extLst>
              <a:ext uri="{FF2B5EF4-FFF2-40B4-BE49-F238E27FC236}">
                <a16:creationId xmlns:a16="http://schemas.microsoft.com/office/drawing/2014/main" id="{2D4A3361-8067-AB31-3C35-87747E51E75D}"/>
              </a:ext>
            </a:extLst>
          </p:cNvPr>
          <p:cNvSpPr txBox="1"/>
          <p:nvPr/>
        </p:nvSpPr>
        <p:spPr>
          <a:xfrm>
            <a:off x="-16536" y="2029387"/>
            <a:ext cx="619207" cy="287130"/>
          </a:xfrm>
          <a:prstGeom prst="rect">
            <a:avLst/>
          </a:prstGeom>
          <a:noFill/>
          <a:ln>
            <a:solidFill>
              <a:schemeClr val="accent1"/>
            </a:solidFill>
          </a:ln>
        </p:spPr>
        <p:txBody>
          <a:bodyPr wrap="square" lIns="0" tIns="0" rIns="0" bIns="0" rtlCol="0">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sz="933"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Ph2-</a:t>
            </a:r>
          </a:p>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sz="933"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1462-0004</a:t>
            </a:r>
          </a:p>
        </p:txBody>
      </p:sp>
      <p:sp>
        <p:nvSpPr>
          <p:cNvPr id="26" name="TextBox 25">
            <a:extLst>
              <a:ext uri="{FF2B5EF4-FFF2-40B4-BE49-F238E27FC236}">
                <a16:creationId xmlns:a16="http://schemas.microsoft.com/office/drawing/2014/main" id="{D55E1C5E-8475-5424-C5F5-821C923CA5C9}"/>
              </a:ext>
            </a:extLst>
          </p:cNvPr>
          <p:cNvSpPr txBox="1"/>
          <p:nvPr/>
        </p:nvSpPr>
        <p:spPr>
          <a:xfrm>
            <a:off x="69358" y="3906342"/>
            <a:ext cx="617992" cy="287130"/>
          </a:xfrm>
          <a:prstGeom prst="rect">
            <a:avLst/>
          </a:prstGeom>
          <a:noFill/>
          <a:ln>
            <a:solidFill>
              <a:schemeClr val="accent1"/>
            </a:solidFill>
          </a:ln>
        </p:spPr>
        <p:txBody>
          <a:bodyPr wrap="square" lIns="0" tIns="0" rIns="0" bIns="0" rtlCol="0">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sz="933"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Ph2-</a:t>
            </a:r>
          </a:p>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sz="933"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1462-0004</a:t>
            </a:r>
          </a:p>
        </p:txBody>
      </p:sp>
      <p:sp>
        <p:nvSpPr>
          <p:cNvPr id="27" name="TextBox 26">
            <a:extLst>
              <a:ext uri="{FF2B5EF4-FFF2-40B4-BE49-F238E27FC236}">
                <a16:creationId xmlns:a16="http://schemas.microsoft.com/office/drawing/2014/main" id="{521700FA-90EB-3053-5729-93DB7A2AD69F}"/>
              </a:ext>
            </a:extLst>
          </p:cNvPr>
          <p:cNvSpPr txBox="1"/>
          <p:nvPr/>
        </p:nvSpPr>
        <p:spPr>
          <a:xfrm>
            <a:off x="3357" y="2570832"/>
            <a:ext cx="619207" cy="164212"/>
          </a:xfrm>
          <a:prstGeom prst="rect">
            <a:avLst/>
          </a:prstGeom>
          <a:noFill/>
          <a:ln>
            <a:solidFill>
              <a:schemeClr val="accent1"/>
            </a:solidFill>
          </a:ln>
        </p:spPr>
        <p:txBody>
          <a:bodyPr wrap="square" lIns="0" tIns="0" rIns="0" bIns="0" rtlCol="0">
            <a:spAutoFit/>
          </a:bodyPr>
          <a:lstStyle>
            <a:defPPr>
              <a:defRPr lang="de-DE"/>
            </a:defPPr>
            <a:lvl1pPr marR="0" lvl="0" indent="0" algn="ctr" defTabSz="914355" fontAlgn="auto">
              <a:lnSpc>
                <a:spcPct val="100000"/>
              </a:lnSpc>
              <a:spcBef>
                <a:spcPts val="0"/>
              </a:spcBef>
              <a:spcAft>
                <a:spcPts val="0"/>
              </a:spcAft>
              <a:buClrTx/>
              <a:buSzTx/>
              <a:buFontTx/>
              <a:buNone/>
              <a:tabLst/>
              <a:defRPr kumimoji="0" sz="800" b="1" i="0" u="none" strike="noStrike" cap="none" spc="0" normalizeH="0" baseline="0">
                <a:ln>
                  <a:noFill/>
                </a:ln>
                <a:solidFill>
                  <a:srgbClr val="0066CC"/>
                </a:solidFill>
                <a:effectLst/>
                <a:uLnTx/>
                <a:uFillTx/>
                <a:latin typeface="Calibri" panose="020F0502020204030204" pitchFamily="34" charset="0"/>
                <a:cs typeface="Calibri" panose="020F0502020204030204" pitchFamily="34" charset="0"/>
              </a:defRPr>
            </a:lvl1p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Ph3</a:t>
            </a:r>
          </a:p>
        </p:txBody>
      </p:sp>
      <p:sp>
        <p:nvSpPr>
          <p:cNvPr id="64" name="OTLSHAPE_T_e17f3958430f4cff8650518c93c7635e_StartDate">
            <a:extLst>
              <a:ext uri="{FF2B5EF4-FFF2-40B4-BE49-F238E27FC236}">
                <a16:creationId xmlns:a16="http://schemas.microsoft.com/office/drawing/2014/main" id="{9224C17E-1AA1-4096-A3FD-25D6FD8BA444}"/>
              </a:ext>
            </a:extLst>
          </p:cNvPr>
          <p:cNvSpPr txBox="1"/>
          <p:nvPr>
            <p:custDataLst>
              <p:tags r:id="rId7"/>
            </p:custDataLst>
          </p:nvPr>
        </p:nvSpPr>
        <p:spPr>
          <a:xfrm>
            <a:off x="1170635" y="1853853"/>
            <a:ext cx="601447" cy="215444"/>
          </a:xfrm>
          <a:prstGeom prst="rect">
            <a:avLst/>
          </a:prstGeom>
        </p:spPr>
        <p:txBody>
          <a:bodyPr wrap="none">
            <a:spAutoFit/>
          </a:bodyPr>
          <a:lstStyle>
            <a:defPPr>
              <a:defRPr lang="de-DE"/>
            </a:defPPr>
            <a:lvl1pPr algn="ctr" defTabSz="914355">
              <a:defRPr sz="750" b="1">
                <a:solidFill>
                  <a:srgbClr val="44546A"/>
                </a:solidFill>
                <a:latin typeface="Calibri" panose="020F0502020204030204" pitchFamily="34" charset="0"/>
                <a:cs typeface="Calibri" panose="020F0502020204030204" pitchFamily="34" charset="0"/>
              </a:defRPr>
            </a:lvl1p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chemeClr val="tx1"/>
                </a:solidFill>
                <a:effectLst/>
                <a:uLnTx/>
                <a:uFillTx/>
                <a:latin typeface="Calibri" panose="020F0502020204030204" pitchFamily="34" charset="0"/>
                <a:ea typeface="+mn-ea"/>
                <a:cs typeface="Calibri" panose="020F0502020204030204" pitchFamily="34" charset="0"/>
              </a:rPr>
              <a:t>May 2025</a:t>
            </a:r>
            <a:endParaRPr kumimoji="0" lang="en-US" altLang="zh-CN" sz="800" b="1" i="0" u="none" strike="sngStrike" kern="1200" cap="none" spc="0" normalizeH="0" baseline="0" noProof="0">
              <a:ln>
                <a:noFill/>
              </a:ln>
              <a:solidFill>
                <a:schemeClr val="tx1"/>
              </a:solidFill>
              <a:effectLst/>
              <a:uLnTx/>
              <a:uFillTx/>
              <a:latin typeface="Calibri" panose="020F0502020204030204" pitchFamily="34" charset="0"/>
              <a:ea typeface="+mn-ea"/>
              <a:cs typeface="Calibri" panose="020F0502020204030204" pitchFamily="34" charset="0"/>
            </a:endParaRPr>
          </a:p>
        </p:txBody>
      </p:sp>
      <p:sp>
        <p:nvSpPr>
          <p:cNvPr id="16" name="Rectangle 15">
            <a:extLst>
              <a:ext uri="{FF2B5EF4-FFF2-40B4-BE49-F238E27FC236}">
                <a16:creationId xmlns:a16="http://schemas.microsoft.com/office/drawing/2014/main" id="{7B88FC46-C311-78A4-5BC1-EF87B5CE4F78}"/>
              </a:ext>
            </a:extLst>
          </p:cNvPr>
          <p:cNvSpPr/>
          <p:nvPr/>
        </p:nvSpPr>
        <p:spPr>
          <a:xfrm>
            <a:off x="1893420" y="2253628"/>
            <a:ext cx="367408" cy="246221"/>
          </a:xfrm>
          <a:prstGeom prst="rect">
            <a:avLst/>
          </a:prstGeom>
        </p:spPr>
        <p:txBody>
          <a:bodyPr wrap="none">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LSC</a:t>
            </a:r>
            <a:endParaRPr kumimoji="0" lang="zh-CN" altLang="en-US" sz="10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19" name="OTLSHAPE_T_e17f3958430f4cff8650518c93c7635e_StartDate">
            <a:extLst>
              <a:ext uri="{FF2B5EF4-FFF2-40B4-BE49-F238E27FC236}">
                <a16:creationId xmlns:a16="http://schemas.microsoft.com/office/drawing/2014/main" id="{BDEA672D-B8D7-469A-B852-0DB07DEA810F}"/>
              </a:ext>
            </a:extLst>
          </p:cNvPr>
          <p:cNvSpPr txBox="1"/>
          <p:nvPr>
            <p:custDataLst>
              <p:tags r:id="rId8"/>
            </p:custDataLst>
          </p:nvPr>
        </p:nvSpPr>
        <p:spPr>
          <a:xfrm>
            <a:off x="4493228" y="2099498"/>
            <a:ext cx="1020679" cy="322589"/>
          </a:xfrm>
          <a:prstGeom prst="rect">
            <a:avLst/>
          </a:prstGeom>
          <a:noFill/>
        </p:spPr>
        <p:txBody>
          <a:bodyPr wrap="square" lIns="121920" tIns="60960" rIns="121920" bIns="60960" anchor="t">
            <a:spAutoFit/>
          </a:bodyPr>
          <a:lstStyle>
            <a:defPPr>
              <a:defRPr lang="de-DE"/>
            </a:defPPr>
            <a:lvl1pPr marR="0" lvl="0" indent="0" defTabSz="685800" fontAlgn="auto">
              <a:lnSpc>
                <a:spcPct val="80000"/>
              </a:lnSpc>
              <a:spcBef>
                <a:spcPts val="0"/>
              </a:spcBef>
              <a:spcAft>
                <a:spcPts val="0"/>
              </a:spcAft>
              <a:buClrTx/>
              <a:buSzTx/>
              <a:buFontTx/>
              <a:buNone/>
              <a:tabLst/>
              <a:defRPr kumimoji="0" sz="700" b="0" i="0" u="none" strike="noStrike" cap="none" spc="0" normalizeH="0" baseline="0">
                <a:ln>
                  <a:noFill/>
                </a:ln>
                <a:solidFill>
                  <a:prstClr val="black"/>
                </a:solidFill>
                <a:effectLst/>
                <a:uLnTx/>
                <a:uFillTx/>
                <a:latin typeface="Calibri" panose="020F0502020204030204"/>
              </a:defRPr>
            </a:lvl1pPr>
          </a:lstStyle>
          <a:p>
            <a:pPr marL="0" marR="0" lvl="0" indent="0" algn="l" defTabSz="1218990" rtl="0" eaLnBrk="1" fontAlgn="auto" latinLnBrk="0" hangingPunct="1">
              <a:lnSpc>
                <a:spcPct val="80000"/>
              </a:lnSpc>
              <a:spcBef>
                <a:spcPts val="0"/>
              </a:spcBef>
              <a:spcAft>
                <a:spcPts val="0"/>
              </a:spcAft>
              <a:buClrTx/>
              <a:buSzTx/>
              <a:buFontTx/>
              <a:buNone/>
              <a:tabLst/>
              <a:defRPr/>
            </a:pPr>
            <a:r>
              <a:rPr kumimoji="0" lang="en-US" altLang="zh-CN" sz="800" b="1" i="0" u="none" strike="noStrike" kern="1200" cap="none" spc="0" normalizeH="0" baseline="0" noProof="0" err="1">
                <a:ln>
                  <a:noFill/>
                </a:ln>
                <a:solidFill>
                  <a:prstClr val="black"/>
                </a:solidFill>
                <a:effectLst/>
                <a:uLnTx/>
                <a:uFillTx/>
                <a:latin typeface="Calibri" panose="020F0502020204030204" pitchFamily="34" charset="0"/>
                <a:ea typeface="+mn-ea"/>
                <a:cs typeface="Calibri" panose="020F0502020204030204" pitchFamily="34" charset="0"/>
              </a:rPr>
              <a:t>RoFD</a:t>
            </a:r>
            <a:endParaRPr kumimoji="0" lang="en-US" altLang="zh-CN" sz="800" b="1"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a:p>
            <a:pPr marL="0" marR="0" lvl="0" indent="0" algn="l" defTabSz="1218990" rtl="0" eaLnBrk="1" fontAlgn="auto" latinLnBrk="0" hangingPunct="1">
              <a:lnSpc>
                <a:spcPct val="80000"/>
              </a:lnSpc>
              <a:spcBef>
                <a:spcPts val="0"/>
              </a:spcBef>
              <a:spcAft>
                <a:spcPts val="0"/>
              </a:spcAft>
              <a:buClrTx/>
              <a:buSzTx/>
              <a:buFontTx/>
              <a:buNone/>
              <a:tabLst/>
              <a:defRPr/>
            </a:pPr>
            <a:r>
              <a:rPr lang="en-US" altLang="zh-CN" sz="800" b="1">
                <a:latin typeface="Calibri" panose="020F0502020204030204" pitchFamily="34" charset="0"/>
                <a:cs typeface="Calibri" panose="020F0502020204030204" pitchFamily="34" charset="0"/>
              </a:rPr>
              <a:t>Sep </a:t>
            </a:r>
            <a:r>
              <a:rPr kumimoji="0" lang="en-US" altLang="zh-CN" sz="800" b="1"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2027</a:t>
            </a:r>
          </a:p>
        </p:txBody>
      </p:sp>
      <p:sp>
        <p:nvSpPr>
          <p:cNvPr id="20" name="5-Point Star 5">
            <a:extLst>
              <a:ext uri="{FF2B5EF4-FFF2-40B4-BE49-F238E27FC236}">
                <a16:creationId xmlns:a16="http://schemas.microsoft.com/office/drawing/2014/main" id="{81EBBFD5-71BB-0ECF-2F2F-6D0327CA2349}"/>
              </a:ext>
            </a:extLst>
          </p:cNvPr>
          <p:cNvSpPr/>
          <p:nvPr/>
        </p:nvSpPr>
        <p:spPr>
          <a:xfrm>
            <a:off x="4988130" y="2158482"/>
            <a:ext cx="154005" cy="160143"/>
          </a:xfrm>
          <a:prstGeom prst="star5">
            <a:avLst/>
          </a:prstGeom>
          <a:solidFill>
            <a:schemeClr val="tx2"/>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902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21" name="5-Point Star 5">
            <a:extLst>
              <a:ext uri="{FF2B5EF4-FFF2-40B4-BE49-F238E27FC236}">
                <a16:creationId xmlns:a16="http://schemas.microsoft.com/office/drawing/2014/main" id="{74F5D8DA-A397-B1DB-3292-C3A1AA33797A}"/>
              </a:ext>
            </a:extLst>
          </p:cNvPr>
          <p:cNvSpPr/>
          <p:nvPr/>
        </p:nvSpPr>
        <p:spPr>
          <a:xfrm>
            <a:off x="2333793" y="2136518"/>
            <a:ext cx="154005" cy="160143"/>
          </a:xfrm>
          <a:prstGeom prst="star5">
            <a:avLst>
              <a:gd name="adj" fmla="val 19098"/>
              <a:gd name="hf" fmla="val 105146"/>
              <a:gd name="vf" fmla="val 110557"/>
            </a:avLst>
          </a:prstGeom>
          <a:solidFill>
            <a:schemeClr val="tx2"/>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902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30" name="TextBox 29">
            <a:extLst>
              <a:ext uri="{FF2B5EF4-FFF2-40B4-BE49-F238E27FC236}">
                <a16:creationId xmlns:a16="http://schemas.microsoft.com/office/drawing/2014/main" id="{3DBD436C-F0C2-FA6B-F42F-9D5C3A6ED9E6}"/>
              </a:ext>
            </a:extLst>
          </p:cNvPr>
          <p:cNvSpPr txBox="1"/>
          <p:nvPr/>
        </p:nvSpPr>
        <p:spPr>
          <a:xfrm>
            <a:off x="-1212" y="4823666"/>
            <a:ext cx="619207" cy="164212"/>
          </a:xfrm>
          <a:prstGeom prst="rect">
            <a:avLst/>
          </a:prstGeom>
          <a:noFill/>
          <a:ln>
            <a:solidFill>
              <a:schemeClr val="accent1"/>
            </a:solidFill>
          </a:ln>
        </p:spPr>
        <p:txBody>
          <a:bodyPr wrap="square" lIns="0" tIns="0" rIns="0" bIns="0" rtlCol="0">
            <a:spAutoFit/>
          </a:bodyPr>
          <a:lstStyle>
            <a:defPPr>
              <a:defRPr lang="de-DE"/>
            </a:defPPr>
            <a:lvl1pPr marR="0" lvl="0" indent="0" algn="ctr" defTabSz="914355" fontAlgn="auto">
              <a:lnSpc>
                <a:spcPct val="100000"/>
              </a:lnSpc>
              <a:spcBef>
                <a:spcPts val="0"/>
              </a:spcBef>
              <a:spcAft>
                <a:spcPts val="0"/>
              </a:spcAft>
              <a:buClrTx/>
              <a:buSzTx/>
              <a:buFontTx/>
              <a:buNone/>
              <a:tabLst/>
              <a:defRPr kumimoji="0" sz="800" b="1" i="0" u="none" strike="noStrike" cap="none" spc="0" normalizeH="0" baseline="0">
                <a:ln>
                  <a:noFill/>
                </a:ln>
                <a:solidFill>
                  <a:srgbClr val="0066CC"/>
                </a:solidFill>
                <a:effectLst/>
                <a:uLnTx/>
                <a:uFillTx/>
                <a:latin typeface="Calibri" panose="020F0502020204030204" pitchFamily="34" charset="0"/>
                <a:cs typeface="Calibri" panose="020F0502020204030204" pitchFamily="34" charset="0"/>
              </a:defRPr>
            </a:lvl1p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Ph3</a:t>
            </a:r>
          </a:p>
        </p:txBody>
      </p:sp>
      <p:sp>
        <p:nvSpPr>
          <p:cNvPr id="37" name="5-Point Star 5">
            <a:extLst>
              <a:ext uri="{FF2B5EF4-FFF2-40B4-BE49-F238E27FC236}">
                <a16:creationId xmlns:a16="http://schemas.microsoft.com/office/drawing/2014/main" id="{D8B6162B-AD6E-19D4-02F6-7B8B8A819E71}"/>
              </a:ext>
            </a:extLst>
          </p:cNvPr>
          <p:cNvSpPr/>
          <p:nvPr/>
        </p:nvSpPr>
        <p:spPr>
          <a:xfrm>
            <a:off x="10789982" y="5057462"/>
            <a:ext cx="193623" cy="182500"/>
          </a:xfrm>
          <a:prstGeom prst="star5">
            <a:avLst/>
          </a:prstGeom>
          <a:solidFill>
            <a:srgbClr val="FF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121902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ISansOpti"/>
              <a:ea typeface="+mn-ea"/>
              <a:cs typeface="+mn-cs"/>
            </a:endParaRPr>
          </a:p>
        </p:txBody>
      </p:sp>
      <p:sp>
        <p:nvSpPr>
          <p:cNvPr id="38" name="OTLSHAPE_T_e17f3958430f4cff8650518c93c7635e_StartDate">
            <a:extLst>
              <a:ext uri="{FF2B5EF4-FFF2-40B4-BE49-F238E27FC236}">
                <a16:creationId xmlns:a16="http://schemas.microsoft.com/office/drawing/2014/main" id="{12EC8855-CAA5-4755-7AF0-15F56F012344}"/>
              </a:ext>
            </a:extLst>
          </p:cNvPr>
          <p:cNvSpPr txBox="1"/>
          <p:nvPr>
            <p:custDataLst>
              <p:tags r:id="rId9"/>
            </p:custDataLst>
          </p:nvPr>
        </p:nvSpPr>
        <p:spPr>
          <a:xfrm>
            <a:off x="10577191" y="5277051"/>
            <a:ext cx="619207" cy="307777"/>
          </a:xfrm>
          <a:prstGeom prst="rect">
            <a:avLst/>
          </a:prstGeom>
          <a:noFill/>
        </p:spPr>
        <p:txBody>
          <a:bodyPr vert="horz" wrap="square" lIns="0" tIns="0" rIns="0" bIns="0" rtlCol="0" anchor="ctr" anchorCtr="0">
            <a:spAutoFit/>
          </a:bodyPr>
          <a:lstStyle/>
          <a:p>
            <a:pPr marL="0" marR="0" lvl="0" indent="0" algn="ctr" defTabSz="121902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44546A"/>
                </a:solidFill>
                <a:effectLst/>
                <a:uLnTx/>
                <a:uFillTx/>
                <a:latin typeface="Calibri" panose="020F0502020204030204" pitchFamily="34" charset="0"/>
                <a:ea typeface="宋体" panose="02010600030101010101" pitchFamily="2" charset="-122"/>
                <a:cs typeface="+mn-cs"/>
              </a:rPr>
              <a:t>CN NDA</a:t>
            </a:r>
          </a:p>
          <a:p>
            <a:pPr marL="0" marR="0" lvl="0" indent="0" algn="ctr" defTabSz="1219020" rtl="0" eaLnBrk="1" fontAlgn="auto" latinLnBrk="0" hangingPunct="1">
              <a:lnSpc>
                <a:spcPct val="100000"/>
              </a:lnSpc>
              <a:spcBef>
                <a:spcPts val="0"/>
              </a:spcBef>
              <a:spcAft>
                <a:spcPts val="0"/>
              </a:spcAft>
              <a:buClrTx/>
              <a:buSzTx/>
              <a:buFontTx/>
              <a:buNone/>
              <a:tabLst/>
              <a:defRPr/>
            </a:pPr>
            <a:r>
              <a:rPr lang="en-US" altLang="zh-CN" sz="1000" b="1">
                <a:solidFill>
                  <a:srgbClr val="44546A"/>
                </a:solidFill>
                <a:latin typeface="Calibri" panose="020F0502020204030204" pitchFamily="34" charset="0"/>
                <a:ea typeface="宋体" panose="02010600030101010101" pitchFamily="2" charset="-122"/>
              </a:rPr>
              <a:t>Q4 </a:t>
            </a:r>
            <a:r>
              <a:rPr kumimoji="0" lang="en-US" altLang="zh-CN" sz="1000" b="1" i="0" u="none" strike="noStrike" kern="1200" cap="none" spc="0" normalizeH="0" baseline="0" noProof="0">
                <a:ln>
                  <a:noFill/>
                </a:ln>
                <a:solidFill>
                  <a:srgbClr val="44546A"/>
                </a:solidFill>
                <a:effectLst/>
                <a:uLnTx/>
                <a:uFillTx/>
                <a:latin typeface="Calibri" panose="020F0502020204030204" pitchFamily="34" charset="0"/>
                <a:ea typeface="宋体" panose="02010600030101010101" pitchFamily="2" charset="-122"/>
                <a:cs typeface="+mn-cs"/>
              </a:rPr>
              <a:t>2030 </a:t>
            </a:r>
          </a:p>
        </p:txBody>
      </p:sp>
      <p:pic>
        <p:nvPicPr>
          <p:cNvPr id="39" name="Graphic 38" descr="Flag with solid fill">
            <a:extLst>
              <a:ext uri="{FF2B5EF4-FFF2-40B4-BE49-F238E27FC236}">
                <a16:creationId xmlns:a16="http://schemas.microsoft.com/office/drawing/2014/main" id="{9E130666-D922-E249-8004-66F5047E1178}"/>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11712591" y="5089261"/>
            <a:ext cx="193623" cy="193623"/>
          </a:xfrm>
          <a:prstGeom prst="rect">
            <a:avLst/>
          </a:prstGeom>
        </p:spPr>
      </p:pic>
      <p:sp>
        <p:nvSpPr>
          <p:cNvPr id="40" name="OTLSHAPE_T_e17f3958430f4cff8650518c93c7635e_StartDate">
            <a:extLst>
              <a:ext uri="{FF2B5EF4-FFF2-40B4-BE49-F238E27FC236}">
                <a16:creationId xmlns:a16="http://schemas.microsoft.com/office/drawing/2014/main" id="{12259D6E-37F3-2A94-5AD7-7A1EF0ACD900}"/>
              </a:ext>
            </a:extLst>
          </p:cNvPr>
          <p:cNvSpPr txBox="1"/>
          <p:nvPr>
            <p:custDataLst>
              <p:tags r:id="rId10"/>
            </p:custDataLst>
          </p:nvPr>
        </p:nvSpPr>
        <p:spPr>
          <a:xfrm>
            <a:off x="11424591" y="5285454"/>
            <a:ext cx="585529" cy="461665"/>
          </a:xfrm>
          <a:prstGeom prst="rect">
            <a:avLst/>
          </a:prstGeom>
          <a:noFill/>
        </p:spPr>
        <p:txBody>
          <a:bodyPr vert="horz" wrap="square" lIns="0" tIns="0" rIns="0" bIns="0" rtlCol="0" anchor="ctr" anchorCtr="0">
            <a:spAutoFit/>
          </a:bodyPr>
          <a:lstStyle/>
          <a:p>
            <a:pPr marL="0" marR="0" lvl="0" indent="0" algn="r" defTabSz="121902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44546A"/>
                </a:solidFill>
                <a:effectLst/>
                <a:uLnTx/>
                <a:uFillTx/>
                <a:latin typeface="Calibri" panose="020F0502020204030204" pitchFamily="34" charset="0"/>
                <a:ea typeface="宋体" panose="02010600030101010101" pitchFamily="2" charset="-122"/>
                <a:cs typeface="+mn-cs"/>
              </a:rPr>
              <a:t>CN app</a:t>
            </a:r>
          </a:p>
          <a:p>
            <a:pPr marL="0" marR="0" lvl="0" indent="0" algn="r" defTabSz="1219020" rtl="0" eaLnBrk="1" fontAlgn="auto" latinLnBrk="0" hangingPunct="1">
              <a:lnSpc>
                <a:spcPct val="100000"/>
              </a:lnSpc>
              <a:spcBef>
                <a:spcPts val="0"/>
              </a:spcBef>
              <a:spcAft>
                <a:spcPts val="0"/>
              </a:spcAft>
              <a:buClrTx/>
              <a:buSzTx/>
              <a:buFontTx/>
              <a:buNone/>
              <a:tabLst/>
              <a:defRPr/>
            </a:pPr>
            <a:r>
              <a:rPr lang="en-US" altLang="zh-CN" sz="1000" b="1">
                <a:solidFill>
                  <a:srgbClr val="44546A"/>
                </a:solidFill>
                <a:latin typeface="Calibri" panose="020F0502020204030204" pitchFamily="34" charset="0"/>
                <a:ea typeface="宋体" panose="02010600030101010101" pitchFamily="2" charset="-122"/>
              </a:rPr>
              <a:t>Q4 2031</a:t>
            </a:r>
            <a:endParaRPr kumimoji="0" lang="en-US" altLang="zh-CN" sz="1000" b="1" i="0" u="none" strike="noStrike" kern="1200" cap="none" spc="0" normalizeH="0" baseline="0" noProof="0">
              <a:ln>
                <a:noFill/>
              </a:ln>
              <a:solidFill>
                <a:srgbClr val="44546A"/>
              </a:solidFill>
              <a:effectLst/>
              <a:uLnTx/>
              <a:uFillTx/>
              <a:latin typeface="Calibri" panose="020F0502020204030204" pitchFamily="34" charset="0"/>
              <a:ea typeface="宋体" panose="02010600030101010101" pitchFamily="2" charset="-122"/>
              <a:cs typeface="+mn-cs"/>
            </a:endParaRPr>
          </a:p>
          <a:p>
            <a:pPr marL="0" marR="0" lvl="0" indent="0" algn="r" defTabSz="1219020" rtl="0" eaLnBrk="1" fontAlgn="auto" latinLnBrk="0" hangingPunct="1">
              <a:lnSpc>
                <a:spcPct val="100000"/>
              </a:lnSpc>
              <a:spcBef>
                <a:spcPts val="0"/>
              </a:spcBef>
              <a:spcAft>
                <a:spcPts val="0"/>
              </a:spcAft>
              <a:buClrTx/>
              <a:buSzTx/>
              <a:buFontTx/>
              <a:buNone/>
              <a:tabLst/>
              <a:defRPr/>
            </a:pPr>
            <a:endParaRPr kumimoji="0" lang="en-US" altLang="zh-CN" sz="1000" b="1" i="0" u="none" strike="noStrike" kern="1200" cap="none" spc="0" normalizeH="0" baseline="0" noProof="0">
              <a:ln>
                <a:noFill/>
              </a:ln>
              <a:solidFill>
                <a:srgbClr val="44546A"/>
              </a:solidFill>
              <a:effectLst/>
              <a:uLnTx/>
              <a:uFillTx/>
              <a:latin typeface="Calibri" panose="020F0502020204030204" pitchFamily="34" charset="0"/>
              <a:ea typeface="宋体" panose="02010600030101010101" pitchFamily="2" charset="-122"/>
              <a:cs typeface="+mn-cs"/>
            </a:endParaRPr>
          </a:p>
        </p:txBody>
      </p:sp>
      <p:grpSp>
        <p:nvGrpSpPr>
          <p:cNvPr id="7" name="Group 6">
            <a:extLst>
              <a:ext uri="{FF2B5EF4-FFF2-40B4-BE49-F238E27FC236}">
                <a16:creationId xmlns:a16="http://schemas.microsoft.com/office/drawing/2014/main" id="{81D3D4A1-DB3F-B9DD-49F1-7C971D8DE7AF}"/>
              </a:ext>
            </a:extLst>
          </p:cNvPr>
          <p:cNvGrpSpPr/>
          <p:nvPr/>
        </p:nvGrpSpPr>
        <p:grpSpPr>
          <a:xfrm>
            <a:off x="1980438" y="1442029"/>
            <a:ext cx="723959" cy="5116194"/>
            <a:chOff x="25241" y="1092017"/>
            <a:chExt cx="723959" cy="3837147"/>
          </a:xfrm>
        </p:grpSpPr>
        <p:cxnSp>
          <p:nvCxnSpPr>
            <p:cNvPr id="8" name="Straight Connector 7">
              <a:extLst>
                <a:ext uri="{FF2B5EF4-FFF2-40B4-BE49-F238E27FC236}">
                  <a16:creationId xmlns:a16="http://schemas.microsoft.com/office/drawing/2014/main" id="{2D15A6F0-E049-399E-D120-72E1E7CC4114}"/>
                </a:ext>
              </a:extLst>
            </p:cNvPr>
            <p:cNvCxnSpPr>
              <a:cxnSpLocks/>
            </p:cNvCxnSpPr>
            <p:nvPr/>
          </p:nvCxnSpPr>
          <p:spPr bwMode="auto">
            <a:xfrm flipV="1">
              <a:off x="387221" y="1154191"/>
              <a:ext cx="0" cy="3774973"/>
            </a:xfrm>
            <a:prstGeom prst="line">
              <a:avLst/>
            </a:prstGeom>
            <a:solidFill>
              <a:schemeClr val="accent1"/>
            </a:solidFill>
            <a:ln w="6350" cap="flat" cmpd="sng" algn="ctr">
              <a:solidFill>
                <a:srgbClr val="FF0000"/>
              </a:solidFill>
              <a:prstDash val="sysDot"/>
              <a:round/>
              <a:headEnd type="none" w="med" len="med"/>
              <a:tailEnd type="none" w="med" len="med"/>
            </a:ln>
            <a:effectLst/>
          </p:spPr>
        </p:cxnSp>
        <p:sp>
          <p:nvSpPr>
            <p:cNvPr id="12" name="OTLSHAPE_T_e17f3958430f4cff8650518c93c7635e_StartDate">
              <a:extLst>
                <a:ext uri="{FF2B5EF4-FFF2-40B4-BE49-F238E27FC236}">
                  <a16:creationId xmlns:a16="http://schemas.microsoft.com/office/drawing/2014/main" id="{7116B32D-8E7F-C315-36AC-3CB5C540EBCE}"/>
                </a:ext>
              </a:extLst>
            </p:cNvPr>
            <p:cNvSpPr txBox="1"/>
            <p:nvPr>
              <p:custDataLst>
                <p:tags r:id="rId18"/>
              </p:custDataLst>
            </p:nvPr>
          </p:nvSpPr>
          <p:spPr>
            <a:xfrm>
              <a:off x="25241" y="1092017"/>
              <a:ext cx="723959" cy="123159"/>
            </a:xfrm>
            <a:prstGeom prst="rect">
              <a:avLst/>
            </a:prstGeom>
            <a:noFill/>
            <a:ln w="12700">
              <a:noFill/>
            </a:ln>
          </p:spPr>
          <p:txBody>
            <a:bodyPr vert="horz" wrap="square" lIns="0" tIns="0" rIns="0" bIns="0" rtlCol="0" anchor="ctr" anchorCtr="0">
              <a:spAutoFit/>
            </a:bodyPr>
            <a:lstStyle/>
            <a:p>
              <a:pPr marL="0" marR="0" lvl="0" indent="0" algn="ctr" defTabSz="1219050" rtl="0" eaLnBrk="1" fontAlgn="auto" latinLnBrk="0" hangingPunct="1">
                <a:lnSpc>
                  <a:spcPct val="100000"/>
                </a:lnSpc>
                <a:spcBef>
                  <a:spcPts val="0"/>
                </a:spcBef>
                <a:spcAft>
                  <a:spcPts val="0"/>
                </a:spcAft>
                <a:buClrTx/>
                <a:buSzTx/>
                <a:buFontTx/>
                <a:buNone/>
                <a:tabLst/>
                <a:defRPr/>
              </a:pPr>
              <a:r>
                <a:rPr kumimoji="0" lang="en-US" altLang="zh-CN" sz="1067" b="1" i="0" u="none" strike="noStrike" kern="1200" cap="none" spc="0" normalizeH="0" baseline="0" noProof="0">
                  <a:ln>
                    <a:noFill/>
                  </a:ln>
                  <a:solidFill>
                    <a:srgbClr val="FF0000"/>
                  </a:solidFill>
                  <a:effectLst/>
                  <a:uLnTx/>
                  <a:uFillTx/>
                  <a:latin typeface="Calibri" panose="020F0502020204030204" pitchFamily="34" charset="0"/>
                  <a:ea typeface="+mn-ea"/>
                  <a:cs typeface="Calibri" panose="020F0502020204030204" pitchFamily="34" charset="0"/>
                </a:rPr>
                <a:t>We are here</a:t>
              </a:r>
              <a:endParaRPr kumimoji="0" lang="zh-CN" altLang="en-US" sz="1067" b="1" i="0" u="none" strike="noStrike" kern="1200" cap="none" spc="0" normalizeH="0" baseline="0" noProof="0">
                <a:ln>
                  <a:noFill/>
                </a:ln>
                <a:solidFill>
                  <a:srgbClr val="FF0000"/>
                </a:solidFill>
                <a:effectLst/>
                <a:uLnTx/>
                <a:uFillTx/>
                <a:latin typeface="Calibri" panose="020F0502020204030204" pitchFamily="34" charset="0"/>
                <a:ea typeface="+mn-ea"/>
                <a:cs typeface="Calibri" panose="020F0502020204030204" pitchFamily="34" charset="0"/>
              </a:endParaRPr>
            </a:p>
          </p:txBody>
        </p:sp>
      </p:grpSp>
      <p:sp>
        <p:nvSpPr>
          <p:cNvPr id="13" name="OTLSHAPE_T_5a934a26f311425e8ebaa0f45e6533ad_Shape">
            <a:extLst>
              <a:ext uri="{FF2B5EF4-FFF2-40B4-BE49-F238E27FC236}">
                <a16:creationId xmlns:a16="http://schemas.microsoft.com/office/drawing/2014/main" id="{2F6B5AF8-4E1A-B69B-A289-FDB90ED38781}"/>
              </a:ext>
            </a:extLst>
          </p:cNvPr>
          <p:cNvSpPr/>
          <p:nvPr/>
        </p:nvSpPr>
        <p:spPr bwMode="auto">
          <a:xfrm>
            <a:off x="5569429" y="2793013"/>
            <a:ext cx="4464336" cy="244501"/>
          </a:xfrm>
          <a:prstGeom prst="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219050" rtl="0" eaLnBrk="0" fontAlgn="base" latinLnBrk="0" hangingPunct="0">
              <a:lnSpc>
                <a:spcPct val="100000"/>
              </a:lnSpc>
              <a:spcBef>
                <a:spcPct val="0"/>
              </a:spcBef>
              <a:spcAft>
                <a:spcPct val="0"/>
              </a:spcAft>
              <a:buClrTx/>
              <a:buSzTx/>
              <a:buFontTx/>
              <a:buNone/>
              <a:tabLst/>
              <a:defRPr/>
            </a:pPr>
            <a:r>
              <a:rPr kumimoji="0" lang="en-US" altLang="zh-CN" sz="1067"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Ph3 in PPF</a:t>
            </a:r>
          </a:p>
        </p:txBody>
      </p:sp>
      <p:sp>
        <p:nvSpPr>
          <p:cNvPr id="15" name="Star: 4 Points 143">
            <a:extLst>
              <a:ext uri="{FF2B5EF4-FFF2-40B4-BE49-F238E27FC236}">
                <a16:creationId xmlns:a16="http://schemas.microsoft.com/office/drawing/2014/main" id="{2100D0A3-D11C-108C-6E11-69FFB4486FD2}"/>
              </a:ext>
            </a:extLst>
          </p:cNvPr>
          <p:cNvSpPr/>
          <p:nvPr/>
        </p:nvSpPr>
        <p:spPr bwMode="auto">
          <a:xfrm>
            <a:off x="5452411" y="2921640"/>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86"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17" name="Rectangle 16">
            <a:extLst>
              <a:ext uri="{FF2B5EF4-FFF2-40B4-BE49-F238E27FC236}">
                <a16:creationId xmlns:a16="http://schemas.microsoft.com/office/drawing/2014/main" id="{07588B56-33A1-8FBB-0F04-47218BB2AE47}"/>
              </a:ext>
            </a:extLst>
          </p:cNvPr>
          <p:cNvSpPr/>
          <p:nvPr/>
        </p:nvSpPr>
        <p:spPr>
          <a:xfrm>
            <a:off x="5365849" y="3041521"/>
            <a:ext cx="327333" cy="215444"/>
          </a:xfrm>
          <a:prstGeom prst="rect">
            <a:avLst/>
          </a:prstGeom>
        </p:spPr>
        <p:txBody>
          <a:bodyPr wrap="none">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FSS</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18" name="Rectangle 17">
            <a:extLst>
              <a:ext uri="{FF2B5EF4-FFF2-40B4-BE49-F238E27FC236}">
                <a16:creationId xmlns:a16="http://schemas.microsoft.com/office/drawing/2014/main" id="{9F9DEF1E-4F85-20E0-01AA-D1AE4E14FCB1}"/>
              </a:ext>
            </a:extLst>
          </p:cNvPr>
          <p:cNvSpPr/>
          <p:nvPr/>
        </p:nvSpPr>
        <p:spPr>
          <a:xfrm>
            <a:off x="9888169" y="2986814"/>
            <a:ext cx="330539" cy="215444"/>
          </a:xfrm>
          <a:prstGeom prst="rect">
            <a:avLst/>
          </a:prstGeom>
        </p:spPr>
        <p:txBody>
          <a:bodyPr wrap="none">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LSC</a:t>
            </a:r>
            <a:endParaRPr kumimoji="0" lang="zh-CN" altLang="en-US" sz="8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pic>
        <p:nvPicPr>
          <p:cNvPr id="5" name="Picture 4" descr="Traffic light - Simple English Wikipedia, the free ...">
            <a:extLst>
              <a:ext uri="{FF2B5EF4-FFF2-40B4-BE49-F238E27FC236}">
                <a16:creationId xmlns:a16="http://schemas.microsoft.com/office/drawing/2014/main" id="{DFAFF214-E66B-5F33-DCEF-2963684917DE}"/>
              </a:ext>
            </a:extLst>
          </p:cNvPr>
          <p:cNvPicPr>
            <a:picLocks noChangeAspect="1"/>
          </p:cNvPicPr>
          <p:nvPr/>
        </p:nvPicPr>
        <p:blipFill rotWithShape="1">
          <a:blip r:embed="rId24" cstate="print">
            <a:extLst>
              <a:ext uri="{28A0092B-C50C-407E-A947-70E740481C1C}">
                <a14:useLocalDpi xmlns:a14="http://schemas.microsoft.com/office/drawing/2010/main"/>
              </a:ext>
            </a:extLst>
          </a:blip>
          <a:srcRect/>
          <a:stretch/>
        </p:blipFill>
        <p:spPr>
          <a:xfrm rot="16200000" flipV="1">
            <a:off x="11042673" y="-606153"/>
            <a:ext cx="698504" cy="1726513"/>
          </a:xfrm>
          <a:prstGeom prst="rect">
            <a:avLst/>
          </a:prstGeom>
        </p:spPr>
      </p:pic>
      <p:sp>
        <p:nvSpPr>
          <p:cNvPr id="10" name="OTLSHAPE_T_5a934a26f311425e8ebaa0f45e6533ad_Shape">
            <a:extLst>
              <a:ext uri="{FF2B5EF4-FFF2-40B4-BE49-F238E27FC236}">
                <a16:creationId xmlns:a16="http://schemas.microsoft.com/office/drawing/2014/main" id="{9A0195F4-8751-EA56-7E4E-31B0742F558D}"/>
              </a:ext>
            </a:extLst>
          </p:cNvPr>
          <p:cNvSpPr/>
          <p:nvPr/>
        </p:nvSpPr>
        <p:spPr bwMode="auto">
          <a:xfrm>
            <a:off x="5569428" y="4733838"/>
            <a:ext cx="4464333" cy="258456"/>
          </a:xfrm>
          <a:prstGeom prst="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219050" rtl="0" eaLnBrk="0" fontAlgn="base" latinLnBrk="0" hangingPunct="0">
              <a:lnSpc>
                <a:spcPct val="100000"/>
              </a:lnSpc>
              <a:spcBef>
                <a:spcPct val="0"/>
              </a:spcBef>
              <a:spcAft>
                <a:spcPct val="0"/>
              </a:spcAft>
              <a:buClrTx/>
              <a:buSzTx/>
              <a:buFontTx/>
              <a:buNone/>
              <a:tabLst/>
              <a:defRPr/>
            </a:pPr>
            <a:r>
              <a:rPr kumimoji="0" lang="en-US" altLang="zh-CN" sz="1067"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Ph3 in IPF</a:t>
            </a:r>
          </a:p>
        </p:txBody>
      </p:sp>
      <p:sp>
        <p:nvSpPr>
          <p:cNvPr id="14" name="OTLSHAPE_T_5a934a26f311425e8ebaa0f45e6533ad_Shape">
            <a:extLst>
              <a:ext uri="{FF2B5EF4-FFF2-40B4-BE49-F238E27FC236}">
                <a16:creationId xmlns:a16="http://schemas.microsoft.com/office/drawing/2014/main" id="{F995931C-364C-D10E-D713-9084E61569CE}"/>
              </a:ext>
            </a:extLst>
          </p:cNvPr>
          <p:cNvSpPr/>
          <p:nvPr/>
        </p:nvSpPr>
        <p:spPr bwMode="auto">
          <a:xfrm>
            <a:off x="5559434" y="5210645"/>
            <a:ext cx="4464331" cy="244501"/>
          </a:xfrm>
          <a:prstGeom prst="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219050" rtl="0" eaLnBrk="0" fontAlgn="base" latinLnBrk="0" hangingPunct="0">
              <a:lnSpc>
                <a:spcPct val="100000"/>
              </a:lnSpc>
              <a:spcBef>
                <a:spcPct val="0"/>
              </a:spcBef>
              <a:spcAft>
                <a:spcPct val="0"/>
              </a:spcAft>
              <a:buClrTx/>
              <a:buSzTx/>
              <a:buFontTx/>
              <a:buNone/>
              <a:tabLst/>
              <a:defRPr/>
            </a:pPr>
            <a:r>
              <a:rPr kumimoji="0" lang="en-US" altLang="zh-CN" sz="1067"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Ph3 in PPF</a:t>
            </a:r>
          </a:p>
        </p:txBody>
      </p:sp>
      <p:sp>
        <p:nvSpPr>
          <p:cNvPr id="31" name="OTLSHAPE_T_e17f3958430f4cff8650518c93c7635e_StartDate">
            <a:extLst>
              <a:ext uri="{FF2B5EF4-FFF2-40B4-BE49-F238E27FC236}">
                <a16:creationId xmlns:a16="http://schemas.microsoft.com/office/drawing/2014/main" id="{ADE93DC3-8DFB-FE77-B7F3-AEA9765F91BB}"/>
              </a:ext>
            </a:extLst>
          </p:cNvPr>
          <p:cNvSpPr txBox="1"/>
          <p:nvPr>
            <p:custDataLst>
              <p:tags r:id="rId11"/>
            </p:custDataLst>
          </p:nvPr>
        </p:nvSpPr>
        <p:spPr>
          <a:xfrm>
            <a:off x="1798709" y="1860275"/>
            <a:ext cx="551754" cy="215444"/>
          </a:xfrm>
          <a:prstGeom prst="rect">
            <a:avLst/>
          </a:prstGeom>
        </p:spPr>
        <p:txBody>
          <a:bodyPr wrap="none">
            <a:spAutoFit/>
          </a:bodyPr>
          <a:lstStyle>
            <a:defPPr>
              <a:defRPr lang="de-DE"/>
            </a:defPPr>
            <a:lvl1pPr algn="ctr" defTabSz="914355">
              <a:defRPr sz="750" b="1">
                <a:solidFill>
                  <a:srgbClr val="44546A"/>
                </a:solidFill>
                <a:latin typeface="Calibri" panose="020F0502020204030204" pitchFamily="34" charset="0"/>
                <a:cs typeface="Calibri" panose="020F0502020204030204" pitchFamily="34" charset="0"/>
              </a:defRPr>
            </a:lvl1p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chemeClr val="tx1"/>
                </a:solidFill>
                <a:effectLst/>
                <a:uLnTx/>
                <a:uFillTx/>
                <a:latin typeface="Calibri" panose="020F0502020204030204" pitchFamily="34" charset="0"/>
                <a:ea typeface="+mn-ea"/>
                <a:cs typeface="Calibri" panose="020F0502020204030204" pitchFamily="34" charset="0"/>
              </a:rPr>
              <a:t>Jan 2026</a:t>
            </a:r>
            <a:endParaRPr kumimoji="0" lang="en-US" altLang="zh-CN" sz="800" b="1" i="0" u="none" strike="sngStrike" kern="1200" cap="none" spc="0" normalizeH="0" baseline="0" noProof="0">
              <a:ln>
                <a:noFill/>
              </a:ln>
              <a:solidFill>
                <a:schemeClr val="tx1"/>
              </a:solidFill>
              <a:effectLst/>
              <a:uLnTx/>
              <a:uFillTx/>
              <a:latin typeface="Calibri" panose="020F0502020204030204" pitchFamily="34" charset="0"/>
              <a:ea typeface="+mn-ea"/>
              <a:cs typeface="Calibri" panose="020F0502020204030204" pitchFamily="34" charset="0"/>
            </a:endParaRPr>
          </a:p>
        </p:txBody>
      </p:sp>
      <p:sp>
        <p:nvSpPr>
          <p:cNvPr id="23" name="Star: 4 Points 143">
            <a:extLst>
              <a:ext uri="{FF2B5EF4-FFF2-40B4-BE49-F238E27FC236}">
                <a16:creationId xmlns:a16="http://schemas.microsoft.com/office/drawing/2014/main" id="{110A220F-BB79-B638-A6BD-51E4EB1C2A45}"/>
              </a:ext>
            </a:extLst>
          </p:cNvPr>
          <p:cNvSpPr/>
          <p:nvPr/>
        </p:nvSpPr>
        <p:spPr bwMode="auto">
          <a:xfrm>
            <a:off x="1983046" y="223469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86"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Verdana" charset="0"/>
              <a:ea typeface="+mn-ea"/>
              <a:cs typeface="+mn-cs"/>
            </a:endParaRPr>
          </a:p>
        </p:txBody>
      </p:sp>
      <p:sp>
        <p:nvSpPr>
          <p:cNvPr id="32" name="OTLSHAPE_T_5a934a26f311425e8ebaa0f45e6533ad_Shape">
            <a:extLst>
              <a:ext uri="{FF2B5EF4-FFF2-40B4-BE49-F238E27FC236}">
                <a16:creationId xmlns:a16="http://schemas.microsoft.com/office/drawing/2014/main" id="{B46E788F-28C8-C890-BAE0-CC2A1C212485}"/>
              </a:ext>
            </a:extLst>
          </p:cNvPr>
          <p:cNvSpPr/>
          <p:nvPr/>
        </p:nvSpPr>
        <p:spPr bwMode="auto">
          <a:xfrm>
            <a:off x="1559842" y="3965601"/>
            <a:ext cx="573152" cy="280234"/>
          </a:xfrm>
          <a:prstGeom prst="rect">
            <a:avLst/>
          </a:prstGeom>
          <a:pattFill prst="pct25">
            <a:fgClr>
              <a:srgbClr val="1AAA42"/>
            </a:fgClr>
            <a:bgClr>
              <a:srgbClr val="FFFFFF"/>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altLang="zh-CN" sz="8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33" name="OTLSHAPE_T_e17f3958430f4cff8650518c93c7635e_Shape">
            <a:extLst>
              <a:ext uri="{FF2B5EF4-FFF2-40B4-BE49-F238E27FC236}">
                <a16:creationId xmlns:a16="http://schemas.microsoft.com/office/drawing/2014/main" id="{3A375E52-09B4-5B0E-003B-C801A1F32A48}"/>
              </a:ext>
            </a:extLst>
          </p:cNvPr>
          <p:cNvSpPr/>
          <p:nvPr>
            <p:custDataLst>
              <p:tags r:id="rId12"/>
            </p:custDataLst>
          </p:nvPr>
        </p:nvSpPr>
        <p:spPr bwMode="auto">
          <a:xfrm>
            <a:off x="855599" y="3965601"/>
            <a:ext cx="710560" cy="256032"/>
          </a:xfrm>
          <a:prstGeom prst="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1219050" rtl="0" eaLnBrk="0" fontAlgn="base" latinLnBrk="0" hangingPunct="0">
              <a:lnSpc>
                <a:spcPct val="100000"/>
              </a:lnSpc>
              <a:spcBef>
                <a:spcPct val="0"/>
              </a:spcBef>
              <a:spcAft>
                <a:spcPct val="0"/>
              </a:spcAft>
              <a:buClrTx/>
              <a:buSzTx/>
              <a:buFontTx/>
              <a:buNone/>
              <a:tabLst/>
              <a:defRPr/>
            </a:pPr>
            <a:r>
              <a:rPr kumimoji="0" lang="en-US" altLang="zh-CN" sz="1067"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a:t>
            </a:r>
            <a:r>
              <a:rPr kumimoji="0" lang="en-US" altLang="zh-CN" sz="8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3m</a:t>
            </a:r>
            <a:r>
              <a:rPr kumimoji="0" lang="en-US" altLang="zh-CN" sz="9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 </a:t>
            </a:r>
          </a:p>
          <a:p>
            <a:pPr marL="0" marR="0" lvl="0" indent="0" algn="ctr" defTabSz="1219050" rtl="0" eaLnBrk="0" fontAlgn="base" latinLnBrk="0" hangingPunct="0">
              <a:lnSpc>
                <a:spcPct val="100000"/>
              </a:lnSpc>
              <a:spcBef>
                <a:spcPct val="0"/>
              </a:spcBef>
              <a:spcAft>
                <a:spcPct val="0"/>
              </a:spcAft>
              <a:buClrTx/>
              <a:buSzTx/>
              <a:buFontTx/>
              <a:buNone/>
              <a:tabLst/>
              <a:defRPr/>
            </a:pPr>
            <a:r>
              <a:rPr kumimoji="0" lang="en-US" altLang="zh-CN" sz="800"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rPr>
              <a:t>( N=24)</a:t>
            </a:r>
            <a:endParaRPr kumimoji="0" lang="zh-CN" altLang="en-US" sz="1067" b="1"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35" name="Rectangle 34">
            <a:extLst>
              <a:ext uri="{FF2B5EF4-FFF2-40B4-BE49-F238E27FC236}">
                <a16:creationId xmlns:a16="http://schemas.microsoft.com/office/drawing/2014/main" id="{F2CE9FF3-AA20-4A2E-6581-C6334D34D420}"/>
              </a:ext>
            </a:extLst>
          </p:cNvPr>
          <p:cNvSpPr/>
          <p:nvPr/>
        </p:nvSpPr>
        <p:spPr>
          <a:xfrm>
            <a:off x="1351047" y="4170894"/>
            <a:ext cx="372218" cy="246221"/>
          </a:xfrm>
          <a:prstGeom prst="rect">
            <a:avLst/>
          </a:prstGeom>
        </p:spPr>
        <p:txBody>
          <a:bodyPr wrap="none">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LSR</a:t>
            </a:r>
            <a:endParaRPr kumimoji="0" lang="zh-CN" altLang="en-US" sz="10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36" name="Star: 4 Points 143">
            <a:extLst>
              <a:ext uri="{FF2B5EF4-FFF2-40B4-BE49-F238E27FC236}">
                <a16:creationId xmlns:a16="http://schemas.microsoft.com/office/drawing/2014/main" id="{AAB96804-5D04-6673-B108-2FDBD0151643}"/>
              </a:ext>
            </a:extLst>
          </p:cNvPr>
          <p:cNvSpPr/>
          <p:nvPr/>
        </p:nvSpPr>
        <p:spPr bwMode="auto">
          <a:xfrm>
            <a:off x="1472307" y="4129219"/>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86"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Verdana" charset="0"/>
              <a:ea typeface="+mn-ea"/>
              <a:cs typeface="+mn-cs"/>
            </a:endParaRPr>
          </a:p>
        </p:txBody>
      </p:sp>
      <p:sp>
        <p:nvSpPr>
          <p:cNvPr id="41" name="Rectangle 40">
            <a:extLst>
              <a:ext uri="{FF2B5EF4-FFF2-40B4-BE49-F238E27FC236}">
                <a16:creationId xmlns:a16="http://schemas.microsoft.com/office/drawing/2014/main" id="{9784D920-B3F3-18AF-B2F3-BE82AB761393}"/>
              </a:ext>
            </a:extLst>
          </p:cNvPr>
          <p:cNvSpPr/>
          <p:nvPr/>
        </p:nvSpPr>
        <p:spPr>
          <a:xfrm>
            <a:off x="711780" y="4170894"/>
            <a:ext cx="365805" cy="246221"/>
          </a:xfrm>
          <a:prstGeom prst="rect">
            <a:avLst/>
          </a:prstGeom>
        </p:spPr>
        <p:txBody>
          <a:bodyPr wrap="none">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FSS</a:t>
            </a:r>
            <a:endParaRPr kumimoji="0" lang="zh-CN" altLang="en-US" sz="10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42" name="Star: 4 Points 143">
            <a:extLst>
              <a:ext uri="{FF2B5EF4-FFF2-40B4-BE49-F238E27FC236}">
                <a16:creationId xmlns:a16="http://schemas.microsoft.com/office/drawing/2014/main" id="{3180F8B1-BE2C-5ADB-35F2-BBF8CB17E03F}"/>
              </a:ext>
            </a:extLst>
          </p:cNvPr>
          <p:cNvSpPr/>
          <p:nvPr/>
        </p:nvSpPr>
        <p:spPr bwMode="auto">
          <a:xfrm>
            <a:off x="785130" y="4124308"/>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86"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Verdana" charset="0"/>
              <a:ea typeface="+mn-ea"/>
              <a:cs typeface="+mn-cs"/>
            </a:endParaRPr>
          </a:p>
        </p:txBody>
      </p:sp>
      <p:sp>
        <p:nvSpPr>
          <p:cNvPr id="43" name="OTLSHAPE_T_e17f3958430f4cff8650518c93c7635e_StartDate">
            <a:extLst>
              <a:ext uri="{FF2B5EF4-FFF2-40B4-BE49-F238E27FC236}">
                <a16:creationId xmlns:a16="http://schemas.microsoft.com/office/drawing/2014/main" id="{D6E20C31-BA7C-53DD-489F-95862C2FCF73}"/>
              </a:ext>
            </a:extLst>
          </p:cNvPr>
          <p:cNvSpPr txBox="1"/>
          <p:nvPr>
            <p:custDataLst>
              <p:tags r:id="rId13"/>
            </p:custDataLst>
          </p:nvPr>
        </p:nvSpPr>
        <p:spPr>
          <a:xfrm>
            <a:off x="579650" y="3757290"/>
            <a:ext cx="588624" cy="215444"/>
          </a:xfrm>
          <a:prstGeom prst="rect">
            <a:avLst/>
          </a:prstGeom>
        </p:spPr>
        <p:txBody>
          <a:bodyPr wrap="none">
            <a:spAutoFit/>
          </a:bodyPr>
          <a:lstStyle>
            <a:defPPr>
              <a:defRPr lang="de-DE"/>
            </a:defPPr>
            <a:lvl1pPr algn="ctr" defTabSz="914355">
              <a:defRPr sz="750" b="1">
                <a:solidFill>
                  <a:srgbClr val="44546A"/>
                </a:solidFill>
                <a:latin typeface="Calibri" panose="020F0502020204030204" pitchFamily="34" charset="0"/>
                <a:cs typeface="Calibri" panose="020F0502020204030204" pitchFamily="34" charset="0"/>
              </a:defRPr>
            </a:lvl1pPr>
          </a:lstStyle>
          <a:p>
            <a:pPr marL="0" marR="0" lvl="0" indent="0" algn="ctr" defTabSz="1218990" rtl="0" eaLnBrk="1" fontAlgn="auto" latinLnBrk="0" hangingPunct="1">
              <a:lnSpc>
                <a:spcPct val="100000"/>
              </a:lnSpc>
              <a:spcBef>
                <a:spcPts val="0"/>
              </a:spcBef>
              <a:spcAft>
                <a:spcPts val="0"/>
              </a:spcAft>
              <a:buClrTx/>
              <a:buSzTx/>
              <a:buFontTx/>
              <a:buNone/>
              <a:tabLst/>
              <a:defRPr/>
            </a:pPr>
            <a:r>
              <a:rPr lang="en-US" altLang="zh-CN" sz="800">
                <a:solidFill>
                  <a:prstClr val="black"/>
                </a:solidFill>
              </a:rPr>
              <a:t>Sep</a:t>
            </a:r>
            <a:r>
              <a:rPr kumimoji="0" lang="en-US" altLang="zh-CN" sz="800" b="1"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 2024 </a:t>
            </a:r>
          </a:p>
        </p:txBody>
      </p:sp>
      <p:sp>
        <p:nvSpPr>
          <p:cNvPr id="44" name="OTLSHAPE_T_e17f3958430f4cff8650518c93c7635e_StartDate">
            <a:extLst>
              <a:ext uri="{FF2B5EF4-FFF2-40B4-BE49-F238E27FC236}">
                <a16:creationId xmlns:a16="http://schemas.microsoft.com/office/drawing/2014/main" id="{09B885DC-6A20-A63B-E193-89313BB10812}"/>
              </a:ext>
            </a:extLst>
          </p:cNvPr>
          <p:cNvSpPr txBox="1"/>
          <p:nvPr>
            <p:custDataLst>
              <p:tags r:id="rId14"/>
            </p:custDataLst>
          </p:nvPr>
        </p:nvSpPr>
        <p:spPr>
          <a:xfrm>
            <a:off x="1249423" y="3757290"/>
            <a:ext cx="551754" cy="215444"/>
          </a:xfrm>
          <a:prstGeom prst="rect">
            <a:avLst/>
          </a:prstGeom>
        </p:spPr>
        <p:txBody>
          <a:bodyPr wrap="none">
            <a:spAutoFit/>
          </a:bodyPr>
          <a:lstStyle>
            <a:defPPr>
              <a:defRPr lang="de-DE"/>
            </a:defPPr>
            <a:lvl1pPr algn="ctr" defTabSz="914355">
              <a:defRPr sz="750" b="1">
                <a:solidFill>
                  <a:srgbClr val="44546A"/>
                </a:solidFill>
                <a:latin typeface="Calibri" panose="020F0502020204030204" pitchFamily="34" charset="0"/>
                <a:cs typeface="Calibri" panose="020F0502020204030204" pitchFamily="34" charset="0"/>
              </a:defRPr>
            </a:lvl1pPr>
          </a:lstStyle>
          <a:p>
            <a:pPr marL="0" marR="0" lvl="0" indent="0" algn="ctr" defTabSz="1218990" rtl="0" eaLnBrk="1" fontAlgn="auto" latinLnBrk="0" hangingPunct="1">
              <a:lnSpc>
                <a:spcPct val="100000"/>
              </a:lnSpc>
              <a:spcBef>
                <a:spcPts val="0"/>
              </a:spcBef>
              <a:spcAft>
                <a:spcPts val="0"/>
              </a:spcAft>
              <a:buClrTx/>
              <a:buSzTx/>
              <a:buFontTx/>
              <a:buNone/>
              <a:tabLst/>
              <a:defRPr/>
            </a:pPr>
            <a:r>
              <a:rPr lang="en-US" altLang="zh-CN" sz="800">
                <a:solidFill>
                  <a:schemeClr val="tx1"/>
                </a:solidFill>
              </a:rPr>
              <a:t>Jan</a:t>
            </a:r>
            <a:r>
              <a:rPr kumimoji="0" lang="en-US" altLang="zh-CN" sz="800" b="1" i="0" u="none" strike="noStrike" kern="1200" cap="none" spc="0" normalizeH="0" baseline="0" noProof="0">
                <a:ln>
                  <a:noFill/>
                </a:ln>
                <a:solidFill>
                  <a:schemeClr val="tx1"/>
                </a:solidFill>
                <a:effectLst/>
                <a:uLnTx/>
                <a:uFillTx/>
                <a:latin typeface="Calibri" panose="020F0502020204030204" pitchFamily="34" charset="0"/>
                <a:ea typeface="+mn-ea"/>
                <a:cs typeface="Calibri" panose="020F0502020204030204" pitchFamily="34" charset="0"/>
              </a:rPr>
              <a:t> 2025</a:t>
            </a:r>
            <a:endParaRPr kumimoji="0" lang="en-US" altLang="zh-CN" sz="800" b="1" i="0" u="none" strike="sngStrike" kern="1200" cap="none" spc="0" normalizeH="0" baseline="0" noProof="0">
              <a:ln>
                <a:noFill/>
              </a:ln>
              <a:solidFill>
                <a:schemeClr val="tx1"/>
              </a:solidFill>
              <a:effectLst/>
              <a:uLnTx/>
              <a:uFillTx/>
              <a:latin typeface="Calibri" panose="020F0502020204030204" pitchFamily="34" charset="0"/>
              <a:ea typeface="+mn-ea"/>
              <a:cs typeface="Calibri" panose="020F0502020204030204" pitchFamily="34" charset="0"/>
            </a:endParaRPr>
          </a:p>
        </p:txBody>
      </p:sp>
      <p:sp>
        <p:nvSpPr>
          <p:cNvPr id="45" name="Rectangle 44">
            <a:extLst>
              <a:ext uri="{FF2B5EF4-FFF2-40B4-BE49-F238E27FC236}">
                <a16:creationId xmlns:a16="http://schemas.microsoft.com/office/drawing/2014/main" id="{6F55BB2C-E7E2-0D1F-C431-66B97260777E}"/>
              </a:ext>
            </a:extLst>
          </p:cNvPr>
          <p:cNvSpPr/>
          <p:nvPr/>
        </p:nvSpPr>
        <p:spPr>
          <a:xfrm>
            <a:off x="1948036" y="4157065"/>
            <a:ext cx="367408" cy="246221"/>
          </a:xfrm>
          <a:prstGeom prst="rect">
            <a:avLst/>
          </a:prstGeom>
        </p:spPr>
        <p:txBody>
          <a:bodyPr wrap="none">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LSC</a:t>
            </a:r>
            <a:endParaRPr kumimoji="0" lang="zh-CN" altLang="en-US" sz="10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47" name="OTLSHAPE_T_e17f3958430f4cff8650518c93c7635e_StartDate">
            <a:extLst>
              <a:ext uri="{FF2B5EF4-FFF2-40B4-BE49-F238E27FC236}">
                <a16:creationId xmlns:a16="http://schemas.microsoft.com/office/drawing/2014/main" id="{29A0859D-5E94-57E9-52E0-FFB951E88450}"/>
              </a:ext>
            </a:extLst>
          </p:cNvPr>
          <p:cNvSpPr txBox="1"/>
          <p:nvPr>
            <p:custDataLst>
              <p:tags r:id="rId15"/>
            </p:custDataLst>
          </p:nvPr>
        </p:nvSpPr>
        <p:spPr>
          <a:xfrm>
            <a:off x="1853325" y="3763712"/>
            <a:ext cx="551754" cy="215444"/>
          </a:xfrm>
          <a:prstGeom prst="rect">
            <a:avLst/>
          </a:prstGeom>
        </p:spPr>
        <p:txBody>
          <a:bodyPr wrap="none">
            <a:spAutoFit/>
          </a:bodyPr>
          <a:lstStyle>
            <a:defPPr>
              <a:defRPr lang="de-DE"/>
            </a:defPPr>
            <a:lvl1pPr algn="ctr" defTabSz="914355">
              <a:defRPr sz="750" b="1">
                <a:solidFill>
                  <a:srgbClr val="44546A"/>
                </a:solidFill>
                <a:latin typeface="Calibri" panose="020F0502020204030204" pitchFamily="34" charset="0"/>
                <a:cs typeface="Calibri" panose="020F0502020204030204" pitchFamily="34" charset="0"/>
              </a:defRPr>
            </a:lvl1p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chemeClr val="tx1"/>
                </a:solidFill>
                <a:effectLst/>
                <a:uLnTx/>
                <a:uFillTx/>
                <a:latin typeface="Calibri" panose="020F0502020204030204" pitchFamily="34" charset="0"/>
                <a:ea typeface="+mn-ea"/>
                <a:cs typeface="Calibri" panose="020F0502020204030204" pitchFamily="34" charset="0"/>
              </a:rPr>
              <a:t>Jan 2026</a:t>
            </a:r>
            <a:endParaRPr kumimoji="0" lang="en-US" altLang="zh-CN" sz="800" b="1" i="0" u="none" strike="sngStrike" kern="1200" cap="none" spc="0" normalizeH="0" baseline="0" noProof="0">
              <a:ln>
                <a:noFill/>
              </a:ln>
              <a:solidFill>
                <a:schemeClr val="tx1"/>
              </a:solidFill>
              <a:effectLst/>
              <a:uLnTx/>
              <a:uFillTx/>
              <a:latin typeface="Calibri" panose="020F0502020204030204" pitchFamily="34" charset="0"/>
              <a:ea typeface="+mn-ea"/>
              <a:cs typeface="Calibri" panose="020F0502020204030204" pitchFamily="34" charset="0"/>
            </a:endParaRPr>
          </a:p>
        </p:txBody>
      </p:sp>
      <p:sp>
        <p:nvSpPr>
          <p:cNvPr id="48" name="Star: 4 Points 143">
            <a:extLst>
              <a:ext uri="{FF2B5EF4-FFF2-40B4-BE49-F238E27FC236}">
                <a16:creationId xmlns:a16="http://schemas.microsoft.com/office/drawing/2014/main" id="{F151581D-1DD3-4BAB-E755-6D66F2E96933}"/>
              </a:ext>
            </a:extLst>
          </p:cNvPr>
          <p:cNvSpPr/>
          <p:nvPr/>
        </p:nvSpPr>
        <p:spPr bwMode="auto">
          <a:xfrm>
            <a:off x="2037662" y="4138130"/>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286"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Verdana" charset="0"/>
              <a:ea typeface="+mn-ea"/>
              <a:cs typeface="+mn-cs"/>
            </a:endParaRPr>
          </a:p>
        </p:txBody>
      </p:sp>
      <p:sp>
        <p:nvSpPr>
          <p:cNvPr id="49" name="Rectangle 48">
            <a:extLst>
              <a:ext uri="{FF2B5EF4-FFF2-40B4-BE49-F238E27FC236}">
                <a16:creationId xmlns:a16="http://schemas.microsoft.com/office/drawing/2014/main" id="{CE585F7C-FCE5-2E11-74DD-8A574A54377F}"/>
              </a:ext>
            </a:extLst>
          </p:cNvPr>
          <p:cNvSpPr/>
          <p:nvPr/>
        </p:nvSpPr>
        <p:spPr bwMode="gray">
          <a:xfrm>
            <a:off x="2395429" y="2747292"/>
            <a:ext cx="1716047" cy="278726"/>
          </a:xfrm>
          <a:prstGeom prst="rect">
            <a:avLst/>
          </a:prstGeom>
          <a:solidFill>
            <a:schemeClr val="bg1">
              <a:lumMod val="85000"/>
            </a:schemeClr>
          </a:solidFill>
          <a:ln w="19050">
            <a:solidFill>
              <a:srgbClr val="E186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000">
                <a:solidFill>
                  <a:schemeClr val="tx1"/>
                </a:solidFill>
              </a:rPr>
              <a:t>CMC packages backloaded after PoC</a:t>
            </a:r>
            <a:endParaRPr lang="zh-CN" altLang="en-US" sz="1000">
              <a:solidFill>
                <a:schemeClr val="tx1"/>
              </a:solidFill>
            </a:endParaRPr>
          </a:p>
        </p:txBody>
      </p:sp>
      <p:cxnSp>
        <p:nvCxnSpPr>
          <p:cNvPr id="56" name="Straight Connector 55">
            <a:extLst>
              <a:ext uri="{FF2B5EF4-FFF2-40B4-BE49-F238E27FC236}">
                <a16:creationId xmlns:a16="http://schemas.microsoft.com/office/drawing/2014/main" id="{4EE699DE-5A3F-AFAC-7607-BE1BF492C3B6}"/>
              </a:ext>
            </a:extLst>
          </p:cNvPr>
          <p:cNvCxnSpPr>
            <a:cxnSpLocks/>
            <a:stCxn id="11" idx="1"/>
            <a:endCxn id="49" idx="1"/>
          </p:cNvCxnSpPr>
          <p:nvPr/>
        </p:nvCxnSpPr>
        <p:spPr bwMode="gray">
          <a:xfrm>
            <a:off x="2395429" y="2253628"/>
            <a:ext cx="0" cy="633027"/>
          </a:xfrm>
          <a:prstGeom prst="line">
            <a:avLst/>
          </a:prstGeom>
          <a:ln w="1270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2B74CF44-8D82-AEBF-ACF5-78CEA87B60C1}"/>
              </a:ext>
            </a:extLst>
          </p:cNvPr>
          <p:cNvCxnSpPr>
            <a:cxnSpLocks/>
            <a:endCxn id="49" idx="3"/>
          </p:cNvCxnSpPr>
          <p:nvPr/>
        </p:nvCxnSpPr>
        <p:spPr bwMode="gray">
          <a:xfrm>
            <a:off x="4111476" y="2260792"/>
            <a:ext cx="0" cy="625863"/>
          </a:xfrm>
          <a:prstGeom prst="line">
            <a:avLst/>
          </a:prstGeom>
          <a:ln w="1270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22" name="OTLSHAPE_T_e17f3958430f4cff8650518c93c7635e_StartDate">
            <a:extLst>
              <a:ext uri="{FF2B5EF4-FFF2-40B4-BE49-F238E27FC236}">
                <a16:creationId xmlns:a16="http://schemas.microsoft.com/office/drawing/2014/main" id="{52D79221-AA02-0C67-B3BC-BFC3F652FD19}"/>
              </a:ext>
            </a:extLst>
          </p:cNvPr>
          <p:cNvSpPr txBox="1"/>
          <p:nvPr>
            <p:custDataLst>
              <p:tags r:id="rId16"/>
            </p:custDataLst>
          </p:nvPr>
        </p:nvSpPr>
        <p:spPr>
          <a:xfrm>
            <a:off x="9746025" y="2199453"/>
            <a:ext cx="534122" cy="215444"/>
          </a:xfrm>
          <a:prstGeom prst="rect">
            <a:avLst/>
          </a:prstGeom>
        </p:spPr>
        <p:txBody>
          <a:bodyPr wrap="none">
            <a:spAutoFit/>
          </a:bodyPr>
          <a:lstStyle>
            <a:defPPr>
              <a:defRPr lang="de-DE"/>
            </a:defPPr>
            <a:lvl1pPr algn="ctr" defTabSz="914355">
              <a:defRPr sz="700" b="0">
                <a:solidFill>
                  <a:srgbClr val="44546A"/>
                </a:solidFill>
                <a:latin typeface="Calibri" panose="020F0502020204030204" pitchFamily="34" charset="0"/>
                <a:cs typeface="Calibri" panose="020F0502020204030204" pitchFamily="34" charset="0"/>
              </a:defRPr>
            </a:lvl1p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Q2 2030</a:t>
            </a:r>
            <a:endParaRPr kumimoji="0" lang="zh-CN" altLang="en-US" sz="800" b="1"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54" name="Isosceles Triangle 53">
            <a:extLst>
              <a:ext uri="{FF2B5EF4-FFF2-40B4-BE49-F238E27FC236}">
                <a16:creationId xmlns:a16="http://schemas.microsoft.com/office/drawing/2014/main" id="{A7B42626-29C1-B71C-5691-C6FA826D037F}"/>
              </a:ext>
            </a:extLst>
          </p:cNvPr>
          <p:cNvSpPr/>
          <p:nvPr/>
        </p:nvSpPr>
        <p:spPr bwMode="gray">
          <a:xfrm>
            <a:off x="4076059" y="2136518"/>
            <a:ext cx="104990" cy="130939"/>
          </a:xfrm>
          <a:prstGeom prst="triangl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57" name="OTLSHAPE_T_e17f3958430f4cff8650518c93c7635e_StartDate">
            <a:extLst>
              <a:ext uri="{FF2B5EF4-FFF2-40B4-BE49-F238E27FC236}">
                <a16:creationId xmlns:a16="http://schemas.microsoft.com/office/drawing/2014/main" id="{31C5DBAB-8E83-C0B4-A609-3FBED1A79DF5}"/>
              </a:ext>
            </a:extLst>
          </p:cNvPr>
          <p:cNvSpPr txBox="1"/>
          <p:nvPr>
            <p:custDataLst>
              <p:tags r:id="rId17"/>
            </p:custDataLst>
          </p:nvPr>
        </p:nvSpPr>
        <p:spPr>
          <a:xfrm>
            <a:off x="3386239" y="2059574"/>
            <a:ext cx="776175" cy="338554"/>
          </a:xfrm>
          <a:prstGeom prst="rect">
            <a:avLst/>
          </a:prstGeom>
        </p:spPr>
        <p:txBody>
          <a:bodyPr wrap="none">
            <a:spAutoFit/>
          </a:bodyPr>
          <a:lstStyle>
            <a:defPPr>
              <a:defRPr lang="de-DE"/>
            </a:defPPr>
            <a:lvl1pPr algn="ctr" defTabSz="914355">
              <a:defRPr sz="700" b="0">
                <a:solidFill>
                  <a:srgbClr val="44546A"/>
                </a:solidFill>
                <a:latin typeface="Calibri" panose="020F0502020204030204" pitchFamily="34" charset="0"/>
                <a:cs typeface="Calibri" panose="020F0502020204030204" pitchFamily="34" charset="0"/>
              </a:defRPr>
            </a:lvl1pPr>
          </a:lstStyle>
          <a:p>
            <a:pPr marL="0" marR="0" lvl="0" indent="0" algn="ctr" defTabSz="1218990" rtl="0" eaLnBrk="1" fontAlgn="auto" latinLnBrk="0" hangingPunct="1">
              <a:lnSpc>
                <a:spcPct val="100000"/>
              </a:lnSpc>
              <a:spcBef>
                <a:spcPts val="0"/>
              </a:spcBef>
              <a:spcAft>
                <a:spcPts val="0"/>
              </a:spcAft>
              <a:buClrTx/>
              <a:buSzTx/>
              <a:buFontTx/>
              <a:buNone/>
              <a:tabLst/>
              <a:defRPr/>
            </a:pPr>
            <a:r>
              <a:rPr lang="en-US" altLang="zh-CN" sz="800" b="1" err="1">
                <a:solidFill>
                  <a:prstClr val="black"/>
                </a:solidFill>
              </a:rPr>
              <a:t>EoPII</a:t>
            </a:r>
            <a:r>
              <a:rPr lang="en-US" altLang="zh-CN" sz="800" b="1">
                <a:solidFill>
                  <a:prstClr val="black"/>
                </a:solidFill>
              </a:rPr>
              <a:t> Meeting</a:t>
            </a:r>
          </a:p>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Feb 202</a:t>
            </a:r>
            <a:r>
              <a:rPr lang="en-US" altLang="zh-CN" sz="800" b="1">
                <a:solidFill>
                  <a:prstClr val="black"/>
                </a:solidFill>
              </a:rPr>
              <a:t>7</a:t>
            </a:r>
            <a:endParaRPr kumimoji="0" lang="zh-CN" altLang="en-US" sz="800" b="1"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58" name="Star: 4 Points 57">
            <a:extLst>
              <a:ext uri="{FF2B5EF4-FFF2-40B4-BE49-F238E27FC236}">
                <a16:creationId xmlns:a16="http://schemas.microsoft.com/office/drawing/2014/main" id="{F484F8ED-B38A-3180-B345-90CF5408C9B4}"/>
              </a:ext>
            </a:extLst>
          </p:cNvPr>
          <p:cNvSpPr/>
          <p:nvPr/>
        </p:nvSpPr>
        <p:spPr bwMode="gray">
          <a:xfrm>
            <a:off x="3602213" y="4031482"/>
            <a:ext cx="301733" cy="228815"/>
          </a:xfrm>
          <a:prstGeom prst="star4">
            <a:avLst/>
          </a:prstGeom>
          <a:solidFill>
            <a:srgbClr val="E18600"/>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61" name="Rectangle 60">
            <a:extLst>
              <a:ext uri="{FF2B5EF4-FFF2-40B4-BE49-F238E27FC236}">
                <a16:creationId xmlns:a16="http://schemas.microsoft.com/office/drawing/2014/main" id="{F7AAB3AF-AAC4-D763-EF3F-9CCFCF62B065}"/>
              </a:ext>
            </a:extLst>
          </p:cNvPr>
          <p:cNvSpPr/>
          <p:nvPr/>
        </p:nvSpPr>
        <p:spPr>
          <a:xfrm>
            <a:off x="3234277" y="4202834"/>
            <a:ext cx="1079142" cy="400110"/>
          </a:xfrm>
          <a:prstGeom prst="rect">
            <a:avLst/>
          </a:prstGeom>
        </p:spPr>
        <p:txBody>
          <a:bodyPr wrap="none">
            <a:spAutoFit/>
          </a:bodyPr>
          <a:lstStyle/>
          <a:p>
            <a:pPr marL="0" marR="0" lvl="0" indent="0" algn="ctr" defTabSz="121899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err="1">
                <a:ln>
                  <a:noFill/>
                </a:ln>
                <a:solidFill>
                  <a:srgbClr val="44546A"/>
                </a:solidFill>
                <a:effectLst/>
                <a:uLnTx/>
                <a:uFillTx/>
                <a:latin typeface="Calibri" panose="020F0502020204030204" pitchFamily="34" charset="0"/>
                <a:ea typeface="+mn-ea"/>
                <a:cs typeface="Calibri" panose="020F0502020204030204" pitchFamily="34" charset="0"/>
              </a:rPr>
              <a:t>EoPII</a:t>
            </a:r>
            <a:r>
              <a:rPr kumimoji="0" lang="en-US" altLang="zh-CN" sz="10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rPr>
              <a:t> submission</a:t>
            </a:r>
          </a:p>
          <a:p>
            <a:pPr marL="0" marR="0" lvl="0" indent="0" algn="ctr" defTabSz="1218990" rtl="0" eaLnBrk="1" fontAlgn="auto" latinLnBrk="0" hangingPunct="1">
              <a:lnSpc>
                <a:spcPct val="100000"/>
              </a:lnSpc>
              <a:spcBef>
                <a:spcPts val="0"/>
              </a:spcBef>
              <a:spcAft>
                <a:spcPts val="0"/>
              </a:spcAft>
              <a:buClrTx/>
              <a:buSzTx/>
              <a:buFontTx/>
              <a:buNone/>
              <a:tabLst/>
              <a:defRPr/>
            </a:pPr>
            <a:r>
              <a:rPr lang="en-US" altLang="zh-CN" sz="1000" b="1">
                <a:solidFill>
                  <a:srgbClr val="44546A"/>
                </a:solidFill>
                <a:latin typeface="Calibri" panose="020F0502020204030204" pitchFamily="34" charset="0"/>
                <a:cs typeface="Calibri" panose="020F0502020204030204" pitchFamily="34" charset="0"/>
              </a:rPr>
              <a:t>Dec 2026</a:t>
            </a:r>
            <a:endParaRPr kumimoji="0" lang="zh-CN" altLang="en-US" sz="1000" b="1" i="0" u="none" strike="noStrike" kern="1200" cap="none" spc="0" normalizeH="0" baseline="0" noProof="0">
              <a:ln>
                <a:noFill/>
              </a:ln>
              <a:solidFill>
                <a:srgbClr val="44546A"/>
              </a:solidFill>
              <a:effectLst/>
              <a:uLnTx/>
              <a:uFillTx/>
              <a:latin typeface="Calibri" panose="020F0502020204030204" pitchFamily="34" charset="0"/>
              <a:ea typeface="+mn-ea"/>
              <a:cs typeface="Calibri" panose="020F0502020204030204" pitchFamily="34" charset="0"/>
            </a:endParaRPr>
          </a:p>
        </p:txBody>
      </p:sp>
      <p:sp>
        <p:nvSpPr>
          <p:cNvPr id="62" name="TextBox 85">
            <a:extLst>
              <a:ext uri="{FF2B5EF4-FFF2-40B4-BE49-F238E27FC236}">
                <a16:creationId xmlns:a16="http://schemas.microsoft.com/office/drawing/2014/main" id="{F4B4D726-7534-2156-0613-8B15CB717C3D}"/>
              </a:ext>
            </a:extLst>
          </p:cNvPr>
          <p:cNvSpPr txBox="1"/>
          <p:nvPr/>
        </p:nvSpPr>
        <p:spPr bwMode="gray">
          <a:xfrm>
            <a:off x="2542364" y="6119450"/>
            <a:ext cx="8958900" cy="293982"/>
          </a:xfrm>
          <a:prstGeom prst="rect">
            <a:avLst/>
          </a:prstGeom>
          <a:ln>
            <a:solidFill>
              <a:schemeClr val="bg1">
                <a:lumMod val="75000"/>
              </a:schemeClr>
            </a:solidFill>
          </a:ln>
        </p:spPr>
        <p:style>
          <a:lnRef idx="2">
            <a:schemeClr val="accent4"/>
          </a:lnRef>
          <a:fillRef idx="1">
            <a:schemeClr val="lt1"/>
          </a:fillRef>
          <a:effectRef idx="0">
            <a:schemeClr val="accent4"/>
          </a:effectRef>
          <a:fontRef idx="minor">
            <a:schemeClr val="dk1"/>
          </a:fontRef>
        </p:style>
        <p:txBody>
          <a:bodyPr wrap="square" lIns="108000" tIns="36000" rIns="108000" bIns="36000" rtlCol="0" anchor="ctr">
            <a:spAutoFit/>
          </a:bodyP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171450" indent="-171450">
              <a:lnSpc>
                <a:spcPct val="130000"/>
              </a:lnSpc>
              <a:buFont typeface="Arial" panose="020B0604020202020204" pitchFamily="34" charset="0"/>
              <a:buChar char="•"/>
              <a:defRPr/>
            </a:pPr>
            <a:r>
              <a:rPr lang="en-US" altLang="zh-CN" sz="1200" err="1">
                <a:solidFill>
                  <a:prstClr val="black"/>
                </a:solidFill>
                <a:ea typeface="SimSun" panose="02010600030101010101" pitchFamily="2" charset="-122"/>
                <a:cs typeface="Calibri" panose="020F0502020204030204" pitchFamily="34" charset="0"/>
              </a:rPr>
              <a:t>TLR</a:t>
            </a:r>
            <a:r>
              <a:rPr lang="en-US" altLang="zh-CN" sz="1200">
                <a:solidFill>
                  <a:prstClr val="black"/>
                </a:solidFill>
                <a:ea typeface="SimSun" panose="02010600030101010101" pitchFamily="2" charset="-122"/>
                <a:cs typeface="Calibri" panose="020F0502020204030204" pitchFamily="34" charset="0"/>
              </a:rPr>
              <a:t> in Mar indicated PoC was not achieved. PoC milestone moved from Mar </a:t>
            </a:r>
            <a:r>
              <a:rPr lang="en-US" altLang="zh-CN" sz="1200" err="1">
                <a:solidFill>
                  <a:prstClr val="black"/>
                </a:solidFill>
                <a:ea typeface="SimSun" panose="02010600030101010101" pitchFamily="2" charset="-122"/>
                <a:cs typeface="Calibri" panose="020F0502020204030204" pitchFamily="34" charset="0"/>
              </a:rPr>
              <a:t>IUEC</a:t>
            </a:r>
            <a:r>
              <a:rPr lang="en-US" altLang="zh-CN" sz="1200">
                <a:solidFill>
                  <a:prstClr val="black"/>
                </a:solidFill>
                <a:ea typeface="SimSun" panose="02010600030101010101" pitchFamily="2" charset="-122"/>
                <a:cs typeface="Calibri" panose="020F0502020204030204" pitchFamily="34" charset="0"/>
              </a:rPr>
              <a:t> to Apr </a:t>
            </a:r>
            <a:r>
              <a:rPr lang="en-US" altLang="zh-CN" sz="1200" err="1">
                <a:solidFill>
                  <a:prstClr val="black"/>
                </a:solidFill>
                <a:ea typeface="SimSun" panose="02010600030101010101" pitchFamily="2" charset="-122"/>
                <a:cs typeface="Calibri" panose="020F0502020204030204" pitchFamily="34" charset="0"/>
              </a:rPr>
              <a:t>IUEC</a:t>
            </a:r>
            <a:r>
              <a:rPr lang="en-US" altLang="zh-CN" sz="1200">
                <a:solidFill>
                  <a:prstClr val="black"/>
                </a:solidFill>
                <a:ea typeface="SimSun" panose="02010600030101010101" pitchFamily="2" charset="-122"/>
                <a:cs typeface="Calibri" panose="020F0502020204030204" pitchFamily="34" charset="0"/>
              </a:rPr>
              <a:t>.​</a:t>
            </a:r>
          </a:p>
        </p:txBody>
      </p:sp>
    </p:spTree>
    <p:extLst>
      <p:ext uri="{BB962C8B-B14F-4D97-AF65-F5344CB8AC3E}">
        <p14:creationId xmlns:p14="http://schemas.microsoft.com/office/powerpoint/2010/main" val="26154713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8228F93-B99C-7E6B-F6CD-671B66F576CA}"/>
            </a:ext>
          </a:extLst>
        </p:cNvPr>
        <p:cNvGrpSpPr/>
        <p:nvPr/>
      </p:nvGrpSpPr>
      <p:grpSpPr>
        <a:xfrm>
          <a:off x="0" y="0"/>
          <a:ext cx="0" cy="0"/>
          <a:chOff x="0" y="0"/>
          <a:chExt cx="0" cy="0"/>
        </a:xfrm>
      </p:grpSpPr>
      <p:graphicFrame>
        <p:nvGraphicFramePr>
          <p:cNvPr id="17" name="Table 16">
            <a:extLst>
              <a:ext uri="{FF2B5EF4-FFF2-40B4-BE49-F238E27FC236}">
                <a16:creationId xmlns:a16="http://schemas.microsoft.com/office/drawing/2014/main" id="{92708984-CAC6-3410-DB65-925600ECF723}"/>
              </a:ext>
            </a:extLst>
          </p:cNvPr>
          <p:cNvGraphicFramePr>
            <a:graphicFrameLocks noGrp="1"/>
          </p:cNvGraphicFramePr>
          <p:nvPr>
            <p:extLst>
              <p:ext uri="{D42A27DB-BD31-4B8C-83A1-F6EECF244321}">
                <p14:modId xmlns:p14="http://schemas.microsoft.com/office/powerpoint/2010/main" val="3549343210"/>
              </p:ext>
            </p:extLst>
          </p:nvPr>
        </p:nvGraphicFramePr>
        <p:xfrm>
          <a:off x="938623" y="1057847"/>
          <a:ext cx="10478677" cy="4794619"/>
        </p:xfrm>
        <a:graphic>
          <a:graphicData uri="http://schemas.openxmlformats.org/drawingml/2006/table">
            <a:tbl>
              <a:tblPr firstRow="1" bandRow="1">
                <a:tableStyleId>{5C22544A-7EE6-4342-B048-85BDC9FD1C3A}</a:tableStyleId>
              </a:tblPr>
              <a:tblGrid>
                <a:gridCol w="952607">
                  <a:extLst>
                    <a:ext uri="{9D8B030D-6E8A-4147-A177-3AD203B41FA5}">
                      <a16:colId xmlns:a16="http://schemas.microsoft.com/office/drawing/2014/main" val="2234517356"/>
                    </a:ext>
                  </a:extLst>
                </a:gridCol>
                <a:gridCol w="952607">
                  <a:extLst>
                    <a:ext uri="{9D8B030D-6E8A-4147-A177-3AD203B41FA5}">
                      <a16:colId xmlns:a16="http://schemas.microsoft.com/office/drawing/2014/main" val="3843720251"/>
                    </a:ext>
                  </a:extLst>
                </a:gridCol>
                <a:gridCol w="952607">
                  <a:extLst>
                    <a:ext uri="{9D8B030D-6E8A-4147-A177-3AD203B41FA5}">
                      <a16:colId xmlns:a16="http://schemas.microsoft.com/office/drawing/2014/main" val="507837758"/>
                    </a:ext>
                  </a:extLst>
                </a:gridCol>
                <a:gridCol w="952607">
                  <a:extLst>
                    <a:ext uri="{9D8B030D-6E8A-4147-A177-3AD203B41FA5}">
                      <a16:colId xmlns:a16="http://schemas.microsoft.com/office/drawing/2014/main" val="1334079413"/>
                    </a:ext>
                  </a:extLst>
                </a:gridCol>
                <a:gridCol w="952607">
                  <a:extLst>
                    <a:ext uri="{9D8B030D-6E8A-4147-A177-3AD203B41FA5}">
                      <a16:colId xmlns:a16="http://schemas.microsoft.com/office/drawing/2014/main" val="718673059"/>
                    </a:ext>
                  </a:extLst>
                </a:gridCol>
                <a:gridCol w="952607">
                  <a:extLst>
                    <a:ext uri="{9D8B030D-6E8A-4147-A177-3AD203B41FA5}">
                      <a16:colId xmlns:a16="http://schemas.microsoft.com/office/drawing/2014/main" val="3206303251"/>
                    </a:ext>
                  </a:extLst>
                </a:gridCol>
                <a:gridCol w="952607">
                  <a:extLst>
                    <a:ext uri="{9D8B030D-6E8A-4147-A177-3AD203B41FA5}">
                      <a16:colId xmlns:a16="http://schemas.microsoft.com/office/drawing/2014/main" val="4107074498"/>
                    </a:ext>
                  </a:extLst>
                </a:gridCol>
                <a:gridCol w="952607">
                  <a:extLst>
                    <a:ext uri="{9D8B030D-6E8A-4147-A177-3AD203B41FA5}">
                      <a16:colId xmlns:a16="http://schemas.microsoft.com/office/drawing/2014/main" val="4219214818"/>
                    </a:ext>
                  </a:extLst>
                </a:gridCol>
                <a:gridCol w="952607">
                  <a:extLst>
                    <a:ext uri="{9D8B030D-6E8A-4147-A177-3AD203B41FA5}">
                      <a16:colId xmlns:a16="http://schemas.microsoft.com/office/drawing/2014/main" val="3427870137"/>
                    </a:ext>
                  </a:extLst>
                </a:gridCol>
                <a:gridCol w="952607">
                  <a:extLst>
                    <a:ext uri="{9D8B030D-6E8A-4147-A177-3AD203B41FA5}">
                      <a16:colId xmlns:a16="http://schemas.microsoft.com/office/drawing/2014/main" val="1042206171"/>
                    </a:ext>
                  </a:extLst>
                </a:gridCol>
                <a:gridCol w="952607">
                  <a:extLst>
                    <a:ext uri="{9D8B030D-6E8A-4147-A177-3AD203B41FA5}">
                      <a16:colId xmlns:a16="http://schemas.microsoft.com/office/drawing/2014/main" val="3883878309"/>
                    </a:ext>
                  </a:extLst>
                </a:gridCol>
              </a:tblGrid>
              <a:tr h="329264">
                <a:tc>
                  <a:txBody>
                    <a:bodyPr/>
                    <a:lstStyle/>
                    <a:p>
                      <a:r>
                        <a:rPr lang="en-US" altLang="zh-CN" sz="1400"/>
                        <a:t>2026</a:t>
                      </a:r>
                      <a:endParaRPr lang="zh-CN" altLang="en-US" sz="1400"/>
                    </a:p>
                  </a:txBody>
                  <a:tcPr/>
                </a:tc>
                <a:tc>
                  <a:txBody>
                    <a:bodyPr/>
                    <a:lstStyle/>
                    <a:p>
                      <a:r>
                        <a:rPr lang="en-US" altLang="zh-CN" sz="1400"/>
                        <a:t>2027</a:t>
                      </a:r>
                      <a:endParaRPr lang="zh-CN" altLang="en-US" sz="1400"/>
                    </a:p>
                  </a:txBody>
                  <a:tcPr/>
                </a:tc>
                <a:tc>
                  <a:txBody>
                    <a:bodyPr/>
                    <a:lstStyle/>
                    <a:p>
                      <a:r>
                        <a:rPr lang="en-US" altLang="zh-CN" sz="1400"/>
                        <a:t>2028</a:t>
                      </a:r>
                      <a:endParaRPr lang="zh-CN" altLang="en-US" sz="1400"/>
                    </a:p>
                  </a:txBody>
                  <a:tcPr/>
                </a:tc>
                <a:tc>
                  <a:txBody>
                    <a:bodyPr/>
                    <a:lstStyle/>
                    <a:p>
                      <a:r>
                        <a:rPr lang="en-US" altLang="zh-CN" sz="1400"/>
                        <a:t>2029</a:t>
                      </a:r>
                      <a:endParaRPr lang="zh-CN" altLang="en-US" sz="1400"/>
                    </a:p>
                  </a:txBody>
                  <a:tcPr/>
                </a:tc>
                <a:tc>
                  <a:txBody>
                    <a:bodyPr/>
                    <a:lstStyle/>
                    <a:p>
                      <a:r>
                        <a:rPr lang="en-US" altLang="zh-CN" sz="1400"/>
                        <a:t>2030</a:t>
                      </a:r>
                      <a:endParaRPr lang="zh-CN" altLang="en-US" sz="1400"/>
                    </a:p>
                  </a:txBody>
                  <a:tcPr/>
                </a:tc>
                <a:tc>
                  <a:txBody>
                    <a:bodyPr/>
                    <a:lstStyle/>
                    <a:p>
                      <a:r>
                        <a:rPr lang="en-US" altLang="zh-CN" sz="1400"/>
                        <a:t>2031</a:t>
                      </a:r>
                      <a:endParaRPr lang="zh-CN" altLang="en-US" sz="1400"/>
                    </a:p>
                  </a:txBody>
                  <a:tcPr/>
                </a:tc>
                <a:tc>
                  <a:txBody>
                    <a:bodyPr/>
                    <a:lstStyle/>
                    <a:p>
                      <a:r>
                        <a:rPr lang="en-US" altLang="zh-CN" sz="1400"/>
                        <a:t>2032</a:t>
                      </a:r>
                      <a:endParaRPr lang="zh-CN" altLang="en-US" sz="1400"/>
                    </a:p>
                  </a:txBody>
                  <a:tcPr/>
                </a:tc>
                <a:tc>
                  <a:txBody>
                    <a:bodyPr/>
                    <a:lstStyle/>
                    <a:p>
                      <a:r>
                        <a:rPr lang="en-US" altLang="zh-CN" sz="1400"/>
                        <a:t>2033</a:t>
                      </a:r>
                      <a:endParaRPr lang="zh-CN" altLang="en-US" sz="1400"/>
                    </a:p>
                  </a:txBody>
                  <a:tcPr/>
                </a:tc>
                <a:tc>
                  <a:txBody>
                    <a:bodyPr/>
                    <a:lstStyle/>
                    <a:p>
                      <a:r>
                        <a:rPr lang="en-US" altLang="zh-CN" sz="1400"/>
                        <a:t>2034</a:t>
                      </a:r>
                      <a:endParaRPr lang="zh-CN" altLang="en-US" sz="1400"/>
                    </a:p>
                  </a:txBody>
                  <a:tcPr/>
                </a:tc>
                <a:tc>
                  <a:txBody>
                    <a:bodyPr/>
                    <a:lstStyle/>
                    <a:p>
                      <a:r>
                        <a:rPr lang="en-US" altLang="zh-CN" sz="1400"/>
                        <a:t>2035</a:t>
                      </a:r>
                      <a:endParaRPr lang="zh-CN" altLang="en-US" sz="1400"/>
                    </a:p>
                  </a:txBody>
                  <a:tcPr/>
                </a:tc>
                <a:tc>
                  <a:txBody>
                    <a:bodyPr/>
                    <a:lstStyle/>
                    <a:p>
                      <a:r>
                        <a:rPr lang="en-US" altLang="zh-CN" sz="1400"/>
                        <a:t>2036</a:t>
                      </a:r>
                      <a:endParaRPr lang="zh-CN" altLang="en-US" sz="1400"/>
                    </a:p>
                  </a:txBody>
                  <a:tcPr/>
                </a:tc>
                <a:extLst>
                  <a:ext uri="{0D108BD9-81ED-4DB2-BD59-A6C34878D82A}">
                    <a16:rowId xmlns:a16="http://schemas.microsoft.com/office/drawing/2014/main" val="706743387"/>
                  </a:ext>
                </a:extLst>
              </a:tr>
              <a:tr h="4465355">
                <a:tc>
                  <a:txBody>
                    <a:bodyPr/>
                    <a:lstStyle/>
                    <a:p>
                      <a:endParaRPr lang="zh-CN" altLang="en-US">
                        <a:ln w="6350">
                          <a:solidFill>
                            <a:schemeClr val="tx1"/>
                          </a:solidFill>
                        </a:ln>
                        <a:solidFill>
                          <a:schemeClr val="bg1">
                            <a:lumMod val="85000"/>
                          </a:schemeClr>
                        </a:solidFill>
                      </a:endParaRPr>
                    </a:p>
                  </a:txBody>
                  <a:tcPr>
                    <a:lnR w="6350" cap="flat" cmpd="sng" algn="ctr">
                      <a:solidFill>
                        <a:schemeClr val="bg1">
                          <a:lumMod val="75000"/>
                        </a:schemeClr>
                      </a:solidFill>
                      <a:prstDash val="dash"/>
                      <a:round/>
                      <a:headEnd type="none" w="med" len="med"/>
                      <a:tailEnd type="none" w="med" len="med"/>
                    </a:lnR>
                    <a:noFill/>
                  </a:tcPr>
                </a:tc>
                <a:tc>
                  <a:txBody>
                    <a:bodyPr/>
                    <a:lstStyle/>
                    <a:p>
                      <a:endParaRPr lang="zh-CN" altLang="en-US">
                        <a:ln w="6350">
                          <a:solidFill>
                            <a:schemeClr val="tx1"/>
                          </a:solidFill>
                        </a:ln>
                        <a:solidFill>
                          <a:schemeClr val="bg1">
                            <a:lumMod val="85000"/>
                          </a:schemeClr>
                        </a:solidFill>
                      </a:endParaRPr>
                    </a:p>
                  </a:txBody>
                  <a:tcP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noFill/>
                  </a:tcPr>
                </a:tc>
                <a:tc>
                  <a:txBody>
                    <a:bodyPr/>
                    <a:lstStyle/>
                    <a:p>
                      <a:endParaRPr lang="zh-CN" altLang="en-US">
                        <a:ln w="6350">
                          <a:solidFill>
                            <a:schemeClr val="tx1"/>
                          </a:solidFill>
                        </a:ln>
                        <a:solidFill>
                          <a:schemeClr val="bg1">
                            <a:lumMod val="85000"/>
                          </a:schemeClr>
                        </a:solidFill>
                      </a:endParaRPr>
                    </a:p>
                  </a:txBody>
                  <a:tcP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noFill/>
                  </a:tcPr>
                </a:tc>
                <a:tc>
                  <a:txBody>
                    <a:bodyPr/>
                    <a:lstStyle/>
                    <a:p>
                      <a:endParaRPr lang="zh-CN" altLang="en-US">
                        <a:ln w="6350">
                          <a:solidFill>
                            <a:schemeClr val="tx1"/>
                          </a:solidFill>
                        </a:ln>
                        <a:solidFill>
                          <a:schemeClr val="bg1">
                            <a:lumMod val="85000"/>
                          </a:schemeClr>
                        </a:solidFill>
                      </a:endParaRPr>
                    </a:p>
                  </a:txBody>
                  <a:tcP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noFill/>
                  </a:tcPr>
                </a:tc>
                <a:tc>
                  <a:txBody>
                    <a:bodyPr/>
                    <a:lstStyle/>
                    <a:p>
                      <a:endParaRPr lang="zh-CN" altLang="en-US">
                        <a:ln w="6350">
                          <a:solidFill>
                            <a:schemeClr val="tx1"/>
                          </a:solidFill>
                        </a:ln>
                        <a:solidFill>
                          <a:schemeClr val="bg1">
                            <a:lumMod val="85000"/>
                          </a:schemeClr>
                        </a:solidFill>
                      </a:endParaRPr>
                    </a:p>
                  </a:txBody>
                  <a:tcP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noFill/>
                  </a:tcPr>
                </a:tc>
                <a:tc>
                  <a:txBody>
                    <a:bodyPr/>
                    <a:lstStyle/>
                    <a:p>
                      <a:endParaRPr lang="zh-CN" altLang="en-US">
                        <a:ln w="6350">
                          <a:solidFill>
                            <a:schemeClr val="tx1"/>
                          </a:solidFill>
                        </a:ln>
                        <a:solidFill>
                          <a:schemeClr val="bg1">
                            <a:lumMod val="85000"/>
                          </a:schemeClr>
                        </a:solidFill>
                      </a:endParaRPr>
                    </a:p>
                  </a:txBody>
                  <a:tcP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noFill/>
                  </a:tcPr>
                </a:tc>
                <a:tc>
                  <a:txBody>
                    <a:bodyPr/>
                    <a:lstStyle/>
                    <a:p>
                      <a:endParaRPr lang="zh-CN" altLang="en-US">
                        <a:ln w="6350">
                          <a:solidFill>
                            <a:schemeClr val="tx1"/>
                          </a:solidFill>
                        </a:ln>
                        <a:solidFill>
                          <a:schemeClr val="bg1">
                            <a:lumMod val="85000"/>
                          </a:schemeClr>
                        </a:solidFill>
                      </a:endParaRPr>
                    </a:p>
                  </a:txBody>
                  <a:tcP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noFill/>
                  </a:tcPr>
                </a:tc>
                <a:tc>
                  <a:txBody>
                    <a:bodyPr/>
                    <a:lstStyle/>
                    <a:p>
                      <a:endParaRPr lang="zh-CN" altLang="en-US">
                        <a:ln w="6350">
                          <a:solidFill>
                            <a:schemeClr val="tx1"/>
                          </a:solidFill>
                        </a:ln>
                        <a:solidFill>
                          <a:schemeClr val="bg1">
                            <a:lumMod val="85000"/>
                          </a:schemeClr>
                        </a:solidFill>
                      </a:endParaRPr>
                    </a:p>
                  </a:txBody>
                  <a:tcP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noFill/>
                  </a:tcPr>
                </a:tc>
                <a:tc>
                  <a:txBody>
                    <a:bodyPr/>
                    <a:lstStyle/>
                    <a:p>
                      <a:endParaRPr lang="zh-CN" altLang="en-US">
                        <a:ln w="6350">
                          <a:solidFill>
                            <a:schemeClr val="tx1"/>
                          </a:solidFill>
                        </a:ln>
                        <a:solidFill>
                          <a:schemeClr val="bg1">
                            <a:lumMod val="85000"/>
                          </a:schemeClr>
                        </a:solidFill>
                      </a:endParaRPr>
                    </a:p>
                  </a:txBody>
                  <a:tcP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noFill/>
                  </a:tcPr>
                </a:tc>
                <a:tc>
                  <a:txBody>
                    <a:bodyPr/>
                    <a:lstStyle/>
                    <a:p>
                      <a:endParaRPr lang="zh-CN" altLang="en-US">
                        <a:ln w="6350">
                          <a:solidFill>
                            <a:schemeClr val="tx1"/>
                          </a:solidFill>
                        </a:ln>
                        <a:solidFill>
                          <a:schemeClr val="bg1">
                            <a:lumMod val="85000"/>
                          </a:schemeClr>
                        </a:solidFill>
                      </a:endParaRPr>
                    </a:p>
                  </a:txBody>
                  <a:tcP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noFill/>
                  </a:tcPr>
                </a:tc>
                <a:tc>
                  <a:txBody>
                    <a:bodyPr/>
                    <a:lstStyle/>
                    <a:p>
                      <a:endParaRPr lang="zh-CN" altLang="en-US">
                        <a:ln w="6350">
                          <a:solidFill>
                            <a:schemeClr val="tx1"/>
                          </a:solidFill>
                        </a:ln>
                        <a:solidFill>
                          <a:schemeClr val="bg1">
                            <a:lumMod val="85000"/>
                          </a:schemeClr>
                        </a:solidFill>
                      </a:endParaRPr>
                    </a:p>
                  </a:txBody>
                  <a:tcPr>
                    <a:lnL w="6350" cap="flat" cmpd="sng" algn="ctr">
                      <a:solidFill>
                        <a:schemeClr val="bg1">
                          <a:lumMod val="75000"/>
                        </a:schemeClr>
                      </a:solidFill>
                      <a:prstDash val="dash"/>
                      <a:round/>
                      <a:headEnd type="none" w="med" len="med"/>
                      <a:tailEnd type="none" w="med" len="med"/>
                    </a:lnL>
                    <a:lnR w="6350" cap="flat" cmpd="sng" algn="ctr">
                      <a:solidFill>
                        <a:schemeClr val="bg1">
                          <a:lumMod val="75000"/>
                        </a:schemeClr>
                      </a:solidFill>
                      <a:prstDash val="dash"/>
                      <a:round/>
                      <a:headEnd type="none" w="med" len="med"/>
                      <a:tailEnd type="none" w="med" len="med"/>
                    </a:lnR>
                    <a:noFill/>
                  </a:tcPr>
                </a:tc>
                <a:extLst>
                  <a:ext uri="{0D108BD9-81ED-4DB2-BD59-A6C34878D82A}">
                    <a16:rowId xmlns:a16="http://schemas.microsoft.com/office/drawing/2014/main" val="1772178603"/>
                  </a:ext>
                </a:extLst>
              </a:tr>
            </a:tbl>
          </a:graphicData>
        </a:graphic>
      </p:graphicFrame>
      <p:sp>
        <p:nvSpPr>
          <p:cNvPr id="66" name="OTLSHAPE_SL2A_8f08ee827ee94aaf9897b482243f4d6a_BackgroundRectangle" hidden="1">
            <a:extLst>
              <a:ext uri="{FF2B5EF4-FFF2-40B4-BE49-F238E27FC236}">
                <a16:creationId xmlns:a16="http://schemas.microsoft.com/office/drawing/2014/main" id="{6B45E30B-B09E-1F7C-6070-C1291326B73B}"/>
              </a:ext>
            </a:extLst>
          </p:cNvPr>
          <p:cNvSpPr/>
          <p:nvPr>
            <p:custDataLst>
              <p:tags r:id="rId2"/>
            </p:custDataLst>
          </p:nvPr>
        </p:nvSpPr>
        <p:spPr bwMode="gray">
          <a:xfrm>
            <a:off x="965200" y="2064385"/>
            <a:ext cx="10388600" cy="1753807"/>
          </a:xfrm>
          <a:prstGeom prst="rect">
            <a:avLst/>
          </a:prstGeom>
          <a:solidFill>
            <a:schemeClr val="accent3">
              <a:alpha val="20000"/>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77" name="OTLSHAPE_SL2A_a04281a05428499d84a6ee532035976f_BackgroundRectangle" hidden="1">
            <a:extLst>
              <a:ext uri="{FF2B5EF4-FFF2-40B4-BE49-F238E27FC236}">
                <a16:creationId xmlns:a16="http://schemas.microsoft.com/office/drawing/2014/main" id="{25B620FA-1543-024F-2D80-7131525C6C33}"/>
              </a:ext>
            </a:extLst>
          </p:cNvPr>
          <p:cNvSpPr/>
          <p:nvPr>
            <p:custDataLst>
              <p:tags r:id="rId3"/>
            </p:custDataLst>
          </p:nvPr>
        </p:nvSpPr>
        <p:spPr bwMode="gray">
          <a:xfrm>
            <a:off x="965200" y="3945191"/>
            <a:ext cx="10388600" cy="587502"/>
          </a:xfrm>
          <a:prstGeom prst="rect">
            <a:avLst/>
          </a:prstGeom>
          <a:solidFill>
            <a:schemeClr val="accent3">
              <a:alpha val="20000"/>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4" name="OTLSHAPE_TB_00000000000000000000000000000000_LeftEndCaps" hidden="1">
            <a:extLst>
              <a:ext uri="{FF2B5EF4-FFF2-40B4-BE49-F238E27FC236}">
                <a16:creationId xmlns:a16="http://schemas.microsoft.com/office/drawing/2014/main" id="{6FBB5C4C-00A8-9471-06AE-577A315C5043}"/>
              </a:ext>
            </a:extLst>
          </p:cNvPr>
          <p:cNvSpPr txBox="1"/>
          <p:nvPr>
            <p:custDataLst>
              <p:tags r:id="rId4"/>
            </p:custDataLst>
          </p:nvPr>
        </p:nvSpPr>
        <p:spPr bwMode="gray">
          <a:xfrm>
            <a:off x="-220429" y="-41402"/>
            <a:ext cx="469900" cy="279400"/>
          </a:xfrm>
          <a:prstGeom prst="rect">
            <a:avLst/>
          </a:prstGeom>
          <a:noFill/>
        </p:spPr>
        <p:txBody>
          <a:bodyPr vert="horz" wrap="none" lIns="0" tIns="0" rIns="0" bIns="0" rtlCol="0" anchor="ctr" anchorCtr="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GB" sz="1800" b="1" i="0" u="none" strike="noStrike" kern="1200" cap="none" spc="0" normalizeH="0" baseline="0" noProof="0">
                <a:ln>
                  <a:noFill/>
                </a:ln>
                <a:solidFill>
                  <a:srgbClr val="ED7D31"/>
                </a:solidFill>
                <a:effectLst/>
                <a:uLnTx/>
                <a:uFillTx/>
                <a:latin typeface="Calibri" panose="020F0502020204030204" pitchFamily="34" charset="0"/>
                <a:ea typeface="+mn-lt"/>
                <a:cs typeface="+mn-lt"/>
                <a:sym typeface="+mn-lt"/>
              </a:rPr>
              <a:t>2024</a:t>
            </a:r>
          </a:p>
        </p:txBody>
      </p:sp>
      <p:sp>
        <p:nvSpPr>
          <p:cNvPr id="64" name="OTLSHAPE_SL2A_8f08ee827ee94aaf9897b482243f4d6a_HeaderRectangle" hidden="1">
            <a:extLst>
              <a:ext uri="{FF2B5EF4-FFF2-40B4-BE49-F238E27FC236}">
                <a16:creationId xmlns:a16="http://schemas.microsoft.com/office/drawing/2014/main" id="{1B1AC0DC-FDC0-C738-E690-D5DF69ED44A7}"/>
              </a:ext>
            </a:extLst>
          </p:cNvPr>
          <p:cNvSpPr/>
          <p:nvPr>
            <p:custDataLst>
              <p:tags r:id="rId5"/>
            </p:custDataLst>
          </p:nvPr>
        </p:nvSpPr>
        <p:spPr bwMode="gray">
          <a:xfrm>
            <a:off x="965200" y="2064385"/>
            <a:ext cx="0" cy="0"/>
          </a:xfrm>
          <a:prstGeom prst="rect">
            <a:avLst/>
          </a:prstGeom>
          <a:solidFill>
            <a:schemeClr val="accent3">
              <a:alpha val="24706"/>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75" name="OTLSHAPE_SL2A_a04281a05428499d84a6ee532035976f_HeaderRectangle" hidden="1">
            <a:extLst>
              <a:ext uri="{FF2B5EF4-FFF2-40B4-BE49-F238E27FC236}">
                <a16:creationId xmlns:a16="http://schemas.microsoft.com/office/drawing/2014/main" id="{FA92E26F-A9A2-8662-C916-0C06592D065E}"/>
              </a:ext>
            </a:extLst>
          </p:cNvPr>
          <p:cNvSpPr/>
          <p:nvPr>
            <p:custDataLst>
              <p:tags r:id="rId6"/>
            </p:custDataLst>
          </p:nvPr>
        </p:nvSpPr>
        <p:spPr bwMode="gray">
          <a:xfrm>
            <a:off x="965200" y="3945191"/>
            <a:ext cx="0" cy="0"/>
          </a:xfrm>
          <a:prstGeom prst="rect">
            <a:avLst/>
          </a:prstGeom>
          <a:solidFill>
            <a:schemeClr val="accent3">
              <a:alpha val="24706"/>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7" name="OTLSHAPE_TB_00000000000000000000000000000000_ElapsedTime" hidden="1">
            <a:extLst>
              <a:ext uri="{FF2B5EF4-FFF2-40B4-BE49-F238E27FC236}">
                <a16:creationId xmlns:a16="http://schemas.microsoft.com/office/drawing/2014/main" id="{14439915-1B53-268E-5A9F-D010A58E4E17}"/>
              </a:ext>
            </a:extLst>
          </p:cNvPr>
          <p:cNvSpPr/>
          <p:nvPr>
            <p:custDataLst>
              <p:tags r:id="rId7"/>
            </p:custDataLst>
          </p:nvPr>
        </p:nvSpPr>
        <p:spPr bwMode="gray">
          <a:xfrm>
            <a:off x="1092200" y="208280"/>
            <a:ext cx="0" cy="0"/>
          </a:xfrm>
          <a:prstGeom prst="roundRect">
            <a:avLst/>
          </a:prstGeom>
          <a:solidFill>
            <a:srgbClr val="FF0000">
              <a:alpha val="74902"/>
            </a:srgb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57" name="OTLSHAPE_SLT_e785718badf244a395bbada915af691a_ShapePercentage" hidden="1">
            <a:extLst>
              <a:ext uri="{FF2B5EF4-FFF2-40B4-BE49-F238E27FC236}">
                <a16:creationId xmlns:a16="http://schemas.microsoft.com/office/drawing/2014/main" id="{63C6D60F-B461-8B9F-A7CE-578C24124318}"/>
              </a:ext>
            </a:extLst>
          </p:cNvPr>
          <p:cNvSpPr/>
          <p:nvPr>
            <p:custDataLst>
              <p:tags r:id="rId8"/>
            </p:custDataLst>
          </p:nvPr>
        </p:nvSpPr>
        <p:spPr bwMode="gray">
          <a:xfrm>
            <a:off x="1595662" y="2102485"/>
            <a:ext cx="0" cy="0"/>
          </a:xfrm>
          <a:prstGeom prst="homePlate">
            <a:avLst/>
          </a:prstGeom>
          <a:solidFill>
            <a:schemeClr val="dk1">
              <a:alpha val="34902"/>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68" name="OTLSHAPE_SLT_e5cb043cbc7d4ec9bfb9e2052a64e6d5_ShapePercentage" hidden="1">
            <a:extLst>
              <a:ext uri="{FF2B5EF4-FFF2-40B4-BE49-F238E27FC236}">
                <a16:creationId xmlns:a16="http://schemas.microsoft.com/office/drawing/2014/main" id="{03D2D987-7228-1174-93C4-BC77F8E1D2FB}"/>
              </a:ext>
            </a:extLst>
          </p:cNvPr>
          <p:cNvSpPr/>
          <p:nvPr>
            <p:custDataLst>
              <p:tags r:id="rId9"/>
            </p:custDataLst>
          </p:nvPr>
        </p:nvSpPr>
        <p:spPr bwMode="gray">
          <a:xfrm>
            <a:off x="5868718" y="2719388"/>
            <a:ext cx="0" cy="0"/>
          </a:xfrm>
          <a:prstGeom prst="homePlate">
            <a:avLst/>
          </a:prstGeom>
          <a:solidFill>
            <a:schemeClr val="dk1">
              <a:alpha val="34902"/>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79" name="OTLSHAPE_SLT_4935c5fc5de242bc9e3859782e94a8e7_ShapePercentage" hidden="1">
            <a:extLst>
              <a:ext uri="{FF2B5EF4-FFF2-40B4-BE49-F238E27FC236}">
                <a16:creationId xmlns:a16="http://schemas.microsoft.com/office/drawing/2014/main" id="{438DFB77-838D-985E-5F46-63BE5C1B6CC7}"/>
              </a:ext>
            </a:extLst>
          </p:cNvPr>
          <p:cNvSpPr/>
          <p:nvPr>
            <p:custDataLst>
              <p:tags r:id="rId10"/>
            </p:custDataLst>
          </p:nvPr>
        </p:nvSpPr>
        <p:spPr bwMode="gray">
          <a:xfrm>
            <a:off x="6261714" y="3268790"/>
            <a:ext cx="0" cy="0"/>
          </a:xfrm>
          <a:prstGeom prst="homePlate">
            <a:avLst/>
          </a:prstGeom>
          <a:solidFill>
            <a:schemeClr val="dk1">
              <a:alpha val="34902"/>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8" name="OTLSHAPE_TB_00000000000000000000000000000000_TodayMarkerShape" hidden="1">
            <a:extLst>
              <a:ext uri="{FF2B5EF4-FFF2-40B4-BE49-F238E27FC236}">
                <a16:creationId xmlns:a16="http://schemas.microsoft.com/office/drawing/2014/main" id="{3494FDE7-4370-94B9-D38E-8F7FBE1CCB4D}"/>
              </a:ext>
            </a:extLst>
          </p:cNvPr>
          <p:cNvSpPr/>
          <p:nvPr>
            <p:custDataLst>
              <p:tags r:id="rId11"/>
            </p:custDataLst>
          </p:nvPr>
        </p:nvSpPr>
        <p:spPr bwMode="gray">
          <a:xfrm>
            <a:off x="2860852" y="462280"/>
            <a:ext cx="76200" cy="84667"/>
          </a:xfrm>
          <a:prstGeom prst="triangle">
            <a:avLst/>
          </a:prstGeom>
          <a:solidFill>
            <a:srgbClr val="FF0000"/>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9" name="OTLSHAPE_TB_00000000000000000000000000000000_TodayMarkerText" hidden="1">
            <a:extLst>
              <a:ext uri="{FF2B5EF4-FFF2-40B4-BE49-F238E27FC236}">
                <a16:creationId xmlns:a16="http://schemas.microsoft.com/office/drawing/2014/main" id="{56481667-4EA1-5F2C-6E43-D2FEFCDCF4AD}"/>
              </a:ext>
            </a:extLst>
          </p:cNvPr>
          <p:cNvSpPr txBox="1"/>
          <p:nvPr>
            <p:custDataLst>
              <p:tags r:id="rId12"/>
            </p:custDataLst>
          </p:nvPr>
        </p:nvSpPr>
        <p:spPr bwMode="gray">
          <a:xfrm>
            <a:off x="-350668" y="-63891"/>
            <a:ext cx="0" cy="0"/>
          </a:xfrm>
          <a:prstGeom prst="rect">
            <a:avLst/>
          </a:prstGeom>
          <a:noFill/>
        </p:spPr>
        <p:txBody>
          <a:bodyPr vert="horz" wrap="none" lIns="0" tIns="0" rIns="0" bIns="0" rtlCol="0" anchor="ctr" anchorCtr="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GB" sz="1200" b="0" i="0" u="none" strike="noStrike" kern="1200" cap="none" spc="0" normalizeH="0" baseline="0" noProof="0">
                <a:ln>
                  <a:noFill/>
                </a:ln>
                <a:solidFill>
                  <a:srgbClr val="08312A"/>
                </a:solidFill>
                <a:effectLst/>
                <a:uLnTx/>
                <a:uFillTx/>
                <a:latin typeface="Calibri" panose="020F0502020204030204" pitchFamily="34" charset="0"/>
                <a:ea typeface="+mn-lt"/>
                <a:cs typeface="+mn-lt"/>
                <a:sym typeface="+mn-lt"/>
              </a:rPr>
              <a:t>Today</a:t>
            </a:r>
          </a:p>
        </p:txBody>
      </p:sp>
      <p:sp>
        <p:nvSpPr>
          <p:cNvPr id="59" name="OTLSHAPE_SLT_e785718badf244a395bbada915af691a_TextPercentage" hidden="1">
            <a:extLst>
              <a:ext uri="{FF2B5EF4-FFF2-40B4-BE49-F238E27FC236}">
                <a16:creationId xmlns:a16="http://schemas.microsoft.com/office/drawing/2014/main" id="{3049D0BC-2852-4F50-C751-0F6FE0C3283F}"/>
              </a:ext>
            </a:extLst>
          </p:cNvPr>
          <p:cNvSpPr txBox="1"/>
          <p:nvPr>
            <p:custDataLst>
              <p:tags r:id="rId13"/>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70" name="OTLSHAPE_SLT_e5cb043cbc7d4ec9bfb9e2052a64e6d5_TextPercentage" hidden="1">
            <a:extLst>
              <a:ext uri="{FF2B5EF4-FFF2-40B4-BE49-F238E27FC236}">
                <a16:creationId xmlns:a16="http://schemas.microsoft.com/office/drawing/2014/main" id="{C7DD07C3-0E2B-C210-4C9F-66A5F06E3B3B}"/>
              </a:ext>
            </a:extLst>
          </p:cNvPr>
          <p:cNvSpPr txBox="1"/>
          <p:nvPr>
            <p:custDataLst>
              <p:tags r:id="rId14"/>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81" name="OTLSHAPE_SLT_4935c5fc5de242bc9e3859782e94a8e7_TextPercentage" hidden="1">
            <a:extLst>
              <a:ext uri="{FF2B5EF4-FFF2-40B4-BE49-F238E27FC236}">
                <a16:creationId xmlns:a16="http://schemas.microsoft.com/office/drawing/2014/main" id="{EB135A67-1077-1544-6FBC-83B5CD995F51}"/>
              </a:ext>
            </a:extLst>
          </p:cNvPr>
          <p:cNvSpPr txBox="1"/>
          <p:nvPr>
            <p:custDataLst>
              <p:tags r:id="rId15"/>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endParaRPr>
          </a:p>
        </p:txBody>
      </p:sp>
      <p:sp>
        <p:nvSpPr>
          <p:cNvPr id="62" name="OTLSHAPE_SLT_e785718badf244a395bbada915af691a_JoinedDate" hidden="1">
            <a:extLst>
              <a:ext uri="{FF2B5EF4-FFF2-40B4-BE49-F238E27FC236}">
                <a16:creationId xmlns:a16="http://schemas.microsoft.com/office/drawing/2014/main" id="{C4E56B6B-2A06-E807-B272-1B4440216EDF}"/>
              </a:ext>
            </a:extLst>
          </p:cNvPr>
          <p:cNvSpPr txBox="1"/>
          <p:nvPr>
            <p:custDataLst>
              <p:tags r:id="rId16"/>
            </p:custDataLst>
          </p:nvPr>
        </p:nvSpPr>
        <p:spPr bwMode="gray">
          <a:xfrm>
            <a:off x="910020" y="3133146"/>
            <a:ext cx="723900" cy="16510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GB" sz="1000" b="0" i="0" u="none" strike="noStrike" kern="1200" cap="none" spc="-4" normalizeH="0" baseline="0" noProof="0">
                <a:ln>
                  <a:noFill/>
                </a:ln>
                <a:solidFill>
                  <a:srgbClr val="44546A"/>
                </a:solidFill>
                <a:effectLst/>
                <a:uLnTx/>
                <a:uFillTx/>
                <a:latin typeface="Calibri" panose="020F0502020204030204" pitchFamily="34" charset="0"/>
                <a:ea typeface="+mn-lt"/>
                <a:cs typeface="+mn-lt"/>
                <a:sym typeface="+mn-lt"/>
              </a:rPr>
              <a:t>Jun 10 - Jul 25</a:t>
            </a:r>
          </a:p>
        </p:txBody>
      </p:sp>
      <p:sp>
        <p:nvSpPr>
          <p:cNvPr id="73" name="OTLSHAPE_SLT_e5cb043cbc7d4ec9bfb9e2052a64e6d5_JoinedDate" hidden="1">
            <a:extLst>
              <a:ext uri="{FF2B5EF4-FFF2-40B4-BE49-F238E27FC236}">
                <a16:creationId xmlns:a16="http://schemas.microsoft.com/office/drawing/2014/main" id="{09D183CF-43F6-0847-BD81-D977659DC5AA}"/>
              </a:ext>
            </a:extLst>
          </p:cNvPr>
          <p:cNvSpPr txBox="1"/>
          <p:nvPr>
            <p:custDataLst>
              <p:tags r:id="rId17"/>
            </p:custDataLst>
          </p:nvPr>
        </p:nvSpPr>
        <p:spPr bwMode="gray">
          <a:xfrm>
            <a:off x="4334703" y="3808837"/>
            <a:ext cx="762000" cy="16510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GB" sz="1000" b="0" i="0" u="none" strike="noStrike" kern="1200" cap="none" spc="-4" normalizeH="0" baseline="0" noProof="0">
                <a:ln>
                  <a:noFill/>
                </a:ln>
                <a:solidFill>
                  <a:srgbClr val="44546A"/>
                </a:solidFill>
                <a:effectLst/>
                <a:uLnTx/>
                <a:uFillTx/>
                <a:latin typeface="Calibri" panose="020F0502020204030204" pitchFamily="34" charset="0"/>
                <a:ea typeface="+mn-lt"/>
                <a:cs typeface="+mn-lt"/>
                <a:sym typeface="+mn-lt"/>
              </a:rPr>
              <a:t>Mar 11 - Aug 4</a:t>
            </a:r>
          </a:p>
        </p:txBody>
      </p:sp>
      <p:sp>
        <p:nvSpPr>
          <p:cNvPr id="84" name="OTLSHAPE_SLT_4935c5fc5de242bc9e3859782e94a8e7_JoinedDate" hidden="1">
            <a:extLst>
              <a:ext uri="{FF2B5EF4-FFF2-40B4-BE49-F238E27FC236}">
                <a16:creationId xmlns:a16="http://schemas.microsoft.com/office/drawing/2014/main" id="{A4A77407-6ADF-1AA6-1641-FD27A3F0A089}"/>
              </a:ext>
            </a:extLst>
          </p:cNvPr>
          <p:cNvSpPr txBox="1"/>
          <p:nvPr>
            <p:custDataLst>
              <p:tags r:id="rId18"/>
            </p:custDataLst>
          </p:nvPr>
        </p:nvSpPr>
        <p:spPr bwMode="gray">
          <a:xfrm>
            <a:off x="4404130" y="4245575"/>
            <a:ext cx="762000" cy="16510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GB" sz="1000" b="0" i="0" u="none" strike="noStrike" kern="1200" cap="none" spc="-4" normalizeH="0" baseline="0" noProof="0">
                <a:ln>
                  <a:noFill/>
                </a:ln>
                <a:solidFill>
                  <a:srgbClr val="44546A"/>
                </a:solidFill>
                <a:effectLst/>
                <a:uLnTx/>
                <a:uFillTx/>
                <a:latin typeface="Calibri" panose="020F0502020204030204" pitchFamily="34" charset="0"/>
                <a:ea typeface="+mn-lt"/>
                <a:cs typeface="+mn-lt"/>
                <a:sym typeface="+mn-lt"/>
              </a:rPr>
              <a:t>Jul 15 - Nov 22</a:t>
            </a:r>
          </a:p>
        </p:txBody>
      </p:sp>
      <p:sp>
        <p:nvSpPr>
          <p:cNvPr id="122" name="OTLSHAPE_SLT_82b5b28a8c4d4bfeb53dbc183af7d84a_ShapePercentage" hidden="1">
            <a:extLst>
              <a:ext uri="{FF2B5EF4-FFF2-40B4-BE49-F238E27FC236}">
                <a16:creationId xmlns:a16="http://schemas.microsoft.com/office/drawing/2014/main" id="{D50B81B7-304A-9FD2-6329-47C2B1D7F263}"/>
              </a:ext>
            </a:extLst>
          </p:cNvPr>
          <p:cNvSpPr/>
          <p:nvPr>
            <p:custDataLst>
              <p:tags r:id="rId19"/>
            </p:custDataLst>
          </p:nvPr>
        </p:nvSpPr>
        <p:spPr bwMode="gray">
          <a:xfrm>
            <a:off x="4933012" y="3983291"/>
            <a:ext cx="0" cy="0"/>
          </a:xfrm>
          <a:prstGeom prst="homePlate">
            <a:avLst/>
          </a:prstGeom>
          <a:solidFill>
            <a:schemeClr val="dk1">
              <a:alpha val="34902"/>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39" name="OTLSHAPE_SLT_7257ff9b6cb646f9b21861f1e14cc949_ShapePercentage" hidden="1">
            <a:extLst>
              <a:ext uri="{FF2B5EF4-FFF2-40B4-BE49-F238E27FC236}">
                <a16:creationId xmlns:a16="http://schemas.microsoft.com/office/drawing/2014/main" id="{0A6425D5-E647-6EA5-7711-3EE349666691}"/>
              </a:ext>
            </a:extLst>
          </p:cNvPr>
          <p:cNvSpPr/>
          <p:nvPr>
            <p:custDataLst>
              <p:tags r:id="rId20"/>
            </p:custDataLst>
          </p:nvPr>
        </p:nvSpPr>
        <p:spPr bwMode="gray">
          <a:xfrm>
            <a:off x="3320479" y="1387983"/>
            <a:ext cx="0" cy="0"/>
          </a:xfrm>
          <a:prstGeom prst="homePlate">
            <a:avLst/>
          </a:prstGeom>
          <a:solidFill>
            <a:schemeClr val="dk1">
              <a:alpha val="34902"/>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24" name="OTLSHAPE_SLT_82b5b28a8c4d4bfeb53dbc183af7d84a_TextPercentage" hidden="1">
            <a:extLst>
              <a:ext uri="{FF2B5EF4-FFF2-40B4-BE49-F238E27FC236}">
                <a16:creationId xmlns:a16="http://schemas.microsoft.com/office/drawing/2014/main" id="{A2E3AE69-7ACC-9736-1E9A-52F128E4E26A}"/>
              </a:ext>
            </a:extLst>
          </p:cNvPr>
          <p:cNvSpPr txBox="1"/>
          <p:nvPr>
            <p:custDataLst>
              <p:tags r:id="rId21"/>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C0504D"/>
              </a:solidFill>
              <a:effectLst/>
              <a:uLnTx/>
              <a:uFillTx/>
              <a:latin typeface="Calibri" panose="020F0502020204030204" pitchFamily="34" charset="0"/>
              <a:ea typeface="+mn-ea"/>
              <a:cs typeface="+mn-cs"/>
            </a:endParaRPr>
          </a:p>
        </p:txBody>
      </p:sp>
      <p:sp>
        <p:nvSpPr>
          <p:cNvPr id="126" name="OTLSHAPE_SLT_82b5b28a8c4d4bfeb53dbc183af7d84a_StartDate" hidden="1">
            <a:extLst>
              <a:ext uri="{FF2B5EF4-FFF2-40B4-BE49-F238E27FC236}">
                <a16:creationId xmlns:a16="http://schemas.microsoft.com/office/drawing/2014/main" id="{8E17C3DF-312A-C436-FAC4-C2E27D5FB01E}"/>
              </a:ext>
            </a:extLst>
          </p:cNvPr>
          <p:cNvSpPr txBox="1"/>
          <p:nvPr>
            <p:custDataLst>
              <p:tags r:id="rId22"/>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127" name="OTLSHAPE_SLT_82b5b28a8c4d4bfeb53dbc183af7d84a_EndDate" hidden="1">
            <a:extLst>
              <a:ext uri="{FF2B5EF4-FFF2-40B4-BE49-F238E27FC236}">
                <a16:creationId xmlns:a16="http://schemas.microsoft.com/office/drawing/2014/main" id="{EF0843A5-B545-60B8-848D-E69A2B6E4381}"/>
              </a:ext>
            </a:extLst>
          </p:cNvPr>
          <p:cNvSpPr txBox="1"/>
          <p:nvPr>
            <p:custDataLst>
              <p:tags r:id="rId23"/>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141" name="OTLSHAPE_SLT_7257ff9b6cb646f9b21861f1e14cc949_TextPercentage" hidden="1">
            <a:extLst>
              <a:ext uri="{FF2B5EF4-FFF2-40B4-BE49-F238E27FC236}">
                <a16:creationId xmlns:a16="http://schemas.microsoft.com/office/drawing/2014/main" id="{C8AA999A-6C04-4F38-BE1F-12D20C80752F}"/>
              </a:ext>
            </a:extLst>
          </p:cNvPr>
          <p:cNvSpPr txBox="1"/>
          <p:nvPr>
            <p:custDataLst>
              <p:tags r:id="rId24"/>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C0504D"/>
              </a:solidFill>
              <a:effectLst/>
              <a:uLnTx/>
              <a:uFillTx/>
              <a:latin typeface="Calibri" panose="020F0502020204030204" pitchFamily="34" charset="0"/>
              <a:ea typeface="+mn-ea"/>
              <a:cs typeface="+mn-cs"/>
            </a:endParaRPr>
          </a:p>
        </p:txBody>
      </p:sp>
      <p:sp>
        <p:nvSpPr>
          <p:cNvPr id="143" name="OTLSHAPE_SLT_7257ff9b6cb646f9b21861f1e14cc949_StartDate" hidden="1">
            <a:extLst>
              <a:ext uri="{FF2B5EF4-FFF2-40B4-BE49-F238E27FC236}">
                <a16:creationId xmlns:a16="http://schemas.microsoft.com/office/drawing/2014/main" id="{9CBC2773-E2F2-A666-EDB9-6975FED09992}"/>
              </a:ext>
            </a:extLst>
          </p:cNvPr>
          <p:cNvSpPr txBox="1"/>
          <p:nvPr>
            <p:custDataLst>
              <p:tags r:id="rId25"/>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144" name="OTLSHAPE_SLT_7257ff9b6cb646f9b21861f1e14cc949_EndDate" hidden="1">
            <a:extLst>
              <a:ext uri="{FF2B5EF4-FFF2-40B4-BE49-F238E27FC236}">
                <a16:creationId xmlns:a16="http://schemas.microsoft.com/office/drawing/2014/main" id="{995F8765-12B1-0BD6-4572-5BE317D53853}"/>
              </a:ext>
            </a:extLst>
          </p:cNvPr>
          <p:cNvSpPr txBox="1"/>
          <p:nvPr>
            <p:custDataLst>
              <p:tags r:id="rId26"/>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102" name="OTLSHAPE_SLA_7da642a7f7f64e149647c62a0966c3c0_Date" hidden="1">
            <a:extLst>
              <a:ext uri="{FF2B5EF4-FFF2-40B4-BE49-F238E27FC236}">
                <a16:creationId xmlns:a16="http://schemas.microsoft.com/office/drawing/2014/main" id="{19EAE9BF-1866-8CB1-06DC-06FE06A56349}"/>
              </a:ext>
            </a:extLst>
          </p:cNvPr>
          <p:cNvSpPr txBox="1"/>
          <p:nvPr>
            <p:custDataLst>
              <p:tags r:id="rId27"/>
            </p:custDataLst>
          </p:nvPr>
        </p:nvSpPr>
        <p:spPr bwMode="gray">
          <a:xfrm>
            <a:off x="12700" y="-1516852"/>
            <a:ext cx="0" cy="0"/>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GB" sz="10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rPr>
              <a:t>Sep 1</a:t>
            </a:r>
          </a:p>
        </p:txBody>
      </p:sp>
      <p:sp>
        <p:nvSpPr>
          <p:cNvPr id="147" name="OTLSHAPE_SLA_4ddb3843e7394aeab2dee49e147b6d18_Date" hidden="1">
            <a:extLst>
              <a:ext uri="{FF2B5EF4-FFF2-40B4-BE49-F238E27FC236}">
                <a16:creationId xmlns:a16="http://schemas.microsoft.com/office/drawing/2014/main" id="{3415B779-B04F-7F95-AC49-E7B0410463ED}"/>
              </a:ext>
            </a:extLst>
          </p:cNvPr>
          <p:cNvSpPr txBox="1"/>
          <p:nvPr>
            <p:custDataLst>
              <p:tags r:id="rId28"/>
            </p:custDataLst>
          </p:nvPr>
        </p:nvSpPr>
        <p:spPr bwMode="gray">
          <a:xfrm>
            <a:off x="12700" y="-2154174"/>
            <a:ext cx="0" cy="0"/>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GB" sz="10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rPr>
              <a:t>Oct 1</a:t>
            </a:r>
          </a:p>
        </p:txBody>
      </p:sp>
      <p:sp>
        <p:nvSpPr>
          <p:cNvPr id="177" name="OTLSHAPE_SL2A_d0084f785ee54c2cb2bda0b901d16e14_BackgroundRectangle" hidden="1">
            <a:extLst>
              <a:ext uri="{FF2B5EF4-FFF2-40B4-BE49-F238E27FC236}">
                <a16:creationId xmlns:a16="http://schemas.microsoft.com/office/drawing/2014/main" id="{A043056E-D503-7008-1F38-10D2F959ABCF}"/>
              </a:ext>
            </a:extLst>
          </p:cNvPr>
          <p:cNvSpPr/>
          <p:nvPr>
            <p:custDataLst>
              <p:tags r:id="rId29"/>
            </p:custDataLst>
          </p:nvPr>
        </p:nvSpPr>
        <p:spPr bwMode="gray">
          <a:xfrm>
            <a:off x="965200" y="525780"/>
            <a:ext cx="10388600" cy="1411605"/>
          </a:xfrm>
          <a:prstGeom prst="rect">
            <a:avLst/>
          </a:prstGeom>
          <a:solidFill>
            <a:schemeClr val="lt2">
              <a:alpha val="20000"/>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75" name="OTLSHAPE_SL2A_d0084f785ee54c2cb2bda0b901d16e14_HeaderRectangle" hidden="1">
            <a:extLst>
              <a:ext uri="{FF2B5EF4-FFF2-40B4-BE49-F238E27FC236}">
                <a16:creationId xmlns:a16="http://schemas.microsoft.com/office/drawing/2014/main" id="{BB4A8DDD-A615-D933-88BA-346E05B4BAA7}"/>
              </a:ext>
            </a:extLst>
          </p:cNvPr>
          <p:cNvSpPr/>
          <p:nvPr>
            <p:custDataLst>
              <p:tags r:id="rId30"/>
            </p:custDataLst>
          </p:nvPr>
        </p:nvSpPr>
        <p:spPr bwMode="gray">
          <a:xfrm>
            <a:off x="965200" y="525780"/>
            <a:ext cx="0" cy="0"/>
          </a:xfrm>
          <a:prstGeom prst="rect">
            <a:avLst/>
          </a:prstGeom>
          <a:solidFill>
            <a:schemeClr val="accent3">
              <a:alpha val="24706"/>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79" name="OTLSHAPE_SLT_5ac1dbbcd1b44b5fa074bef70dde48f1_ShapePercentage" hidden="1">
            <a:extLst>
              <a:ext uri="{FF2B5EF4-FFF2-40B4-BE49-F238E27FC236}">
                <a16:creationId xmlns:a16="http://schemas.microsoft.com/office/drawing/2014/main" id="{80DD74C1-1707-67B7-95F7-3F19C0C9D785}"/>
              </a:ext>
            </a:extLst>
          </p:cNvPr>
          <p:cNvSpPr/>
          <p:nvPr>
            <p:custDataLst>
              <p:tags r:id="rId31"/>
            </p:custDataLst>
          </p:nvPr>
        </p:nvSpPr>
        <p:spPr bwMode="gray">
          <a:xfrm>
            <a:off x="1130928" y="563880"/>
            <a:ext cx="0" cy="0"/>
          </a:xfrm>
          <a:prstGeom prst="homePlate">
            <a:avLst/>
          </a:prstGeom>
          <a:solidFill>
            <a:schemeClr val="dk1">
              <a:alpha val="34902"/>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87" name="OTLSHAPE_SLT_6e1d48d1aeb74397bca62c6c384b6208_ShapePercentage" hidden="1">
            <a:extLst>
              <a:ext uri="{FF2B5EF4-FFF2-40B4-BE49-F238E27FC236}">
                <a16:creationId xmlns:a16="http://schemas.microsoft.com/office/drawing/2014/main" id="{971121A7-6C62-76D4-42A5-3A9CE503B014}"/>
              </a:ext>
            </a:extLst>
          </p:cNvPr>
          <p:cNvSpPr/>
          <p:nvPr>
            <p:custDataLst>
              <p:tags r:id="rId32"/>
            </p:custDataLst>
          </p:nvPr>
        </p:nvSpPr>
        <p:spPr bwMode="gray">
          <a:xfrm>
            <a:off x="1240093" y="813181"/>
            <a:ext cx="0" cy="0"/>
          </a:xfrm>
          <a:prstGeom prst="homePlate">
            <a:avLst/>
          </a:prstGeom>
          <a:solidFill>
            <a:schemeClr val="dk1">
              <a:alpha val="34902"/>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81" name="OTLSHAPE_SLT_5ac1dbbcd1b44b5fa074bef70dde48f1_TextPercentage" hidden="1">
            <a:extLst>
              <a:ext uri="{FF2B5EF4-FFF2-40B4-BE49-F238E27FC236}">
                <a16:creationId xmlns:a16="http://schemas.microsoft.com/office/drawing/2014/main" id="{A7D5D768-1278-D60D-4E7A-D87925C7BCA6}"/>
              </a:ext>
            </a:extLst>
          </p:cNvPr>
          <p:cNvSpPr txBox="1"/>
          <p:nvPr>
            <p:custDataLst>
              <p:tags r:id="rId33"/>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C0504D"/>
              </a:solidFill>
              <a:effectLst/>
              <a:uLnTx/>
              <a:uFillTx/>
              <a:latin typeface="Calibri" panose="020F0502020204030204" pitchFamily="34" charset="0"/>
              <a:ea typeface="+mn-ea"/>
              <a:cs typeface="+mn-cs"/>
            </a:endParaRPr>
          </a:p>
        </p:txBody>
      </p:sp>
      <p:sp>
        <p:nvSpPr>
          <p:cNvPr id="183" name="OTLSHAPE_SLT_5ac1dbbcd1b44b5fa074bef70dde48f1_StartDate" hidden="1">
            <a:extLst>
              <a:ext uri="{FF2B5EF4-FFF2-40B4-BE49-F238E27FC236}">
                <a16:creationId xmlns:a16="http://schemas.microsoft.com/office/drawing/2014/main" id="{EF49F273-CEC3-6197-2C34-C008F86351F5}"/>
              </a:ext>
            </a:extLst>
          </p:cNvPr>
          <p:cNvSpPr txBox="1"/>
          <p:nvPr>
            <p:custDataLst>
              <p:tags r:id="rId34"/>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184" name="OTLSHAPE_SLT_5ac1dbbcd1b44b5fa074bef70dde48f1_EndDate" hidden="1">
            <a:extLst>
              <a:ext uri="{FF2B5EF4-FFF2-40B4-BE49-F238E27FC236}">
                <a16:creationId xmlns:a16="http://schemas.microsoft.com/office/drawing/2014/main" id="{900D8D55-805B-FAAE-E365-3DB341C6728A}"/>
              </a:ext>
            </a:extLst>
          </p:cNvPr>
          <p:cNvSpPr txBox="1"/>
          <p:nvPr>
            <p:custDataLst>
              <p:tags r:id="rId35"/>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189" name="OTLSHAPE_SLT_6e1d48d1aeb74397bca62c6c384b6208_TextPercentage" hidden="1">
            <a:extLst>
              <a:ext uri="{FF2B5EF4-FFF2-40B4-BE49-F238E27FC236}">
                <a16:creationId xmlns:a16="http://schemas.microsoft.com/office/drawing/2014/main" id="{433F673E-B431-80CE-0027-E9B050A96BD6}"/>
              </a:ext>
            </a:extLst>
          </p:cNvPr>
          <p:cNvSpPr txBox="1"/>
          <p:nvPr>
            <p:custDataLst>
              <p:tags r:id="rId36"/>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C0504D"/>
              </a:solidFill>
              <a:effectLst/>
              <a:uLnTx/>
              <a:uFillTx/>
              <a:latin typeface="Calibri" panose="020F0502020204030204" pitchFamily="34" charset="0"/>
              <a:ea typeface="+mn-ea"/>
              <a:cs typeface="+mn-cs"/>
            </a:endParaRPr>
          </a:p>
        </p:txBody>
      </p:sp>
      <p:sp>
        <p:nvSpPr>
          <p:cNvPr id="191" name="OTLSHAPE_SLT_6e1d48d1aeb74397bca62c6c384b6208_StartDate" hidden="1">
            <a:extLst>
              <a:ext uri="{FF2B5EF4-FFF2-40B4-BE49-F238E27FC236}">
                <a16:creationId xmlns:a16="http://schemas.microsoft.com/office/drawing/2014/main" id="{815EA280-372F-85F3-F9FB-4189C6989526}"/>
              </a:ext>
            </a:extLst>
          </p:cNvPr>
          <p:cNvSpPr txBox="1"/>
          <p:nvPr>
            <p:custDataLst>
              <p:tags r:id="rId37"/>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192" name="OTLSHAPE_SLT_6e1d48d1aeb74397bca62c6c384b6208_EndDate" hidden="1">
            <a:extLst>
              <a:ext uri="{FF2B5EF4-FFF2-40B4-BE49-F238E27FC236}">
                <a16:creationId xmlns:a16="http://schemas.microsoft.com/office/drawing/2014/main" id="{56912683-067C-C02B-D9FE-571BC89C5A8F}"/>
              </a:ext>
            </a:extLst>
          </p:cNvPr>
          <p:cNvSpPr txBox="1"/>
          <p:nvPr>
            <p:custDataLst>
              <p:tags r:id="rId38"/>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27" name="OTLSHAPE_SLT_13a37fefefe848bf9ddfe4ed98c4c28a_ShapePercentage" hidden="1">
            <a:extLst>
              <a:ext uri="{FF2B5EF4-FFF2-40B4-BE49-F238E27FC236}">
                <a16:creationId xmlns:a16="http://schemas.microsoft.com/office/drawing/2014/main" id="{2FB5DC40-57DD-DB24-46FA-D773402737C4}"/>
              </a:ext>
            </a:extLst>
          </p:cNvPr>
          <p:cNvSpPr/>
          <p:nvPr>
            <p:custDataLst>
              <p:tags r:id="rId39"/>
            </p:custDataLst>
          </p:nvPr>
        </p:nvSpPr>
        <p:spPr bwMode="gray">
          <a:xfrm>
            <a:off x="5232438" y="2102485"/>
            <a:ext cx="0" cy="0"/>
          </a:xfrm>
          <a:prstGeom prst="homePlate">
            <a:avLst/>
          </a:prstGeom>
          <a:solidFill>
            <a:schemeClr val="dk1">
              <a:alpha val="34902"/>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GB"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9" name="OTLSHAPE_SLT_13a37fefefe848bf9ddfe4ed98c4c28a_TextPercentage" hidden="1">
            <a:extLst>
              <a:ext uri="{FF2B5EF4-FFF2-40B4-BE49-F238E27FC236}">
                <a16:creationId xmlns:a16="http://schemas.microsoft.com/office/drawing/2014/main" id="{1E69443B-6F99-4C87-5F14-280B68F0F505}"/>
              </a:ext>
            </a:extLst>
          </p:cNvPr>
          <p:cNvSpPr txBox="1"/>
          <p:nvPr>
            <p:custDataLst>
              <p:tags r:id="rId40"/>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C0504D"/>
              </a:solidFill>
              <a:effectLst/>
              <a:uLnTx/>
              <a:uFillTx/>
              <a:latin typeface="Calibri" panose="020F0502020204030204" pitchFamily="34" charset="0"/>
              <a:ea typeface="+mn-ea"/>
              <a:cs typeface="+mn-cs"/>
            </a:endParaRPr>
          </a:p>
        </p:txBody>
      </p:sp>
      <p:sp>
        <p:nvSpPr>
          <p:cNvPr id="31" name="OTLSHAPE_SLT_13a37fefefe848bf9ddfe4ed98c4c28a_StartDate" hidden="1">
            <a:extLst>
              <a:ext uri="{FF2B5EF4-FFF2-40B4-BE49-F238E27FC236}">
                <a16:creationId xmlns:a16="http://schemas.microsoft.com/office/drawing/2014/main" id="{9F872AD1-EC49-27DE-7A6E-46FE0FC173EA}"/>
              </a:ext>
            </a:extLst>
          </p:cNvPr>
          <p:cNvSpPr txBox="1"/>
          <p:nvPr>
            <p:custDataLst>
              <p:tags r:id="rId41"/>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32" name="OTLSHAPE_SLT_13a37fefefe848bf9ddfe4ed98c4c28a_EndDate" hidden="1">
            <a:extLst>
              <a:ext uri="{FF2B5EF4-FFF2-40B4-BE49-F238E27FC236}">
                <a16:creationId xmlns:a16="http://schemas.microsoft.com/office/drawing/2014/main" id="{7BF4A94F-EBE4-6177-6D94-AC731D676412}"/>
              </a:ext>
            </a:extLst>
          </p:cNvPr>
          <p:cNvSpPr txBox="1"/>
          <p:nvPr>
            <p:custDataLst>
              <p:tags r:id="rId42"/>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89" name="OTLSHAPE_SLM_5a4a1465d1a14e85a6b010401ca97195_Date" hidden="1">
            <a:extLst>
              <a:ext uri="{FF2B5EF4-FFF2-40B4-BE49-F238E27FC236}">
                <a16:creationId xmlns:a16="http://schemas.microsoft.com/office/drawing/2014/main" id="{99B113BC-942F-4806-27A7-E2CD1E3C7763}"/>
              </a:ext>
            </a:extLst>
          </p:cNvPr>
          <p:cNvSpPr txBox="1"/>
          <p:nvPr>
            <p:custDataLst>
              <p:tags r:id="rId43"/>
            </p:custDataLst>
          </p:nvPr>
        </p:nvSpPr>
        <p:spPr bwMode="gray">
          <a:xfrm>
            <a:off x="12700" y="-1418140"/>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GB" sz="10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rPr>
              <a:t>Jun 17</a:t>
            </a:r>
          </a:p>
        </p:txBody>
      </p:sp>
      <p:sp>
        <p:nvSpPr>
          <p:cNvPr id="69" name="OTLSHAPE_SL2A_8f08ee827ee94aaf9897b482243f4d6a_Header" hidden="1">
            <a:extLst>
              <a:ext uri="{FF2B5EF4-FFF2-40B4-BE49-F238E27FC236}">
                <a16:creationId xmlns:a16="http://schemas.microsoft.com/office/drawing/2014/main" id="{398A27E8-569C-9F22-4442-24636E6798E9}"/>
              </a:ext>
            </a:extLst>
          </p:cNvPr>
          <p:cNvSpPr txBox="1"/>
          <p:nvPr>
            <p:custDataLst>
              <p:tags r:id="rId44"/>
            </p:custDataLst>
          </p:nvPr>
        </p:nvSpPr>
        <p:spPr bwMode="gray">
          <a:xfrm>
            <a:off x="12700" y="-3161748"/>
            <a:ext cx="0" cy="214995"/>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de-DE" sz="11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
        <p:nvSpPr>
          <p:cNvPr id="117" name="OTLSHAPE_SL2A_a04281a05428499d84a6ee532035976f_Header" hidden="1">
            <a:extLst>
              <a:ext uri="{FF2B5EF4-FFF2-40B4-BE49-F238E27FC236}">
                <a16:creationId xmlns:a16="http://schemas.microsoft.com/office/drawing/2014/main" id="{2B141B6B-4BD1-9D43-50FF-92D82D875292}"/>
              </a:ext>
            </a:extLst>
          </p:cNvPr>
          <p:cNvSpPr txBox="1"/>
          <p:nvPr>
            <p:custDataLst>
              <p:tags r:id="rId45"/>
            </p:custDataLst>
          </p:nvPr>
        </p:nvSpPr>
        <p:spPr bwMode="gray">
          <a:xfrm>
            <a:off x="12700" y="-3161748"/>
            <a:ext cx="0" cy="214995"/>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de-DE" sz="11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
        <p:nvSpPr>
          <p:cNvPr id="136" name="OTLSHAPE_SL2A_d0084f785ee54c2cb2bda0b901d16e14_Header" hidden="1">
            <a:extLst>
              <a:ext uri="{FF2B5EF4-FFF2-40B4-BE49-F238E27FC236}">
                <a16:creationId xmlns:a16="http://schemas.microsoft.com/office/drawing/2014/main" id="{F904FA6B-DBDB-F77D-30F1-BDF05C589544}"/>
              </a:ext>
            </a:extLst>
          </p:cNvPr>
          <p:cNvSpPr txBox="1"/>
          <p:nvPr>
            <p:custDataLst>
              <p:tags r:id="rId46"/>
            </p:custDataLst>
          </p:nvPr>
        </p:nvSpPr>
        <p:spPr bwMode="gray">
          <a:xfrm>
            <a:off x="12700" y="-3161748"/>
            <a:ext cx="0" cy="214995"/>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de-DE" sz="11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
        <p:nvSpPr>
          <p:cNvPr id="48" name="OTLSHAPE_SLT_e785718badf244a395bbada915af691a_Duration" hidden="1">
            <a:extLst>
              <a:ext uri="{FF2B5EF4-FFF2-40B4-BE49-F238E27FC236}">
                <a16:creationId xmlns:a16="http://schemas.microsoft.com/office/drawing/2014/main" id="{67CFDDDC-1958-C685-F93B-4279797C0E1E}"/>
              </a:ext>
            </a:extLst>
          </p:cNvPr>
          <p:cNvSpPr txBox="1"/>
          <p:nvPr>
            <p:custDataLst>
              <p:tags r:id="rId47"/>
            </p:custDataLst>
          </p:nvPr>
        </p:nvSpPr>
        <p:spPr bwMode="gray">
          <a:xfrm>
            <a:off x="12700" y="-834341"/>
            <a:ext cx="558800" cy="16510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rPr>
              <a:t>814.6 days</a:t>
            </a:r>
          </a:p>
        </p:txBody>
      </p:sp>
      <p:sp>
        <p:nvSpPr>
          <p:cNvPr id="49" name="OTLSHAPE_SLT_e785718badf244a395bbada915af691a_StartDate" hidden="1">
            <a:extLst>
              <a:ext uri="{FF2B5EF4-FFF2-40B4-BE49-F238E27FC236}">
                <a16:creationId xmlns:a16="http://schemas.microsoft.com/office/drawing/2014/main" id="{3DE155C6-9631-D104-5FB9-65409DB55B2A}"/>
              </a:ext>
            </a:extLst>
          </p:cNvPr>
          <p:cNvSpPr txBox="1"/>
          <p:nvPr>
            <p:custDataLst>
              <p:tags r:id="rId48"/>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51" name="OTLSHAPE_SLT_e785718badf244a395bbada915af691a_EndDate" hidden="1">
            <a:extLst>
              <a:ext uri="{FF2B5EF4-FFF2-40B4-BE49-F238E27FC236}">
                <a16:creationId xmlns:a16="http://schemas.microsoft.com/office/drawing/2014/main" id="{B70A2471-EC2C-5C3B-7ECF-1FC252CEDAC8}"/>
              </a:ext>
            </a:extLst>
          </p:cNvPr>
          <p:cNvSpPr txBox="1"/>
          <p:nvPr>
            <p:custDataLst>
              <p:tags r:id="rId49"/>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56" name="OTLSHAPE_SLT_13a37fefefe848bf9ddfe4ed98c4c28a_Duration" hidden="1">
            <a:extLst>
              <a:ext uri="{FF2B5EF4-FFF2-40B4-BE49-F238E27FC236}">
                <a16:creationId xmlns:a16="http://schemas.microsoft.com/office/drawing/2014/main" id="{8667A902-F7ED-EE8C-220E-08B1846A594C}"/>
              </a:ext>
            </a:extLst>
          </p:cNvPr>
          <p:cNvSpPr txBox="1"/>
          <p:nvPr>
            <p:custDataLst>
              <p:tags r:id="rId50"/>
            </p:custDataLst>
          </p:nvPr>
        </p:nvSpPr>
        <p:spPr bwMode="gray">
          <a:xfrm>
            <a:off x="12700" y="-926893"/>
            <a:ext cx="558800" cy="16510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rPr>
              <a:t>410.6 days</a:t>
            </a:r>
          </a:p>
        </p:txBody>
      </p:sp>
      <p:sp>
        <p:nvSpPr>
          <p:cNvPr id="58" name="OTLSHAPE_SLT_13a37fefefe848bf9ddfe4ed98c4c28a_JoinedDate" hidden="1">
            <a:extLst>
              <a:ext uri="{FF2B5EF4-FFF2-40B4-BE49-F238E27FC236}">
                <a16:creationId xmlns:a16="http://schemas.microsoft.com/office/drawing/2014/main" id="{A7B0ABF9-6BF6-EC21-F93A-9CF6FF3C463A}"/>
              </a:ext>
            </a:extLst>
          </p:cNvPr>
          <p:cNvSpPr txBox="1"/>
          <p:nvPr>
            <p:custDataLst>
              <p:tags r:id="rId51"/>
            </p:custDataLst>
          </p:nvPr>
        </p:nvSpPr>
        <p:spPr bwMode="gray">
          <a:xfrm>
            <a:off x="12700" y="-1142337"/>
            <a:ext cx="825500" cy="16510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rPr>
              <a:t>Aug 20 - Mar 17</a:t>
            </a:r>
          </a:p>
        </p:txBody>
      </p:sp>
      <p:sp>
        <p:nvSpPr>
          <p:cNvPr id="72" name="OTLSHAPE_SLT_e5cb043cbc7d4ec9bfb9e2052a64e6d5_Duration" hidden="1">
            <a:extLst>
              <a:ext uri="{FF2B5EF4-FFF2-40B4-BE49-F238E27FC236}">
                <a16:creationId xmlns:a16="http://schemas.microsoft.com/office/drawing/2014/main" id="{27E18ADF-98FE-9474-6695-32F60C3B392F}"/>
              </a:ext>
            </a:extLst>
          </p:cNvPr>
          <p:cNvSpPr txBox="1"/>
          <p:nvPr>
            <p:custDataLst>
              <p:tags r:id="rId52"/>
            </p:custDataLst>
          </p:nvPr>
        </p:nvSpPr>
        <p:spPr bwMode="gray">
          <a:xfrm>
            <a:off x="12700" y="-804002"/>
            <a:ext cx="558800" cy="16510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rPr>
              <a:t>885.4 days</a:t>
            </a:r>
          </a:p>
        </p:txBody>
      </p:sp>
      <p:sp>
        <p:nvSpPr>
          <p:cNvPr id="74" name="OTLSHAPE_SLT_e5cb043cbc7d4ec9bfb9e2052a64e6d5_StartDate" hidden="1">
            <a:extLst>
              <a:ext uri="{FF2B5EF4-FFF2-40B4-BE49-F238E27FC236}">
                <a16:creationId xmlns:a16="http://schemas.microsoft.com/office/drawing/2014/main" id="{1CEE38AA-B822-B327-107E-26606595E9FE}"/>
              </a:ext>
            </a:extLst>
          </p:cNvPr>
          <p:cNvSpPr txBox="1"/>
          <p:nvPr>
            <p:custDataLst>
              <p:tags r:id="rId53"/>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76" name="OTLSHAPE_SLT_e5cb043cbc7d4ec9bfb9e2052a64e6d5_EndDate" hidden="1">
            <a:extLst>
              <a:ext uri="{FF2B5EF4-FFF2-40B4-BE49-F238E27FC236}">
                <a16:creationId xmlns:a16="http://schemas.microsoft.com/office/drawing/2014/main" id="{5D8F178B-ECEC-C77D-2E02-0BA963BD0A88}"/>
              </a:ext>
            </a:extLst>
          </p:cNvPr>
          <p:cNvSpPr txBox="1"/>
          <p:nvPr>
            <p:custDataLst>
              <p:tags r:id="rId54"/>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92" name="OTLSHAPE_SLT_4935c5fc5de242bc9e3859782e94a8e7_Duration" hidden="1">
            <a:extLst>
              <a:ext uri="{FF2B5EF4-FFF2-40B4-BE49-F238E27FC236}">
                <a16:creationId xmlns:a16="http://schemas.microsoft.com/office/drawing/2014/main" id="{7C0E60BD-00F6-4B26-2D59-3523E146B948}"/>
              </a:ext>
            </a:extLst>
          </p:cNvPr>
          <p:cNvSpPr txBox="1"/>
          <p:nvPr>
            <p:custDataLst>
              <p:tags r:id="rId55"/>
            </p:custDataLst>
          </p:nvPr>
        </p:nvSpPr>
        <p:spPr bwMode="gray">
          <a:xfrm>
            <a:off x="12700" y="-911724"/>
            <a:ext cx="622300" cy="16510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rPr>
              <a:t>1135.4 days</a:t>
            </a:r>
          </a:p>
        </p:txBody>
      </p:sp>
      <p:sp>
        <p:nvSpPr>
          <p:cNvPr id="93" name="OTLSHAPE_SLT_4935c5fc5de242bc9e3859782e94a8e7_StartDate" hidden="1">
            <a:extLst>
              <a:ext uri="{FF2B5EF4-FFF2-40B4-BE49-F238E27FC236}">
                <a16:creationId xmlns:a16="http://schemas.microsoft.com/office/drawing/2014/main" id="{2107F94A-B446-104B-AD30-7EA6F9462CC6}"/>
              </a:ext>
            </a:extLst>
          </p:cNvPr>
          <p:cNvSpPr txBox="1"/>
          <p:nvPr>
            <p:custDataLst>
              <p:tags r:id="rId56"/>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94" name="OTLSHAPE_SLT_4935c5fc5de242bc9e3859782e94a8e7_EndDate" hidden="1">
            <a:extLst>
              <a:ext uri="{FF2B5EF4-FFF2-40B4-BE49-F238E27FC236}">
                <a16:creationId xmlns:a16="http://schemas.microsoft.com/office/drawing/2014/main" id="{986CC035-289C-2FB9-3660-7E14AEAB6A1E}"/>
              </a:ext>
            </a:extLst>
          </p:cNvPr>
          <p:cNvSpPr txBox="1"/>
          <p:nvPr>
            <p:custDataLst>
              <p:tags r:id="rId57"/>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119" name="OTLSHAPE_SLT_82b5b28a8c4d4bfeb53dbc183af7d84a_Duration" hidden="1">
            <a:extLst>
              <a:ext uri="{FF2B5EF4-FFF2-40B4-BE49-F238E27FC236}">
                <a16:creationId xmlns:a16="http://schemas.microsoft.com/office/drawing/2014/main" id="{E61F93AE-B5DE-7ACC-1161-9B4506390C64}"/>
              </a:ext>
            </a:extLst>
          </p:cNvPr>
          <p:cNvSpPr txBox="1"/>
          <p:nvPr>
            <p:custDataLst>
              <p:tags r:id="rId58"/>
            </p:custDataLst>
          </p:nvPr>
        </p:nvSpPr>
        <p:spPr bwMode="gray">
          <a:xfrm>
            <a:off x="12700" y="-1034615"/>
            <a:ext cx="622300" cy="16510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rPr>
              <a:t>1169.4 days</a:t>
            </a:r>
          </a:p>
        </p:txBody>
      </p:sp>
      <p:sp>
        <p:nvSpPr>
          <p:cNvPr id="120" name="OTLSHAPE_SLT_82b5b28a8c4d4bfeb53dbc183af7d84a_JoinedDate" hidden="1">
            <a:extLst>
              <a:ext uri="{FF2B5EF4-FFF2-40B4-BE49-F238E27FC236}">
                <a16:creationId xmlns:a16="http://schemas.microsoft.com/office/drawing/2014/main" id="{4E12F408-64FC-C505-B6B8-79C4D6591274}"/>
              </a:ext>
            </a:extLst>
          </p:cNvPr>
          <p:cNvSpPr txBox="1"/>
          <p:nvPr>
            <p:custDataLst>
              <p:tags r:id="rId59"/>
            </p:custDataLst>
          </p:nvPr>
        </p:nvSpPr>
        <p:spPr bwMode="gray">
          <a:xfrm>
            <a:off x="12700" y="-1127168"/>
            <a:ext cx="774700" cy="16510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rPr>
              <a:t>May 16 - Nov 7</a:t>
            </a:r>
          </a:p>
        </p:txBody>
      </p:sp>
      <p:sp>
        <p:nvSpPr>
          <p:cNvPr id="140" name="OTLSHAPE_SLT_5ac1dbbcd1b44b5fa074bef70dde48f1_Duration" hidden="1">
            <a:extLst>
              <a:ext uri="{FF2B5EF4-FFF2-40B4-BE49-F238E27FC236}">
                <a16:creationId xmlns:a16="http://schemas.microsoft.com/office/drawing/2014/main" id="{04815A06-B268-5B61-4994-1861FF427C1B}"/>
              </a:ext>
            </a:extLst>
          </p:cNvPr>
          <p:cNvSpPr txBox="1"/>
          <p:nvPr>
            <p:custDataLst>
              <p:tags r:id="rId60"/>
            </p:custDataLst>
          </p:nvPr>
        </p:nvSpPr>
        <p:spPr bwMode="gray">
          <a:xfrm>
            <a:off x="12700" y="-696281"/>
            <a:ext cx="558800" cy="16510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rPr>
              <a:t>379.4 days</a:t>
            </a:r>
          </a:p>
        </p:txBody>
      </p:sp>
      <p:sp>
        <p:nvSpPr>
          <p:cNvPr id="142" name="OTLSHAPE_SLT_5ac1dbbcd1b44b5fa074bef70dde48f1_JoinedDate" hidden="1">
            <a:extLst>
              <a:ext uri="{FF2B5EF4-FFF2-40B4-BE49-F238E27FC236}">
                <a16:creationId xmlns:a16="http://schemas.microsoft.com/office/drawing/2014/main" id="{4BB3941A-8E6C-2734-BB21-7B67C43FBAE0}"/>
              </a:ext>
            </a:extLst>
          </p:cNvPr>
          <p:cNvSpPr txBox="1"/>
          <p:nvPr>
            <p:custDataLst>
              <p:tags r:id="rId61"/>
            </p:custDataLst>
          </p:nvPr>
        </p:nvSpPr>
        <p:spPr bwMode="gray">
          <a:xfrm>
            <a:off x="12700" y="-1019446"/>
            <a:ext cx="762000" cy="16510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rPr>
              <a:t>Jan 13 - Jun 27</a:t>
            </a:r>
          </a:p>
        </p:txBody>
      </p:sp>
      <p:sp>
        <p:nvSpPr>
          <p:cNvPr id="148" name="OTLSHAPE_SLT_6e1d48d1aeb74397bca62c6c384b6208_Duration" hidden="1">
            <a:extLst>
              <a:ext uri="{FF2B5EF4-FFF2-40B4-BE49-F238E27FC236}">
                <a16:creationId xmlns:a16="http://schemas.microsoft.com/office/drawing/2014/main" id="{530CD3CD-3D08-9E5D-58A6-7ED88A94299D}"/>
              </a:ext>
            </a:extLst>
          </p:cNvPr>
          <p:cNvSpPr txBox="1"/>
          <p:nvPr>
            <p:custDataLst>
              <p:tags r:id="rId62"/>
            </p:custDataLst>
          </p:nvPr>
        </p:nvSpPr>
        <p:spPr bwMode="gray">
          <a:xfrm>
            <a:off x="12700" y="-726619"/>
            <a:ext cx="457200" cy="16510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rPr>
              <a:t>495 days</a:t>
            </a:r>
          </a:p>
        </p:txBody>
      </p:sp>
      <p:sp>
        <p:nvSpPr>
          <p:cNvPr id="149" name="OTLSHAPE_SLT_6e1d48d1aeb74397bca62c6c384b6208_JoinedDate" hidden="1">
            <a:extLst>
              <a:ext uri="{FF2B5EF4-FFF2-40B4-BE49-F238E27FC236}">
                <a16:creationId xmlns:a16="http://schemas.microsoft.com/office/drawing/2014/main" id="{EB6A7A2B-70AD-8856-EBE6-7E7F835BBCFC}"/>
              </a:ext>
            </a:extLst>
          </p:cNvPr>
          <p:cNvSpPr txBox="1"/>
          <p:nvPr>
            <p:custDataLst>
              <p:tags r:id="rId63"/>
            </p:custDataLst>
          </p:nvPr>
        </p:nvSpPr>
        <p:spPr bwMode="gray">
          <a:xfrm>
            <a:off x="12700" y="-1049784"/>
            <a:ext cx="774700" cy="16510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rPr>
              <a:t>Feb 17 - Jan 11</a:t>
            </a:r>
          </a:p>
        </p:txBody>
      </p:sp>
      <p:sp>
        <p:nvSpPr>
          <p:cNvPr id="153" name="OTLSHAPE_SLT_7257ff9b6cb646f9b21861f1e14cc949_Duration" hidden="1">
            <a:extLst>
              <a:ext uri="{FF2B5EF4-FFF2-40B4-BE49-F238E27FC236}">
                <a16:creationId xmlns:a16="http://schemas.microsoft.com/office/drawing/2014/main" id="{7F63F9E3-2B92-6731-34D0-2C1396A94770}"/>
              </a:ext>
            </a:extLst>
          </p:cNvPr>
          <p:cNvSpPr txBox="1"/>
          <p:nvPr>
            <p:custDataLst>
              <p:tags r:id="rId64"/>
            </p:custDataLst>
          </p:nvPr>
        </p:nvSpPr>
        <p:spPr bwMode="gray">
          <a:xfrm>
            <a:off x="12700" y="-804002"/>
            <a:ext cx="622300" cy="16510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rPr>
              <a:t>1394.6 days</a:t>
            </a:r>
          </a:p>
        </p:txBody>
      </p:sp>
      <p:sp>
        <p:nvSpPr>
          <p:cNvPr id="154" name="OTLSHAPE_SLT_7257ff9b6cb646f9b21861f1e14cc949_JoinedDate" hidden="1">
            <a:extLst>
              <a:ext uri="{FF2B5EF4-FFF2-40B4-BE49-F238E27FC236}">
                <a16:creationId xmlns:a16="http://schemas.microsoft.com/office/drawing/2014/main" id="{BB803673-6E25-61A7-3D4A-90EE8AA002D4}"/>
              </a:ext>
            </a:extLst>
          </p:cNvPr>
          <p:cNvSpPr txBox="1"/>
          <p:nvPr>
            <p:custDataLst>
              <p:tags r:id="rId65"/>
            </p:custDataLst>
          </p:nvPr>
        </p:nvSpPr>
        <p:spPr bwMode="gray">
          <a:xfrm>
            <a:off x="12700" y="-1127168"/>
            <a:ext cx="800100" cy="16510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rPr>
              <a:t>Dec 15 - Apr 19</a:t>
            </a:r>
          </a:p>
        </p:txBody>
      </p:sp>
      <p:sp>
        <p:nvSpPr>
          <p:cNvPr id="159" name="OTLSHAPE_SLM_accae904b16a446883b1dfac8e8ee315_Date" hidden="1">
            <a:extLst>
              <a:ext uri="{FF2B5EF4-FFF2-40B4-BE49-F238E27FC236}">
                <a16:creationId xmlns:a16="http://schemas.microsoft.com/office/drawing/2014/main" id="{8748DA30-F591-2D73-8959-EE4BD9FF888C}"/>
              </a:ext>
            </a:extLst>
          </p:cNvPr>
          <p:cNvSpPr txBox="1"/>
          <p:nvPr>
            <p:custDataLst>
              <p:tags r:id="rId66"/>
            </p:custDataLst>
          </p:nvPr>
        </p:nvSpPr>
        <p:spPr bwMode="gray">
          <a:xfrm>
            <a:off x="12700" y="-1310418"/>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rPr>
              <a:t>Jun 13</a:t>
            </a:r>
          </a:p>
        </p:txBody>
      </p:sp>
      <p:sp>
        <p:nvSpPr>
          <p:cNvPr id="82" name="OTLSHAPE_SLA_cf2b169e71eb4505bfc48f3a6fc80464_Date" hidden="1">
            <a:extLst>
              <a:ext uri="{FF2B5EF4-FFF2-40B4-BE49-F238E27FC236}">
                <a16:creationId xmlns:a16="http://schemas.microsoft.com/office/drawing/2014/main" id="{70506F85-FC84-7F62-ECBE-FE447DE9B37A}"/>
              </a:ext>
            </a:extLst>
          </p:cNvPr>
          <p:cNvSpPr txBox="1"/>
          <p:nvPr>
            <p:custDataLst>
              <p:tags r:id="rId67"/>
            </p:custDataLst>
          </p:nvPr>
        </p:nvSpPr>
        <p:spPr bwMode="gray">
          <a:xfrm>
            <a:off x="12700" y="-1310418"/>
            <a:ext cx="0" cy="0"/>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rPr>
              <a:t>Mar 30</a:t>
            </a:r>
          </a:p>
        </p:txBody>
      </p:sp>
      <p:sp>
        <p:nvSpPr>
          <p:cNvPr id="235" name="OTLSHAPE_SL2A_5e3dd74342804af2b31c03c134e80d8b_BackgroundRectangle" hidden="1">
            <a:extLst>
              <a:ext uri="{FF2B5EF4-FFF2-40B4-BE49-F238E27FC236}">
                <a16:creationId xmlns:a16="http://schemas.microsoft.com/office/drawing/2014/main" id="{F22F192C-5084-95D1-A5AB-ADD07F664F34}"/>
              </a:ext>
            </a:extLst>
          </p:cNvPr>
          <p:cNvSpPr/>
          <p:nvPr>
            <p:custDataLst>
              <p:tags r:id="rId68"/>
            </p:custDataLst>
          </p:nvPr>
        </p:nvSpPr>
        <p:spPr bwMode="gray">
          <a:xfrm>
            <a:off x="965200" y="4558093"/>
            <a:ext cx="10388600" cy="898112"/>
          </a:xfrm>
          <a:prstGeom prst="rect">
            <a:avLst/>
          </a:prstGeom>
          <a:solidFill>
            <a:schemeClr val="lt1">
              <a:alpha val="20000"/>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de-DE"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41" name="OTLSHAPE_SL2A_df3173584767491cabb2ae4abcc62224_BackgroundRectangle" hidden="1">
            <a:extLst>
              <a:ext uri="{FF2B5EF4-FFF2-40B4-BE49-F238E27FC236}">
                <a16:creationId xmlns:a16="http://schemas.microsoft.com/office/drawing/2014/main" id="{37E05838-A78C-86D3-B271-00FFBBBEE122}"/>
              </a:ext>
            </a:extLst>
          </p:cNvPr>
          <p:cNvSpPr/>
          <p:nvPr>
            <p:custDataLst>
              <p:tags r:id="rId69"/>
            </p:custDataLst>
          </p:nvPr>
        </p:nvSpPr>
        <p:spPr bwMode="gray">
          <a:xfrm>
            <a:off x="965200" y="5583205"/>
            <a:ext cx="10388600" cy="1441005"/>
          </a:xfrm>
          <a:prstGeom prst="rect">
            <a:avLst/>
          </a:prstGeom>
          <a:solidFill>
            <a:schemeClr val="lt1">
              <a:alpha val="20000"/>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de-DE"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33" name="OTLSHAPE_SL2A_5e3dd74342804af2b31c03c134e80d8b_HeaderRectangle" hidden="1">
            <a:extLst>
              <a:ext uri="{FF2B5EF4-FFF2-40B4-BE49-F238E27FC236}">
                <a16:creationId xmlns:a16="http://schemas.microsoft.com/office/drawing/2014/main" id="{98BA4AD8-8816-8FFA-8ED6-7D63123FE624}"/>
              </a:ext>
            </a:extLst>
          </p:cNvPr>
          <p:cNvSpPr/>
          <p:nvPr>
            <p:custDataLst>
              <p:tags r:id="rId70"/>
            </p:custDataLst>
          </p:nvPr>
        </p:nvSpPr>
        <p:spPr bwMode="gray">
          <a:xfrm>
            <a:off x="965200" y="4558093"/>
            <a:ext cx="0" cy="0"/>
          </a:xfrm>
          <a:prstGeom prst="rect">
            <a:avLst/>
          </a:prstGeom>
          <a:solidFill>
            <a:schemeClr val="dk2">
              <a:alpha val="24706"/>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de-DE"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36" name="OTLSHAPE_SL2A_df3173584767491cabb2ae4abcc62224_HeaderRectangle" hidden="1">
            <a:extLst>
              <a:ext uri="{FF2B5EF4-FFF2-40B4-BE49-F238E27FC236}">
                <a16:creationId xmlns:a16="http://schemas.microsoft.com/office/drawing/2014/main" id="{151CC8A0-FA5B-834B-BF71-6CBD35EE68A8}"/>
              </a:ext>
            </a:extLst>
          </p:cNvPr>
          <p:cNvSpPr/>
          <p:nvPr>
            <p:custDataLst>
              <p:tags r:id="rId71"/>
            </p:custDataLst>
          </p:nvPr>
        </p:nvSpPr>
        <p:spPr bwMode="gray">
          <a:xfrm>
            <a:off x="965200" y="5583205"/>
            <a:ext cx="0" cy="0"/>
          </a:xfrm>
          <a:prstGeom prst="rect">
            <a:avLst/>
          </a:prstGeom>
          <a:solidFill>
            <a:schemeClr val="dk2">
              <a:alpha val="24706"/>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de-DE"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34" name="OTLSHAPE_SL2A_5e3dd74342804af2b31c03c134e80d8b_Header" hidden="1">
            <a:extLst>
              <a:ext uri="{FF2B5EF4-FFF2-40B4-BE49-F238E27FC236}">
                <a16:creationId xmlns:a16="http://schemas.microsoft.com/office/drawing/2014/main" id="{33B3A5F0-74E1-8970-F8C0-37AA047E80AB}"/>
              </a:ext>
            </a:extLst>
          </p:cNvPr>
          <p:cNvSpPr txBox="1"/>
          <p:nvPr>
            <p:custDataLst>
              <p:tags r:id="rId72"/>
            </p:custDataLst>
          </p:nvPr>
        </p:nvSpPr>
        <p:spPr bwMode="gray">
          <a:xfrm>
            <a:off x="12700" y="-3054251"/>
            <a:ext cx="0" cy="214995"/>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de-DE" sz="11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
        <p:nvSpPr>
          <p:cNvPr id="240" name="OTLSHAPE_SL2A_df3173584767491cabb2ae4abcc62224_Header" hidden="1">
            <a:extLst>
              <a:ext uri="{FF2B5EF4-FFF2-40B4-BE49-F238E27FC236}">
                <a16:creationId xmlns:a16="http://schemas.microsoft.com/office/drawing/2014/main" id="{926B0F5B-C6E8-9169-496A-F61BFC010D7F}"/>
              </a:ext>
            </a:extLst>
          </p:cNvPr>
          <p:cNvSpPr txBox="1"/>
          <p:nvPr>
            <p:custDataLst>
              <p:tags r:id="rId73"/>
            </p:custDataLst>
          </p:nvPr>
        </p:nvSpPr>
        <p:spPr bwMode="gray">
          <a:xfrm>
            <a:off x="12700" y="-3054251"/>
            <a:ext cx="0" cy="214995"/>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de-DE" sz="11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
        <p:nvSpPr>
          <p:cNvPr id="232" name="OTLSHAPE_SLM_b050bb20bd3c484e8da0a5bbcb5c93ad_Date" hidden="1">
            <a:extLst>
              <a:ext uri="{FF2B5EF4-FFF2-40B4-BE49-F238E27FC236}">
                <a16:creationId xmlns:a16="http://schemas.microsoft.com/office/drawing/2014/main" id="{AD7A11BC-DFE6-8625-94AE-3A0C39458394}"/>
              </a:ext>
            </a:extLst>
          </p:cNvPr>
          <p:cNvSpPr txBox="1"/>
          <p:nvPr>
            <p:custDataLst>
              <p:tags r:id="rId74"/>
            </p:custDataLst>
          </p:nvPr>
        </p:nvSpPr>
        <p:spPr bwMode="gray">
          <a:xfrm>
            <a:off x="12700" y="-888540"/>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rPr>
              <a:t>Oct 13</a:t>
            </a:r>
          </a:p>
        </p:txBody>
      </p:sp>
      <p:sp>
        <p:nvSpPr>
          <p:cNvPr id="243" name="OTLSHAPE_SLT_8945f2685a474cf0986d2c388c22512b_ShapePercentage" hidden="1">
            <a:extLst>
              <a:ext uri="{FF2B5EF4-FFF2-40B4-BE49-F238E27FC236}">
                <a16:creationId xmlns:a16="http://schemas.microsoft.com/office/drawing/2014/main" id="{51551BB4-B761-14C1-526D-17CA62D41C9B}"/>
              </a:ext>
            </a:extLst>
          </p:cNvPr>
          <p:cNvSpPr/>
          <p:nvPr>
            <p:custDataLst>
              <p:tags r:id="rId75"/>
            </p:custDataLst>
          </p:nvPr>
        </p:nvSpPr>
        <p:spPr bwMode="gray">
          <a:xfrm>
            <a:off x="3312939" y="4596193"/>
            <a:ext cx="0" cy="0"/>
          </a:xfrm>
          <a:prstGeom prst="homePlate">
            <a:avLst/>
          </a:prstGeom>
          <a:solidFill>
            <a:schemeClr val="dk1">
              <a:alpha val="34902"/>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de-DE"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51" name="OTLSHAPE_SLT_805ae22cfc824907a3ad189ce0575ac2_ShapePercentage" hidden="1">
            <a:extLst>
              <a:ext uri="{FF2B5EF4-FFF2-40B4-BE49-F238E27FC236}">
                <a16:creationId xmlns:a16="http://schemas.microsoft.com/office/drawing/2014/main" id="{9DBF6F44-244F-EC33-1D17-AB69C1C288BB}"/>
              </a:ext>
            </a:extLst>
          </p:cNvPr>
          <p:cNvSpPr/>
          <p:nvPr>
            <p:custDataLst>
              <p:tags r:id="rId76"/>
            </p:custDataLst>
          </p:nvPr>
        </p:nvSpPr>
        <p:spPr bwMode="gray">
          <a:xfrm>
            <a:off x="1903143" y="4596193"/>
            <a:ext cx="0" cy="0"/>
          </a:xfrm>
          <a:prstGeom prst="homePlate">
            <a:avLst/>
          </a:prstGeom>
          <a:solidFill>
            <a:schemeClr val="dk1">
              <a:alpha val="34902"/>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de-DE"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44" name="OTLSHAPE_SLT_8945f2685a474cf0986d2c388c22512b_Duration" hidden="1">
            <a:extLst>
              <a:ext uri="{FF2B5EF4-FFF2-40B4-BE49-F238E27FC236}">
                <a16:creationId xmlns:a16="http://schemas.microsoft.com/office/drawing/2014/main" id="{A62C53D7-1A8C-9DC4-B731-BB2F193350DA}"/>
              </a:ext>
            </a:extLst>
          </p:cNvPr>
          <p:cNvSpPr txBox="1"/>
          <p:nvPr>
            <p:custDataLst>
              <p:tags r:id="rId77"/>
            </p:custDataLst>
          </p:nvPr>
        </p:nvSpPr>
        <p:spPr bwMode="gray">
          <a:xfrm>
            <a:off x="12700" y="-804002"/>
            <a:ext cx="520700" cy="16510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rPr>
              <a:t>1179 days</a:t>
            </a:r>
          </a:p>
        </p:txBody>
      </p:sp>
      <p:sp>
        <p:nvSpPr>
          <p:cNvPr id="245" name="OTLSHAPE_SLT_8945f2685a474cf0986d2c388c22512b_TextPercentage" hidden="1">
            <a:extLst>
              <a:ext uri="{FF2B5EF4-FFF2-40B4-BE49-F238E27FC236}">
                <a16:creationId xmlns:a16="http://schemas.microsoft.com/office/drawing/2014/main" id="{CFE8833C-DD48-2532-8FB0-4599B32388B0}"/>
              </a:ext>
            </a:extLst>
          </p:cNvPr>
          <p:cNvSpPr txBox="1"/>
          <p:nvPr>
            <p:custDataLst>
              <p:tags r:id="rId78"/>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C0504D"/>
              </a:solidFill>
              <a:effectLst/>
              <a:uLnTx/>
              <a:uFillTx/>
              <a:latin typeface="Calibri" panose="020F0502020204030204" pitchFamily="34" charset="0"/>
              <a:ea typeface="+mn-ea"/>
              <a:cs typeface="+mn-cs"/>
            </a:endParaRPr>
          </a:p>
        </p:txBody>
      </p:sp>
      <p:sp>
        <p:nvSpPr>
          <p:cNvPr id="246" name="OTLSHAPE_SLT_8945f2685a474cf0986d2c388c22512b_StartDate" hidden="1">
            <a:extLst>
              <a:ext uri="{FF2B5EF4-FFF2-40B4-BE49-F238E27FC236}">
                <a16:creationId xmlns:a16="http://schemas.microsoft.com/office/drawing/2014/main" id="{61635A6A-808F-5084-1189-FE5DC5F9DE66}"/>
              </a:ext>
            </a:extLst>
          </p:cNvPr>
          <p:cNvSpPr txBox="1"/>
          <p:nvPr>
            <p:custDataLst>
              <p:tags r:id="rId79"/>
            </p:custDataLst>
          </p:nvPr>
        </p:nvSpPr>
        <p:spPr bwMode="gray">
          <a:xfrm>
            <a:off x="12700" y="-122497"/>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247" name="OTLSHAPE_SLT_8945f2685a474cf0986d2c388c22512b_EndDate" hidden="1">
            <a:extLst>
              <a:ext uri="{FF2B5EF4-FFF2-40B4-BE49-F238E27FC236}">
                <a16:creationId xmlns:a16="http://schemas.microsoft.com/office/drawing/2014/main" id="{A08B11EB-13FC-63C9-EB4B-C811DDB8024B}"/>
              </a:ext>
            </a:extLst>
          </p:cNvPr>
          <p:cNvSpPr txBox="1"/>
          <p:nvPr>
            <p:custDataLst>
              <p:tags r:id="rId80"/>
            </p:custDataLst>
          </p:nvPr>
        </p:nvSpPr>
        <p:spPr bwMode="gray">
          <a:xfrm>
            <a:off x="12700" y="-122497"/>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252" name="OTLSHAPE_SLT_805ae22cfc824907a3ad189ce0575ac2_Duration" hidden="1">
            <a:extLst>
              <a:ext uri="{FF2B5EF4-FFF2-40B4-BE49-F238E27FC236}">
                <a16:creationId xmlns:a16="http://schemas.microsoft.com/office/drawing/2014/main" id="{09429BB2-7A41-339A-47DB-83B0215870AD}"/>
              </a:ext>
            </a:extLst>
          </p:cNvPr>
          <p:cNvSpPr txBox="1"/>
          <p:nvPr>
            <p:custDataLst>
              <p:tags r:id="rId81"/>
            </p:custDataLst>
          </p:nvPr>
        </p:nvSpPr>
        <p:spPr bwMode="gray">
          <a:xfrm>
            <a:off x="12700" y="-634066"/>
            <a:ext cx="457200" cy="16510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rPr>
              <a:t>318 days</a:t>
            </a:r>
          </a:p>
        </p:txBody>
      </p:sp>
      <p:sp>
        <p:nvSpPr>
          <p:cNvPr id="253" name="OTLSHAPE_SLT_805ae22cfc824907a3ad189ce0575ac2_TextPercentage" hidden="1">
            <a:extLst>
              <a:ext uri="{FF2B5EF4-FFF2-40B4-BE49-F238E27FC236}">
                <a16:creationId xmlns:a16="http://schemas.microsoft.com/office/drawing/2014/main" id="{CDF682A9-317B-1E5C-083B-27561D78266E}"/>
              </a:ext>
            </a:extLst>
          </p:cNvPr>
          <p:cNvSpPr txBox="1"/>
          <p:nvPr>
            <p:custDataLst>
              <p:tags r:id="rId82"/>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C0504D"/>
              </a:solidFill>
              <a:effectLst/>
              <a:uLnTx/>
              <a:uFillTx/>
              <a:latin typeface="Calibri" panose="020F0502020204030204" pitchFamily="34" charset="0"/>
              <a:ea typeface="+mn-ea"/>
              <a:cs typeface="+mn-cs"/>
            </a:endParaRPr>
          </a:p>
        </p:txBody>
      </p:sp>
      <p:sp>
        <p:nvSpPr>
          <p:cNvPr id="254" name="OTLSHAPE_SLT_805ae22cfc824907a3ad189ce0575ac2_StartDate" hidden="1">
            <a:extLst>
              <a:ext uri="{FF2B5EF4-FFF2-40B4-BE49-F238E27FC236}">
                <a16:creationId xmlns:a16="http://schemas.microsoft.com/office/drawing/2014/main" id="{97BA0B9D-249E-027F-285C-2AD0A2003194}"/>
              </a:ext>
            </a:extLst>
          </p:cNvPr>
          <p:cNvSpPr txBox="1"/>
          <p:nvPr>
            <p:custDataLst>
              <p:tags r:id="rId83"/>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255" name="OTLSHAPE_SLT_805ae22cfc824907a3ad189ce0575ac2_EndDate" hidden="1">
            <a:extLst>
              <a:ext uri="{FF2B5EF4-FFF2-40B4-BE49-F238E27FC236}">
                <a16:creationId xmlns:a16="http://schemas.microsoft.com/office/drawing/2014/main" id="{165D2A15-DC56-18C4-A761-C17B452E0FCE}"/>
              </a:ext>
            </a:extLst>
          </p:cNvPr>
          <p:cNvSpPr txBox="1"/>
          <p:nvPr>
            <p:custDataLst>
              <p:tags r:id="rId84"/>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167" name="OTLSHAPE_SLA_90327f28e23e48e19455704cbb4f25f1_Date" hidden="1">
            <a:extLst>
              <a:ext uri="{FF2B5EF4-FFF2-40B4-BE49-F238E27FC236}">
                <a16:creationId xmlns:a16="http://schemas.microsoft.com/office/drawing/2014/main" id="{BF790D0A-BAD4-B1B8-81A6-D74D86803BC2}"/>
              </a:ext>
            </a:extLst>
          </p:cNvPr>
          <p:cNvSpPr txBox="1"/>
          <p:nvPr>
            <p:custDataLst>
              <p:tags r:id="rId85"/>
            </p:custDataLst>
          </p:nvPr>
        </p:nvSpPr>
        <p:spPr bwMode="gray">
          <a:xfrm>
            <a:off x="12700" y="-1418140"/>
            <a:ext cx="0" cy="0"/>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rPr>
              <a:t>Aug 23</a:t>
            </a:r>
          </a:p>
        </p:txBody>
      </p:sp>
      <p:sp>
        <p:nvSpPr>
          <p:cNvPr id="170" name="OTLSHAPE_SLA_087530c434dd45a19b7c7950a53ede4d_Date" hidden="1">
            <a:extLst>
              <a:ext uri="{FF2B5EF4-FFF2-40B4-BE49-F238E27FC236}">
                <a16:creationId xmlns:a16="http://schemas.microsoft.com/office/drawing/2014/main" id="{CC8E0CFF-A41D-18F4-F4AF-B6A2D0529C37}"/>
              </a:ext>
            </a:extLst>
          </p:cNvPr>
          <p:cNvSpPr txBox="1"/>
          <p:nvPr>
            <p:custDataLst>
              <p:tags r:id="rId86"/>
            </p:custDataLst>
          </p:nvPr>
        </p:nvSpPr>
        <p:spPr bwMode="gray">
          <a:xfrm>
            <a:off x="12700" y="-888540"/>
            <a:ext cx="0" cy="0"/>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prstClr val="white"/>
                </a:solidFill>
                <a:effectLst/>
                <a:uLnTx/>
                <a:uFillTx/>
                <a:latin typeface="Boehringer Forward Text" panose="02000500000000020000" pitchFamily="2" charset="0"/>
                <a:ea typeface="+mn-ea"/>
                <a:cs typeface="+mn-cs"/>
              </a:rPr>
              <a:t>Aug 24</a:t>
            </a:r>
          </a:p>
        </p:txBody>
      </p:sp>
      <p:sp>
        <p:nvSpPr>
          <p:cNvPr id="174" name="OTLSHAPE_SLA_1acbca5700ff4163981271c929b2e26e_Date" hidden="1">
            <a:extLst>
              <a:ext uri="{FF2B5EF4-FFF2-40B4-BE49-F238E27FC236}">
                <a16:creationId xmlns:a16="http://schemas.microsoft.com/office/drawing/2014/main" id="{4E1BBDE9-26D5-1729-4A9B-E78285787232}"/>
              </a:ext>
            </a:extLst>
          </p:cNvPr>
          <p:cNvSpPr txBox="1"/>
          <p:nvPr>
            <p:custDataLst>
              <p:tags r:id="rId87"/>
            </p:custDataLst>
          </p:nvPr>
        </p:nvSpPr>
        <p:spPr bwMode="gray">
          <a:xfrm>
            <a:off x="12700" y="-673096"/>
            <a:ext cx="0" cy="0"/>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prstClr val="white"/>
                </a:solidFill>
                <a:effectLst/>
                <a:uLnTx/>
                <a:uFillTx/>
                <a:latin typeface="Boehringer Forward Text" panose="02000500000000020000" pitchFamily="2" charset="0"/>
                <a:ea typeface="+mn-ea"/>
                <a:cs typeface="+mn-cs"/>
              </a:rPr>
              <a:t>Oct 1</a:t>
            </a:r>
          </a:p>
        </p:txBody>
      </p:sp>
      <p:sp>
        <p:nvSpPr>
          <p:cNvPr id="5" name="OTLSHAPE_SLM_12a1531199ef46fdbce1a5f1ec613523_Date" hidden="1">
            <a:extLst>
              <a:ext uri="{FF2B5EF4-FFF2-40B4-BE49-F238E27FC236}">
                <a16:creationId xmlns:a16="http://schemas.microsoft.com/office/drawing/2014/main" id="{ABFC8F9B-27BD-2F85-EC8E-ED5E37C2EA32}"/>
              </a:ext>
            </a:extLst>
          </p:cNvPr>
          <p:cNvSpPr txBox="1"/>
          <p:nvPr>
            <p:custDataLst>
              <p:tags r:id="rId88"/>
            </p:custDataLst>
          </p:nvPr>
        </p:nvSpPr>
        <p:spPr bwMode="gray">
          <a:xfrm>
            <a:off x="12700" y="-251218"/>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prstClr val="white"/>
                </a:solidFill>
                <a:effectLst/>
                <a:uLnTx/>
                <a:uFillTx/>
                <a:latin typeface="Boehringer Forward Text" panose="02000500000000020000" pitchFamily="2" charset="0"/>
                <a:ea typeface="+mn-ea"/>
                <a:cs typeface="+mn-cs"/>
              </a:rPr>
              <a:t>Aug 4</a:t>
            </a:r>
          </a:p>
        </p:txBody>
      </p:sp>
      <p:sp>
        <p:nvSpPr>
          <p:cNvPr id="269" name="OTLSHAPE_SLM_683ab791c9cb4a568e7d018baa509424_Date" hidden="1">
            <a:extLst>
              <a:ext uri="{FF2B5EF4-FFF2-40B4-BE49-F238E27FC236}">
                <a16:creationId xmlns:a16="http://schemas.microsoft.com/office/drawing/2014/main" id="{A671CC45-AAD9-0C9C-F29A-E0F4A310C723}"/>
              </a:ext>
            </a:extLst>
          </p:cNvPr>
          <p:cNvSpPr txBox="1"/>
          <p:nvPr>
            <p:custDataLst>
              <p:tags r:id="rId89"/>
            </p:custDataLst>
          </p:nvPr>
        </p:nvSpPr>
        <p:spPr bwMode="gray">
          <a:xfrm>
            <a:off x="12700" y="-673096"/>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rPr>
              <a:t>Jun 2</a:t>
            </a:r>
          </a:p>
        </p:txBody>
      </p:sp>
      <p:sp>
        <p:nvSpPr>
          <p:cNvPr id="258" name="OTLSHAPE_SLA_5e813376303c420a833ed61523ae7e94_Date" hidden="1">
            <a:extLst>
              <a:ext uri="{FF2B5EF4-FFF2-40B4-BE49-F238E27FC236}">
                <a16:creationId xmlns:a16="http://schemas.microsoft.com/office/drawing/2014/main" id="{872FD728-D127-6833-F375-9E90936034DD}"/>
              </a:ext>
            </a:extLst>
          </p:cNvPr>
          <p:cNvSpPr txBox="1"/>
          <p:nvPr>
            <p:custDataLst>
              <p:tags r:id="rId90"/>
            </p:custDataLst>
          </p:nvPr>
        </p:nvSpPr>
        <p:spPr bwMode="gray">
          <a:xfrm>
            <a:off x="12700" y="-888540"/>
            <a:ext cx="0" cy="0"/>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rPr>
              <a:t>Oct 11</a:t>
            </a:r>
          </a:p>
        </p:txBody>
      </p:sp>
      <p:sp>
        <p:nvSpPr>
          <p:cNvPr id="112" name="OTLSHAPE_SLT_76238d20efa54fa8a8b7b631bbac2b79_ShapePercentage" hidden="1">
            <a:extLst>
              <a:ext uri="{FF2B5EF4-FFF2-40B4-BE49-F238E27FC236}">
                <a16:creationId xmlns:a16="http://schemas.microsoft.com/office/drawing/2014/main" id="{B0611761-F0CF-325D-3558-D34AE8E04E90}"/>
              </a:ext>
            </a:extLst>
          </p:cNvPr>
          <p:cNvSpPr/>
          <p:nvPr>
            <p:custDataLst>
              <p:tags r:id="rId91"/>
            </p:custDataLst>
          </p:nvPr>
        </p:nvSpPr>
        <p:spPr bwMode="gray">
          <a:xfrm>
            <a:off x="1542638" y="3983291"/>
            <a:ext cx="0" cy="0"/>
          </a:xfrm>
          <a:prstGeom prst="homePlate">
            <a:avLst/>
          </a:prstGeom>
          <a:solidFill>
            <a:schemeClr val="dk1">
              <a:alpha val="34902"/>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de-DE"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90" name="OTLSHAPE_SLT_e6ea78dbfd684777a090984f71d4504a_ShapePercentage" hidden="1">
            <a:extLst>
              <a:ext uri="{FF2B5EF4-FFF2-40B4-BE49-F238E27FC236}">
                <a16:creationId xmlns:a16="http://schemas.microsoft.com/office/drawing/2014/main" id="{74E5A53C-FEF7-A3D9-768E-B04F8E17C6C6}"/>
              </a:ext>
            </a:extLst>
          </p:cNvPr>
          <p:cNvSpPr/>
          <p:nvPr>
            <p:custDataLst>
              <p:tags r:id="rId92"/>
            </p:custDataLst>
          </p:nvPr>
        </p:nvSpPr>
        <p:spPr bwMode="gray">
          <a:xfrm>
            <a:off x="5878075" y="6474809"/>
            <a:ext cx="0" cy="0"/>
          </a:xfrm>
          <a:prstGeom prst="homePlate">
            <a:avLst/>
          </a:prstGeom>
          <a:solidFill>
            <a:schemeClr val="dk1">
              <a:alpha val="34902"/>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de-DE"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13" name="OTLSHAPE_SLT_76238d20efa54fa8a8b7b631bbac2b79_Duration" hidden="1">
            <a:extLst>
              <a:ext uri="{FF2B5EF4-FFF2-40B4-BE49-F238E27FC236}">
                <a16:creationId xmlns:a16="http://schemas.microsoft.com/office/drawing/2014/main" id="{13D046D1-764F-B775-C9CB-F28328BEC405}"/>
              </a:ext>
            </a:extLst>
          </p:cNvPr>
          <p:cNvSpPr txBox="1"/>
          <p:nvPr>
            <p:custDataLst>
              <p:tags r:id="rId93"/>
            </p:custDataLst>
          </p:nvPr>
        </p:nvSpPr>
        <p:spPr bwMode="gray">
          <a:xfrm>
            <a:off x="12700" y="-819171"/>
            <a:ext cx="457200" cy="16510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rPr>
              <a:t>761 days</a:t>
            </a:r>
          </a:p>
        </p:txBody>
      </p:sp>
      <p:sp>
        <p:nvSpPr>
          <p:cNvPr id="114" name="OTLSHAPE_SLT_76238d20efa54fa8a8b7b631bbac2b79_TextPercentage" hidden="1">
            <a:extLst>
              <a:ext uri="{FF2B5EF4-FFF2-40B4-BE49-F238E27FC236}">
                <a16:creationId xmlns:a16="http://schemas.microsoft.com/office/drawing/2014/main" id="{71D69D88-37DB-FF08-21E9-4052AF03EE20}"/>
              </a:ext>
            </a:extLst>
          </p:cNvPr>
          <p:cNvSpPr txBox="1"/>
          <p:nvPr>
            <p:custDataLst>
              <p:tags r:id="rId94"/>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C0504D"/>
              </a:solidFill>
              <a:effectLst/>
              <a:uLnTx/>
              <a:uFillTx/>
              <a:latin typeface="Calibri" panose="020F0502020204030204" pitchFamily="34" charset="0"/>
              <a:ea typeface="+mn-ea"/>
              <a:cs typeface="+mn-cs"/>
            </a:endParaRPr>
          </a:p>
        </p:txBody>
      </p:sp>
      <p:sp>
        <p:nvSpPr>
          <p:cNvPr id="115" name="OTLSHAPE_SLT_76238d20efa54fa8a8b7b631bbac2b79_JoinedDate" hidden="1">
            <a:extLst>
              <a:ext uri="{FF2B5EF4-FFF2-40B4-BE49-F238E27FC236}">
                <a16:creationId xmlns:a16="http://schemas.microsoft.com/office/drawing/2014/main" id="{0A201B29-23B6-3214-B9AA-502EFF7FC778}"/>
              </a:ext>
            </a:extLst>
          </p:cNvPr>
          <p:cNvSpPr txBox="1"/>
          <p:nvPr>
            <p:custDataLst>
              <p:tags r:id="rId95"/>
            </p:custDataLst>
          </p:nvPr>
        </p:nvSpPr>
        <p:spPr bwMode="gray">
          <a:xfrm>
            <a:off x="12700" y="-1142337"/>
            <a:ext cx="825500" cy="16510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rPr>
              <a:t>May 24 - Apr 26</a:t>
            </a:r>
          </a:p>
        </p:txBody>
      </p:sp>
      <p:sp>
        <p:nvSpPr>
          <p:cNvPr id="116" name="OTLSHAPE_SLT_76238d20efa54fa8a8b7b631bbac2b79_StartDate" hidden="1">
            <a:extLst>
              <a:ext uri="{FF2B5EF4-FFF2-40B4-BE49-F238E27FC236}">
                <a16:creationId xmlns:a16="http://schemas.microsoft.com/office/drawing/2014/main" id="{696E416B-5A84-6277-B37E-B52877C4EEB1}"/>
              </a:ext>
            </a:extLst>
          </p:cNvPr>
          <p:cNvSpPr txBox="1"/>
          <p:nvPr>
            <p:custDataLst>
              <p:tags r:id="rId96"/>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123" name="OTLSHAPE_SLT_76238d20efa54fa8a8b7b631bbac2b79_EndDate" hidden="1">
            <a:extLst>
              <a:ext uri="{FF2B5EF4-FFF2-40B4-BE49-F238E27FC236}">
                <a16:creationId xmlns:a16="http://schemas.microsoft.com/office/drawing/2014/main" id="{AE448284-E22B-5228-89DF-FA1DFE2DB160}"/>
              </a:ext>
            </a:extLst>
          </p:cNvPr>
          <p:cNvSpPr txBox="1"/>
          <p:nvPr>
            <p:custDataLst>
              <p:tags r:id="rId97"/>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193" name="OTLSHAPE_SLT_e6ea78dbfd684777a090984f71d4504a_Duration" hidden="1">
            <a:extLst>
              <a:ext uri="{FF2B5EF4-FFF2-40B4-BE49-F238E27FC236}">
                <a16:creationId xmlns:a16="http://schemas.microsoft.com/office/drawing/2014/main" id="{7CB90BB6-2EEF-7A60-BB84-9299ACF96AE4}"/>
              </a:ext>
            </a:extLst>
          </p:cNvPr>
          <p:cNvSpPr txBox="1"/>
          <p:nvPr>
            <p:custDataLst>
              <p:tags r:id="rId98"/>
            </p:custDataLst>
          </p:nvPr>
        </p:nvSpPr>
        <p:spPr bwMode="gray">
          <a:xfrm>
            <a:off x="12700" y="-1019446"/>
            <a:ext cx="622300" cy="16510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rPr>
              <a:t>1118.6 days</a:t>
            </a:r>
          </a:p>
        </p:txBody>
      </p:sp>
      <p:sp>
        <p:nvSpPr>
          <p:cNvPr id="194" name="OTLSHAPE_SLT_e6ea78dbfd684777a090984f71d4504a_TextPercentage" hidden="1">
            <a:extLst>
              <a:ext uri="{FF2B5EF4-FFF2-40B4-BE49-F238E27FC236}">
                <a16:creationId xmlns:a16="http://schemas.microsoft.com/office/drawing/2014/main" id="{13D9FE2B-2984-9CAC-0AFD-297AFB9E2865}"/>
              </a:ext>
            </a:extLst>
          </p:cNvPr>
          <p:cNvSpPr txBox="1"/>
          <p:nvPr>
            <p:custDataLst>
              <p:tags r:id="rId99"/>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C0504D"/>
              </a:solidFill>
              <a:effectLst/>
              <a:uLnTx/>
              <a:uFillTx/>
              <a:latin typeface="Calibri" panose="020F0502020204030204" pitchFamily="34" charset="0"/>
              <a:ea typeface="+mn-ea"/>
              <a:cs typeface="+mn-cs"/>
            </a:endParaRPr>
          </a:p>
        </p:txBody>
      </p:sp>
      <p:sp>
        <p:nvSpPr>
          <p:cNvPr id="195" name="OTLSHAPE_SLT_e6ea78dbfd684777a090984f71d4504a_JoinedDate" hidden="1">
            <a:extLst>
              <a:ext uri="{FF2B5EF4-FFF2-40B4-BE49-F238E27FC236}">
                <a16:creationId xmlns:a16="http://schemas.microsoft.com/office/drawing/2014/main" id="{8095169C-9FE3-4F8D-E0D9-D4226F0DACC1}"/>
              </a:ext>
            </a:extLst>
          </p:cNvPr>
          <p:cNvSpPr txBox="1"/>
          <p:nvPr>
            <p:custDataLst>
              <p:tags r:id="rId100"/>
            </p:custDataLst>
          </p:nvPr>
        </p:nvSpPr>
        <p:spPr bwMode="gray">
          <a:xfrm>
            <a:off x="12700" y="-911724"/>
            <a:ext cx="800100" cy="16510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rPr>
              <a:t>Mar 14 - Jun 27</a:t>
            </a:r>
          </a:p>
        </p:txBody>
      </p:sp>
      <p:sp>
        <p:nvSpPr>
          <p:cNvPr id="196" name="OTLSHAPE_SLT_e6ea78dbfd684777a090984f71d4504a_StartDate" hidden="1">
            <a:extLst>
              <a:ext uri="{FF2B5EF4-FFF2-40B4-BE49-F238E27FC236}">
                <a16:creationId xmlns:a16="http://schemas.microsoft.com/office/drawing/2014/main" id="{8E324C93-E9C8-1AD9-1828-5FA4CB4E3AD1}"/>
              </a:ext>
            </a:extLst>
          </p:cNvPr>
          <p:cNvSpPr txBox="1"/>
          <p:nvPr>
            <p:custDataLst>
              <p:tags r:id="rId101"/>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197" name="OTLSHAPE_SLT_e6ea78dbfd684777a090984f71d4504a_EndDate" hidden="1">
            <a:extLst>
              <a:ext uri="{FF2B5EF4-FFF2-40B4-BE49-F238E27FC236}">
                <a16:creationId xmlns:a16="http://schemas.microsoft.com/office/drawing/2014/main" id="{32017C25-40FF-FD28-799A-11C6876FA934}"/>
              </a:ext>
            </a:extLst>
          </p:cNvPr>
          <p:cNvSpPr txBox="1"/>
          <p:nvPr>
            <p:custDataLst>
              <p:tags r:id="rId102"/>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106" name="OTLSHAPE_SLA_b154a3803ef142acbab93f11291234de_Date" hidden="1">
            <a:extLst>
              <a:ext uri="{FF2B5EF4-FFF2-40B4-BE49-F238E27FC236}">
                <a16:creationId xmlns:a16="http://schemas.microsoft.com/office/drawing/2014/main" id="{A7650C60-1F38-7281-150D-CD2C41F64B5E}"/>
              </a:ext>
            </a:extLst>
          </p:cNvPr>
          <p:cNvSpPr txBox="1"/>
          <p:nvPr>
            <p:custDataLst>
              <p:tags r:id="rId103"/>
            </p:custDataLst>
          </p:nvPr>
        </p:nvSpPr>
        <p:spPr bwMode="gray">
          <a:xfrm>
            <a:off x="12700" y="-358940"/>
            <a:ext cx="0" cy="0"/>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rPr>
              <a:t>Jan 15</a:t>
            </a:r>
          </a:p>
        </p:txBody>
      </p:sp>
      <p:sp>
        <p:nvSpPr>
          <p:cNvPr id="109" name="OTLSHAPE_SLA_f4ac53f9517f432ebb117aac0c3b14d5_Date" hidden="1">
            <a:extLst>
              <a:ext uri="{FF2B5EF4-FFF2-40B4-BE49-F238E27FC236}">
                <a16:creationId xmlns:a16="http://schemas.microsoft.com/office/drawing/2014/main" id="{DB96B1E2-419E-B9FB-A586-70D85274DAE7}"/>
              </a:ext>
            </a:extLst>
          </p:cNvPr>
          <p:cNvSpPr txBox="1"/>
          <p:nvPr>
            <p:custDataLst>
              <p:tags r:id="rId104"/>
            </p:custDataLst>
          </p:nvPr>
        </p:nvSpPr>
        <p:spPr bwMode="gray">
          <a:xfrm>
            <a:off x="12700" y="-358940"/>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rPr>
              <a:t>Apr 22</a:t>
            </a:r>
          </a:p>
        </p:txBody>
      </p:sp>
      <p:sp>
        <p:nvSpPr>
          <p:cNvPr id="135" name="OTLSHAPE_SLA_51084607bf01426f9abc85b2878fc9a6_Date" hidden="1">
            <a:extLst>
              <a:ext uri="{FF2B5EF4-FFF2-40B4-BE49-F238E27FC236}">
                <a16:creationId xmlns:a16="http://schemas.microsoft.com/office/drawing/2014/main" id="{3A9A178F-A8D8-8951-B8E8-ACB07CA341ED}"/>
              </a:ext>
            </a:extLst>
          </p:cNvPr>
          <p:cNvSpPr txBox="1"/>
          <p:nvPr>
            <p:custDataLst>
              <p:tags r:id="rId105"/>
            </p:custDataLst>
          </p:nvPr>
        </p:nvSpPr>
        <p:spPr bwMode="gray">
          <a:xfrm>
            <a:off x="12700" y="-251218"/>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rPr>
              <a:t>Apr 6</a:t>
            </a:r>
          </a:p>
        </p:txBody>
      </p:sp>
      <p:sp>
        <p:nvSpPr>
          <p:cNvPr id="178" name="OTLSHAPE_SLA_37fc13d6ed1c4b7e9a675b82dc51dc4d_Date" hidden="1">
            <a:extLst>
              <a:ext uri="{FF2B5EF4-FFF2-40B4-BE49-F238E27FC236}">
                <a16:creationId xmlns:a16="http://schemas.microsoft.com/office/drawing/2014/main" id="{14784ACC-20A0-1572-495A-3A4D76104608}"/>
              </a:ext>
            </a:extLst>
          </p:cNvPr>
          <p:cNvSpPr txBox="1"/>
          <p:nvPr>
            <p:custDataLst>
              <p:tags r:id="rId106"/>
            </p:custDataLst>
          </p:nvPr>
        </p:nvSpPr>
        <p:spPr bwMode="gray">
          <a:xfrm>
            <a:off x="12700" y="-358940"/>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prstClr val="white"/>
                </a:solidFill>
                <a:effectLst/>
                <a:uLnTx/>
                <a:uFillTx/>
                <a:latin typeface="Boehringer Forward Text" panose="02000500000000020000" pitchFamily="2" charset="0"/>
                <a:ea typeface="+mn-ea"/>
                <a:cs typeface="+mn-cs"/>
              </a:rPr>
              <a:t>May 26</a:t>
            </a:r>
          </a:p>
        </p:txBody>
      </p:sp>
      <p:sp>
        <p:nvSpPr>
          <p:cNvPr id="185" name="OTLSHAPE_SLA_05c872b4cf4f4ec6b9965248912334d9_Date" hidden="1">
            <a:extLst>
              <a:ext uri="{FF2B5EF4-FFF2-40B4-BE49-F238E27FC236}">
                <a16:creationId xmlns:a16="http://schemas.microsoft.com/office/drawing/2014/main" id="{ECDA0061-CD9B-0CB5-BD0B-4DB698B36141}"/>
              </a:ext>
            </a:extLst>
          </p:cNvPr>
          <p:cNvSpPr txBox="1"/>
          <p:nvPr>
            <p:custDataLst>
              <p:tags r:id="rId107"/>
            </p:custDataLst>
          </p:nvPr>
        </p:nvSpPr>
        <p:spPr bwMode="gray">
          <a:xfrm>
            <a:off x="12700" y="-358940"/>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prstClr val="white"/>
                </a:solidFill>
                <a:effectLst/>
                <a:uLnTx/>
                <a:uFillTx/>
                <a:latin typeface="Boehringer Forward Text" panose="02000500000000020000" pitchFamily="2" charset="0"/>
                <a:ea typeface="+mn-ea"/>
                <a:cs typeface="+mn-cs"/>
              </a:rPr>
              <a:t>Mar 30</a:t>
            </a:r>
          </a:p>
        </p:txBody>
      </p:sp>
      <p:sp>
        <p:nvSpPr>
          <p:cNvPr id="248" name="OTLSHAPE_SLT_8945f2685a474cf0986d2c388c22512b_JoinedDate" hidden="1">
            <a:extLst>
              <a:ext uri="{FF2B5EF4-FFF2-40B4-BE49-F238E27FC236}">
                <a16:creationId xmlns:a16="http://schemas.microsoft.com/office/drawing/2014/main" id="{6957121E-7C07-DEC5-62D2-B6D2F5F4E7CC}"/>
              </a:ext>
            </a:extLst>
          </p:cNvPr>
          <p:cNvSpPr txBox="1"/>
          <p:nvPr>
            <p:custDataLst>
              <p:tags r:id="rId108"/>
            </p:custDataLst>
          </p:nvPr>
        </p:nvSpPr>
        <p:spPr bwMode="gray">
          <a:xfrm>
            <a:off x="5497567" y="5672886"/>
            <a:ext cx="787400" cy="16510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4" normalizeH="0" baseline="0" noProof="0">
                <a:ln>
                  <a:noFill/>
                </a:ln>
                <a:solidFill>
                  <a:srgbClr val="44546A"/>
                </a:solidFill>
                <a:effectLst/>
                <a:uLnTx/>
                <a:uFillTx/>
                <a:latin typeface="Calibri" panose="020F0502020204030204" pitchFamily="34" charset="0"/>
                <a:ea typeface="+mn-ea"/>
                <a:cs typeface="+mn-cs"/>
              </a:rPr>
              <a:t>Dec 12 - Jun 20</a:t>
            </a:r>
          </a:p>
        </p:txBody>
      </p:sp>
      <p:sp>
        <p:nvSpPr>
          <p:cNvPr id="256" name="OTLSHAPE_SLT_805ae22cfc824907a3ad189ce0575ac2_JoinedDate" hidden="1">
            <a:extLst>
              <a:ext uri="{FF2B5EF4-FFF2-40B4-BE49-F238E27FC236}">
                <a16:creationId xmlns:a16="http://schemas.microsoft.com/office/drawing/2014/main" id="{875FF4DD-CE80-8BF4-D40B-DD3F04DFE8DE}"/>
              </a:ext>
            </a:extLst>
          </p:cNvPr>
          <p:cNvSpPr txBox="1"/>
          <p:nvPr>
            <p:custDataLst>
              <p:tags r:id="rId109"/>
            </p:custDataLst>
          </p:nvPr>
        </p:nvSpPr>
        <p:spPr bwMode="gray">
          <a:xfrm>
            <a:off x="2124593" y="5125125"/>
            <a:ext cx="736600" cy="16510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4" normalizeH="0" baseline="0" noProof="0">
                <a:ln>
                  <a:noFill/>
                </a:ln>
                <a:solidFill>
                  <a:srgbClr val="44546A"/>
                </a:solidFill>
                <a:effectLst/>
                <a:uLnTx/>
                <a:uFillTx/>
                <a:latin typeface="Calibri" panose="020F0502020204030204" pitchFamily="34" charset="0"/>
                <a:ea typeface="+mn-ea"/>
                <a:cs typeface="+mn-cs"/>
              </a:rPr>
              <a:t>Sep 16 - Dec 4</a:t>
            </a:r>
          </a:p>
        </p:txBody>
      </p:sp>
      <p:sp>
        <p:nvSpPr>
          <p:cNvPr id="212" name="OTLSHAPE_SLA_e8f82336c8074201bf13fa8522a5b67c_Date" hidden="1">
            <a:extLst>
              <a:ext uri="{FF2B5EF4-FFF2-40B4-BE49-F238E27FC236}">
                <a16:creationId xmlns:a16="http://schemas.microsoft.com/office/drawing/2014/main" id="{0C645998-1EC1-C25B-6623-599E3B899530}"/>
              </a:ext>
            </a:extLst>
          </p:cNvPr>
          <p:cNvSpPr txBox="1"/>
          <p:nvPr>
            <p:custDataLst>
              <p:tags r:id="rId110"/>
            </p:custDataLst>
          </p:nvPr>
        </p:nvSpPr>
        <p:spPr bwMode="gray">
          <a:xfrm>
            <a:off x="12700" y="-251218"/>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rPr>
              <a:t>Sep 2</a:t>
            </a:r>
          </a:p>
        </p:txBody>
      </p:sp>
      <p:sp>
        <p:nvSpPr>
          <p:cNvPr id="293" name="OTLSHAPE_SLT_66cdba86b6e34501bd660ba1856ed48c_ShapePercentage" hidden="1">
            <a:extLst>
              <a:ext uri="{FF2B5EF4-FFF2-40B4-BE49-F238E27FC236}">
                <a16:creationId xmlns:a16="http://schemas.microsoft.com/office/drawing/2014/main" id="{3B04D9AC-C208-1C09-3E19-F1B175BFF62A}"/>
              </a:ext>
            </a:extLst>
          </p:cNvPr>
          <p:cNvSpPr/>
          <p:nvPr>
            <p:custDataLst>
              <p:tags r:id="rId111"/>
            </p:custDataLst>
          </p:nvPr>
        </p:nvSpPr>
        <p:spPr bwMode="gray">
          <a:xfrm>
            <a:off x="1887548" y="5807106"/>
            <a:ext cx="0" cy="0"/>
          </a:xfrm>
          <a:prstGeom prst="homePlate">
            <a:avLst/>
          </a:prstGeom>
          <a:solidFill>
            <a:schemeClr val="dk1">
              <a:alpha val="34902"/>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de-DE"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01" name="OTLSHAPE_SLT_c8de1a12f2c94a8790bbbb4afa2058e9_ShapePercentage" hidden="1">
            <a:extLst>
              <a:ext uri="{FF2B5EF4-FFF2-40B4-BE49-F238E27FC236}">
                <a16:creationId xmlns:a16="http://schemas.microsoft.com/office/drawing/2014/main" id="{E490E8A4-97CD-A50E-B484-650CF65C8300}"/>
              </a:ext>
            </a:extLst>
          </p:cNvPr>
          <p:cNvSpPr/>
          <p:nvPr>
            <p:custDataLst>
              <p:tags r:id="rId112"/>
            </p:custDataLst>
          </p:nvPr>
        </p:nvSpPr>
        <p:spPr bwMode="gray">
          <a:xfrm>
            <a:off x="5675338" y="5807106"/>
            <a:ext cx="0" cy="0"/>
          </a:xfrm>
          <a:prstGeom prst="homePlate">
            <a:avLst/>
          </a:prstGeom>
          <a:solidFill>
            <a:schemeClr val="dk1">
              <a:alpha val="34902"/>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de-DE"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94" name="OTLSHAPE_SLT_66cdba86b6e34501bd660ba1856ed48c_Duration" hidden="1">
            <a:extLst>
              <a:ext uri="{FF2B5EF4-FFF2-40B4-BE49-F238E27FC236}">
                <a16:creationId xmlns:a16="http://schemas.microsoft.com/office/drawing/2014/main" id="{DF2CB101-B426-B97C-B088-3FB1E8B82EE8}"/>
              </a:ext>
            </a:extLst>
          </p:cNvPr>
          <p:cNvSpPr txBox="1"/>
          <p:nvPr>
            <p:custDataLst>
              <p:tags r:id="rId113"/>
            </p:custDataLst>
          </p:nvPr>
        </p:nvSpPr>
        <p:spPr bwMode="gray">
          <a:xfrm>
            <a:off x="12700" y="-603728"/>
            <a:ext cx="457200" cy="16510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rPr>
              <a:t>327 days</a:t>
            </a:r>
          </a:p>
        </p:txBody>
      </p:sp>
      <p:sp>
        <p:nvSpPr>
          <p:cNvPr id="295" name="OTLSHAPE_SLT_66cdba86b6e34501bd660ba1856ed48c_TextPercentage" hidden="1">
            <a:extLst>
              <a:ext uri="{FF2B5EF4-FFF2-40B4-BE49-F238E27FC236}">
                <a16:creationId xmlns:a16="http://schemas.microsoft.com/office/drawing/2014/main" id="{BD6D49E7-6BC4-6994-8D4A-B65AFF965A90}"/>
              </a:ext>
            </a:extLst>
          </p:cNvPr>
          <p:cNvSpPr txBox="1"/>
          <p:nvPr>
            <p:custDataLst>
              <p:tags r:id="rId114"/>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C0504D"/>
              </a:solidFill>
              <a:effectLst/>
              <a:uLnTx/>
              <a:uFillTx/>
              <a:latin typeface="Calibri" panose="020F0502020204030204" pitchFamily="34" charset="0"/>
              <a:ea typeface="+mn-ea"/>
              <a:cs typeface="+mn-cs"/>
            </a:endParaRPr>
          </a:p>
        </p:txBody>
      </p:sp>
      <p:sp>
        <p:nvSpPr>
          <p:cNvPr id="296" name="OTLSHAPE_SLT_66cdba86b6e34501bd660ba1856ed48c_JoinedDate" hidden="1">
            <a:extLst>
              <a:ext uri="{FF2B5EF4-FFF2-40B4-BE49-F238E27FC236}">
                <a16:creationId xmlns:a16="http://schemas.microsoft.com/office/drawing/2014/main" id="{004CDCED-6801-FD14-C518-5CEB45459AE9}"/>
              </a:ext>
            </a:extLst>
          </p:cNvPr>
          <p:cNvSpPr txBox="1"/>
          <p:nvPr>
            <p:custDataLst>
              <p:tags r:id="rId115"/>
            </p:custDataLst>
          </p:nvPr>
        </p:nvSpPr>
        <p:spPr bwMode="gray">
          <a:xfrm>
            <a:off x="12700" y="-1142337"/>
            <a:ext cx="800100" cy="16510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rPr>
              <a:t>Sep 11 - Dec 14</a:t>
            </a:r>
          </a:p>
        </p:txBody>
      </p:sp>
      <p:sp>
        <p:nvSpPr>
          <p:cNvPr id="297" name="OTLSHAPE_SLT_66cdba86b6e34501bd660ba1856ed48c_StartDate" hidden="1">
            <a:extLst>
              <a:ext uri="{FF2B5EF4-FFF2-40B4-BE49-F238E27FC236}">
                <a16:creationId xmlns:a16="http://schemas.microsoft.com/office/drawing/2014/main" id="{2BB61FDC-60DB-6ECE-03E4-EA69F4008F48}"/>
              </a:ext>
            </a:extLst>
          </p:cNvPr>
          <p:cNvSpPr txBox="1"/>
          <p:nvPr>
            <p:custDataLst>
              <p:tags r:id="rId116"/>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298" name="OTLSHAPE_SLT_66cdba86b6e34501bd660ba1856ed48c_EndDate" hidden="1">
            <a:extLst>
              <a:ext uri="{FF2B5EF4-FFF2-40B4-BE49-F238E27FC236}">
                <a16:creationId xmlns:a16="http://schemas.microsoft.com/office/drawing/2014/main" id="{94DA7F96-8565-3C14-F9E6-05E0CB686858}"/>
              </a:ext>
            </a:extLst>
          </p:cNvPr>
          <p:cNvSpPr txBox="1"/>
          <p:nvPr>
            <p:custDataLst>
              <p:tags r:id="rId117"/>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302" name="OTLSHAPE_SLT_c8de1a12f2c94a8790bbbb4afa2058e9_Duration" hidden="1">
            <a:extLst>
              <a:ext uri="{FF2B5EF4-FFF2-40B4-BE49-F238E27FC236}">
                <a16:creationId xmlns:a16="http://schemas.microsoft.com/office/drawing/2014/main" id="{6D05168C-83E7-E55D-6D54-F7A414BC0177}"/>
              </a:ext>
            </a:extLst>
          </p:cNvPr>
          <p:cNvSpPr txBox="1"/>
          <p:nvPr>
            <p:custDataLst>
              <p:tags r:id="rId118"/>
            </p:custDataLst>
          </p:nvPr>
        </p:nvSpPr>
        <p:spPr bwMode="gray">
          <a:xfrm>
            <a:off x="12700" y="-804002"/>
            <a:ext cx="457200" cy="16510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rPr>
              <a:t>535 days</a:t>
            </a:r>
          </a:p>
        </p:txBody>
      </p:sp>
      <p:sp>
        <p:nvSpPr>
          <p:cNvPr id="303" name="OTLSHAPE_SLT_c8de1a12f2c94a8790bbbb4afa2058e9_TextPercentage" hidden="1">
            <a:extLst>
              <a:ext uri="{FF2B5EF4-FFF2-40B4-BE49-F238E27FC236}">
                <a16:creationId xmlns:a16="http://schemas.microsoft.com/office/drawing/2014/main" id="{BF5B5EB6-CB31-29C8-7382-F8056F03C01B}"/>
              </a:ext>
            </a:extLst>
          </p:cNvPr>
          <p:cNvSpPr txBox="1"/>
          <p:nvPr>
            <p:custDataLst>
              <p:tags r:id="rId119"/>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C0504D"/>
              </a:solidFill>
              <a:effectLst/>
              <a:uLnTx/>
              <a:uFillTx/>
              <a:latin typeface="Calibri" panose="020F0502020204030204" pitchFamily="34" charset="0"/>
              <a:ea typeface="+mn-ea"/>
              <a:cs typeface="+mn-cs"/>
            </a:endParaRPr>
          </a:p>
        </p:txBody>
      </p:sp>
      <p:sp>
        <p:nvSpPr>
          <p:cNvPr id="304" name="OTLSHAPE_SLT_c8de1a12f2c94a8790bbbb4afa2058e9_JoinedDate" hidden="1">
            <a:extLst>
              <a:ext uri="{FF2B5EF4-FFF2-40B4-BE49-F238E27FC236}">
                <a16:creationId xmlns:a16="http://schemas.microsoft.com/office/drawing/2014/main" id="{B8BD1F02-2A41-9D29-8059-E4523108AD21}"/>
              </a:ext>
            </a:extLst>
          </p:cNvPr>
          <p:cNvSpPr txBox="1"/>
          <p:nvPr>
            <p:custDataLst>
              <p:tags r:id="rId120"/>
            </p:custDataLst>
          </p:nvPr>
        </p:nvSpPr>
        <p:spPr bwMode="gray">
          <a:xfrm>
            <a:off x="12700" y="-911724"/>
            <a:ext cx="685800" cy="16510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rPr>
              <a:t>Jan 9 - Jan 27</a:t>
            </a:r>
          </a:p>
        </p:txBody>
      </p:sp>
      <p:sp>
        <p:nvSpPr>
          <p:cNvPr id="305" name="OTLSHAPE_SLT_c8de1a12f2c94a8790bbbb4afa2058e9_StartDate" hidden="1">
            <a:extLst>
              <a:ext uri="{FF2B5EF4-FFF2-40B4-BE49-F238E27FC236}">
                <a16:creationId xmlns:a16="http://schemas.microsoft.com/office/drawing/2014/main" id="{8009DC17-F87E-8E32-FA10-F68DEE9F2B84}"/>
              </a:ext>
            </a:extLst>
          </p:cNvPr>
          <p:cNvSpPr txBox="1"/>
          <p:nvPr>
            <p:custDataLst>
              <p:tags r:id="rId121"/>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306" name="OTLSHAPE_SLT_c8de1a12f2c94a8790bbbb4afa2058e9_EndDate" hidden="1">
            <a:extLst>
              <a:ext uri="{FF2B5EF4-FFF2-40B4-BE49-F238E27FC236}">
                <a16:creationId xmlns:a16="http://schemas.microsoft.com/office/drawing/2014/main" id="{A354E23D-126A-C43E-5187-B59C6A68B6FD}"/>
              </a:ext>
            </a:extLst>
          </p:cNvPr>
          <p:cNvSpPr txBox="1"/>
          <p:nvPr>
            <p:custDataLst>
              <p:tags r:id="rId122"/>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312" name="OTLSHAPE_SLM_12ec31f9d35144bb9b3070390e018116_Date" hidden="1">
            <a:extLst>
              <a:ext uri="{FF2B5EF4-FFF2-40B4-BE49-F238E27FC236}">
                <a16:creationId xmlns:a16="http://schemas.microsoft.com/office/drawing/2014/main" id="{501710E0-FAE1-4303-A657-A30C3F9DDDE1}"/>
              </a:ext>
            </a:extLst>
          </p:cNvPr>
          <p:cNvSpPr txBox="1"/>
          <p:nvPr>
            <p:custDataLst>
              <p:tags r:id="rId123"/>
            </p:custDataLst>
          </p:nvPr>
        </p:nvSpPr>
        <p:spPr bwMode="gray">
          <a:xfrm>
            <a:off x="12700" y="-888540"/>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prstClr val="white"/>
                </a:solidFill>
                <a:effectLst/>
                <a:uLnTx/>
                <a:uFillTx/>
                <a:latin typeface="Boehringer Forward Text" panose="02000500000000020000" pitchFamily="2" charset="0"/>
                <a:ea typeface="+mn-ea"/>
                <a:cs typeface="+mn-cs"/>
              </a:rPr>
              <a:t>Mar 11</a:t>
            </a:r>
          </a:p>
        </p:txBody>
      </p:sp>
      <p:sp>
        <p:nvSpPr>
          <p:cNvPr id="315" name="OTLSHAPE_SLM_46e278bade4b4e2888f74d3046d982fa_Date" hidden="1">
            <a:extLst>
              <a:ext uri="{FF2B5EF4-FFF2-40B4-BE49-F238E27FC236}">
                <a16:creationId xmlns:a16="http://schemas.microsoft.com/office/drawing/2014/main" id="{4561DBAD-CAA8-A2D5-4F2D-3CE432B5071C}"/>
              </a:ext>
            </a:extLst>
          </p:cNvPr>
          <p:cNvSpPr txBox="1"/>
          <p:nvPr>
            <p:custDataLst>
              <p:tags r:id="rId124"/>
            </p:custDataLst>
          </p:nvPr>
        </p:nvSpPr>
        <p:spPr bwMode="gray">
          <a:xfrm>
            <a:off x="12700" y="-888540"/>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prstClr val="white"/>
                </a:solidFill>
                <a:effectLst/>
                <a:uLnTx/>
                <a:uFillTx/>
                <a:latin typeface="Boehringer Forward Text" panose="02000500000000020000" pitchFamily="2" charset="0"/>
                <a:ea typeface="+mn-ea"/>
                <a:cs typeface="+mn-cs"/>
              </a:rPr>
              <a:t>Aug 30</a:t>
            </a:r>
          </a:p>
        </p:txBody>
      </p:sp>
      <p:sp>
        <p:nvSpPr>
          <p:cNvPr id="327" name="OTLSHAPE_SLT_3cd36c61b1154fe69ca2335855acabfa_ShapePercentage" hidden="1">
            <a:extLst>
              <a:ext uri="{FF2B5EF4-FFF2-40B4-BE49-F238E27FC236}">
                <a16:creationId xmlns:a16="http://schemas.microsoft.com/office/drawing/2014/main" id="{A961FA3F-4E14-0D52-60BC-F258E8CC567E}"/>
              </a:ext>
            </a:extLst>
          </p:cNvPr>
          <p:cNvSpPr/>
          <p:nvPr>
            <p:custDataLst>
              <p:tags r:id="rId125"/>
            </p:custDataLst>
          </p:nvPr>
        </p:nvSpPr>
        <p:spPr bwMode="gray">
          <a:xfrm>
            <a:off x="3404693" y="5807106"/>
            <a:ext cx="0" cy="0"/>
          </a:xfrm>
          <a:prstGeom prst="homePlate">
            <a:avLst/>
          </a:prstGeom>
          <a:solidFill>
            <a:schemeClr val="dk1">
              <a:alpha val="34902"/>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de-DE"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28" name="OTLSHAPE_SLT_3cd36c61b1154fe69ca2335855acabfa_Duration" hidden="1">
            <a:extLst>
              <a:ext uri="{FF2B5EF4-FFF2-40B4-BE49-F238E27FC236}">
                <a16:creationId xmlns:a16="http://schemas.microsoft.com/office/drawing/2014/main" id="{D7EB8E16-C9BE-DCC6-0F60-F8D528E3D8DF}"/>
              </a:ext>
            </a:extLst>
          </p:cNvPr>
          <p:cNvSpPr txBox="1"/>
          <p:nvPr>
            <p:custDataLst>
              <p:tags r:id="rId126"/>
            </p:custDataLst>
          </p:nvPr>
        </p:nvSpPr>
        <p:spPr bwMode="gray">
          <a:xfrm>
            <a:off x="12700" y="-804002"/>
            <a:ext cx="457200" cy="16510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rPr>
              <a:t>495 days</a:t>
            </a:r>
          </a:p>
        </p:txBody>
      </p:sp>
      <p:sp>
        <p:nvSpPr>
          <p:cNvPr id="329" name="OTLSHAPE_SLT_3cd36c61b1154fe69ca2335855acabfa_TextPercentage" hidden="1">
            <a:extLst>
              <a:ext uri="{FF2B5EF4-FFF2-40B4-BE49-F238E27FC236}">
                <a16:creationId xmlns:a16="http://schemas.microsoft.com/office/drawing/2014/main" id="{D40CBEFF-E629-6835-FCDD-84207EB1921F}"/>
              </a:ext>
            </a:extLst>
          </p:cNvPr>
          <p:cNvSpPr txBox="1"/>
          <p:nvPr>
            <p:custDataLst>
              <p:tags r:id="rId127"/>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C0504D"/>
              </a:solidFill>
              <a:effectLst/>
              <a:uLnTx/>
              <a:uFillTx/>
              <a:latin typeface="Calibri" panose="020F0502020204030204" pitchFamily="34" charset="0"/>
              <a:ea typeface="+mn-ea"/>
              <a:cs typeface="+mn-cs"/>
            </a:endParaRPr>
          </a:p>
        </p:txBody>
      </p:sp>
      <p:sp>
        <p:nvSpPr>
          <p:cNvPr id="330" name="OTLSHAPE_SLT_3cd36c61b1154fe69ca2335855acabfa_JoinedDate" hidden="1">
            <a:extLst>
              <a:ext uri="{FF2B5EF4-FFF2-40B4-BE49-F238E27FC236}">
                <a16:creationId xmlns:a16="http://schemas.microsoft.com/office/drawing/2014/main" id="{58BF1A60-514B-68AC-1988-48E858C42D7E}"/>
              </a:ext>
            </a:extLst>
          </p:cNvPr>
          <p:cNvSpPr txBox="1"/>
          <p:nvPr>
            <p:custDataLst>
              <p:tags r:id="rId128"/>
            </p:custDataLst>
          </p:nvPr>
        </p:nvSpPr>
        <p:spPr bwMode="gray">
          <a:xfrm>
            <a:off x="12700" y="-1019446"/>
            <a:ext cx="711200" cy="16510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rPr>
              <a:t>Jan 11 - Dec 4</a:t>
            </a:r>
          </a:p>
        </p:txBody>
      </p:sp>
      <p:sp>
        <p:nvSpPr>
          <p:cNvPr id="331" name="OTLSHAPE_SLT_3cd36c61b1154fe69ca2335855acabfa_StartDate" hidden="1">
            <a:extLst>
              <a:ext uri="{FF2B5EF4-FFF2-40B4-BE49-F238E27FC236}">
                <a16:creationId xmlns:a16="http://schemas.microsoft.com/office/drawing/2014/main" id="{C2A7409D-D81E-5DDC-666B-617F72AD5FDB}"/>
              </a:ext>
            </a:extLst>
          </p:cNvPr>
          <p:cNvSpPr txBox="1"/>
          <p:nvPr>
            <p:custDataLst>
              <p:tags r:id="rId129"/>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332" name="OTLSHAPE_SLT_3cd36c61b1154fe69ca2335855acabfa_EndDate" hidden="1">
            <a:extLst>
              <a:ext uri="{FF2B5EF4-FFF2-40B4-BE49-F238E27FC236}">
                <a16:creationId xmlns:a16="http://schemas.microsoft.com/office/drawing/2014/main" id="{B3993400-4B6B-CF5E-142E-96F64FA47972}"/>
              </a:ext>
            </a:extLst>
          </p:cNvPr>
          <p:cNvSpPr txBox="1"/>
          <p:nvPr>
            <p:custDataLst>
              <p:tags r:id="rId130"/>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318" name="OTLSHAPE_SLA_44b6754829a548b3abba61d1e76689c3_Date" hidden="1">
            <a:extLst>
              <a:ext uri="{FF2B5EF4-FFF2-40B4-BE49-F238E27FC236}">
                <a16:creationId xmlns:a16="http://schemas.microsoft.com/office/drawing/2014/main" id="{B1329F64-A173-DD8B-61B0-C75AE50D0B6C}"/>
              </a:ext>
            </a:extLst>
          </p:cNvPr>
          <p:cNvSpPr txBox="1"/>
          <p:nvPr>
            <p:custDataLst>
              <p:tags r:id="rId131"/>
            </p:custDataLst>
          </p:nvPr>
        </p:nvSpPr>
        <p:spPr bwMode="gray">
          <a:xfrm>
            <a:off x="12700" y="-358940"/>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rPr>
              <a:t>May 16</a:t>
            </a:r>
          </a:p>
        </p:txBody>
      </p:sp>
      <p:sp>
        <p:nvSpPr>
          <p:cNvPr id="321" name="OTLSHAPE_SLA_bdc11588dac94ed082e77a070c411bd7_Date" hidden="1">
            <a:extLst>
              <a:ext uri="{FF2B5EF4-FFF2-40B4-BE49-F238E27FC236}">
                <a16:creationId xmlns:a16="http://schemas.microsoft.com/office/drawing/2014/main" id="{667DF8F5-2663-C6AF-CD2F-04EB673E62A6}"/>
              </a:ext>
            </a:extLst>
          </p:cNvPr>
          <p:cNvSpPr txBox="1"/>
          <p:nvPr>
            <p:custDataLst>
              <p:tags r:id="rId132"/>
            </p:custDataLst>
          </p:nvPr>
        </p:nvSpPr>
        <p:spPr bwMode="gray">
          <a:xfrm>
            <a:off x="12700" y="-358940"/>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rPr>
              <a:t>Aug 20</a:t>
            </a:r>
          </a:p>
        </p:txBody>
      </p:sp>
      <p:sp>
        <p:nvSpPr>
          <p:cNvPr id="335" name="OTLSHAPE_SLA_fc5c0a3100d142f6ae880793d479a8bc_Date" hidden="1">
            <a:extLst>
              <a:ext uri="{FF2B5EF4-FFF2-40B4-BE49-F238E27FC236}">
                <a16:creationId xmlns:a16="http://schemas.microsoft.com/office/drawing/2014/main" id="{6599572E-4C54-D2D7-C8E4-7ACE2821D6A8}"/>
              </a:ext>
            </a:extLst>
          </p:cNvPr>
          <p:cNvSpPr txBox="1"/>
          <p:nvPr>
            <p:custDataLst>
              <p:tags r:id="rId133"/>
            </p:custDataLst>
          </p:nvPr>
        </p:nvSpPr>
        <p:spPr bwMode="gray">
          <a:xfrm>
            <a:off x="12700" y="-358940"/>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prstClr val="white"/>
                </a:solidFill>
                <a:effectLst/>
                <a:uLnTx/>
                <a:uFillTx/>
                <a:latin typeface="Boehringer Forward Text" panose="02000500000000020000" pitchFamily="2" charset="0"/>
                <a:ea typeface="+mn-ea"/>
                <a:cs typeface="+mn-cs"/>
              </a:rPr>
              <a:t>Sep 24</a:t>
            </a:r>
          </a:p>
        </p:txBody>
      </p:sp>
      <p:sp>
        <p:nvSpPr>
          <p:cNvPr id="338" name="OTLSHAPE_SLA_7e498c7f545e4b088723c5f29020e56a_Date" hidden="1">
            <a:extLst>
              <a:ext uri="{FF2B5EF4-FFF2-40B4-BE49-F238E27FC236}">
                <a16:creationId xmlns:a16="http://schemas.microsoft.com/office/drawing/2014/main" id="{B7D6D2C9-6877-C40D-9A15-19BB069B5B74}"/>
              </a:ext>
            </a:extLst>
          </p:cNvPr>
          <p:cNvSpPr txBox="1"/>
          <p:nvPr>
            <p:custDataLst>
              <p:tags r:id="rId134"/>
            </p:custDataLst>
          </p:nvPr>
        </p:nvSpPr>
        <p:spPr bwMode="gray">
          <a:xfrm>
            <a:off x="12700" y="-251218"/>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prstClr val="white"/>
                </a:solidFill>
                <a:effectLst/>
                <a:uLnTx/>
                <a:uFillTx/>
                <a:latin typeface="Boehringer Forward Text" panose="02000500000000020000" pitchFamily="2" charset="0"/>
                <a:ea typeface="+mn-ea"/>
                <a:cs typeface="+mn-cs"/>
              </a:rPr>
              <a:t>Oct 2</a:t>
            </a:r>
          </a:p>
        </p:txBody>
      </p:sp>
      <p:sp>
        <p:nvSpPr>
          <p:cNvPr id="341" name="OTLSHAPE_SLA_36989b9edcb3479cbd1226138514b399_Date" hidden="1">
            <a:extLst>
              <a:ext uri="{FF2B5EF4-FFF2-40B4-BE49-F238E27FC236}">
                <a16:creationId xmlns:a16="http://schemas.microsoft.com/office/drawing/2014/main" id="{387090A5-07B8-6A8E-E10E-883B798C17DE}"/>
              </a:ext>
            </a:extLst>
          </p:cNvPr>
          <p:cNvSpPr txBox="1"/>
          <p:nvPr>
            <p:custDataLst>
              <p:tags r:id="rId135"/>
            </p:custDataLst>
          </p:nvPr>
        </p:nvSpPr>
        <p:spPr bwMode="gray">
          <a:xfrm>
            <a:off x="12700" y="-358940"/>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prstClr val="white"/>
                </a:solidFill>
                <a:effectLst/>
                <a:uLnTx/>
                <a:uFillTx/>
                <a:latin typeface="Boehringer Forward Text" panose="02000500000000020000" pitchFamily="2" charset="0"/>
                <a:ea typeface="+mn-ea"/>
                <a:cs typeface="+mn-cs"/>
              </a:rPr>
              <a:t>Sep 23</a:t>
            </a:r>
          </a:p>
        </p:txBody>
      </p:sp>
      <p:sp>
        <p:nvSpPr>
          <p:cNvPr id="344" name="OTLSHAPE_SLA_2b8d3edc49f447aa960ec9931c06fa7c_Date" hidden="1">
            <a:extLst>
              <a:ext uri="{FF2B5EF4-FFF2-40B4-BE49-F238E27FC236}">
                <a16:creationId xmlns:a16="http://schemas.microsoft.com/office/drawing/2014/main" id="{C58F7E2E-CA8A-6FE3-D6C6-DF7877D28112}"/>
              </a:ext>
            </a:extLst>
          </p:cNvPr>
          <p:cNvSpPr txBox="1"/>
          <p:nvPr>
            <p:custDataLst>
              <p:tags r:id="rId136"/>
            </p:custDataLst>
          </p:nvPr>
        </p:nvSpPr>
        <p:spPr bwMode="gray">
          <a:xfrm>
            <a:off x="12700" y="-251218"/>
            <a:ext cx="0" cy="0"/>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prstClr val="white"/>
                </a:solidFill>
                <a:effectLst/>
                <a:uLnTx/>
                <a:uFillTx/>
                <a:latin typeface="Boehringer Forward Text" panose="02000500000000020000" pitchFamily="2" charset="0"/>
                <a:ea typeface="+mn-ea"/>
                <a:cs typeface="+mn-cs"/>
              </a:rPr>
              <a:t>Oct 1</a:t>
            </a:r>
          </a:p>
        </p:txBody>
      </p:sp>
      <p:sp>
        <p:nvSpPr>
          <p:cNvPr id="347" name="OTLSHAPE_SLA_f019c7302da84a468b796fd3b4eb7d43_Date" hidden="1">
            <a:extLst>
              <a:ext uri="{FF2B5EF4-FFF2-40B4-BE49-F238E27FC236}">
                <a16:creationId xmlns:a16="http://schemas.microsoft.com/office/drawing/2014/main" id="{586235FE-500F-7825-EBE0-477042985242}"/>
              </a:ext>
            </a:extLst>
          </p:cNvPr>
          <p:cNvSpPr txBox="1"/>
          <p:nvPr>
            <p:custDataLst>
              <p:tags r:id="rId137"/>
            </p:custDataLst>
          </p:nvPr>
        </p:nvSpPr>
        <p:spPr bwMode="gray">
          <a:xfrm>
            <a:off x="12700" y="-358940"/>
            <a:ext cx="0" cy="0"/>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prstClr val="white"/>
                </a:solidFill>
                <a:effectLst/>
                <a:uLnTx/>
                <a:uFillTx/>
                <a:latin typeface="Boehringer Forward Text" panose="02000500000000020000" pitchFamily="2" charset="0"/>
                <a:ea typeface="+mn-ea"/>
                <a:cs typeface="+mn-cs"/>
              </a:rPr>
              <a:t>Jan 26</a:t>
            </a:r>
          </a:p>
        </p:txBody>
      </p:sp>
      <p:sp>
        <p:nvSpPr>
          <p:cNvPr id="286" name="OTLSHAPE_SL_8c3ae0de95de4486bc898d6f57392963_BackgroundRectangle">
            <a:extLst>
              <a:ext uri="{FF2B5EF4-FFF2-40B4-BE49-F238E27FC236}">
                <a16:creationId xmlns:a16="http://schemas.microsoft.com/office/drawing/2014/main" id="{4D1397C5-B5D1-1E7B-05CA-43F51447DEF7}"/>
              </a:ext>
            </a:extLst>
          </p:cNvPr>
          <p:cNvSpPr/>
          <p:nvPr>
            <p:custDataLst>
              <p:tags r:id="rId138"/>
            </p:custDataLst>
          </p:nvPr>
        </p:nvSpPr>
        <p:spPr bwMode="gray">
          <a:xfrm>
            <a:off x="60544" y="3286087"/>
            <a:ext cx="11290300" cy="1099372"/>
          </a:xfrm>
          <a:prstGeom prst="rect">
            <a:avLst/>
          </a:prstGeom>
          <a:solidFill>
            <a:srgbClr val="A3E5EE">
              <a:alpha val="20000"/>
            </a:srgbClr>
          </a:solidFill>
          <a:ln w="63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83" name="OTLSHAPE_SL_04b1e57a6194412e9c783ff0caafb7fd_BackgroundRectangle">
            <a:extLst>
              <a:ext uri="{FF2B5EF4-FFF2-40B4-BE49-F238E27FC236}">
                <a16:creationId xmlns:a16="http://schemas.microsoft.com/office/drawing/2014/main" id="{934244D5-FB8A-FB32-902C-1358F1E854B5}"/>
              </a:ext>
            </a:extLst>
          </p:cNvPr>
          <p:cNvSpPr/>
          <p:nvPr>
            <p:custDataLst>
              <p:tags r:id="rId139"/>
            </p:custDataLst>
          </p:nvPr>
        </p:nvSpPr>
        <p:spPr bwMode="gray">
          <a:xfrm>
            <a:off x="127041" y="1491669"/>
            <a:ext cx="11290300" cy="1564602"/>
          </a:xfrm>
          <a:prstGeom prst="rect">
            <a:avLst/>
          </a:prstGeom>
          <a:solidFill>
            <a:srgbClr val="FBF9AA">
              <a:alpha val="20000"/>
            </a:srgbClr>
          </a:solidFill>
          <a:ln w="63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5" name="OTLSHAPE_SL_dff172f18cec4d47ab8146ea5ad67f12_BackgroundRectangle">
            <a:extLst>
              <a:ext uri="{FF2B5EF4-FFF2-40B4-BE49-F238E27FC236}">
                <a16:creationId xmlns:a16="http://schemas.microsoft.com/office/drawing/2014/main" id="{C0C0D4A8-22C8-B4AD-3D2B-F88C1DA96391}"/>
              </a:ext>
            </a:extLst>
          </p:cNvPr>
          <p:cNvSpPr/>
          <p:nvPr>
            <p:custDataLst>
              <p:tags r:id="rId140"/>
            </p:custDataLst>
          </p:nvPr>
        </p:nvSpPr>
        <p:spPr bwMode="gray">
          <a:xfrm>
            <a:off x="245889" y="4523278"/>
            <a:ext cx="11107911" cy="1299358"/>
          </a:xfrm>
          <a:prstGeom prst="rect">
            <a:avLst/>
          </a:prstGeom>
          <a:solidFill>
            <a:srgbClr val="C5C3EE">
              <a:alpha val="20000"/>
            </a:srgb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84" name="OTLSHAPE_SL_04b1e57a6194412e9c783ff0caafb7fd_HeaderRectangle">
            <a:extLst>
              <a:ext uri="{FF2B5EF4-FFF2-40B4-BE49-F238E27FC236}">
                <a16:creationId xmlns:a16="http://schemas.microsoft.com/office/drawing/2014/main" id="{A0D3C981-DEC5-C21C-C3E2-0CFE090789C5}"/>
              </a:ext>
            </a:extLst>
          </p:cNvPr>
          <p:cNvSpPr/>
          <p:nvPr>
            <p:custDataLst>
              <p:tags r:id="rId141"/>
            </p:custDataLst>
          </p:nvPr>
        </p:nvSpPr>
        <p:spPr bwMode="gray">
          <a:xfrm>
            <a:off x="63500" y="1520088"/>
            <a:ext cx="901700" cy="1543153"/>
          </a:xfrm>
          <a:prstGeom prst="roundRect">
            <a:avLst/>
          </a:prstGeom>
          <a:solidFill>
            <a:srgbClr val="E18600"/>
          </a:solidFill>
          <a:ln w="63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87" name="OTLSHAPE_SL_8c3ae0de95de4486bc898d6f57392963_HeaderRectangle">
            <a:extLst>
              <a:ext uri="{FF2B5EF4-FFF2-40B4-BE49-F238E27FC236}">
                <a16:creationId xmlns:a16="http://schemas.microsoft.com/office/drawing/2014/main" id="{55F08FA0-2B29-6256-4492-74E811DB57F8}"/>
              </a:ext>
            </a:extLst>
          </p:cNvPr>
          <p:cNvSpPr/>
          <p:nvPr>
            <p:custDataLst>
              <p:tags r:id="rId142"/>
            </p:custDataLst>
          </p:nvPr>
        </p:nvSpPr>
        <p:spPr bwMode="gray">
          <a:xfrm>
            <a:off x="63500" y="3286086"/>
            <a:ext cx="901700" cy="1089753"/>
          </a:xfrm>
          <a:prstGeom prst="roundRect">
            <a:avLst/>
          </a:prstGeom>
          <a:solidFill>
            <a:srgbClr val="076D7E"/>
          </a:solidFill>
          <a:ln w="63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6" name="OTLSHAPE_SL_dff172f18cec4d47ab8146ea5ad67f12_HeaderRectangle">
            <a:extLst>
              <a:ext uri="{FF2B5EF4-FFF2-40B4-BE49-F238E27FC236}">
                <a16:creationId xmlns:a16="http://schemas.microsoft.com/office/drawing/2014/main" id="{5D413299-57B6-86F9-C364-A98E7768B660}"/>
              </a:ext>
            </a:extLst>
          </p:cNvPr>
          <p:cNvSpPr/>
          <p:nvPr>
            <p:custDataLst>
              <p:tags r:id="rId143"/>
            </p:custDataLst>
          </p:nvPr>
        </p:nvSpPr>
        <p:spPr bwMode="gray">
          <a:xfrm>
            <a:off x="63500" y="4530248"/>
            <a:ext cx="901700" cy="1322218"/>
          </a:xfrm>
          <a:prstGeom prst="roundRect">
            <a:avLst/>
          </a:prstGeom>
          <a:solidFill>
            <a:srgbClr val="5D4495"/>
          </a:solidFill>
          <a:ln w="63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47" name="OTLSHAPE_SLT_e785718badf244a395bbada915af691a_Shape">
            <a:extLst>
              <a:ext uri="{FF2B5EF4-FFF2-40B4-BE49-F238E27FC236}">
                <a16:creationId xmlns:a16="http://schemas.microsoft.com/office/drawing/2014/main" id="{5C7283B1-7E32-29DA-930D-985FA826B32C}"/>
              </a:ext>
            </a:extLst>
          </p:cNvPr>
          <p:cNvSpPr/>
          <p:nvPr>
            <p:custDataLst>
              <p:tags r:id="rId144"/>
            </p:custDataLst>
          </p:nvPr>
        </p:nvSpPr>
        <p:spPr bwMode="gray">
          <a:xfrm>
            <a:off x="1326738" y="1548525"/>
            <a:ext cx="3248145" cy="198524"/>
          </a:xfrm>
          <a:prstGeom prst="homePlate">
            <a:avLst/>
          </a:prstGeom>
          <a:solidFill>
            <a:schemeClr val="tx2"/>
          </a:solidFill>
          <a:ln w="635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71" name="OTLSHAPE_SLT_e5cb043cbc7d4ec9bfb9e2052a64e6d5_Shape">
            <a:extLst>
              <a:ext uri="{FF2B5EF4-FFF2-40B4-BE49-F238E27FC236}">
                <a16:creationId xmlns:a16="http://schemas.microsoft.com/office/drawing/2014/main" id="{12EEDFBD-8013-328A-0CFE-7D5B16307F36}"/>
              </a:ext>
            </a:extLst>
          </p:cNvPr>
          <p:cNvSpPr/>
          <p:nvPr>
            <p:custDataLst>
              <p:tags r:id="rId145"/>
            </p:custDataLst>
          </p:nvPr>
        </p:nvSpPr>
        <p:spPr bwMode="gray">
          <a:xfrm>
            <a:off x="4788468" y="2126650"/>
            <a:ext cx="3325224" cy="185801"/>
          </a:xfrm>
          <a:prstGeom prst="homePlate">
            <a:avLst/>
          </a:prstGeom>
          <a:solidFill>
            <a:schemeClr val="bg1">
              <a:lumMod val="8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91" name="OTLSHAPE_SLT_4935c5fc5de242bc9e3859782e94a8e7_Shape">
            <a:extLst>
              <a:ext uri="{FF2B5EF4-FFF2-40B4-BE49-F238E27FC236}">
                <a16:creationId xmlns:a16="http://schemas.microsoft.com/office/drawing/2014/main" id="{2B888F19-E90D-C878-25F7-6FAB2BBF947E}"/>
              </a:ext>
            </a:extLst>
          </p:cNvPr>
          <p:cNvSpPr/>
          <p:nvPr>
            <p:custDataLst>
              <p:tags r:id="rId146"/>
            </p:custDataLst>
          </p:nvPr>
        </p:nvSpPr>
        <p:spPr bwMode="gray">
          <a:xfrm>
            <a:off x="4805014" y="2592552"/>
            <a:ext cx="3323389" cy="230052"/>
          </a:xfrm>
          <a:prstGeom prst="homePlate">
            <a:avLst/>
          </a:prstGeom>
          <a:solidFill>
            <a:schemeClr val="bg1">
              <a:lumMod val="8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18" name="OTLSHAPE_SLT_82b5b28a8c4d4bfeb53dbc183af7d84a_Shape">
            <a:extLst>
              <a:ext uri="{FF2B5EF4-FFF2-40B4-BE49-F238E27FC236}">
                <a16:creationId xmlns:a16="http://schemas.microsoft.com/office/drawing/2014/main" id="{D7292ADD-A697-A139-A694-890F13A55120}"/>
              </a:ext>
            </a:extLst>
          </p:cNvPr>
          <p:cNvSpPr/>
          <p:nvPr>
            <p:custDataLst>
              <p:tags r:id="rId147"/>
            </p:custDataLst>
          </p:nvPr>
        </p:nvSpPr>
        <p:spPr bwMode="gray">
          <a:xfrm>
            <a:off x="4805014" y="3587185"/>
            <a:ext cx="3659877" cy="216707"/>
          </a:xfrm>
          <a:prstGeom prst="homePlate">
            <a:avLst/>
          </a:prstGeom>
          <a:solidFill>
            <a:schemeClr val="bg1">
              <a:lumMod val="8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88" name="OTLSHAPE_SLT_e6ea78dbfd684777a090984f71d4504a_Shape">
            <a:extLst>
              <a:ext uri="{FF2B5EF4-FFF2-40B4-BE49-F238E27FC236}">
                <a16:creationId xmlns:a16="http://schemas.microsoft.com/office/drawing/2014/main" id="{D0BCE8C1-2BC5-27C0-3071-55DA301DD59A}"/>
              </a:ext>
            </a:extLst>
          </p:cNvPr>
          <p:cNvSpPr/>
          <p:nvPr>
            <p:custDataLst>
              <p:tags r:id="rId148"/>
            </p:custDataLst>
          </p:nvPr>
        </p:nvSpPr>
        <p:spPr bwMode="gray">
          <a:xfrm>
            <a:off x="7298871" y="5296761"/>
            <a:ext cx="3468704" cy="201319"/>
          </a:xfrm>
          <a:prstGeom prst="homePlate">
            <a:avLst/>
          </a:prstGeom>
          <a:solidFill>
            <a:schemeClr val="bg1">
              <a:lumMod val="85000"/>
            </a:schemeClr>
          </a:solidFill>
          <a:ln w="9525"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00" name="OTLSHAPE_SLT_c8de1a12f2c94a8790bbbb4afa2058e9_Shape">
            <a:extLst>
              <a:ext uri="{FF2B5EF4-FFF2-40B4-BE49-F238E27FC236}">
                <a16:creationId xmlns:a16="http://schemas.microsoft.com/office/drawing/2014/main" id="{0788AA52-3534-7C24-4335-46F2B043F0EF}"/>
              </a:ext>
            </a:extLst>
          </p:cNvPr>
          <p:cNvSpPr/>
          <p:nvPr>
            <p:custDataLst>
              <p:tags r:id="rId149"/>
            </p:custDataLst>
          </p:nvPr>
        </p:nvSpPr>
        <p:spPr bwMode="gray">
          <a:xfrm>
            <a:off x="4831548" y="4650541"/>
            <a:ext cx="2220225" cy="230337"/>
          </a:xfrm>
          <a:prstGeom prst="homePlate">
            <a:avLst/>
          </a:prstGeom>
          <a:solidFill>
            <a:schemeClr val="bg1">
              <a:lumMod val="85000"/>
            </a:schemeClr>
          </a:solidFill>
          <a:ln w="9525"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de-DE"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14" name="OTLSHAPE_SLM_46e278bade4b4e2888f74d3046d982fa_Shape">
            <a:extLst>
              <a:ext uri="{FF2B5EF4-FFF2-40B4-BE49-F238E27FC236}">
                <a16:creationId xmlns:a16="http://schemas.microsoft.com/office/drawing/2014/main" id="{3A9F38E0-A668-4312-E9EB-4493BB737590}"/>
              </a:ext>
            </a:extLst>
          </p:cNvPr>
          <p:cNvSpPr/>
          <p:nvPr>
            <p:custDataLst>
              <p:tags r:id="rId150"/>
            </p:custDataLst>
          </p:nvPr>
        </p:nvSpPr>
        <p:spPr bwMode="gray">
          <a:xfrm>
            <a:off x="10693592" y="5571985"/>
            <a:ext cx="152400" cy="177800"/>
          </a:xfrm>
          <a:prstGeom prst="star5">
            <a:avLst>
              <a:gd name="adj" fmla="val 25000"/>
              <a:gd name="hf" fmla="val 105146"/>
              <a:gd name="vf" fmla="val 110557"/>
            </a:avLst>
          </a:prstGeom>
          <a:solidFill>
            <a:schemeClr val="accent5"/>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de-DE"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85" name="OTLSHAPE_SL_04b1e57a6194412e9c783ff0caafb7fd_Header">
            <a:extLst>
              <a:ext uri="{FF2B5EF4-FFF2-40B4-BE49-F238E27FC236}">
                <a16:creationId xmlns:a16="http://schemas.microsoft.com/office/drawing/2014/main" id="{86C1D5A5-0DB3-12D6-5184-D79636D837C8}"/>
              </a:ext>
            </a:extLst>
          </p:cNvPr>
          <p:cNvSpPr txBox="1"/>
          <p:nvPr>
            <p:custDataLst>
              <p:tags r:id="rId151"/>
            </p:custDataLst>
          </p:nvPr>
        </p:nvSpPr>
        <p:spPr bwMode="gray">
          <a:xfrm>
            <a:off x="63500" y="2167718"/>
            <a:ext cx="901700" cy="405384"/>
          </a:xfrm>
          <a:prstGeom prst="rect">
            <a:avLst/>
          </a:prstGeom>
          <a:noFill/>
        </p:spPr>
        <p:txBody>
          <a:bodyPr vert="horz" wrap="squar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white"/>
                </a:solidFill>
                <a:effectLst/>
                <a:uLnTx/>
                <a:uFillTx/>
                <a:latin typeface="Boehringer Forward Text" panose="02000500000000020000" pitchFamily="2" charset="0"/>
                <a:ea typeface="+mn-ea"/>
                <a:cs typeface="+mn-cs"/>
              </a:rPr>
              <a:t>SLE</a:t>
            </a:r>
            <a:endParaRPr kumimoji="0" lang="de-DE" sz="1200" b="0" i="0" u="none" strike="noStrike" kern="1200" cap="none" spc="0" normalizeH="0" baseline="0" noProof="0">
              <a:ln>
                <a:noFill/>
              </a:ln>
              <a:solidFill>
                <a:prstClr val="white"/>
              </a:solidFill>
              <a:effectLst/>
              <a:uLnTx/>
              <a:uFillTx/>
              <a:latin typeface="Boehringer Forward Text" panose="02000500000000020000" pitchFamily="2" charset="0"/>
              <a:ea typeface="+mn-ea"/>
              <a:cs typeface="+mn-cs"/>
            </a:endParaRPr>
          </a:p>
        </p:txBody>
      </p:sp>
      <p:sp>
        <p:nvSpPr>
          <p:cNvPr id="33" name="OTLSHAPE_SL_8c3ae0de95de4486bc898d6f57392963_Header">
            <a:extLst>
              <a:ext uri="{FF2B5EF4-FFF2-40B4-BE49-F238E27FC236}">
                <a16:creationId xmlns:a16="http://schemas.microsoft.com/office/drawing/2014/main" id="{0CACEE7D-C2D0-1C6E-B9B6-B095ACE58ED5}"/>
              </a:ext>
            </a:extLst>
          </p:cNvPr>
          <p:cNvSpPr txBox="1"/>
          <p:nvPr>
            <p:custDataLst>
              <p:tags r:id="rId152"/>
            </p:custDataLst>
          </p:nvPr>
        </p:nvSpPr>
        <p:spPr bwMode="gray">
          <a:xfrm>
            <a:off x="63500" y="3614103"/>
            <a:ext cx="901700" cy="405384"/>
          </a:xfrm>
          <a:prstGeom prst="roundRect">
            <a:avLst/>
          </a:prstGeom>
          <a:noFill/>
        </p:spPr>
        <p:txBody>
          <a:bodyPr vert="horz" wrap="squar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err="1">
                <a:ln>
                  <a:noFill/>
                </a:ln>
                <a:solidFill>
                  <a:prstClr val="white"/>
                </a:solidFill>
                <a:effectLst/>
                <a:uLnTx/>
                <a:uFillTx/>
                <a:latin typeface="Boehringer Forward Text" panose="02000500000000020000" pitchFamily="2" charset="0"/>
                <a:ea typeface="+mn-ea"/>
                <a:cs typeface="+mn-cs"/>
              </a:rPr>
              <a:t>SSc</a:t>
            </a:r>
            <a:endParaRPr kumimoji="0" lang="de-DE" sz="1200" b="0" i="0" u="none" strike="noStrike" kern="1200" cap="none" spc="0" normalizeH="0" baseline="0" noProof="0">
              <a:ln>
                <a:noFill/>
              </a:ln>
              <a:solidFill>
                <a:prstClr val="white"/>
              </a:solidFill>
              <a:effectLst/>
              <a:uLnTx/>
              <a:uFillTx/>
              <a:latin typeface="Boehringer Forward Text" panose="02000500000000020000" pitchFamily="2" charset="0"/>
              <a:ea typeface="+mn-ea"/>
              <a:cs typeface="+mn-cs"/>
            </a:endParaRPr>
          </a:p>
        </p:txBody>
      </p:sp>
      <p:sp>
        <p:nvSpPr>
          <p:cNvPr id="19" name="OTLSHAPE_SL_dff172f18cec4d47ab8146ea5ad67f12_Header">
            <a:extLst>
              <a:ext uri="{FF2B5EF4-FFF2-40B4-BE49-F238E27FC236}">
                <a16:creationId xmlns:a16="http://schemas.microsoft.com/office/drawing/2014/main" id="{3F4FECFB-0BF9-8D5B-D1F8-E3D4855F3DF4}"/>
              </a:ext>
            </a:extLst>
          </p:cNvPr>
          <p:cNvSpPr txBox="1"/>
          <p:nvPr>
            <p:custDataLst>
              <p:tags r:id="rId153"/>
            </p:custDataLst>
          </p:nvPr>
        </p:nvSpPr>
        <p:spPr bwMode="gray">
          <a:xfrm>
            <a:off x="63500" y="5109337"/>
            <a:ext cx="901700" cy="157433"/>
          </a:xfrm>
          <a:prstGeom prst="rect">
            <a:avLst/>
          </a:prstGeom>
          <a:noFill/>
        </p:spPr>
        <p:txBody>
          <a:bodyPr vert="horz" wrap="squar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a:ln>
                  <a:noFill/>
                </a:ln>
                <a:solidFill>
                  <a:prstClr val="white"/>
                </a:solidFill>
                <a:effectLst/>
                <a:uLnTx/>
                <a:uFillTx/>
                <a:latin typeface="Boehringer Forward Text" panose="02000500000000020000" pitchFamily="2" charset="0"/>
                <a:ea typeface="+mn-ea"/>
                <a:cs typeface="+mn-cs"/>
              </a:rPr>
              <a:t>IFN</a:t>
            </a:r>
          </a:p>
        </p:txBody>
      </p:sp>
      <p:sp>
        <p:nvSpPr>
          <p:cNvPr id="52" name="OTLSHAPE_SLT_e785718badf244a395bbada915af691a_Title">
            <a:extLst>
              <a:ext uri="{FF2B5EF4-FFF2-40B4-BE49-F238E27FC236}">
                <a16:creationId xmlns:a16="http://schemas.microsoft.com/office/drawing/2014/main" id="{E4E506BE-92F8-6FCE-1011-066250987AF0}"/>
              </a:ext>
            </a:extLst>
          </p:cNvPr>
          <p:cNvSpPr txBox="1"/>
          <p:nvPr>
            <p:custDataLst>
              <p:tags r:id="rId154"/>
            </p:custDataLst>
          </p:nvPr>
        </p:nvSpPr>
        <p:spPr bwMode="gray">
          <a:xfrm>
            <a:off x="1499036" y="1576944"/>
            <a:ext cx="2806700" cy="185801"/>
          </a:xfrm>
          <a:prstGeom prst="rect">
            <a:avLst/>
          </a:prstGeom>
          <a:noFill/>
        </p:spPr>
        <p:txBody>
          <a:bodyPr vert="horz" wrap="squar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50" b="0" i="0" u="none" strike="noStrike" kern="1200" cap="none" spc="-2" normalizeH="0" baseline="0" noProof="0">
                <a:ln>
                  <a:noFill/>
                </a:ln>
                <a:solidFill>
                  <a:prstClr val="white"/>
                </a:solidFill>
                <a:effectLst/>
                <a:uLnTx/>
                <a:uFillTx/>
                <a:latin typeface="Boehringer Forward Text" panose="02000500000000020000" pitchFamily="2" charset="0"/>
                <a:ea typeface="+mn-ea"/>
                <a:cs typeface="+mn-cs"/>
              </a:rPr>
              <a:t>Ph II(PoC study) SLE 32w+extension to 52w</a:t>
            </a:r>
            <a:endParaRPr kumimoji="0" lang="de-DE" sz="1050" b="0" i="0" u="none" strike="noStrike" kern="1200" cap="none" spc="-2" normalizeH="0" baseline="0" noProof="0">
              <a:ln>
                <a:noFill/>
              </a:ln>
              <a:solidFill>
                <a:prstClr val="white"/>
              </a:solidFill>
              <a:effectLst/>
              <a:uLnTx/>
              <a:uFillTx/>
              <a:latin typeface="Boehringer Forward Text" panose="02000500000000020000" pitchFamily="2" charset="0"/>
              <a:ea typeface="+mn-ea"/>
              <a:cs typeface="+mn-cs"/>
            </a:endParaRPr>
          </a:p>
        </p:txBody>
      </p:sp>
      <p:sp>
        <p:nvSpPr>
          <p:cNvPr id="78" name="OTLSHAPE_SLT_e5cb043cbc7d4ec9bfb9e2052a64e6d5_Title">
            <a:extLst>
              <a:ext uri="{FF2B5EF4-FFF2-40B4-BE49-F238E27FC236}">
                <a16:creationId xmlns:a16="http://schemas.microsoft.com/office/drawing/2014/main" id="{F25AB794-8633-7EBE-5C21-6CCCF196E645}"/>
              </a:ext>
            </a:extLst>
          </p:cNvPr>
          <p:cNvSpPr txBox="1"/>
          <p:nvPr>
            <p:custDataLst>
              <p:tags r:id="rId155"/>
            </p:custDataLst>
          </p:nvPr>
        </p:nvSpPr>
        <p:spPr bwMode="gray">
          <a:xfrm>
            <a:off x="5300480" y="2153745"/>
            <a:ext cx="2316669" cy="169277"/>
          </a:xfrm>
          <a:prstGeom prst="rect">
            <a:avLst/>
          </a:prstGeom>
          <a:noFill/>
        </p:spPr>
        <p:txBody>
          <a:bodyPr vert="horz" wrap="square" lIns="0" tIns="0" rIns="0" bIns="0" rtlCol="0" anchor="ctr" anchorCtr="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a:ln>
                  <a:noFill/>
                </a:ln>
                <a:solidFill>
                  <a:prstClr val="black"/>
                </a:solidFill>
                <a:effectLst/>
                <a:uLnTx/>
                <a:uFillTx/>
                <a:latin typeface="Boehringer Forward Text" panose="02000500000000020000" pitchFamily="2" charset="0"/>
                <a:ea typeface="+mn-ea"/>
                <a:cs typeface="+mn-cs"/>
              </a:rPr>
              <a:t>Ph </a:t>
            </a:r>
            <a:r>
              <a:rPr kumimoji="0" lang="en-US" altLang="zh-CN" sz="1100" b="0" i="0" u="none" strike="noStrike" kern="1200" cap="none" spc="0" normalizeH="0" baseline="0" noProof="0">
                <a:ln>
                  <a:noFill/>
                </a:ln>
                <a:solidFill>
                  <a:prstClr val="black"/>
                </a:solidFill>
                <a:effectLst/>
                <a:uLnTx/>
                <a:uFillTx/>
                <a:latin typeface="Boehringer Forward Text" panose="02000500000000020000" pitchFamily="2" charset="0"/>
                <a:ea typeface="+mn-ea"/>
                <a:cs typeface="+mn-cs"/>
              </a:rPr>
              <a:t>III pivotal trial SLE 52 treatment</a:t>
            </a:r>
            <a:endParaRPr kumimoji="0" lang="de-DE" sz="1100" b="0" i="0" u="none" strike="noStrike" kern="1200" cap="none" spc="0" normalizeH="0" baseline="0" noProof="0">
              <a:ln>
                <a:noFill/>
              </a:ln>
              <a:solidFill>
                <a:prstClr val="black"/>
              </a:solidFill>
              <a:effectLst/>
              <a:uLnTx/>
              <a:uFillTx/>
              <a:latin typeface="Boehringer Forward Text" panose="02000500000000020000" pitchFamily="2" charset="0"/>
              <a:ea typeface="+mn-ea"/>
              <a:cs typeface="+mn-cs"/>
            </a:endParaRPr>
          </a:p>
        </p:txBody>
      </p:sp>
      <p:sp>
        <p:nvSpPr>
          <p:cNvPr id="95" name="OTLSHAPE_SLT_4935c5fc5de242bc9e3859782e94a8e7_Title">
            <a:extLst>
              <a:ext uri="{FF2B5EF4-FFF2-40B4-BE49-F238E27FC236}">
                <a16:creationId xmlns:a16="http://schemas.microsoft.com/office/drawing/2014/main" id="{2F3C69F6-856D-5773-563B-610536E85F03}"/>
              </a:ext>
            </a:extLst>
          </p:cNvPr>
          <p:cNvSpPr txBox="1"/>
          <p:nvPr>
            <p:custDataLst>
              <p:tags r:id="rId156"/>
            </p:custDataLst>
          </p:nvPr>
        </p:nvSpPr>
        <p:spPr bwMode="gray">
          <a:xfrm>
            <a:off x="5300480" y="2653327"/>
            <a:ext cx="2534714" cy="169277"/>
          </a:xfrm>
          <a:prstGeom prst="rect">
            <a:avLst/>
          </a:prstGeom>
          <a:noFill/>
        </p:spPr>
        <p:txBody>
          <a:bodyPr vert="horz" wrap="square" lIns="0" tIns="0" rIns="0" bIns="0" rtlCol="0" anchor="ctr" anchorCtr="0">
            <a:spAutoFit/>
          </a:bodyPr>
          <a:lstStyle/>
          <a:p>
            <a:pPr lvl="0">
              <a:defRPr/>
            </a:pPr>
            <a:r>
              <a:rPr lang="de-DE" altLang="zh-CN" sz="1100">
                <a:solidFill>
                  <a:prstClr val="black"/>
                </a:solidFill>
                <a:latin typeface="Boehringer Forward Text" panose="02000500000000020000" pitchFamily="2" charset="0"/>
              </a:rPr>
              <a:t>Ph </a:t>
            </a:r>
            <a:r>
              <a:rPr lang="en-US" altLang="zh-CN" sz="1100">
                <a:solidFill>
                  <a:prstClr val="black"/>
                </a:solidFill>
                <a:latin typeface="Boehringer Forward Text" panose="02000500000000020000" pitchFamily="2" charset="0"/>
              </a:rPr>
              <a:t>III pivotal trial SLE 52 treatment</a:t>
            </a:r>
            <a:endParaRPr lang="de-DE" altLang="zh-CN" sz="1100">
              <a:solidFill>
                <a:prstClr val="black"/>
              </a:solidFill>
              <a:latin typeface="Boehringer Forward Text" panose="02000500000000020000" pitchFamily="2" charset="0"/>
            </a:endParaRPr>
          </a:p>
        </p:txBody>
      </p:sp>
      <p:sp>
        <p:nvSpPr>
          <p:cNvPr id="231" name="OTLSHAPE_SLM_b050bb20bd3c484e8da0a5bbcb5c93ad_Title">
            <a:extLst>
              <a:ext uri="{FF2B5EF4-FFF2-40B4-BE49-F238E27FC236}">
                <a16:creationId xmlns:a16="http://schemas.microsoft.com/office/drawing/2014/main" id="{C7E4C61C-BC37-646A-CF30-F760DFB3DA47}"/>
              </a:ext>
            </a:extLst>
          </p:cNvPr>
          <p:cNvSpPr txBox="1"/>
          <p:nvPr>
            <p:custDataLst>
              <p:tags r:id="rId157"/>
            </p:custDataLst>
          </p:nvPr>
        </p:nvSpPr>
        <p:spPr bwMode="gray">
          <a:xfrm>
            <a:off x="4339537" y="2328407"/>
            <a:ext cx="368300" cy="153888"/>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000" b="1" i="0" u="none" strike="noStrike" kern="1200" cap="none" spc="-12" normalizeH="0" baseline="0" noProof="0">
                <a:ln>
                  <a:noFill/>
                </a:ln>
                <a:solidFill>
                  <a:srgbClr val="08312A"/>
                </a:solidFill>
                <a:effectLst/>
                <a:uLnTx/>
                <a:uFillTx/>
                <a:latin typeface="Boehringer Forward Text" panose="02000500000000020000" pitchFamily="2" charset="0"/>
                <a:ea typeface="+mn-ea"/>
                <a:cs typeface="+mn-cs"/>
              </a:rPr>
              <a:t>RoFD</a:t>
            </a:r>
          </a:p>
        </p:txBody>
      </p:sp>
      <p:sp>
        <p:nvSpPr>
          <p:cNvPr id="198" name="OTLSHAPE_SLT_e6ea78dbfd684777a090984f71d4504a_Title">
            <a:extLst>
              <a:ext uri="{FF2B5EF4-FFF2-40B4-BE49-F238E27FC236}">
                <a16:creationId xmlns:a16="http://schemas.microsoft.com/office/drawing/2014/main" id="{5BBCE3B2-BC67-D223-FE6A-88927E895DFF}"/>
              </a:ext>
            </a:extLst>
          </p:cNvPr>
          <p:cNvSpPr txBox="1"/>
          <p:nvPr>
            <p:custDataLst>
              <p:tags r:id="rId158"/>
            </p:custDataLst>
          </p:nvPr>
        </p:nvSpPr>
        <p:spPr bwMode="gray">
          <a:xfrm>
            <a:off x="7595319" y="5332874"/>
            <a:ext cx="2557505" cy="165207"/>
          </a:xfrm>
          <a:prstGeom prst="rect">
            <a:avLst/>
          </a:prstGeom>
          <a:noFill/>
        </p:spPr>
        <p:txBody>
          <a:bodyPr vert="horz" wrap="squar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2" normalizeH="0" baseline="0" noProof="0">
                <a:ln>
                  <a:noFill/>
                </a:ln>
                <a:solidFill>
                  <a:prstClr val="black"/>
                </a:solidFill>
                <a:effectLst/>
                <a:uLnTx/>
                <a:uFillTx/>
                <a:latin typeface="Boehringer Forward Text" panose="02000500000000020000" pitchFamily="2" charset="0"/>
                <a:ea typeface="+mn-ea"/>
                <a:cs typeface="+mn-cs"/>
              </a:rPr>
              <a:t>Ph III </a:t>
            </a:r>
          </a:p>
        </p:txBody>
      </p:sp>
      <p:sp>
        <p:nvSpPr>
          <p:cNvPr id="307" name="OTLSHAPE_SLT_c8de1a12f2c94a8790bbbb4afa2058e9_Title">
            <a:extLst>
              <a:ext uri="{FF2B5EF4-FFF2-40B4-BE49-F238E27FC236}">
                <a16:creationId xmlns:a16="http://schemas.microsoft.com/office/drawing/2014/main" id="{E81A6B31-79C2-6A65-E380-F89E481A135E}"/>
              </a:ext>
            </a:extLst>
          </p:cNvPr>
          <p:cNvSpPr txBox="1"/>
          <p:nvPr>
            <p:custDataLst>
              <p:tags r:id="rId159"/>
            </p:custDataLst>
          </p:nvPr>
        </p:nvSpPr>
        <p:spPr bwMode="gray">
          <a:xfrm>
            <a:off x="5300480" y="4677028"/>
            <a:ext cx="1361107" cy="186674"/>
          </a:xfrm>
          <a:prstGeom prst="rect">
            <a:avLst/>
          </a:prstGeom>
          <a:noFill/>
        </p:spPr>
        <p:txBody>
          <a:bodyPr vert="horz" wrap="square" lIns="0" tIns="0" rIns="0" bIns="0" rtlCol="0" anchor="ctr" anchorCtr="0">
            <a:noAutofit/>
          </a:bodyPr>
          <a:lstStyle/>
          <a:p>
            <a:pPr marL="0" marR="0" lvl="0" indent="0" defTabSz="914400" rtl="0" eaLnBrk="1" fontAlgn="auto" latinLnBrk="0" hangingPunct="1">
              <a:lnSpc>
                <a:spcPct val="140000"/>
              </a:lnSpc>
              <a:spcBef>
                <a:spcPts val="0"/>
              </a:spcBef>
              <a:spcAft>
                <a:spcPts val="0"/>
              </a:spcAft>
              <a:buClrTx/>
              <a:buSzTx/>
              <a:buFontTx/>
              <a:buNone/>
              <a:tabLst/>
              <a:defRPr/>
            </a:pPr>
            <a:r>
              <a:rPr kumimoji="0" lang="de-DE" sz="1100" b="0" i="0" u="none" strike="noStrike" kern="1200" cap="none" spc="-4" normalizeH="0" baseline="0" noProof="0">
                <a:ln>
                  <a:noFill/>
                </a:ln>
                <a:solidFill>
                  <a:prstClr val="black"/>
                </a:solidFill>
                <a:effectLst/>
                <a:uLnTx/>
                <a:uFillTx/>
                <a:latin typeface="Boehringer Forward Text" panose="02000500000000020000" pitchFamily="2" charset="0"/>
                <a:ea typeface="+mn-ea"/>
                <a:cs typeface="+mn-cs"/>
              </a:rPr>
              <a:t>Ph II-PoC study 24w</a:t>
            </a:r>
          </a:p>
        </p:txBody>
      </p:sp>
      <p:sp>
        <p:nvSpPr>
          <p:cNvPr id="316" name="OTLSHAPE_SLM_46e278bade4b4e2888f74d3046d982fa_Title">
            <a:extLst>
              <a:ext uri="{FF2B5EF4-FFF2-40B4-BE49-F238E27FC236}">
                <a16:creationId xmlns:a16="http://schemas.microsoft.com/office/drawing/2014/main" id="{EB213619-49A6-8EEA-D1F1-1F1C385A21DF}"/>
              </a:ext>
            </a:extLst>
          </p:cNvPr>
          <p:cNvSpPr txBox="1"/>
          <p:nvPr>
            <p:custDataLst>
              <p:tags r:id="rId160"/>
            </p:custDataLst>
          </p:nvPr>
        </p:nvSpPr>
        <p:spPr bwMode="gray">
          <a:xfrm>
            <a:off x="10915408" y="5498080"/>
            <a:ext cx="1232596" cy="371602"/>
          </a:xfrm>
          <a:prstGeom prst="rect">
            <a:avLst/>
          </a:prstGeom>
          <a:noFill/>
        </p:spPr>
        <p:txBody>
          <a:bodyPr vert="horz" wrap="square" lIns="0" tIns="0" rIns="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100" b="1" i="0" u="none" strike="noStrike" kern="1200" cap="none" spc="-4" normalizeH="0" baseline="0" noProof="0">
                <a:ln>
                  <a:noFill/>
                </a:ln>
                <a:solidFill>
                  <a:srgbClr val="08312A"/>
                </a:solidFill>
                <a:effectLst/>
                <a:uLnTx/>
                <a:uFillTx/>
                <a:latin typeface="Boehringer Forward Text"/>
                <a:ea typeface="+mn-ea"/>
                <a:cs typeface="+mn-cs"/>
              </a:rPr>
              <a:t>US approval</a:t>
            </a:r>
          </a:p>
        </p:txBody>
      </p:sp>
      <p:sp>
        <p:nvSpPr>
          <p:cNvPr id="110" name="OTLSHAPE_SLA_f4ac53f9517f432ebb117aac0c3b14d5_Shape">
            <a:extLst>
              <a:ext uri="{FF2B5EF4-FFF2-40B4-BE49-F238E27FC236}">
                <a16:creationId xmlns:a16="http://schemas.microsoft.com/office/drawing/2014/main" id="{C407353C-8F3A-ADC2-07BC-53AFC743B19F}"/>
              </a:ext>
            </a:extLst>
          </p:cNvPr>
          <p:cNvSpPr/>
          <p:nvPr>
            <p:custDataLst>
              <p:tags r:id="rId161"/>
            </p:custDataLst>
          </p:nvPr>
        </p:nvSpPr>
        <p:spPr bwMode="gray">
          <a:xfrm>
            <a:off x="9094432" y="2825511"/>
            <a:ext cx="152400" cy="177800"/>
          </a:xfrm>
          <a:prstGeom prst="star5">
            <a:avLst>
              <a:gd name="adj" fmla="val 25000"/>
              <a:gd name="hf" fmla="val 105146"/>
              <a:gd name="vf" fmla="val 110557"/>
            </a:avLst>
          </a:prstGeom>
          <a:solidFill>
            <a:schemeClr val="accent5"/>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37" name="OTLSHAPE_SLA_51084607bf01426f9abc85b2878fc9a6_Shape">
            <a:extLst>
              <a:ext uri="{FF2B5EF4-FFF2-40B4-BE49-F238E27FC236}">
                <a16:creationId xmlns:a16="http://schemas.microsoft.com/office/drawing/2014/main" id="{E2D0F85F-71C3-1F24-44DE-3DB9DF90308B}"/>
              </a:ext>
            </a:extLst>
          </p:cNvPr>
          <p:cNvSpPr/>
          <p:nvPr>
            <p:custDataLst>
              <p:tags r:id="rId162"/>
            </p:custDataLst>
          </p:nvPr>
        </p:nvSpPr>
        <p:spPr bwMode="gray">
          <a:xfrm>
            <a:off x="9337662" y="3740392"/>
            <a:ext cx="152400" cy="177800"/>
          </a:xfrm>
          <a:prstGeom prst="star5">
            <a:avLst>
              <a:gd name="adj" fmla="val 25000"/>
              <a:gd name="hf" fmla="val 105146"/>
              <a:gd name="vf" fmla="val 110557"/>
            </a:avLst>
          </a:prstGeom>
          <a:solidFill>
            <a:schemeClr val="accent5"/>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08" name="OTLSHAPE_SLA_f4ac53f9517f432ebb117aac0c3b14d5_Title">
            <a:extLst>
              <a:ext uri="{FF2B5EF4-FFF2-40B4-BE49-F238E27FC236}">
                <a16:creationId xmlns:a16="http://schemas.microsoft.com/office/drawing/2014/main" id="{8BFCB4E1-19C3-B189-1975-7193F8B5985B}"/>
              </a:ext>
            </a:extLst>
          </p:cNvPr>
          <p:cNvSpPr txBox="1"/>
          <p:nvPr>
            <p:custDataLst>
              <p:tags r:id="rId163"/>
            </p:custDataLst>
          </p:nvPr>
        </p:nvSpPr>
        <p:spPr bwMode="gray">
          <a:xfrm>
            <a:off x="9319299" y="2823425"/>
            <a:ext cx="866155" cy="169277"/>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100" b="1" i="0" u="none" strike="noStrike" kern="1200" cap="none" spc="-8" normalizeH="0" baseline="0" noProof="0">
                <a:ln>
                  <a:noFill/>
                </a:ln>
                <a:solidFill>
                  <a:srgbClr val="08312A"/>
                </a:solidFill>
                <a:effectLst/>
                <a:uLnTx/>
                <a:uFillTx/>
                <a:latin typeface="Boehringer Forward Text" panose="02000500000000020000" pitchFamily="2" charset="0"/>
                <a:ea typeface="+mn-ea"/>
                <a:cs typeface="+mn-cs"/>
              </a:rPr>
              <a:t>US </a:t>
            </a:r>
            <a:r>
              <a:rPr kumimoji="0" lang="en-US" altLang="zh-CN" sz="1100" b="1" i="0" u="none" strike="noStrike" kern="1200" cap="none" spc="-8" normalizeH="0" baseline="0" noProof="0">
                <a:ln>
                  <a:noFill/>
                </a:ln>
                <a:solidFill>
                  <a:srgbClr val="08312A"/>
                </a:solidFill>
                <a:effectLst/>
                <a:uLnTx/>
                <a:uFillTx/>
                <a:latin typeface="Boehringer Forward Text" panose="02000500000000020000" pitchFamily="2" charset="0"/>
                <a:ea typeface="+mn-ea"/>
                <a:cs typeface="+mn-cs"/>
              </a:rPr>
              <a:t>approval</a:t>
            </a:r>
            <a:endParaRPr kumimoji="0" lang="de-DE" sz="1100" b="1" i="0" u="none" strike="noStrike" kern="1200" cap="none" spc="-8" normalizeH="0" baseline="0" noProof="0">
              <a:ln>
                <a:noFill/>
              </a:ln>
              <a:solidFill>
                <a:srgbClr val="08312A"/>
              </a:solidFill>
              <a:effectLst/>
              <a:uLnTx/>
              <a:uFillTx/>
              <a:latin typeface="Boehringer Forward Text" panose="02000500000000020000" pitchFamily="2" charset="0"/>
              <a:ea typeface="+mn-ea"/>
              <a:cs typeface="+mn-cs"/>
            </a:endParaRPr>
          </a:p>
        </p:txBody>
      </p:sp>
      <p:sp>
        <p:nvSpPr>
          <p:cNvPr id="128" name="OTLSHAPE_SLA_51084607bf01426f9abc85b2878fc9a6_Title">
            <a:extLst>
              <a:ext uri="{FF2B5EF4-FFF2-40B4-BE49-F238E27FC236}">
                <a16:creationId xmlns:a16="http://schemas.microsoft.com/office/drawing/2014/main" id="{2366CAC9-4C24-858C-7A54-51044AF12AEC}"/>
              </a:ext>
            </a:extLst>
          </p:cNvPr>
          <p:cNvSpPr txBox="1"/>
          <p:nvPr>
            <p:custDataLst>
              <p:tags r:id="rId164"/>
            </p:custDataLst>
          </p:nvPr>
        </p:nvSpPr>
        <p:spPr bwMode="gray">
          <a:xfrm>
            <a:off x="9568585" y="3763005"/>
            <a:ext cx="857929" cy="169277"/>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100" b="1" i="0" u="none" strike="noStrike" kern="1200" cap="none" spc="-14" normalizeH="0" baseline="0" noProof="0">
                <a:ln>
                  <a:noFill/>
                </a:ln>
                <a:solidFill>
                  <a:srgbClr val="08312A"/>
                </a:solidFill>
                <a:effectLst/>
                <a:uLnTx/>
                <a:uFillTx/>
                <a:latin typeface="Boehringer Forward Text" panose="02000500000000020000" pitchFamily="2" charset="0"/>
                <a:ea typeface="+mn-ea"/>
                <a:cs typeface="+mn-cs"/>
              </a:rPr>
              <a:t>US approval</a:t>
            </a:r>
          </a:p>
        </p:txBody>
      </p:sp>
      <p:sp>
        <p:nvSpPr>
          <p:cNvPr id="317" name="OTLSHAPE_SLA_44b6754829a548b3abba61d1e76689c3_Title">
            <a:extLst>
              <a:ext uri="{FF2B5EF4-FFF2-40B4-BE49-F238E27FC236}">
                <a16:creationId xmlns:a16="http://schemas.microsoft.com/office/drawing/2014/main" id="{CBFE185D-C36B-8581-22E8-15BADF6F907C}"/>
              </a:ext>
            </a:extLst>
          </p:cNvPr>
          <p:cNvSpPr txBox="1"/>
          <p:nvPr>
            <p:custDataLst>
              <p:tags r:id="rId165"/>
            </p:custDataLst>
          </p:nvPr>
        </p:nvSpPr>
        <p:spPr bwMode="gray">
          <a:xfrm>
            <a:off x="4100955" y="1839194"/>
            <a:ext cx="1120326" cy="215444"/>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spcBef>
                <a:spcPts val="0"/>
              </a:spcBef>
              <a:spcAft>
                <a:spcPts val="0"/>
              </a:spcAft>
              <a:buClrTx/>
              <a:buSzTx/>
              <a:buFontTx/>
              <a:buNone/>
              <a:tabLst/>
              <a:defRPr/>
            </a:pPr>
            <a:r>
              <a:rPr kumimoji="0" lang="en-US" altLang="zh-CN" sz="700" b="1" i="0" u="none" strike="noStrike" kern="1200" cap="none" spc="-12" normalizeH="0" baseline="0" noProof="0">
                <a:ln>
                  <a:noFill/>
                </a:ln>
                <a:solidFill>
                  <a:srgbClr val="08312A"/>
                </a:solidFill>
                <a:effectLst/>
                <a:uLnTx/>
                <a:uFillTx/>
                <a:latin typeface="Boehringer Forward Text" panose="02000500000000020000" pitchFamily="2" charset="0"/>
                <a:ea typeface="+mn-ea"/>
                <a:cs typeface="+mn-cs"/>
              </a:rPr>
              <a:t>PoC in SLE and SSC</a:t>
            </a:r>
          </a:p>
          <a:p>
            <a:pPr marL="0" marR="0" lvl="0" indent="0" algn="ctr" defTabSz="914400" rtl="0" eaLnBrk="1" fontAlgn="auto" latinLnBrk="0" hangingPunct="1">
              <a:spcBef>
                <a:spcPts val="0"/>
              </a:spcBef>
              <a:spcAft>
                <a:spcPts val="0"/>
              </a:spcAft>
              <a:buClrTx/>
              <a:buSzTx/>
              <a:buFontTx/>
              <a:buNone/>
              <a:tabLst/>
              <a:defRPr/>
            </a:pPr>
            <a:r>
              <a:rPr kumimoji="0" lang="en-US" altLang="zh-CN" sz="700" b="1" i="0" u="none" strike="noStrike" kern="1200" cap="none" spc="-12" normalizeH="0" baseline="0" noProof="0">
                <a:ln>
                  <a:noFill/>
                </a:ln>
                <a:solidFill>
                  <a:srgbClr val="08312A"/>
                </a:solidFill>
                <a:effectLst/>
                <a:uLnTx/>
                <a:uFillTx/>
                <a:latin typeface="Boehringer Forward Text" panose="02000500000000020000" pitchFamily="2" charset="0"/>
                <a:ea typeface="+mn-ea"/>
                <a:cs typeface="+mn-cs"/>
              </a:rPr>
              <a:t>Based on </a:t>
            </a:r>
            <a:r>
              <a:rPr kumimoji="0" lang="en-US" altLang="zh-CN" sz="700" b="1" i="0" u="none" strike="noStrike" kern="1200" cap="none" spc="-12" normalizeH="0" baseline="0" noProof="0" err="1">
                <a:ln>
                  <a:noFill/>
                </a:ln>
                <a:solidFill>
                  <a:srgbClr val="08312A"/>
                </a:solidFill>
                <a:effectLst/>
                <a:uLnTx/>
                <a:uFillTx/>
                <a:latin typeface="Boehringer Forward Text" panose="02000500000000020000" pitchFamily="2" charset="0"/>
                <a:ea typeface="+mn-ea"/>
                <a:cs typeface="+mn-cs"/>
              </a:rPr>
              <a:t>ph</a:t>
            </a:r>
            <a:r>
              <a:rPr kumimoji="0" lang="en-US" altLang="zh-CN" sz="700" b="1" i="0" u="none" strike="noStrike" kern="1200" cap="none" spc="-12" normalizeH="0" baseline="0" noProof="0">
                <a:ln>
                  <a:noFill/>
                </a:ln>
                <a:solidFill>
                  <a:srgbClr val="08312A"/>
                </a:solidFill>
                <a:effectLst/>
                <a:uLnTx/>
                <a:uFillTx/>
                <a:latin typeface="Boehringer Forward Text" panose="02000500000000020000" pitchFamily="2" charset="0"/>
                <a:ea typeface="+mn-ea"/>
                <a:cs typeface="+mn-cs"/>
              </a:rPr>
              <a:t> II 32w data</a:t>
            </a:r>
            <a:endParaRPr kumimoji="0" lang="de-DE" sz="700" b="1" i="0" u="none" strike="noStrike" kern="1200" cap="none" spc="-12" normalizeH="0" baseline="0" noProof="0">
              <a:ln>
                <a:noFill/>
              </a:ln>
              <a:solidFill>
                <a:srgbClr val="08312A"/>
              </a:solidFill>
              <a:effectLst/>
              <a:uLnTx/>
              <a:uFillTx/>
              <a:latin typeface="Boehringer Forward Text" panose="02000500000000020000" pitchFamily="2" charset="0"/>
              <a:ea typeface="+mn-ea"/>
              <a:cs typeface="+mn-cs"/>
            </a:endParaRPr>
          </a:p>
        </p:txBody>
      </p:sp>
      <p:pic>
        <p:nvPicPr>
          <p:cNvPr id="351" name="Picture 54">
            <a:extLst>
              <a:ext uri="{FF2B5EF4-FFF2-40B4-BE49-F238E27FC236}">
                <a16:creationId xmlns:a16="http://schemas.microsoft.com/office/drawing/2014/main" id="{9C21B0E4-6050-8B34-3AA9-E4FDF38CE338}"/>
              </a:ext>
            </a:extLst>
          </p:cNvPr>
          <p:cNvPicPr>
            <a:picLocks noChangeAspect="1"/>
          </p:cNvPicPr>
          <p:nvPr/>
        </p:nvPicPr>
        <p:blipFill>
          <a:blip r:embed="rId173"/>
          <a:stretch>
            <a:fillRect/>
          </a:stretch>
        </p:blipFill>
        <p:spPr>
          <a:xfrm>
            <a:off x="4416012" y="2129235"/>
            <a:ext cx="217823" cy="246189"/>
          </a:xfrm>
          <a:prstGeom prst="rect">
            <a:avLst/>
          </a:prstGeom>
          <a:effectLst/>
        </p:spPr>
      </p:pic>
      <p:cxnSp>
        <p:nvCxnSpPr>
          <p:cNvPr id="41" name="OTLSHAPE_G_00000000000000000000000000000000_ShapeBelow1">
            <a:extLst>
              <a:ext uri="{FF2B5EF4-FFF2-40B4-BE49-F238E27FC236}">
                <a16:creationId xmlns:a16="http://schemas.microsoft.com/office/drawing/2014/main" id="{776B7931-C98F-DDCF-25F7-28A7B5B7A455}"/>
              </a:ext>
            </a:extLst>
          </p:cNvPr>
          <p:cNvCxnSpPr>
            <a:cxnSpLocks/>
          </p:cNvCxnSpPr>
          <p:nvPr>
            <p:custDataLst>
              <p:tags r:id="rId166"/>
            </p:custDataLst>
          </p:nvPr>
        </p:nvCxnSpPr>
        <p:spPr bwMode="gray">
          <a:xfrm flipH="1">
            <a:off x="3320479" y="1463040"/>
            <a:ext cx="2169" cy="5194614"/>
          </a:xfrm>
          <a:prstGeom prst="line">
            <a:avLst/>
          </a:prstGeom>
          <a:ln w="9525" cap="flat" cmpd="sng" algn="ctr">
            <a:no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8" name="Title 175">
            <a:extLst>
              <a:ext uri="{FF2B5EF4-FFF2-40B4-BE49-F238E27FC236}">
                <a16:creationId xmlns:a16="http://schemas.microsoft.com/office/drawing/2014/main" id="{12DAE23E-B1A7-F53B-832D-DCD6054A1A0F}"/>
              </a:ext>
            </a:extLst>
          </p:cNvPr>
          <p:cNvSpPr>
            <a:spLocks noGrp="1"/>
          </p:cNvSpPr>
          <p:nvPr>
            <p:ph type="title"/>
          </p:nvPr>
        </p:nvSpPr>
        <p:spPr>
          <a:xfrm>
            <a:off x="479424" y="477000"/>
            <a:ext cx="11233151" cy="720000"/>
          </a:xfrm>
        </p:spPr>
        <p:txBody>
          <a:bodyPr/>
          <a:lstStyle/>
          <a:p>
            <a:r>
              <a:rPr lang="en-US" altLang="zh-CN" sz="2400"/>
              <a:t>BI 3000202 (</a:t>
            </a:r>
            <a:r>
              <a:rPr lang="en-US" altLang="zh-CN" sz="2400" err="1"/>
              <a:t>cGASi</a:t>
            </a:r>
            <a:r>
              <a:rPr lang="en-US" altLang="zh-CN" sz="2400"/>
              <a:t>): Program Overview</a:t>
            </a:r>
            <a:endParaRPr lang="en-GB" sz="2400"/>
          </a:p>
        </p:txBody>
      </p:sp>
      <p:sp>
        <p:nvSpPr>
          <p:cNvPr id="22" name="Isosceles Triangle 21">
            <a:extLst>
              <a:ext uri="{FF2B5EF4-FFF2-40B4-BE49-F238E27FC236}">
                <a16:creationId xmlns:a16="http://schemas.microsoft.com/office/drawing/2014/main" id="{FA830278-510B-2B47-92D4-FE5FCC32D237}"/>
              </a:ext>
            </a:extLst>
          </p:cNvPr>
          <p:cNvSpPr/>
          <p:nvPr/>
        </p:nvSpPr>
        <p:spPr bwMode="gray">
          <a:xfrm>
            <a:off x="3954316" y="1828099"/>
            <a:ext cx="152400" cy="131379"/>
          </a:xfrm>
          <a:prstGeom prst="triangle">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23" name="OTLSHAPE_SLM_b050bb20bd3c484e8da0a5bbcb5c93ad_Title">
            <a:extLst>
              <a:ext uri="{FF2B5EF4-FFF2-40B4-BE49-F238E27FC236}">
                <a16:creationId xmlns:a16="http://schemas.microsoft.com/office/drawing/2014/main" id="{E2250B81-825B-C42A-D77D-462D2FFCB03C}"/>
              </a:ext>
            </a:extLst>
          </p:cNvPr>
          <p:cNvSpPr txBox="1"/>
          <p:nvPr>
            <p:custDataLst>
              <p:tags r:id="rId167"/>
            </p:custDataLst>
          </p:nvPr>
        </p:nvSpPr>
        <p:spPr bwMode="gray">
          <a:xfrm>
            <a:off x="4339537" y="3779012"/>
            <a:ext cx="368300" cy="153888"/>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000" b="1" i="0" u="none" strike="noStrike" kern="1200" cap="none" spc="-12" normalizeH="0" baseline="0" noProof="0">
                <a:ln>
                  <a:noFill/>
                </a:ln>
                <a:solidFill>
                  <a:srgbClr val="08312A"/>
                </a:solidFill>
                <a:effectLst/>
                <a:uLnTx/>
                <a:uFillTx/>
                <a:latin typeface="Boehringer Forward Text" panose="02000500000000020000" pitchFamily="2" charset="0"/>
                <a:ea typeface="+mn-ea"/>
                <a:cs typeface="+mn-cs"/>
              </a:rPr>
              <a:t>RoFD</a:t>
            </a:r>
          </a:p>
        </p:txBody>
      </p:sp>
      <p:pic>
        <p:nvPicPr>
          <p:cNvPr id="25" name="Picture 54">
            <a:extLst>
              <a:ext uri="{FF2B5EF4-FFF2-40B4-BE49-F238E27FC236}">
                <a16:creationId xmlns:a16="http://schemas.microsoft.com/office/drawing/2014/main" id="{E978EB86-CEB1-9F16-B563-5A1174794C25}"/>
              </a:ext>
            </a:extLst>
          </p:cNvPr>
          <p:cNvPicPr>
            <a:picLocks noChangeAspect="1"/>
          </p:cNvPicPr>
          <p:nvPr/>
        </p:nvPicPr>
        <p:blipFill>
          <a:blip r:embed="rId173"/>
          <a:stretch>
            <a:fillRect/>
          </a:stretch>
        </p:blipFill>
        <p:spPr>
          <a:xfrm>
            <a:off x="4413056" y="3579840"/>
            <a:ext cx="217823" cy="246189"/>
          </a:xfrm>
          <a:prstGeom prst="rect">
            <a:avLst/>
          </a:prstGeom>
          <a:effectLst/>
        </p:spPr>
      </p:pic>
      <p:sp>
        <p:nvSpPr>
          <p:cNvPr id="227" name="OTLSHAPE_SLT_4935c5fc5de242bc9e3859782e94a8e7_Title">
            <a:extLst>
              <a:ext uri="{FF2B5EF4-FFF2-40B4-BE49-F238E27FC236}">
                <a16:creationId xmlns:a16="http://schemas.microsoft.com/office/drawing/2014/main" id="{E3BA69EF-5D2C-7157-31E7-21C1813B124C}"/>
              </a:ext>
            </a:extLst>
          </p:cNvPr>
          <p:cNvSpPr txBox="1"/>
          <p:nvPr>
            <p:custDataLst>
              <p:tags r:id="rId168"/>
            </p:custDataLst>
          </p:nvPr>
        </p:nvSpPr>
        <p:spPr bwMode="gray">
          <a:xfrm>
            <a:off x="5300480" y="3622599"/>
            <a:ext cx="2534714" cy="169277"/>
          </a:xfrm>
          <a:prstGeom prst="rect">
            <a:avLst/>
          </a:prstGeom>
          <a:noFill/>
        </p:spPr>
        <p:txBody>
          <a:bodyPr vert="horz" wrap="square" lIns="0" tIns="0" rIns="0" bIns="0" rtlCol="0" anchor="ctr" anchorCtr="0">
            <a:spAutoFit/>
          </a:bodyPr>
          <a:lstStyle/>
          <a:p>
            <a:pPr lvl="0">
              <a:defRPr/>
            </a:pPr>
            <a:r>
              <a:rPr lang="de-DE" altLang="zh-CN" sz="1100">
                <a:solidFill>
                  <a:prstClr val="black"/>
                </a:solidFill>
                <a:latin typeface="Boehringer Forward Text" panose="02000500000000020000" pitchFamily="2" charset="0"/>
              </a:rPr>
              <a:t>Ph </a:t>
            </a:r>
            <a:r>
              <a:rPr lang="en-US" altLang="zh-CN" sz="1100">
                <a:solidFill>
                  <a:prstClr val="black"/>
                </a:solidFill>
                <a:latin typeface="Boehringer Forward Text" panose="02000500000000020000" pitchFamily="2" charset="0"/>
              </a:rPr>
              <a:t>III pivotal trial </a:t>
            </a:r>
            <a:r>
              <a:rPr lang="en-US" altLang="zh-CN" sz="1100" err="1">
                <a:solidFill>
                  <a:prstClr val="black"/>
                </a:solidFill>
                <a:latin typeface="Boehringer Forward Text" panose="02000500000000020000" pitchFamily="2" charset="0"/>
              </a:rPr>
              <a:t>SSc</a:t>
            </a:r>
            <a:r>
              <a:rPr lang="en-US" altLang="zh-CN" sz="1100">
                <a:solidFill>
                  <a:prstClr val="black"/>
                </a:solidFill>
                <a:latin typeface="Boehringer Forward Text" panose="02000500000000020000" pitchFamily="2" charset="0"/>
              </a:rPr>
              <a:t> 52 treatment</a:t>
            </a:r>
            <a:endParaRPr lang="de-DE" altLang="zh-CN" sz="1100">
              <a:solidFill>
                <a:prstClr val="black"/>
              </a:solidFill>
              <a:latin typeface="Boehringer Forward Text" panose="02000500000000020000" pitchFamily="2" charset="0"/>
            </a:endParaRPr>
          </a:p>
        </p:txBody>
      </p:sp>
      <p:sp>
        <p:nvSpPr>
          <p:cNvPr id="228" name="Isosceles Triangle 227">
            <a:extLst>
              <a:ext uri="{FF2B5EF4-FFF2-40B4-BE49-F238E27FC236}">
                <a16:creationId xmlns:a16="http://schemas.microsoft.com/office/drawing/2014/main" id="{AD8068EB-524B-62A3-5757-0CEDC7811610}"/>
              </a:ext>
            </a:extLst>
          </p:cNvPr>
          <p:cNvSpPr/>
          <p:nvPr/>
        </p:nvSpPr>
        <p:spPr bwMode="gray">
          <a:xfrm>
            <a:off x="6451080" y="4920374"/>
            <a:ext cx="152400" cy="131379"/>
          </a:xfrm>
          <a:prstGeom prst="triangle">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229" name="OTLSHAPE_SLA_44b6754829a548b3abba61d1e76689c3_Title">
            <a:extLst>
              <a:ext uri="{FF2B5EF4-FFF2-40B4-BE49-F238E27FC236}">
                <a16:creationId xmlns:a16="http://schemas.microsoft.com/office/drawing/2014/main" id="{5C4E0314-17FC-DDF0-2F58-FA14C571D509}"/>
              </a:ext>
            </a:extLst>
          </p:cNvPr>
          <p:cNvSpPr txBox="1"/>
          <p:nvPr>
            <p:custDataLst>
              <p:tags r:id="rId169"/>
            </p:custDataLst>
          </p:nvPr>
        </p:nvSpPr>
        <p:spPr bwMode="gray">
          <a:xfrm>
            <a:off x="6541914" y="4972559"/>
            <a:ext cx="632964" cy="107722"/>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spcBef>
                <a:spcPts val="0"/>
              </a:spcBef>
              <a:spcAft>
                <a:spcPts val="0"/>
              </a:spcAft>
              <a:buClrTx/>
              <a:buSzTx/>
              <a:buFontTx/>
              <a:buNone/>
              <a:tabLst/>
              <a:defRPr/>
            </a:pPr>
            <a:r>
              <a:rPr kumimoji="0" lang="en-US" altLang="zh-CN" sz="700" b="1" i="0" u="none" strike="noStrike" kern="1200" cap="none" spc="-12" normalizeH="0" baseline="0" noProof="0">
                <a:ln>
                  <a:noFill/>
                </a:ln>
                <a:solidFill>
                  <a:srgbClr val="08312A"/>
                </a:solidFill>
                <a:effectLst/>
                <a:uLnTx/>
                <a:uFillTx/>
                <a:latin typeface="Boehringer Forward Text" panose="02000500000000020000" pitchFamily="2" charset="0"/>
                <a:ea typeface="+mn-ea"/>
                <a:cs typeface="+mn-cs"/>
              </a:rPr>
              <a:t>PoC in IFN</a:t>
            </a:r>
          </a:p>
        </p:txBody>
      </p:sp>
      <p:sp>
        <p:nvSpPr>
          <p:cNvPr id="267" name="OTLSHAPE_SLM_b050bb20bd3c484e8da0a5bbcb5c93ad_Title">
            <a:extLst>
              <a:ext uri="{FF2B5EF4-FFF2-40B4-BE49-F238E27FC236}">
                <a16:creationId xmlns:a16="http://schemas.microsoft.com/office/drawing/2014/main" id="{58FCDB37-5CA0-95E2-FD84-4F8298667690}"/>
              </a:ext>
            </a:extLst>
          </p:cNvPr>
          <p:cNvSpPr txBox="1"/>
          <p:nvPr>
            <p:custDataLst>
              <p:tags r:id="rId170"/>
            </p:custDataLst>
          </p:nvPr>
        </p:nvSpPr>
        <p:spPr bwMode="gray">
          <a:xfrm>
            <a:off x="6590738" y="5387563"/>
            <a:ext cx="368300" cy="153888"/>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e-DE" sz="1000" b="1" i="0" u="none" strike="noStrike" kern="1200" cap="none" spc="-12" normalizeH="0" baseline="0" noProof="0">
                <a:ln>
                  <a:noFill/>
                </a:ln>
                <a:solidFill>
                  <a:srgbClr val="08312A"/>
                </a:solidFill>
                <a:effectLst/>
                <a:uLnTx/>
                <a:uFillTx/>
                <a:latin typeface="Boehringer Forward Text" panose="02000500000000020000" pitchFamily="2" charset="0"/>
                <a:ea typeface="+mn-ea"/>
                <a:cs typeface="+mn-cs"/>
              </a:rPr>
              <a:t>RoFD</a:t>
            </a:r>
          </a:p>
        </p:txBody>
      </p:sp>
      <p:pic>
        <p:nvPicPr>
          <p:cNvPr id="268" name="Picture 54">
            <a:extLst>
              <a:ext uri="{FF2B5EF4-FFF2-40B4-BE49-F238E27FC236}">
                <a16:creationId xmlns:a16="http://schemas.microsoft.com/office/drawing/2014/main" id="{1A9AD46F-DE7E-EB30-F261-B746001B373F}"/>
              </a:ext>
            </a:extLst>
          </p:cNvPr>
          <p:cNvPicPr>
            <a:picLocks noChangeAspect="1"/>
          </p:cNvPicPr>
          <p:nvPr/>
        </p:nvPicPr>
        <p:blipFill>
          <a:blip r:embed="rId173"/>
          <a:stretch>
            <a:fillRect/>
          </a:stretch>
        </p:blipFill>
        <p:spPr>
          <a:xfrm>
            <a:off x="6664257" y="5188391"/>
            <a:ext cx="217823" cy="246189"/>
          </a:xfrm>
          <a:prstGeom prst="rect">
            <a:avLst/>
          </a:prstGeom>
          <a:effectLst/>
        </p:spPr>
      </p:pic>
      <p:cxnSp>
        <p:nvCxnSpPr>
          <p:cNvPr id="271" name="Connector: Elbow 270">
            <a:extLst>
              <a:ext uri="{FF2B5EF4-FFF2-40B4-BE49-F238E27FC236}">
                <a16:creationId xmlns:a16="http://schemas.microsoft.com/office/drawing/2014/main" id="{52EFFC64-657D-C2B4-1A26-E397D1F6BF24}"/>
              </a:ext>
            </a:extLst>
          </p:cNvPr>
          <p:cNvCxnSpPr>
            <a:stCxn id="22" idx="3"/>
          </p:cNvCxnSpPr>
          <p:nvPr/>
        </p:nvCxnSpPr>
        <p:spPr bwMode="gray">
          <a:xfrm rot="16200000" flipH="1">
            <a:off x="4082334" y="1907660"/>
            <a:ext cx="278905" cy="382540"/>
          </a:xfrm>
          <a:prstGeom prst="bentConnector2">
            <a:avLst/>
          </a:prstGeom>
          <a:ln w="6350">
            <a:solidFill>
              <a:schemeClr val="bg1">
                <a:lumMod val="75000"/>
              </a:schemeClr>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273" name="Connector: Elbow 272">
            <a:extLst>
              <a:ext uri="{FF2B5EF4-FFF2-40B4-BE49-F238E27FC236}">
                <a16:creationId xmlns:a16="http://schemas.microsoft.com/office/drawing/2014/main" id="{33DFD876-3488-8424-DFEC-2C5B2B3E6737}"/>
              </a:ext>
            </a:extLst>
          </p:cNvPr>
          <p:cNvCxnSpPr>
            <a:endCxn id="25" idx="1"/>
          </p:cNvCxnSpPr>
          <p:nvPr/>
        </p:nvCxnSpPr>
        <p:spPr bwMode="gray">
          <a:xfrm rot="16200000" flipH="1">
            <a:off x="3431698" y="2721576"/>
            <a:ext cx="1580177" cy="382540"/>
          </a:xfrm>
          <a:prstGeom prst="bentConnector2">
            <a:avLst/>
          </a:prstGeom>
          <a:ln w="6350">
            <a:solidFill>
              <a:schemeClr val="bg1">
                <a:lumMod val="75000"/>
              </a:schemeClr>
            </a:solidFill>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278" name="Connector: Elbow 277">
            <a:extLst>
              <a:ext uri="{FF2B5EF4-FFF2-40B4-BE49-F238E27FC236}">
                <a16:creationId xmlns:a16="http://schemas.microsoft.com/office/drawing/2014/main" id="{53D0E29E-5947-30D6-5AE5-B444981A4DB8}"/>
              </a:ext>
            </a:extLst>
          </p:cNvPr>
          <p:cNvCxnSpPr>
            <a:stCxn id="22" idx="3"/>
            <a:endCxn id="300" idx="1"/>
          </p:cNvCxnSpPr>
          <p:nvPr/>
        </p:nvCxnSpPr>
        <p:spPr bwMode="gray">
          <a:xfrm rot="16200000" flipH="1">
            <a:off x="3027916" y="2962078"/>
            <a:ext cx="2806232" cy="801032"/>
          </a:xfrm>
          <a:prstGeom prst="bentConnector2">
            <a:avLst/>
          </a:prstGeom>
          <a:ln w="6350">
            <a:solidFill>
              <a:schemeClr val="bg1">
                <a:lumMod val="75000"/>
              </a:schemeClr>
            </a:solidFill>
            <a:prstDash val="lgDash"/>
            <a:tailEnd type="triangle"/>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98686944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OTLSHAPE_SL_e6abfe5c88a1409ba2e59f29bf63b63f_BackgroundRectangle">
            <a:extLst>
              <a:ext uri="{FF2B5EF4-FFF2-40B4-BE49-F238E27FC236}">
                <a16:creationId xmlns:a16="http://schemas.microsoft.com/office/drawing/2014/main" id="{B31D86D6-5F73-DBC3-C2B3-EB035C5EE523}"/>
              </a:ext>
            </a:extLst>
          </p:cNvPr>
          <p:cNvSpPr/>
          <p:nvPr>
            <p:custDataLst>
              <p:tags r:id="rId1"/>
            </p:custDataLst>
          </p:nvPr>
        </p:nvSpPr>
        <p:spPr>
          <a:xfrm>
            <a:off x="63500" y="3774796"/>
            <a:ext cx="11290300" cy="480737"/>
          </a:xfrm>
          <a:prstGeom prst="rect">
            <a:avLst/>
          </a:prstGeom>
          <a:solidFill>
            <a:schemeClr val="bg1">
              <a:lumMod val="85000"/>
              <a:alpha val="20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graphicFrame>
        <p:nvGraphicFramePr>
          <p:cNvPr id="53" name="Table 52">
            <a:extLst>
              <a:ext uri="{FF2B5EF4-FFF2-40B4-BE49-F238E27FC236}">
                <a16:creationId xmlns:a16="http://schemas.microsoft.com/office/drawing/2014/main" id="{59452683-17B9-CFB2-770C-E38FC1FA3BDE}"/>
              </a:ext>
            </a:extLst>
          </p:cNvPr>
          <p:cNvGraphicFramePr>
            <a:graphicFrameLocks noGrp="1"/>
          </p:cNvGraphicFramePr>
          <p:nvPr/>
        </p:nvGraphicFramePr>
        <p:xfrm>
          <a:off x="964792" y="1088718"/>
          <a:ext cx="10387800" cy="3205480"/>
        </p:xfrm>
        <a:graphic>
          <a:graphicData uri="http://schemas.openxmlformats.org/drawingml/2006/table">
            <a:tbl>
              <a:tblPr firstRow="1" bandRow="1">
                <a:tableStyleId>{5C22544A-7EE6-4342-B048-85BDC9FD1C3A}</a:tableStyleId>
              </a:tblPr>
              <a:tblGrid>
                <a:gridCol w="865650">
                  <a:extLst>
                    <a:ext uri="{9D8B030D-6E8A-4147-A177-3AD203B41FA5}">
                      <a16:colId xmlns:a16="http://schemas.microsoft.com/office/drawing/2014/main" val="3818599877"/>
                    </a:ext>
                  </a:extLst>
                </a:gridCol>
                <a:gridCol w="865650">
                  <a:extLst>
                    <a:ext uri="{9D8B030D-6E8A-4147-A177-3AD203B41FA5}">
                      <a16:colId xmlns:a16="http://schemas.microsoft.com/office/drawing/2014/main" val="4165004091"/>
                    </a:ext>
                  </a:extLst>
                </a:gridCol>
                <a:gridCol w="865650">
                  <a:extLst>
                    <a:ext uri="{9D8B030D-6E8A-4147-A177-3AD203B41FA5}">
                      <a16:colId xmlns:a16="http://schemas.microsoft.com/office/drawing/2014/main" val="465502678"/>
                    </a:ext>
                  </a:extLst>
                </a:gridCol>
                <a:gridCol w="865650">
                  <a:extLst>
                    <a:ext uri="{9D8B030D-6E8A-4147-A177-3AD203B41FA5}">
                      <a16:colId xmlns:a16="http://schemas.microsoft.com/office/drawing/2014/main" val="1326701485"/>
                    </a:ext>
                  </a:extLst>
                </a:gridCol>
                <a:gridCol w="865650">
                  <a:extLst>
                    <a:ext uri="{9D8B030D-6E8A-4147-A177-3AD203B41FA5}">
                      <a16:colId xmlns:a16="http://schemas.microsoft.com/office/drawing/2014/main" val="315279261"/>
                    </a:ext>
                  </a:extLst>
                </a:gridCol>
                <a:gridCol w="865650">
                  <a:extLst>
                    <a:ext uri="{9D8B030D-6E8A-4147-A177-3AD203B41FA5}">
                      <a16:colId xmlns:a16="http://schemas.microsoft.com/office/drawing/2014/main" val="55496778"/>
                    </a:ext>
                  </a:extLst>
                </a:gridCol>
                <a:gridCol w="865650">
                  <a:extLst>
                    <a:ext uri="{9D8B030D-6E8A-4147-A177-3AD203B41FA5}">
                      <a16:colId xmlns:a16="http://schemas.microsoft.com/office/drawing/2014/main" val="2309708089"/>
                    </a:ext>
                  </a:extLst>
                </a:gridCol>
                <a:gridCol w="865650">
                  <a:extLst>
                    <a:ext uri="{9D8B030D-6E8A-4147-A177-3AD203B41FA5}">
                      <a16:colId xmlns:a16="http://schemas.microsoft.com/office/drawing/2014/main" val="817277574"/>
                    </a:ext>
                  </a:extLst>
                </a:gridCol>
                <a:gridCol w="865650">
                  <a:extLst>
                    <a:ext uri="{9D8B030D-6E8A-4147-A177-3AD203B41FA5}">
                      <a16:colId xmlns:a16="http://schemas.microsoft.com/office/drawing/2014/main" val="2423662130"/>
                    </a:ext>
                  </a:extLst>
                </a:gridCol>
                <a:gridCol w="865650">
                  <a:extLst>
                    <a:ext uri="{9D8B030D-6E8A-4147-A177-3AD203B41FA5}">
                      <a16:colId xmlns:a16="http://schemas.microsoft.com/office/drawing/2014/main" val="1926889595"/>
                    </a:ext>
                  </a:extLst>
                </a:gridCol>
                <a:gridCol w="865650">
                  <a:extLst>
                    <a:ext uri="{9D8B030D-6E8A-4147-A177-3AD203B41FA5}">
                      <a16:colId xmlns:a16="http://schemas.microsoft.com/office/drawing/2014/main" val="521957439"/>
                    </a:ext>
                  </a:extLst>
                </a:gridCol>
                <a:gridCol w="865650">
                  <a:extLst>
                    <a:ext uri="{9D8B030D-6E8A-4147-A177-3AD203B41FA5}">
                      <a16:colId xmlns:a16="http://schemas.microsoft.com/office/drawing/2014/main" val="3079414394"/>
                    </a:ext>
                  </a:extLst>
                </a:gridCol>
              </a:tblGrid>
              <a:tr h="370840">
                <a:tc>
                  <a:txBody>
                    <a:bodyPr/>
                    <a:lstStyle/>
                    <a:p>
                      <a:r>
                        <a:rPr lang="en-US" altLang="zh-CN" sz="1000">
                          <a:solidFill>
                            <a:schemeClr val="tx1"/>
                          </a:solidFill>
                        </a:rPr>
                        <a:t>2026</a:t>
                      </a:r>
                      <a:endParaRPr lang="zh-CN" altLang="en-US" sz="1000">
                        <a:solidFill>
                          <a:schemeClr val="tx1"/>
                        </a:solidFill>
                      </a:endParaRPr>
                    </a:p>
                  </a:txBody>
                  <a:tcPr anchor="b">
                    <a:noFill/>
                  </a:tcPr>
                </a:tc>
                <a:tc>
                  <a:txBody>
                    <a:bodyPr/>
                    <a:lstStyle/>
                    <a:p>
                      <a:endParaRPr lang="zh-CN" altLang="en-US" sz="1000">
                        <a:solidFill>
                          <a:schemeClr val="tx1"/>
                        </a:solidFill>
                      </a:endParaRPr>
                    </a:p>
                  </a:txBody>
                  <a:tcPr anchor="b">
                    <a:noFill/>
                  </a:tcPr>
                </a:tc>
                <a:tc>
                  <a:txBody>
                    <a:bodyPr/>
                    <a:lstStyle/>
                    <a:p>
                      <a:endParaRPr lang="zh-CN" altLang="en-US" sz="1000">
                        <a:solidFill>
                          <a:schemeClr val="tx1"/>
                        </a:solidFill>
                      </a:endParaRPr>
                    </a:p>
                  </a:txBody>
                  <a:tcPr anchor="b">
                    <a:noFill/>
                  </a:tcPr>
                </a:tc>
                <a:tc>
                  <a:txBody>
                    <a:bodyPr/>
                    <a:lstStyle/>
                    <a:p>
                      <a:endParaRPr lang="zh-CN" altLang="en-US" sz="1000">
                        <a:solidFill>
                          <a:schemeClr val="tx1"/>
                        </a:solidFill>
                      </a:endParaRPr>
                    </a:p>
                  </a:txBody>
                  <a:tcPr anchor="b">
                    <a:noFill/>
                  </a:tcPr>
                </a:tc>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altLang="zh-CN" sz="1000">
                          <a:solidFill>
                            <a:schemeClr val="tx1"/>
                          </a:solidFill>
                        </a:rPr>
                        <a:t>2027</a:t>
                      </a:r>
                      <a:endParaRPr lang="zh-CN" altLang="en-US" sz="1000">
                        <a:solidFill>
                          <a:schemeClr val="tx1"/>
                        </a:solidFill>
                      </a:endParaRPr>
                    </a:p>
                  </a:txBody>
                  <a:tcPr anchor="b">
                    <a:noFill/>
                  </a:tcPr>
                </a:tc>
                <a:tc>
                  <a:txBody>
                    <a:bodyPr/>
                    <a:lstStyle/>
                    <a:p>
                      <a:endParaRPr lang="zh-CN" altLang="en-US" sz="1000">
                        <a:solidFill>
                          <a:schemeClr val="tx1"/>
                        </a:solidFill>
                      </a:endParaRPr>
                    </a:p>
                  </a:txBody>
                  <a:tcPr anchor="b">
                    <a:noFill/>
                  </a:tcPr>
                </a:tc>
                <a:tc>
                  <a:txBody>
                    <a:bodyPr/>
                    <a:lstStyle/>
                    <a:p>
                      <a:endParaRPr lang="zh-CN" altLang="en-US" sz="1000">
                        <a:solidFill>
                          <a:schemeClr val="tx1"/>
                        </a:solidFill>
                      </a:endParaRPr>
                    </a:p>
                  </a:txBody>
                  <a:tcPr anchor="b">
                    <a:noFill/>
                  </a:tcPr>
                </a:tc>
                <a:tc>
                  <a:txBody>
                    <a:bodyPr/>
                    <a:lstStyle/>
                    <a:p>
                      <a:endParaRPr lang="zh-CN" altLang="en-US" sz="1000">
                        <a:solidFill>
                          <a:schemeClr val="tx1"/>
                        </a:solidFill>
                      </a:endParaRPr>
                    </a:p>
                  </a:txBody>
                  <a:tcPr anchor="b">
                    <a:noFill/>
                  </a:tcPr>
                </a:tc>
                <a:tc>
                  <a:txBody>
                    <a:bodyPr/>
                    <a:lstStyle/>
                    <a:p>
                      <a:r>
                        <a:rPr lang="en-US" altLang="zh-CN" sz="1000">
                          <a:solidFill>
                            <a:schemeClr val="tx1"/>
                          </a:solidFill>
                        </a:rPr>
                        <a:t>2028</a:t>
                      </a:r>
                      <a:endParaRPr lang="zh-CN" altLang="en-US" sz="1000">
                        <a:solidFill>
                          <a:schemeClr val="tx1"/>
                        </a:solidFill>
                      </a:endParaRPr>
                    </a:p>
                  </a:txBody>
                  <a:tcPr anchor="b">
                    <a:noFill/>
                  </a:tcPr>
                </a:tc>
                <a:tc>
                  <a:txBody>
                    <a:bodyPr/>
                    <a:lstStyle/>
                    <a:p>
                      <a:endParaRPr lang="zh-CN" altLang="en-US"/>
                    </a:p>
                  </a:txBody>
                  <a:tcPr>
                    <a:noFill/>
                  </a:tcPr>
                </a:tc>
                <a:tc>
                  <a:txBody>
                    <a:bodyPr/>
                    <a:lstStyle/>
                    <a:p>
                      <a:endParaRPr lang="zh-CN" altLang="en-US"/>
                    </a:p>
                  </a:txBody>
                  <a:tcPr>
                    <a:noFill/>
                  </a:tcPr>
                </a:tc>
                <a:tc>
                  <a:txBody>
                    <a:bodyPr/>
                    <a:lstStyle/>
                    <a:p>
                      <a:endParaRPr lang="zh-CN" altLang="en-US"/>
                    </a:p>
                  </a:txBody>
                  <a:tcPr>
                    <a:noFill/>
                  </a:tcPr>
                </a:tc>
                <a:extLst>
                  <a:ext uri="{0D108BD9-81ED-4DB2-BD59-A6C34878D82A}">
                    <a16:rowId xmlns:a16="http://schemas.microsoft.com/office/drawing/2014/main" val="3807630891"/>
                  </a:ext>
                </a:extLst>
              </a:tr>
              <a:tr h="182880">
                <a:tc>
                  <a:txBody>
                    <a:bodyPr/>
                    <a:lstStyle/>
                    <a:p>
                      <a:r>
                        <a:rPr lang="en-US" altLang="zh-CN" sz="1200"/>
                        <a:t>Jan</a:t>
                      </a:r>
                      <a:endParaRPr lang="zh-CN" altLang="en-US" sz="1200"/>
                    </a:p>
                  </a:txBody>
                  <a:tcPr>
                    <a:solidFill>
                      <a:schemeClr val="bg1">
                        <a:lumMod val="85000"/>
                      </a:schemeClr>
                    </a:solidFill>
                  </a:tcPr>
                </a:tc>
                <a:tc>
                  <a:txBody>
                    <a:bodyPr/>
                    <a:lstStyle/>
                    <a:p>
                      <a:r>
                        <a:rPr lang="en-US" altLang="zh-CN" sz="1200"/>
                        <a:t>Apr</a:t>
                      </a:r>
                      <a:endParaRPr lang="zh-CN" altLang="en-US" sz="1200"/>
                    </a:p>
                  </a:txBody>
                  <a:tcPr>
                    <a:solidFill>
                      <a:schemeClr val="bg1">
                        <a:lumMod val="85000"/>
                      </a:schemeClr>
                    </a:solidFill>
                  </a:tcPr>
                </a:tc>
                <a:tc>
                  <a:txBody>
                    <a:bodyPr/>
                    <a:lstStyle/>
                    <a:p>
                      <a:r>
                        <a:rPr lang="en-US" altLang="zh-CN" sz="1200"/>
                        <a:t>Jul</a:t>
                      </a:r>
                      <a:endParaRPr lang="zh-CN" altLang="en-US" sz="1200"/>
                    </a:p>
                  </a:txBody>
                  <a:tcPr>
                    <a:solidFill>
                      <a:schemeClr val="bg1">
                        <a:lumMod val="85000"/>
                      </a:schemeClr>
                    </a:solidFill>
                  </a:tcPr>
                </a:tc>
                <a:tc>
                  <a:txBody>
                    <a:bodyPr/>
                    <a:lstStyle/>
                    <a:p>
                      <a:r>
                        <a:rPr lang="en-US" altLang="zh-CN" sz="1200"/>
                        <a:t>Oct</a:t>
                      </a:r>
                      <a:endParaRPr lang="zh-CN" altLang="en-US" sz="1200"/>
                    </a:p>
                  </a:txBody>
                  <a:tcPr>
                    <a:solidFill>
                      <a:schemeClr val="bg1">
                        <a:lumMod val="85000"/>
                      </a:schemeClr>
                    </a:solidFill>
                  </a:tcPr>
                </a:tc>
                <a:tc>
                  <a:txBody>
                    <a:bodyPr/>
                    <a:lstStyle/>
                    <a:p>
                      <a:r>
                        <a:rPr lang="en-US" altLang="zh-CN" sz="1200"/>
                        <a:t>Jan</a:t>
                      </a:r>
                      <a:endParaRPr lang="zh-CN" altLang="en-US" sz="1200"/>
                    </a:p>
                  </a:txBody>
                  <a:tcPr>
                    <a:solidFill>
                      <a:schemeClr val="bg1">
                        <a:lumMod val="85000"/>
                      </a:schemeClr>
                    </a:solidFill>
                  </a:tcPr>
                </a:tc>
                <a:tc>
                  <a:txBody>
                    <a:bodyPr/>
                    <a:lstStyle/>
                    <a:p>
                      <a:r>
                        <a:rPr lang="en-US" altLang="zh-CN" sz="1200"/>
                        <a:t>Apr</a:t>
                      </a:r>
                      <a:endParaRPr lang="zh-CN" altLang="en-US" sz="1200"/>
                    </a:p>
                  </a:txBody>
                  <a:tcPr>
                    <a:solidFill>
                      <a:schemeClr val="bg1">
                        <a:lumMod val="85000"/>
                      </a:schemeClr>
                    </a:solidFill>
                  </a:tcPr>
                </a:tc>
                <a:tc>
                  <a:txBody>
                    <a:bodyPr/>
                    <a:lstStyle/>
                    <a:p>
                      <a:r>
                        <a:rPr lang="en-US" altLang="zh-CN" sz="1200"/>
                        <a:t>Jul</a:t>
                      </a:r>
                      <a:endParaRPr lang="zh-CN" altLang="en-US" sz="1200"/>
                    </a:p>
                  </a:txBody>
                  <a:tcPr>
                    <a:solidFill>
                      <a:schemeClr val="bg1">
                        <a:lumMod val="85000"/>
                      </a:schemeClr>
                    </a:solidFill>
                  </a:tcPr>
                </a:tc>
                <a:tc>
                  <a:txBody>
                    <a:bodyPr/>
                    <a:lstStyle/>
                    <a:p>
                      <a:r>
                        <a:rPr lang="en-US" altLang="zh-CN" sz="1200"/>
                        <a:t>Oct</a:t>
                      </a:r>
                      <a:endParaRPr lang="zh-CN" altLang="en-US" sz="1200"/>
                    </a:p>
                  </a:txBody>
                  <a:tcPr>
                    <a:solidFill>
                      <a:schemeClr val="bg1">
                        <a:lumMod val="85000"/>
                      </a:schemeClr>
                    </a:solidFill>
                  </a:tcPr>
                </a:tc>
                <a:tc>
                  <a:txBody>
                    <a:bodyPr/>
                    <a:lstStyle/>
                    <a:p>
                      <a:r>
                        <a:rPr lang="en-US" altLang="zh-CN" sz="1200"/>
                        <a:t>Jan</a:t>
                      </a:r>
                      <a:endParaRPr lang="zh-CN" altLang="en-US" sz="1200"/>
                    </a:p>
                  </a:txBody>
                  <a:tcPr>
                    <a:solidFill>
                      <a:schemeClr val="bg1">
                        <a:lumMod val="85000"/>
                      </a:schemeClr>
                    </a:solidFill>
                  </a:tcPr>
                </a:tc>
                <a:tc>
                  <a:txBody>
                    <a:bodyPr/>
                    <a:lstStyle/>
                    <a:p>
                      <a:r>
                        <a:rPr lang="en-US" altLang="zh-CN" sz="1200"/>
                        <a:t>Apr</a:t>
                      </a:r>
                      <a:endParaRPr lang="zh-CN" altLang="en-US" sz="1200"/>
                    </a:p>
                  </a:txBody>
                  <a:tcPr>
                    <a:solidFill>
                      <a:schemeClr val="bg1">
                        <a:lumMod val="85000"/>
                      </a:schemeClr>
                    </a:solidFill>
                  </a:tcPr>
                </a:tc>
                <a:tc>
                  <a:txBody>
                    <a:bodyPr/>
                    <a:lstStyle/>
                    <a:p>
                      <a:r>
                        <a:rPr lang="en-US" altLang="zh-CN" sz="1200"/>
                        <a:t>Jul</a:t>
                      </a:r>
                      <a:endParaRPr lang="zh-CN" altLang="en-US" sz="1200"/>
                    </a:p>
                  </a:txBody>
                  <a:tcPr>
                    <a:solidFill>
                      <a:schemeClr val="bg1">
                        <a:lumMod val="85000"/>
                      </a:schemeClr>
                    </a:solidFill>
                  </a:tcPr>
                </a:tc>
                <a:tc>
                  <a:txBody>
                    <a:bodyPr/>
                    <a:lstStyle/>
                    <a:p>
                      <a:r>
                        <a:rPr lang="en-US" altLang="zh-CN" sz="1200"/>
                        <a:t>Oct</a:t>
                      </a:r>
                      <a:endParaRPr lang="zh-CN" altLang="en-US" sz="1200"/>
                    </a:p>
                  </a:txBody>
                  <a:tcPr>
                    <a:solidFill>
                      <a:schemeClr val="bg1">
                        <a:lumMod val="85000"/>
                      </a:schemeClr>
                    </a:solidFill>
                  </a:tcPr>
                </a:tc>
                <a:extLst>
                  <a:ext uri="{0D108BD9-81ED-4DB2-BD59-A6C34878D82A}">
                    <a16:rowId xmlns:a16="http://schemas.microsoft.com/office/drawing/2014/main" val="3536009359"/>
                  </a:ext>
                </a:extLst>
              </a:tr>
              <a:tr h="2560320">
                <a:tc>
                  <a:txBody>
                    <a:bodyPr/>
                    <a:lstStyle/>
                    <a:p>
                      <a:endParaRPr lang="zh-CN" altLang="en-US"/>
                    </a:p>
                  </a:txBody>
                  <a:tcPr>
                    <a:noFill/>
                  </a:tcPr>
                </a:tc>
                <a:tc>
                  <a:txBody>
                    <a:bodyPr/>
                    <a:lstStyle/>
                    <a:p>
                      <a:endParaRPr lang="zh-CN" altLang="en-US"/>
                    </a:p>
                  </a:txBody>
                  <a:tcPr>
                    <a:noFill/>
                  </a:tcPr>
                </a:tc>
                <a:tc>
                  <a:txBody>
                    <a:bodyPr/>
                    <a:lstStyle/>
                    <a:p>
                      <a:endParaRPr lang="zh-CN" altLang="en-US"/>
                    </a:p>
                  </a:txBody>
                  <a:tcPr>
                    <a:noFill/>
                  </a:tcPr>
                </a:tc>
                <a:tc>
                  <a:txBody>
                    <a:bodyPr/>
                    <a:lstStyle/>
                    <a:p>
                      <a:endParaRPr lang="zh-CN" altLang="en-US"/>
                    </a:p>
                  </a:txBody>
                  <a:tcPr>
                    <a:noFill/>
                  </a:tcPr>
                </a:tc>
                <a:tc>
                  <a:txBody>
                    <a:bodyPr/>
                    <a:lstStyle/>
                    <a:p>
                      <a:endParaRPr lang="zh-CN" altLang="en-US"/>
                    </a:p>
                  </a:txBody>
                  <a:tcPr>
                    <a:noFill/>
                  </a:tcPr>
                </a:tc>
                <a:tc>
                  <a:txBody>
                    <a:bodyPr/>
                    <a:lstStyle/>
                    <a:p>
                      <a:endParaRPr lang="zh-CN" altLang="en-US"/>
                    </a:p>
                  </a:txBody>
                  <a:tcPr>
                    <a:noFill/>
                  </a:tcPr>
                </a:tc>
                <a:tc>
                  <a:txBody>
                    <a:bodyPr/>
                    <a:lstStyle/>
                    <a:p>
                      <a:endParaRPr lang="zh-CN" altLang="en-US"/>
                    </a:p>
                  </a:txBody>
                  <a:tcPr>
                    <a:noFill/>
                  </a:tcPr>
                </a:tc>
                <a:tc>
                  <a:txBody>
                    <a:bodyPr/>
                    <a:lstStyle/>
                    <a:p>
                      <a:endParaRPr lang="zh-CN" altLang="en-US"/>
                    </a:p>
                  </a:txBody>
                  <a:tcPr>
                    <a:noFill/>
                  </a:tcPr>
                </a:tc>
                <a:tc>
                  <a:txBody>
                    <a:bodyPr/>
                    <a:lstStyle/>
                    <a:p>
                      <a:endParaRPr lang="zh-CN" altLang="en-US"/>
                    </a:p>
                  </a:txBody>
                  <a:tcPr>
                    <a:noFill/>
                  </a:tcPr>
                </a:tc>
                <a:tc>
                  <a:txBody>
                    <a:bodyPr/>
                    <a:lstStyle/>
                    <a:p>
                      <a:endParaRPr lang="zh-CN" altLang="en-US"/>
                    </a:p>
                  </a:txBody>
                  <a:tcPr>
                    <a:noFill/>
                  </a:tcPr>
                </a:tc>
                <a:tc>
                  <a:txBody>
                    <a:bodyPr/>
                    <a:lstStyle/>
                    <a:p>
                      <a:endParaRPr lang="zh-CN" altLang="en-US"/>
                    </a:p>
                  </a:txBody>
                  <a:tcPr>
                    <a:noFill/>
                  </a:tcPr>
                </a:tc>
                <a:tc>
                  <a:txBody>
                    <a:bodyPr/>
                    <a:lstStyle/>
                    <a:p>
                      <a:endParaRPr lang="zh-CN" altLang="en-US"/>
                    </a:p>
                  </a:txBody>
                  <a:tcPr>
                    <a:noFill/>
                  </a:tcPr>
                </a:tc>
                <a:extLst>
                  <a:ext uri="{0D108BD9-81ED-4DB2-BD59-A6C34878D82A}">
                    <a16:rowId xmlns:a16="http://schemas.microsoft.com/office/drawing/2014/main" val="2550910515"/>
                  </a:ext>
                </a:extLst>
              </a:tr>
            </a:tbl>
          </a:graphicData>
        </a:graphic>
      </p:graphicFrame>
      <p:sp>
        <p:nvSpPr>
          <p:cNvPr id="56" name="OTLSHAPE_SL_e6abfe5c88a1409ba2e59f29bf63b63f_BackgroundRectangle">
            <a:extLst>
              <a:ext uri="{FF2B5EF4-FFF2-40B4-BE49-F238E27FC236}">
                <a16:creationId xmlns:a16="http://schemas.microsoft.com/office/drawing/2014/main" id="{CC559411-F1E0-A131-49DC-E695E325FA32}"/>
              </a:ext>
            </a:extLst>
          </p:cNvPr>
          <p:cNvSpPr/>
          <p:nvPr>
            <p:custDataLst>
              <p:tags r:id="rId2"/>
            </p:custDataLst>
          </p:nvPr>
        </p:nvSpPr>
        <p:spPr>
          <a:xfrm>
            <a:off x="60326" y="2262360"/>
            <a:ext cx="11290300" cy="274320"/>
          </a:xfrm>
          <a:prstGeom prst="rect">
            <a:avLst/>
          </a:prstGeom>
          <a:solidFill>
            <a:schemeClr val="bg1">
              <a:lumMod val="85000"/>
              <a:alpha val="20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4" name="Text Placeholder 3">
            <a:extLst>
              <a:ext uri="{FF2B5EF4-FFF2-40B4-BE49-F238E27FC236}">
                <a16:creationId xmlns:a16="http://schemas.microsoft.com/office/drawing/2014/main" id="{8F73A104-237B-216A-0794-931406E504FA}"/>
              </a:ext>
            </a:extLst>
          </p:cNvPr>
          <p:cNvSpPr>
            <a:spLocks noGrp="1"/>
          </p:cNvSpPr>
          <p:nvPr>
            <p:ph type="body" sz="quarter" idx="13"/>
          </p:nvPr>
        </p:nvSpPr>
        <p:spPr/>
        <p:txBody>
          <a:bodyPr/>
          <a:lstStyle/>
          <a:p>
            <a:r>
              <a:rPr lang="en-US" altLang="zh-CN">
                <a:solidFill>
                  <a:schemeClr val="bg1">
                    <a:lumMod val="75000"/>
                  </a:schemeClr>
                </a:solidFill>
              </a:rPr>
              <a:t>Trials with Integration to</a:t>
            </a:r>
            <a:r>
              <a:rPr lang="zh-CN" altLang="en-US">
                <a:solidFill>
                  <a:schemeClr val="bg1">
                    <a:lumMod val="75000"/>
                  </a:schemeClr>
                </a:solidFill>
              </a:rPr>
              <a:t> </a:t>
            </a:r>
            <a:r>
              <a:rPr lang="en-US" altLang="zh-CN">
                <a:solidFill>
                  <a:schemeClr val="bg1">
                    <a:lumMod val="75000"/>
                  </a:schemeClr>
                </a:solidFill>
              </a:rPr>
              <a:t>be</a:t>
            </a:r>
            <a:r>
              <a:rPr lang="zh-CN" altLang="en-US">
                <a:solidFill>
                  <a:schemeClr val="bg1">
                    <a:lumMod val="75000"/>
                  </a:schemeClr>
                </a:solidFill>
              </a:rPr>
              <a:t> </a:t>
            </a:r>
            <a:r>
              <a:rPr lang="en-US" altLang="zh-CN">
                <a:solidFill>
                  <a:schemeClr val="bg1">
                    <a:lumMod val="75000"/>
                  </a:schemeClr>
                </a:solidFill>
              </a:rPr>
              <a:t>further</a:t>
            </a:r>
            <a:r>
              <a:rPr lang="zh-CN" altLang="en-US">
                <a:solidFill>
                  <a:schemeClr val="bg1">
                    <a:lumMod val="75000"/>
                  </a:schemeClr>
                </a:solidFill>
              </a:rPr>
              <a:t> </a:t>
            </a:r>
            <a:r>
              <a:rPr lang="en-US" altLang="zh-CN">
                <a:solidFill>
                  <a:schemeClr val="bg1">
                    <a:lumMod val="75000"/>
                  </a:schemeClr>
                </a:solidFill>
              </a:rPr>
              <a:t>evaluated</a:t>
            </a:r>
            <a:r>
              <a:rPr lang="en-US" altLang="zh-CN"/>
              <a:t>.</a:t>
            </a:r>
            <a:endParaRPr lang="zh-CN" altLang="en-US"/>
          </a:p>
        </p:txBody>
      </p:sp>
      <p:sp>
        <p:nvSpPr>
          <p:cNvPr id="5" name="Footer Placeholder 4">
            <a:extLst>
              <a:ext uri="{FF2B5EF4-FFF2-40B4-BE49-F238E27FC236}">
                <a16:creationId xmlns:a16="http://schemas.microsoft.com/office/drawing/2014/main" id="{15BB779A-3110-F6EC-28F4-C0A62735214E}"/>
              </a:ext>
            </a:extLst>
          </p:cNvPr>
          <p:cNvSpPr>
            <a:spLocks noGrp="1"/>
          </p:cNvSpPr>
          <p:nvPr>
            <p:ph type="ftr" sz="quarter" idx="19"/>
          </p:nvPr>
        </p:nvSpPr>
        <p:spPr/>
        <p:txBody>
          <a:bodyPr/>
          <a:lstStyle/>
          <a:p>
            <a:r>
              <a:rPr lang="en-US"/>
              <a:t>Presentation title    |    ONLY FOR INTERNAL USE</a:t>
            </a:r>
          </a:p>
        </p:txBody>
      </p:sp>
      <p:sp>
        <p:nvSpPr>
          <p:cNvPr id="6" name="Slide Number Placeholder 5">
            <a:extLst>
              <a:ext uri="{FF2B5EF4-FFF2-40B4-BE49-F238E27FC236}">
                <a16:creationId xmlns:a16="http://schemas.microsoft.com/office/drawing/2014/main" id="{A2BB35B3-CB96-0851-DA62-E8E8548F51F0}"/>
              </a:ext>
            </a:extLst>
          </p:cNvPr>
          <p:cNvSpPr>
            <a:spLocks noGrp="1"/>
          </p:cNvSpPr>
          <p:nvPr>
            <p:ph type="sldNum" sz="quarter" idx="20"/>
          </p:nvPr>
        </p:nvSpPr>
        <p:spPr/>
        <p:txBody>
          <a:bodyPr/>
          <a:lstStyle/>
          <a:p>
            <a:fld id="{DF4E8F9F-5B1F-4F5B-BE49-3245D8C18D9F}" type="slidenum">
              <a:rPr lang="en-US" smtClean="0"/>
              <a:pPr/>
              <a:t>43</a:t>
            </a:fld>
            <a:endParaRPr lang="en-US"/>
          </a:p>
        </p:txBody>
      </p:sp>
      <p:sp>
        <p:nvSpPr>
          <p:cNvPr id="7" name="OTLSHAPE_SL_93c414d3451d41b4a3dcbdd4eee6b30b_BackgroundRectangle">
            <a:extLst>
              <a:ext uri="{FF2B5EF4-FFF2-40B4-BE49-F238E27FC236}">
                <a16:creationId xmlns:a16="http://schemas.microsoft.com/office/drawing/2014/main" id="{EFB9F5B0-B790-83F2-BBCA-3D273892206F}"/>
              </a:ext>
            </a:extLst>
          </p:cNvPr>
          <p:cNvSpPr/>
          <p:nvPr>
            <p:custDataLst>
              <p:tags r:id="rId3"/>
            </p:custDataLst>
          </p:nvPr>
        </p:nvSpPr>
        <p:spPr>
          <a:xfrm>
            <a:off x="63500" y="2792372"/>
            <a:ext cx="11290300" cy="279400"/>
          </a:xfrm>
          <a:prstGeom prst="rect">
            <a:avLst/>
          </a:prstGeom>
          <a:solidFill>
            <a:schemeClr val="bg1">
              <a:lumMod val="95000"/>
              <a:alpha val="20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8" name="OTLSHAPE_SL_6624d784f480469eb9e8333edc49234a_BackgroundRectangle">
            <a:extLst>
              <a:ext uri="{FF2B5EF4-FFF2-40B4-BE49-F238E27FC236}">
                <a16:creationId xmlns:a16="http://schemas.microsoft.com/office/drawing/2014/main" id="{FE5805F3-AB2E-C361-F4EC-5F39FDE76E9F}"/>
              </a:ext>
            </a:extLst>
          </p:cNvPr>
          <p:cNvSpPr/>
          <p:nvPr>
            <p:custDataLst>
              <p:tags r:id="rId4"/>
            </p:custDataLst>
          </p:nvPr>
        </p:nvSpPr>
        <p:spPr>
          <a:xfrm>
            <a:off x="341796" y="1868464"/>
            <a:ext cx="11290300" cy="274320"/>
          </a:xfrm>
          <a:prstGeom prst="rect">
            <a:avLst/>
          </a:prstGeom>
          <a:solidFill>
            <a:srgbClr val="C5C3EE">
              <a:alpha val="20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2" name="OTLSHAPE_SL_6624d784f480469eb9e8333edc49234a_HeaderRectangle">
            <a:extLst>
              <a:ext uri="{FF2B5EF4-FFF2-40B4-BE49-F238E27FC236}">
                <a16:creationId xmlns:a16="http://schemas.microsoft.com/office/drawing/2014/main" id="{D39D8B11-40BB-ADBB-B519-B1C8F0C76F15}"/>
              </a:ext>
            </a:extLst>
          </p:cNvPr>
          <p:cNvSpPr/>
          <p:nvPr>
            <p:custDataLst>
              <p:tags r:id="rId5"/>
            </p:custDataLst>
          </p:nvPr>
        </p:nvSpPr>
        <p:spPr>
          <a:xfrm>
            <a:off x="63500" y="1885521"/>
            <a:ext cx="838200" cy="289396"/>
          </a:xfrm>
          <a:prstGeom prst="rect">
            <a:avLst/>
          </a:prstGeom>
          <a:solidFill>
            <a:srgbClr val="08312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Boehringer Forward Text"/>
            </a:endParaRPr>
          </a:p>
        </p:txBody>
      </p:sp>
      <p:sp>
        <p:nvSpPr>
          <p:cNvPr id="14" name="OTLSHAPE_SL_e6abfe5c88a1409ba2e59f29bf63b63f_HeaderRectangle">
            <a:extLst>
              <a:ext uri="{FF2B5EF4-FFF2-40B4-BE49-F238E27FC236}">
                <a16:creationId xmlns:a16="http://schemas.microsoft.com/office/drawing/2014/main" id="{F018A2C0-E65C-08CA-EAB5-B04F9BABF492}"/>
              </a:ext>
            </a:extLst>
          </p:cNvPr>
          <p:cNvSpPr/>
          <p:nvPr>
            <p:custDataLst>
              <p:tags r:id="rId6"/>
            </p:custDataLst>
          </p:nvPr>
        </p:nvSpPr>
        <p:spPr>
          <a:xfrm>
            <a:off x="63500" y="3778479"/>
            <a:ext cx="838200" cy="480737"/>
          </a:xfrm>
          <a:prstGeom prst="rect">
            <a:avLst/>
          </a:prstGeom>
          <a:solidFill>
            <a:schemeClr val="bg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6" name="OTLSHAPE_SL_4bb4a9d8b79c43208a6cea15a85d4083_HeaderRectangle">
            <a:extLst>
              <a:ext uri="{FF2B5EF4-FFF2-40B4-BE49-F238E27FC236}">
                <a16:creationId xmlns:a16="http://schemas.microsoft.com/office/drawing/2014/main" id="{A9784B05-68AE-D42C-7FD6-69B3C250A4A1}"/>
              </a:ext>
            </a:extLst>
          </p:cNvPr>
          <p:cNvSpPr/>
          <p:nvPr>
            <p:custDataLst>
              <p:tags r:id="rId7"/>
            </p:custDataLst>
          </p:nvPr>
        </p:nvSpPr>
        <p:spPr>
          <a:xfrm>
            <a:off x="63500" y="3015928"/>
            <a:ext cx="838200" cy="279400"/>
          </a:xfrm>
          <a:prstGeom prst="rect">
            <a:avLst/>
          </a:prstGeom>
          <a:solidFill>
            <a:srgbClr val="08312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Boehringer Forward Text"/>
              <a:ea typeface="+mn-ea"/>
              <a:cs typeface="+mn-cs"/>
            </a:endParaRPr>
          </a:p>
        </p:txBody>
      </p:sp>
      <p:sp>
        <p:nvSpPr>
          <p:cNvPr id="24" name="OTLSHAPE_SLM_7b3ea156395b40e796c3717956ba8d25_Shape">
            <a:extLst>
              <a:ext uri="{FF2B5EF4-FFF2-40B4-BE49-F238E27FC236}">
                <a16:creationId xmlns:a16="http://schemas.microsoft.com/office/drawing/2014/main" id="{806D8524-AACF-B577-76F5-07046F0C47BC}"/>
              </a:ext>
            </a:extLst>
          </p:cNvPr>
          <p:cNvSpPr/>
          <p:nvPr>
            <p:custDataLst>
              <p:tags r:id="rId8"/>
            </p:custDataLst>
          </p:nvPr>
        </p:nvSpPr>
        <p:spPr>
          <a:xfrm>
            <a:off x="1814895" y="1890874"/>
            <a:ext cx="165100" cy="165100"/>
          </a:xfrm>
          <a:prstGeom prst="star5">
            <a:avLst>
              <a:gd name="adj" fmla="val 25000"/>
              <a:gd name="hf" fmla="val 105146"/>
              <a:gd name="vf" fmla="val 110557"/>
            </a:avLst>
          </a:prstGeom>
          <a:solidFill>
            <a:srgbClr val="86251B"/>
          </a:solidFill>
          <a:ln w="12700" cap="flat" cmpd="sng" algn="ctr">
            <a:noFill/>
            <a:prstDash val="solid"/>
            <a:miter lim="800000"/>
          </a:ln>
          <a:effectLst/>
          <a:scene3d>
            <a:camera prst="orthographicFront"/>
            <a:lightRig rig="threePt" dir="t"/>
          </a:scene3d>
          <a:sp3d>
            <a:bevelT h="12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6" name="OTLSHAPE_SLM_2dcdef8ad30c434f8adf264dbcb0ab0a_Shape">
            <a:extLst>
              <a:ext uri="{FF2B5EF4-FFF2-40B4-BE49-F238E27FC236}">
                <a16:creationId xmlns:a16="http://schemas.microsoft.com/office/drawing/2014/main" id="{4A39A0D6-A8DF-BA9E-D3BE-4720D34D367F}"/>
              </a:ext>
            </a:extLst>
          </p:cNvPr>
          <p:cNvSpPr/>
          <p:nvPr>
            <p:custDataLst>
              <p:tags r:id="rId9"/>
            </p:custDataLst>
          </p:nvPr>
        </p:nvSpPr>
        <p:spPr>
          <a:xfrm>
            <a:off x="10789546" y="4107169"/>
            <a:ext cx="165100" cy="165100"/>
          </a:xfrm>
          <a:prstGeom prst="star5">
            <a:avLst>
              <a:gd name="adj" fmla="val 25000"/>
              <a:gd name="hf" fmla="val 105146"/>
              <a:gd name="vf" fmla="val 110557"/>
            </a:avLst>
          </a:prstGeom>
          <a:solidFill>
            <a:srgbClr val="86251B"/>
          </a:solidFill>
          <a:ln w="12700" cap="flat" cmpd="sng" algn="ctr">
            <a:noFill/>
            <a:prstDash val="solid"/>
            <a:miter lim="800000"/>
          </a:ln>
          <a:effectLst/>
          <a:scene3d>
            <a:camera prst="orthographicFront"/>
            <a:lightRig rig="threePt" dir="t"/>
          </a:scene3d>
          <a:sp3d>
            <a:bevelT h="12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8" name="OTLSHAPE_SLM_efbed45c5e9744d2b357c1aa5f8080c3_Shape">
            <a:extLst>
              <a:ext uri="{FF2B5EF4-FFF2-40B4-BE49-F238E27FC236}">
                <a16:creationId xmlns:a16="http://schemas.microsoft.com/office/drawing/2014/main" id="{B5738D35-F669-EB3F-DFD2-80F104010F56}"/>
              </a:ext>
            </a:extLst>
          </p:cNvPr>
          <p:cNvSpPr/>
          <p:nvPr>
            <p:custDataLst>
              <p:tags r:id="rId10"/>
            </p:custDataLst>
          </p:nvPr>
        </p:nvSpPr>
        <p:spPr>
          <a:xfrm>
            <a:off x="7332877" y="2315284"/>
            <a:ext cx="165100" cy="165100"/>
          </a:xfrm>
          <a:prstGeom prst="star5">
            <a:avLst>
              <a:gd name="adj" fmla="val 25000"/>
              <a:gd name="hf" fmla="val 105146"/>
              <a:gd name="vf" fmla="val 110557"/>
            </a:avLst>
          </a:prstGeom>
          <a:solidFill>
            <a:srgbClr val="86251B"/>
          </a:solidFill>
          <a:ln w="12700" cap="flat" cmpd="sng" algn="ctr">
            <a:noFill/>
            <a:prstDash val="solid"/>
            <a:miter lim="800000"/>
          </a:ln>
          <a:effectLst/>
          <a:scene3d>
            <a:camera prst="orthographicFront"/>
            <a:lightRig rig="threePt" dir="t"/>
          </a:scene3d>
          <a:sp3d>
            <a:bevelT h="12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Boehringer Forward Text"/>
              <a:ea typeface="+mn-ea"/>
              <a:cs typeface="+mn-cs"/>
            </a:endParaRPr>
          </a:p>
        </p:txBody>
      </p:sp>
      <p:sp>
        <p:nvSpPr>
          <p:cNvPr id="29" name="OTLSHAPE_SLM_91fde2a6986340318c4c12deb9d782e6_Shape">
            <a:extLst>
              <a:ext uri="{FF2B5EF4-FFF2-40B4-BE49-F238E27FC236}">
                <a16:creationId xmlns:a16="http://schemas.microsoft.com/office/drawing/2014/main" id="{45D7CE4A-A05E-7970-5D9D-2BDFF8A121CB}"/>
              </a:ext>
            </a:extLst>
          </p:cNvPr>
          <p:cNvSpPr/>
          <p:nvPr>
            <p:custDataLst>
              <p:tags r:id="rId11"/>
            </p:custDataLst>
          </p:nvPr>
        </p:nvSpPr>
        <p:spPr>
          <a:xfrm>
            <a:off x="7909733" y="3108682"/>
            <a:ext cx="165100" cy="165100"/>
          </a:xfrm>
          <a:prstGeom prst="star5">
            <a:avLst>
              <a:gd name="adj" fmla="val 25000"/>
              <a:gd name="hf" fmla="val 105146"/>
              <a:gd name="vf" fmla="val 110557"/>
            </a:avLst>
          </a:prstGeom>
          <a:solidFill>
            <a:srgbClr val="86251B"/>
          </a:solidFill>
          <a:ln w="12700" cap="flat" cmpd="sng" algn="ctr">
            <a:noFill/>
            <a:prstDash val="solid"/>
            <a:miter lim="800000"/>
          </a:ln>
          <a:effectLst/>
          <a:scene3d>
            <a:camera prst="orthographicFront"/>
            <a:lightRig rig="threePt" dir="t"/>
          </a:scene3d>
          <a:sp3d>
            <a:bevelT h="12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Boehringer Forward Text"/>
              <a:ea typeface="+mn-ea"/>
              <a:cs typeface="+mn-cs"/>
            </a:endParaRPr>
          </a:p>
        </p:txBody>
      </p:sp>
      <p:sp>
        <p:nvSpPr>
          <p:cNvPr id="31" name="OTLSHAPE_SLM_d3117624ec034a0181c45e8d3855e2ca_Shape">
            <a:extLst>
              <a:ext uri="{FF2B5EF4-FFF2-40B4-BE49-F238E27FC236}">
                <a16:creationId xmlns:a16="http://schemas.microsoft.com/office/drawing/2014/main" id="{E2C364AB-567A-F0D9-BFA1-2E709C92E7E3}"/>
              </a:ext>
            </a:extLst>
          </p:cNvPr>
          <p:cNvSpPr/>
          <p:nvPr>
            <p:custDataLst>
              <p:tags r:id="rId12"/>
            </p:custDataLst>
          </p:nvPr>
        </p:nvSpPr>
        <p:spPr bwMode="gray">
          <a:xfrm>
            <a:off x="3834996" y="4001345"/>
            <a:ext cx="165100" cy="165100"/>
          </a:xfrm>
          <a:prstGeom prst="star5">
            <a:avLst>
              <a:gd name="adj" fmla="val 25000"/>
              <a:gd name="hf" fmla="val 105146"/>
              <a:gd name="vf" fmla="val 110557"/>
            </a:avLst>
          </a:prstGeom>
          <a:noFill/>
          <a:ln w="6350" cap="flat" cmpd="sng" algn="ctr">
            <a:solidFill>
              <a:srgbClr val="F75605"/>
            </a:solidFill>
            <a:prstDash val="solid"/>
            <a:miter lim="800000"/>
          </a:ln>
          <a:effectLst/>
          <a:scene3d>
            <a:camera prst="orthographicFront"/>
            <a:lightRig rig="threePt" dir="t"/>
          </a:scene3d>
          <a:sp3d>
            <a:bevelT h="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2" name="OTLSHAPE_SL_6624d784f480469eb9e8333edc49234a_Header">
            <a:extLst>
              <a:ext uri="{FF2B5EF4-FFF2-40B4-BE49-F238E27FC236}">
                <a16:creationId xmlns:a16="http://schemas.microsoft.com/office/drawing/2014/main" id="{6CE716AF-A5E6-ABA0-9739-673BCB0383B1}"/>
              </a:ext>
            </a:extLst>
          </p:cNvPr>
          <p:cNvSpPr txBox="1"/>
          <p:nvPr>
            <p:custDataLst>
              <p:tags r:id="rId13"/>
            </p:custDataLst>
          </p:nvPr>
        </p:nvSpPr>
        <p:spPr>
          <a:xfrm>
            <a:off x="60326" y="1916355"/>
            <a:ext cx="838200" cy="186055"/>
          </a:xfrm>
          <a:prstGeom prst="rect">
            <a:avLst/>
          </a:prstGeom>
          <a:noFill/>
        </p:spPr>
        <p:txBody>
          <a:bodyPr vert="horz" wrap="squar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err="1">
                <a:solidFill>
                  <a:schemeClr val="lt1"/>
                </a:solidFill>
                <a:latin typeface="Calibri" panose="020F0502020204030204" pitchFamily="34" charset="0"/>
                <a:ea typeface="等线" panose="02010600030101010101" pitchFamily="2" charset="-122"/>
              </a:rPr>
              <a:t>cGASi</a:t>
            </a:r>
            <a:endParaRPr lang="en-US" altLang="zh-CN" sz="1200">
              <a:solidFill>
                <a:schemeClr val="lt1"/>
              </a:solidFill>
              <a:latin typeface="Calibri" panose="020F0502020204030204" pitchFamily="34" charset="0"/>
              <a:ea typeface="等线" panose="02010600030101010101" pitchFamily="2" charset="-122"/>
            </a:endParaRPr>
          </a:p>
        </p:txBody>
      </p:sp>
      <p:sp>
        <p:nvSpPr>
          <p:cNvPr id="34" name="OTLSHAPE_SL_e6abfe5c88a1409ba2e59f29bf63b63f_Header">
            <a:extLst>
              <a:ext uri="{FF2B5EF4-FFF2-40B4-BE49-F238E27FC236}">
                <a16:creationId xmlns:a16="http://schemas.microsoft.com/office/drawing/2014/main" id="{BD070BE5-82CF-E3F7-FB34-D02C03470B86}"/>
              </a:ext>
            </a:extLst>
          </p:cNvPr>
          <p:cNvSpPr txBox="1"/>
          <p:nvPr>
            <p:custDataLst>
              <p:tags r:id="rId14"/>
            </p:custDataLst>
          </p:nvPr>
        </p:nvSpPr>
        <p:spPr>
          <a:xfrm>
            <a:off x="63500" y="3925820"/>
            <a:ext cx="838200" cy="186055"/>
          </a:xfrm>
          <a:prstGeom prst="rect">
            <a:avLst/>
          </a:prstGeom>
          <a:noFill/>
        </p:spPr>
        <p:txBody>
          <a:bodyPr vert="horz" wrap="squar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normalizeH="0" baseline="0" noProof="0">
                <a:ln>
                  <a:noFill/>
                </a:ln>
                <a:solidFill>
                  <a:schemeClr val="lt1"/>
                </a:solidFill>
                <a:effectLst/>
                <a:uLnTx/>
                <a:uFillTx/>
                <a:latin typeface="Calibri" panose="020F0502020204030204" pitchFamily="34" charset="0"/>
                <a:ea typeface="等线" panose="02010600030101010101" pitchFamily="2" charset="-122"/>
                <a:cs typeface="+mn-cs"/>
              </a:rPr>
              <a:t>Anti-CTGF</a:t>
            </a:r>
            <a:endParaRPr kumimoji="0" lang="zh-CN" altLang="en-US" sz="1200" b="0" i="0" u="none" strike="noStrike" kern="1200" cap="none" normalizeH="0" baseline="0" noProof="0">
              <a:ln>
                <a:noFill/>
              </a:ln>
              <a:solidFill>
                <a:schemeClr val="lt1"/>
              </a:solidFill>
              <a:effectLst/>
              <a:uLnTx/>
              <a:uFillTx/>
              <a:latin typeface="Calibri" panose="020F0502020204030204" pitchFamily="34" charset="0"/>
              <a:ea typeface="等线" panose="02010600030101010101" pitchFamily="2" charset="-122"/>
              <a:cs typeface="+mn-cs"/>
            </a:endParaRPr>
          </a:p>
        </p:txBody>
      </p:sp>
      <p:sp>
        <p:nvSpPr>
          <p:cNvPr id="37" name="OTLSHAPE_SLM_7b3ea156395b40e796c3717956ba8d25_Date">
            <a:extLst>
              <a:ext uri="{FF2B5EF4-FFF2-40B4-BE49-F238E27FC236}">
                <a16:creationId xmlns:a16="http://schemas.microsoft.com/office/drawing/2014/main" id="{E3031E1B-1E65-430F-023B-64C1AAE04DC8}"/>
              </a:ext>
            </a:extLst>
          </p:cNvPr>
          <p:cNvSpPr txBox="1"/>
          <p:nvPr>
            <p:custDataLst>
              <p:tags r:id="rId15"/>
            </p:custDataLst>
          </p:nvPr>
        </p:nvSpPr>
        <p:spPr>
          <a:xfrm>
            <a:off x="1269203" y="1885999"/>
            <a:ext cx="482600" cy="155025"/>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strike="noStrike" kern="1200" cap="none" spc="-6" normalizeH="0" baseline="0" noProof="0">
                <a:ln>
                  <a:noFill/>
                </a:ln>
                <a:solidFill>
                  <a:schemeClr val="dk2"/>
                </a:solidFill>
                <a:effectLst/>
                <a:uLnTx/>
                <a:uFillTx/>
                <a:latin typeface="Calibri" panose="020F0502020204030204" pitchFamily="34" charset="0"/>
                <a:ea typeface="等线" panose="02010600030101010101" pitchFamily="2" charset="-122"/>
                <a:cs typeface="+mn-cs"/>
              </a:rPr>
              <a:t>Apr 2026</a:t>
            </a:r>
            <a:endParaRPr kumimoji="0" lang="zh-CN" altLang="en-US" sz="1000" strike="noStrike" kern="1200" cap="none" spc="-6" normalizeH="0" baseline="0" noProof="0">
              <a:ln>
                <a:noFill/>
              </a:ln>
              <a:solidFill>
                <a:schemeClr val="dk2"/>
              </a:solidFill>
              <a:effectLst/>
              <a:uLnTx/>
              <a:uFillTx/>
              <a:latin typeface="Calibri" panose="020F0502020204030204" pitchFamily="34" charset="0"/>
              <a:ea typeface="等线" panose="02010600030101010101" pitchFamily="2" charset="-122"/>
              <a:cs typeface="+mn-cs"/>
            </a:endParaRPr>
          </a:p>
        </p:txBody>
      </p:sp>
      <p:sp>
        <p:nvSpPr>
          <p:cNvPr id="40" name="OTLSHAPE_SLM_2dcdef8ad30c434f8adf264dbcb0ab0a_Title">
            <a:extLst>
              <a:ext uri="{FF2B5EF4-FFF2-40B4-BE49-F238E27FC236}">
                <a16:creationId xmlns:a16="http://schemas.microsoft.com/office/drawing/2014/main" id="{3662CC8C-8CF2-60AF-1480-AC485C4FA737}"/>
              </a:ext>
            </a:extLst>
          </p:cNvPr>
          <p:cNvSpPr txBox="1"/>
          <p:nvPr>
            <p:custDataLst>
              <p:tags r:id="rId16"/>
            </p:custDataLst>
          </p:nvPr>
        </p:nvSpPr>
        <p:spPr>
          <a:xfrm>
            <a:off x="9526979" y="4093475"/>
            <a:ext cx="1536700" cy="170519"/>
          </a:xfrm>
          <a:prstGeom prst="rect">
            <a:avLst/>
          </a:prstGeom>
          <a:noFill/>
        </p:spPr>
        <p:txBody>
          <a:bodyPr vert="horz" wrap="square" lIns="0" tIns="0" rIns="0" bIns="0" rtlCol="0" anchor="ctr" anchorCtr="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4" normalizeH="0" baseline="0" noProof="0">
                <a:ln>
                  <a:noFill/>
                </a:ln>
                <a:solidFill>
                  <a:schemeClr val="dk1"/>
                </a:solidFill>
                <a:effectLst/>
                <a:uLnTx/>
                <a:uFillTx/>
                <a:latin typeface="Calibri" panose="020F0502020204030204" pitchFamily="34" charset="0"/>
                <a:ea typeface="等线" panose="02010600030101010101" pitchFamily="2" charset="-122"/>
                <a:cs typeface="+mn-cs"/>
              </a:rPr>
              <a:t>IPF- gPh2b</a:t>
            </a:r>
            <a:endParaRPr kumimoji="0" lang="zh-CN" altLang="en-US" sz="1100" b="1" i="0" u="none" strike="noStrike" kern="1200" cap="none" spc="-4" normalizeH="0" baseline="0" noProof="0">
              <a:ln>
                <a:noFill/>
              </a:ln>
              <a:solidFill>
                <a:schemeClr val="dk1"/>
              </a:solidFill>
              <a:effectLst/>
              <a:uLnTx/>
              <a:uFillTx/>
              <a:latin typeface="Calibri" panose="020F0502020204030204" pitchFamily="34" charset="0"/>
              <a:ea typeface="等线" panose="02010600030101010101" pitchFamily="2" charset="-122"/>
              <a:cs typeface="+mn-cs"/>
            </a:endParaRPr>
          </a:p>
        </p:txBody>
      </p:sp>
      <p:sp>
        <p:nvSpPr>
          <p:cNvPr id="41" name="OTLSHAPE_SLM_2dcdef8ad30c434f8adf264dbcb0ab0a_Date">
            <a:extLst>
              <a:ext uri="{FF2B5EF4-FFF2-40B4-BE49-F238E27FC236}">
                <a16:creationId xmlns:a16="http://schemas.microsoft.com/office/drawing/2014/main" id="{6B6281CB-B043-8EEE-069D-94089E2060D7}"/>
              </a:ext>
            </a:extLst>
          </p:cNvPr>
          <p:cNvSpPr txBox="1"/>
          <p:nvPr>
            <p:custDataLst>
              <p:tags r:id="rId17"/>
            </p:custDataLst>
          </p:nvPr>
        </p:nvSpPr>
        <p:spPr>
          <a:xfrm>
            <a:off x="10214834" y="4101279"/>
            <a:ext cx="457200" cy="155025"/>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6" normalizeH="0" baseline="0" noProof="0">
                <a:ln>
                  <a:noFill/>
                </a:ln>
                <a:solidFill>
                  <a:schemeClr val="dk2"/>
                </a:solidFill>
                <a:effectLst/>
                <a:uLnTx/>
                <a:uFillTx/>
                <a:latin typeface="Calibri" panose="020F0502020204030204" pitchFamily="34" charset="0"/>
                <a:ea typeface="等线" panose="02010600030101010101" pitchFamily="2" charset="-122"/>
                <a:cs typeface="+mn-cs"/>
              </a:rPr>
              <a:t>Jan 2028</a:t>
            </a:r>
            <a:endParaRPr kumimoji="0" lang="zh-CN" altLang="en-US" sz="1000" b="0" i="0" u="none" strike="noStrike" kern="1200" cap="none" spc="-6" normalizeH="0" baseline="0" noProof="0">
              <a:ln>
                <a:noFill/>
              </a:ln>
              <a:solidFill>
                <a:schemeClr val="dk2"/>
              </a:solidFill>
              <a:effectLst/>
              <a:uLnTx/>
              <a:uFillTx/>
              <a:latin typeface="Calibri" panose="020F0502020204030204" pitchFamily="34" charset="0"/>
              <a:ea typeface="等线" panose="02010600030101010101" pitchFamily="2" charset="-122"/>
              <a:cs typeface="+mn-cs"/>
            </a:endParaRPr>
          </a:p>
        </p:txBody>
      </p:sp>
      <p:sp>
        <p:nvSpPr>
          <p:cNvPr id="44" name="OTLSHAPE_SLM_efbed45c5e9744d2b357c1aa5f8080c3_Title">
            <a:extLst>
              <a:ext uri="{FF2B5EF4-FFF2-40B4-BE49-F238E27FC236}">
                <a16:creationId xmlns:a16="http://schemas.microsoft.com/office/drawing/2014/main" id="{21B7C768-5EA5-E133-6B35-AB2548716192}"/>
              </a:ext>
            </a:extLst>
          </p:cNvPr>
          <p:cNvSpPr txBox="1"/>
          <p:nvPr>
            <p:custDataLst>
              <p:tags r:id="rId18"/>
            </p:custDataLst>
          </p:nvPr>
        </p:nvSpPr>
        <p:spPr>
          <a:xfrm>
            <a:off x="7568465" y="2327671"/>
            <a:ext cx="1333500" cy="170519"/>
          </a:xfrm>
          <a:prstGeom prst="rect">
            <a:avLst/>
          </a:prstGeom>
          <a:noFill/>
        </p:spPr>
        <p:txBody>
          <a:bodyPr vert="horz" wrap="square" lIns="0" tIns="0" rIns="0" bIns="0" rtlCol="0" anchor="ctr" anchorCtr="0">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altLang="zh-CN" sz="1100" b="1" strike="noStrike" kern="1200" cap="none" spc="-4" normalizeH="0" baseline="0" noProof="0">
                <a:ln>
                  <a:noFill/>
                </a:ln>
                <a:solidFill>
                  <a:schemeClr val="dk1"/>
                </a:solidFill>
                <a:effectLst/>
                <a:uLnTx/>
                <a:uFillTx/>
                <a:latin typeface="Calibri" panose="020F0502020204030204" pitchFamily="34" charset="0"/>
                <a:ea typeface="+mn-ea"/>
                <a:cs typeface="+mn-cs"/>
              </a:rPr>
              <a:t>UC- gPh2b (1486-0030)</a:t>
            </a:r>
            <a:endParaRPr kumimoji="0" lang="zh-CN" altLang="en-US" sz="1100" b="1" strike="noStrike" kern="1200" cap="none" spc="-4" normalizeH="0" baseline="0" noProof="0">
              <a:ln>
                <a:noFill/>
              </a:ln>
              <a:solidFill>
                <a:schemeClr val="dk1"/>
              </a:solidFill>
              <a:effectLst/>
              <a:uLnTx/>
              <a:uFillTx/>
              <a:latin typeface="Calibri" panose="020F0502020204030204" pitchFamily="34" charset="0"/>
              <a:ea typeface="+mn-ea"/>
              <a:cs typeface="+mn-cs"/>
            </a:endParaRPr>
          </a:p>
        </p:txBody>
      </p:sp>
      <p:sp>
        <p:nvSpPr>
          <p:cNvPr id="46" name="OTLSHAPE_SLM_91fde2a6986340318c4c12deb9d782e6_Date">
            <a:extLst>
              <a:ext uri="{FF2B5EF4-FFF2-40B4-BE49-F238E27FC236}">
                <a16:creationId xmlns:a16="http://schemas.microsoft.com/office/drawing/2014/main" id="{E3CADA1A-12DE-2AE5-4F7A-2F4B6D6861D6}"/>
              </a:ext>
            </a:extLst>
          </p:cNvPr>
          <p:cNvSpPr txBox="1"/>
          <p:nvPr>
            <p:custDataLst>
              <p:tags r:id="rId19"/>
            </p:custDataLst>
          </p:nvPr>
        </p:nvSpPr>
        <p:spPr>
          <a:xfrm>
            <a:off x="7381300" y="3113411"/>
            <a:ext cx="495300" cy="155025"/>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6" normalizeH="0" baseline="0" noProof="0">
                <a:ln>
                  <a:noFill/>
                </a:ln>
                <a:solidFill>
                  <a:schemeClr val="dk2"/>
                </a:solidFill>
                <a:effectLst/>
                <a:uLnTx/>
                <a:uFillTx/>
                <a:latin typeface="Calibri" panose="020F0502020204030204" pitchFamily="34" charset="0"/>
                <a:ea typeface="+mn-ea"/>
                <a:cs typeface="+mn-cs"/>
              </a:rPr>
              <a:t>Jan 2028</a:t>
            </a:r>
            <a:endParaRPr kumimoji="0" lang="zh-CN" altLang="en-US" sz="1000" b="0" i="0" u="none" strike="noStrike" kern="1200" cap="none" spc="-6" normalizeH="0" baseline="0" noProof="0">
              <a:ln>
                <a:noFill/>
              </a:ln>
              <a:solidFill>
                <a:schemeClr val="dk2"/>
              </a:solidFill>
              <a:effectLst/>
              <a:uLnTx/>
              <a:uFillTx/>
              <a:latin typeface="Calibri" panose="020F0502020204030204" pitchFamily="34" charset="0"/>
              <a:ea typeface="+mn-ea"/>
              <a:cs typeface="+mn-cs"/>
            </a:endParaRPr>
          </a:p>
        </p:txBody>
      </p:sp>
      <p:sp>
        <p:nvSpPr>
          <p:cNvPr id="47" name="OTLSHAPE_SLM_b8f606117fd740c5b57bbfb0e7b35b3f_Title">
            <a:extLst>
              <a:ext uri="{FF2B5EF4-FFF2-40B4-BE49-F238E27FC236}">
                <a16:creationId xmlns:a16="http://schemas.microsoft.com/office/drawing/2014/main" id="{E86BB7D0-64B4-7800-0023-B988FE704B24}"/>
              </a:ext>
            </a:extLst>
          </p:cNvPr>
          <p:cNvSpPr txBox="1"/>
          <p:nvPr>
            <p:custDataLst>
              <p:tags r:id="rId20"/>
            </p:custDataLst>
          </p:nvPr>
        </p:nvSpPr>
        <p:spPr bwMode="gray">
          <a:xfrm>
            <a:off x="8137925" y="3072117"/>
            <a:ext cx="1320800" cy="170519"/>
          </a:xfrm>
          <a:prstGeom prst="rect">
            <a:avLst/>
          </a:prstGeom>
          <a:noFill/>
        </p:spPr>
        <p:txBody>
          <a:bodyPr vert="horz" wrap="square" lIns="0" tIns="0" rIns="0" bIns="0" rtlCol="0" anchor="ctr" anchorCtr="0">
            <a:no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altLang="zh-CN" sz="1100" b="1" strike="noStrike" kern="1200" cap="none" spc="-4" normalizeH="0" baseline="0" noProof="0">
                <a:ln>
                  <a:noFill/>
                </a:ln>
                <a:solidFill>
                  <a:schemeClr val="dk1"/>
                </a:solidFill>
                <a:effectLst/>
                <a:uLnTx/>
                <a:uFillTx/>
                <a:latin typeface="Calibri" panose="020F0502020204030204" pitchFamily="34" charset="0"/>
                <a:ea typeface="+mn-ea"/>
                <a:cs typeface="+mn-cs"/>
              </a:rPr>
              <a:t>IPF-gPh2b(1493-0010)</a:t>
            </a:r>
            <a:endParaRPr kumimoji="0" lang="zh-CN" altLang="en-US" sz="1100" b="1" strike="noStrike" kern="1200" cap="none" spc="-4" normalizeH="0" baseline="0" noProof="0">
              <a:ln>
                <a:noFill/>
              </a:ln>
              <a:solidFill>
                <a:schemeClr val="dk1"/>
              </a:solidFill>
              <a:effectLst/>
              <a:uLnTx/>
              <a:uFillTx/>
              <a:latin typeface="Calibri" panose="020F0502020204030204" pitchFamily="34" charset="0"/>
              <a:ea typeface="+mn-ea"/>
              <a:cs typeface="+mn-cs"/>
            </a:endParaRPr>
          </a:p>
        </p:txBody>
      </p:sp>
      <p:sp>
        <p:nvSpPr>
          <p:cNvPr id="49" name="OTLSHAPE_SLM_d3117624ec034a0181c45e8d3855e2ca_Date">
            <a:extLst>
              <a:ext uri="{FF2B5EF4-FFF2-40B4-BE49-F238E27FC236}">
                <a16:creationId xmlns:a16="http://schemas.microsoft.com/office/drawing/2014/main" id="{47A7E41B-4F62-B380-C0A3-8C03D02FF88F}"/>
              </a:ext>
            </a:extLst>
          </p:cNvPr>
          <p:cNvSpPr txBox="1"/>
          <p:nvPr>
            <p:custDataLst>
              <p:tags r:id="rId21"/>
            </p:custDataLst>
          </p:nvPr>
        </p:nvSpPr>
        <p:spPr bwMode="gray">
          <a:xfrm>
            <a:off x="3251204" y="3983622"/>
            <a:ext cx="520700" cy="195438"/>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000" b="0" i="0" u="none" strike="noStrike" kern="1200" cap="none" spc="-6" normalizeH="0" baseline="0" noProof="0">
                <a:ln>
                  <a:noFill/>
                </a:ln>
                <a:solidFill>
                  <a:schemeClr val="dk2"/>
                </a:solidFill>
                <a:effectLst/>
                <a:uLnTx/>
                <a:uFillTx/>
                <a:latin typeface="Calibri" panose="020F0502020204030204" pitchFamily="34" charset="0"/>
                <a:ea typeface="+mn-ea"/>
                <a:cs typeface="+mn-cs"/>
              </a:rPr>
              <a:t>Nov 2026</a:t>
            </a:r>
            <a:endParaRPr kumimoji="0" lang="zh-CN" altLang="en-US" sz="1000" b="0" i="0" u="none" strike="noStrike" kern="1200" cap="none" spc="-6" normalizeH="0" baseline="0" noProof="0">
              <a:ln>
                <a:noFill/>
              </a:ln>
              <a:solidFill>
                <a:schemeClr val="dk2"/>
              </a:solidFill>
              <a:effectLst/>
              <a:uLnTx/>
              <a:uFillTx/>
              <a:latin typeface="Calibri" panose="020F0502020204030204" pitchFamily="34" charset="0"/>
              <a:ea typeface="+mn-ea"/>
              <a:cs typeface="+mn-cs"/>
            </a:endParaRPr>
          </a:p>
        </p:txBody>
      </p:sp>
      <p:sp>
        <p:nvSpPr>
          <p:cNvPr id="50" name="OTLSHAPE_SLM_7b3ea156395b40e796c3717956ba8d25_Title">
            <a:extLst>
              <a:ext uri="{FF2B5EF4-FFF2-40B4-BE49-F238E27FC236}">
                <a16:creationId xmlns:a16="http://schemas.microsoft.com/office/drawing/2014/main" id="{D82A0031-946A-F979-CF2D-00C40397ED20}"/>
              </a:ext>
            </a:extLst>
          </p:cNvPr>
          <p:cNvSpPr txBox="1"/>
          <p:nvPr>
            <p:custDataLst>
              <p:tags r:id="rId22"/>
            </p:custDataLst>
          </p:nvPr>
        </p:nvSpPr>
        <p:spPr bwMode="gray">
          <a:xfrm>
            <a:off x="2465361" y="1898649"/>
            <a:ext cx="1333500" cy="170519"/>
          </a:xfrm>
          <a:prstGeom prst="rect">
            <a:avLst/>
          </a:prstGeom>
          <a:noFill/>
        </p:spPr>
        <p:txBody>
          <a:bodyPr vert="horz" wrap="square" lIns="0" tIns="0" rIns="0" bIns="0" rtlCol="0" anchor="ctr" anchorCtr="0">
            <a:no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altLang="zh-CN" sz="1100" b="1" strike="noStrike" kern="1200" cap="none" spc="-4" normalizeH="0" baseline="0" noProof="0">
                <a:ln>
                  <a:noFill/>
                </a:ln>
                <a:solidFill>
                  <a:schemeClr val="dk1"/>
                </a:solidFill>
                <a:effectLst/>
                <a:uLnTx/>
                <a:uFillTx/>
                <a:latin typeface="Calibri" panose="020F0502020204030204" pitchFamily="34" charset="0"/>
                <a:ea typeface="+mn-ea"/>
                <a:cs typeface="+mn-cs"/>
              </a:rPr>
              <a:t>SLE- gPh2 (1509-0004)</a:t>
            </a:r>
            <a:endParaRPr kumimoji="0" lang="zh-CN" altLang="en-US" sz="1100" b="1" strike="noStrike" kern="1200" cap="none" spc="-4" normalizeH="0" baseline="0" noProof="0">
              <a:ln>
                <a:noFill/>
              </a:ln>
              <a:solidFill>
                <a:schemeClr val="dk1"/>
              </a:solidFill>
              <a:effectLst/>
              <a:uLnTx/>
              <a:uFillTx/>
              <a:latin typeface="Calibri" panose="020F0502020204030204" pitchFamily="34" charset="0"/>
              <a:ea typeface="+mn-ea"/>
              <a:cs typeface="+mn-cs"/>
            </a:endParaRPr>
          </a:p>
        </p:txBody>
      </p:sp>
      <p:sp>
        <p:nvSpPr>
          <p:cNvPr id="51" name="OTLSHAPE_SLM_efbed45c5e9744d2b357c1aa5f8080c3_Date">
            <a:extLst>
              <a:ext uri="{FF2B5EF4-FFF2-40B4-BE49-F238E27FC236}">
                <a16:creationId xmlns:a16="http://schemas.microsoft.com/office/drawing/2014/main" id="{71EABBB7-C921-8355-D763-150DAEDA5F4E}"/>
              </a:ext>
            </a:extLst>
          </p:cNvPr>
          <p:cNvSpPr txBox="1"/>
          <p:nvPr>
            <p:custDataLst>
              <p:tags r:id="rId23"/>
            </p:custDataLst>
          </p:nvPr>
        </p:nvSpPr>
        <p:spPr bwMode="gray">
          <a:xfrm>
            <a:off x="6665259" y="2319791"/>
            <a:ext cx="575642" cy="145584"/>
          </a:xfrm>
          <a:prstGeom prst="rect">
            <a:avLst/>
          </a:prstGeom>
          <a:noFill/>
        </p:spPr>
        <p:txBody>
          <a:bodyPr vert="horz" wrap="square" lIns="0" tIns="0" rIns="0" bIns="0" rtlCol="0" anchor="ctr" anchorCtr="0">
            <a:no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lang="en-US" altLang="zh-CN" sz="1000" spc="-6">
                <a:solidFill>
                  <a:schemeClr val="dk2"/>
                </a:solidFill>
                <a:latin typeface="Calibri" panose="020F0502020204030204" pitchFamily="34" charset="0"/>
              </a:rPr>
              <a:t>Nov 2027</a:t>
            </a:r>
            <a:endParaRPr kumimoji="0" lang="zh-CN" altLang="en-US" sz="1000" b="0" i="0" u="none" strike="noStrike" kern="1200" cap="none" spc="-6" normalizeH="0" baseline="0" noProof="0">
              <a:ln>
                <a:noFill/>
              </a:ln>
              <a:solidFill>
                <a:schemeClr val="dk2"/>
              </a:solidFill>
              <a:effectLst/>
              <a:uLnTx/>
              <a:uFillTx/>
              <a:latin typeface="Calibri" panose="020F0502020204030204" pitchFamily="34" charset="0"/>
              <a:ea typeface="+mn-ea"/>
              <a:cs typeface="+mn-cs"/>
            </a:endParaRPr>
          </a:p>
        </p:txBody>
      </p:sp>
      <p:sp>
        <p:nvSpPr>
          <p:cNvPr id="2" name="Title 1">
            <a:extLst>
              <a:ext uri="{FF2B5EF4-FFF2-40B4-BE49-F238E27FC236}">
                <a16:creationId xmlns:a16="http://schemas.microsoft.com/office/drawing/2014/main" id="{DD0D8395-3DB4-B2FC-FBD2-79C5358E3B63}"/>
              </a:ext>
            </a:extLst>
          </p:cNvPr>
          <p:cNvSpPr>
            <a:spLocks noGrp="1"/>
          </p:cNvSpPr>
          <p:nvPr>
            <p:ph type="title"/>
          </p:nvPr>
        </p:nvSpPr>
        <p:spPr/>
        <p:txBody>
          <a:bodyPr/>
          <a:lstStyle/>
          <a:p>
            <a:r>
              <a:rPr lang="en-US" altLang="zh-CN">
                <a:solidFill>
                  <a:srgbClr val="08312A"/>
                </a:solidFill>
                <a:latin typeface="Boehringer Forward Head" panose="020B0504030403020204" pitchFamily="2" charset="0"/>
              </a:rPr>
              <a:t>Overview of the Early Assets for China Integration</a:t>
            </a:r>
            <a:br>
              <a:rPr lang="en-US" altLang="zh-CN">
                <a:solidFill>
                  <a:srgbClr val="08312A"/>
                </a:solidFill>
                <a:latin typeface="Boehringer Forward Head" panose="020B0504030403020204" pitchFamily="2" charset="0"/>
              </a:rPr>
            </a:br>
            <a:r>
              <a:rPr lang="en-US" altLang="zh-CN">
                <a:solidFill>
                  <a:srgbClr val="08312A"/>
                </a:solidFill>
                <a:latin typeface="Boehringer Forward Head" panose="020B0504030403020204" pitchFamily="2" charset="0"/>
              </a:rPr>
              <a:t>-Studies to initiate by 2028</a:t>
            </a:r>
            <a:endParaRPr lang="zh-CN" altLang="en-US"/>
          </a:p>
        </p:txBody>
      </p:sp>
      <p:sp>
        <p:nvSpPr>
          <p:cNvPr id="57" name="OTLSHAPE_SL_4bb4a9d8b79c43208a6cea15a85d4083_BackgroundRectangle">
            <a:extLst>
              <a:ext uri="{FF2B5EF4-FFF2-40B4-BE49-F238E27FC236}">
                <a16:creationId xmlns:a16="http://schemas.microsoft.com/office/drawing/2014/main" id="{29C90C57-68A3-DE6B-01E2-54245C8F8EA3}"/>
              </a:ext>
            </a:extLst>
          </p:cNvPr>
          <p:cNvSpPr/>
          <p:nvPr>
            <p:custDataLst>
              <p:tags r:id="rId24"/>
            </p:custDataLst>
          </p:nvPr>
        </p:nvSpPr>
        <p:spPr>
          <a:xfrm>
            <a:off x="60326" y="2652672"/>
            <a:ext cx="11290300" cy="279400"/>
          </a:xfrm>
          <a:prstGeom prst="rect">
            <a:avLst/>
          </a:prstGeom>
          <a:solidFill>
            <a:srgbClr val="C5C3EE">
              <a:alpha val="20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Boehringer Forward Text"/>
              <a:ea typeface="+mn-ea"/>
              <a:cs typeface="+mn-cs"/>
            </a:endParaRPr>
          </a:p>
        </p:txBody>
      </p:sp>
      <p:sp>
        <p:nvSpPr>
          <p:cNvPr id="54" name="OTLSHAPE_SL_6624d784f480469eb9e8333edc49234a_HeaderRectangle">
            <a:extLst>
              <a:ext uri="{FF2B5EF4-FFF2-40B4-BE49-F238E27FC236}">
                <a16:creationId xmlns:a16="http://schemas.microsoft.com/office/drawing/2014/main" id="{655DD5DE-764F-4320-CA89-896FFAF0356F}"/>
              </a:ext>
            </a:extLst>
          </p:cNvPr>
          <p:cNvSpPr/>
          <p:nvPr>
            <p:custDataLst>
              <p:tags r:id="rId25"/>
            </p:custDataLst>
          </p:nvPr>
        </p:nvSpPr>
        <p:spPr>
          <a:xfrm>
            <a:off x="60326" y="2292730"/>
            <a:ext cx="838200" cy="610410"/>
          </a:xfrm>
          <a:prstGeom prst="rect">
            <a:avLst/>
          </a:prstGeom>
          <a:solidFill>
            <a:srgbClr val="08312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Boehringer Forward Text"/>
            </a:endParaRPr>
          </a:p>
        </p:txBody>
      </p:sp>
      <p:sp>
        <p:nvSpPr>
          <p:cNvPr id="55" name="OTLSHAPE_SL_6624d784f480469eb9e8333edc49234a_Header">
            <a:extLst>
              <a:ext uri="{FF2B5EF4-FFF2-40B4-BE49-F238E27FC236}">
                <a16:creationId xmlns:a16="http://schemas.microsoft.com/office/drawing/2014/main" id="{5FA1BC97-68DF-86A7-490D-B90499071E75}"/>
              </a:ext>
            </a:extLst>
          </p:cNvPr>
          <p:cNvSpPr txBox="1"/>
          <p:nvPr>
            <p:custDataLst>
              <p:tags r:id="rId26"/>
            </p:custDataLst>
          </p:nvPr>
        </p:nvSpPr>
        <p:spPr>
          <a:xfrm>
            <a:off x="93459" y="2516388"/>
            <a:ext cx="838200" cy="186055"/>
          </a:xfrm>
          <a:prstGeom prst="rect">
            <a:avLst/>
          </a:prstGeom>
          <a:noFill/>
        </p:spPr>
        <p:txBody>
          <a:bodyPr vert="horz" wrap="squar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a:solidFill>
                  <a:schemeClr val="lt1"/>
                </a:solidFill>
                <a:latin typeface="Calibri" panose="020F0502020204030204" pitchFamily="34" charset="0"/>
                <a:ea typeface="等线" panose="02010600030101010101" pitchFamily="2" charset="-122"/>
              </a:rPr>
              <a:t>Anti-TREM1</a:t>
            </a:r>
          </a:p>
        </p:txBody>
      </p:sp>
      <p:sp>
        <p:nvSpPr>
          <p:cNvPr id="58" name="OTLSHAPE_SLM_efbed45c5e9744d2b357c1aa5f8080c3_Title">
            <a:extLst>
              <a:ext uri="{FF2B5EF4-FFF2-40B4-BE49-F238E27FC236}">
                <a16:creationId xmlns:a16="http://schemas.microsoft.com/office/drawing/2014/main" id="{BE04D7FD-731A-118F-A8A9-D2F6DBBE58C6}"/>
              </a:ext>
            </a:extLst>
          </p:cNvPr>
          <p:cNvSpPr txBox="1"/>
          <p:nvPr>
            <p:custDataLst>
              <p:tags r:id="rId27"/>
            </p:custDataLst>
          </p:nvPr>
        </p:nvSpPr>
        <p:spPr>
          <a:xfrm>
            <a:off x="7578851" y="2723423"/>
            <a:ext cx="1333500" cy="170519"/>
          </a:xfrm>
          <a:prstGeom prst="rect">
            <a:avLst/>
          </a:prstGeom>
          <a:noFill/>
        </p:spPr>
        <p:txBody>
          <a:bodyPr vert="horz" wrap="square" lIns="0" tIns="0" rIns="0" bIns="0" rtlCol="0" anchor="ctr" anchorCtr="0">
            <a:no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altLang="zh-CN" sz="1100" b="1" spc="-4">
                <a:solidFill>
                  <a:schemeClr val="dk1"/>
                </a:solidFill>
                <a:latin typeface="Calibri" panose="020F0502020204030204" pitchFamily="34" charset="0"/>
              </a:rPr>
              <a:t>CD</a:t>
            </a:r>
            <a:r>
              <a:rPr kumimoji="0" lang="en-US" altLang="zh-CN" sz="1100" b="1" strike="noStrike" kern="1200" cap="none" spc="-4" normalizeH="0" baseline="0" noProof="0">
                <a:ln>
                  <a:noFill/>
                </a:ln>
                <a:solidFill>
                  <a:schemeClr val="dk1"/>
                </a:solidFill>
                <a:effectLst/>
                <a:uLnTx/>
                <a:uFillTx/>
                <a:latin typeface="Calibri" panose="020F0502020204030204" pitchFamily="34" charset="0"/>
                <a:ea typeface="+mn-ea"/>
                <a:cs typeface="+mn-cs"/>
              </a:rPr>
              <a:t>- gPh2b (1486-0029)</a:t>
            </a:r>
            <a:endParaRPr kumimoji="0" lang="zh-CN" altLang="en-US" sz="1100" b="1" strike="noStrike" kern="1200" cap="none" spc="-4" normalizeH="0" baseline="0" noProof="0">
              <a:ln>
                <a:noFill/>
              </a:ln>
              <a:solidFill>
                <a:schemeClr val="dk1"/>
              </a:solidFill>
              <a:effectLst/>
              <a:uLnTx/>
              <a:uFillTx/>
              <a:latin typeface="Calibri" panose="020F0502020204030204" pitchFamily="34" charset="0"/>
              <a:ea typeface="+mn-ea"/>
              <a:cs typeface="+mn-cs"/>
            </a:endParaRPr>
          </a:p>
        </p:txBody>
      </p:sp>
      <p:sp>
        <p:nvSpPr>
          <p:cNvPr id="59" name="OTLSHAPE_SLM_efbed45c5e9744d2b357c1aa5f8080c3_Shape">
            <a:extLst>
              <a:ext uri="{FF2B5EF4-FFF2-40B4-BE49-F238E27FC236}">
                <a16:creationId xmlns:a16="http://schemas.microsoft.com/office/drawing/2014/main" id="{E129B456-9D9F-46DA-E2D7-22B909EBD00C}"/>
              </a:ext>
            </a:extLst>
          </p:cNvPr>
          <p:cNvSpPr/>
          <p:nvPr>
            <p:custDataLst>
              <p:tags r:id="rId28"/>
            </p:custDataLst>
          </p:nvPr>
        </p:nvSpPr>
        <p:spPr>
          <a:xfrm>
            <a:off x="7356752" y="2696067"/>
            <a:ext cx="165100" cy="165100"/>
          </a:xfrm>
          <a:prstGeom prst="star5">
            <a:avLst>
              <a:gd name="adj" fmla="val 25000"/>
              <a:gd name="hf" fmla="val 105146"/>
              <a:gd name="vf" fmla="val 110557"/>
            </a:avLst>
          </a:prstGeom>
          <a:solidFill>
            <a:srgbClr val="86251B"/>
          </a:solidFill>
          <a:ln w="12700" cap="flat" cmpd="sng" algn="ctr">
            <a:noFill/>
            <a:prstDash val="solid"/>
            <a:miter lim="800000"/>
          </a:ln>
          <a:effectLst/>
          <a:scene3d>
            <a:camera prst="orthographicFront"/>
            <a:lightRig rig="threePt" dir="t"/>
          </a:scene3d>
          <a:sp3d>
            <a:bevelT h="12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Boehringer Forward Text"/>
              <a:ea typeface="+mn-ea"/>
              <a:cs typeface="+mn-cs"/>
            </a:endParaRPr>
          </a:p>
        </p:txBody>
      </p:sp>
      <p:sp>
        <p:nvSpPr>
          <p:cNvPr id="61" name="OTLSHAPE_SLM_b8f606117fd740c5b57bbfb0e7b35b3f_Title">
            <a:extLst>
              <a:ext uri="{FF2B5EF4-FFF2-40B4-BE49-F238E27FC236}">
                <a16:creationId xmlns:a16="http://schemas.microsoft.com/office/drawing/2014/main" id="{94451033-9845-48DA-66F2-B27552F780C6}"/>
              </a:ext>
            </a:extLst>
          </p:cNvPr>
          <p:cNvSpPr txBox="1"/>
          <p:nvPr>
            <p:custDataLst>
              <p:tags r:id="rId29"/>
            </p:custDataLst>
          </p:nvPr>
        </p:nvSpPr>
        <p:spPr bwMode="gray">
          <a:xfrm>
            <a:off x="4102100" y="3995043"/>
            <a:ext cx="1320800" cy="170519"/>
          </a:xfrm>
          <a:prstGeom prst="rect">
            <a:avLst/>
          </a:prstGeom>
          <a:noFill/>
        </p:spPr>
        <p:txBody>
          <a:bodyPr vert="horz" wrap="square" lIns="0" tIns="0" rIns="0" bIns="0" rtlCol="0" anchor="ctr" anchorCtr="0">
            <a:noAutofit/>
          </a:bodyPr>
          <a:lstStyle/>
          <a:p>
            <a:pPr marL="0" marR="0" lvl="0" indent="0" defTabSz="914400" rtl="0" eaLnBrk="1" fontAlgn="auto" latinLnBrk="0" hangingPunct="1">
              <a:lnSpc>
                <a:spcPct val="140000"/>
              </a:lnSpc>
              <a:spcBef>
                <a:spcPts val="0"/>
              </a:spcBef>
              <a:spcAft>
                <a:spcPts val="0"/>
              </a:spcAft>
              <a:buClrTx/>
              <a:buSzTx/>
              <a:buFontTx/>
              <a:buNone/>
              <a:tabLst/>
              <a:defRPr/>
            </a:pPr>
            <a:r>
              <a:rPr kumimoji="0" lang="en-US" altLang="zh-CN" sz="1100" b="1" strike="noStrike" kern="1200" cap="none" spc="-4" normalizeH="0" baseline="0" noProof="0">
                <a:ln>
                  <a:noFill/>
                </a:ln>
                <a:solidFill>
                  <a:schemeClr val="bg1">
                    <a:lumMod val="75000"/>
                  </a:schemeClr>
                </a:solidFill>
                <a:effectLst/>
                <a:uLnTx/>
                <a:uFillTx/>
                <a:latin typeface="Calibri" panose="020F0502020204030204" pitchFamily="34" charset="0"/>
                <a:ea typeface="+mn-ea"/>
                <a:cs typeface="+mn-cs"/>
              </a:rPr>
              <a:t>IPF-gPh2a</a:t>
            </a:r>
            <a:endParaRPr kumimoji="0" lang="zh-CN" altLang="en-US" sz="1100" b="1" strike="noStrike" kern="1200" cap="none" spc="-4" normalizeH="0" baseline="0" noProof="0">
              <a:ln>
                <a:noFill/>
              </a:ln>
              <a:solidFill>
                <a:schemeClr val="bg1">
                  <a:lumMod val="75000"/>
                </a:schemeClr>
              </a:solidFill>
              <a:effectLst/>
              <a:uLnTx/>
              <a:uFillTx/>
              <a:latin typeface="Calibri" panose="020F0502020204030204" pitchFamily="34" charset="0"/>
              <a:ea typeface="+mn-ea"/>
              <a:cs typeface="+mn-cs"/>
            </a:endParaRPr>
          </a:p>
        </p:txBody>
      </p:sp>
      <p:sp>
        <p:nvSpPr>
          <p:cNvPr id="62" name="OTLSHAPE_SL_6624d784f480469eb9e8333edc49234a_BackgroundRectangle">
            <a:extLst>
              <a:ext uri="{FF2B5EF4-FFF2-40B4-BE49-F238E27FC236}">
                <a16:creationId xmlns:a16="http://schemas.microsoft.com/office/drawing/2014/main" id="{5662732E-3998-77B9-6C5B-181624C488DF}"/>
              </a:ext>
            </a:extLst>
          </p:cNvPr>
          <p:cNvSpPr/>
          <p:nvPr>
            <p:custDataLst>
              <p:tags r:id="rId30"/>
            </p:custDataLst>
          </p:nvPr>
        </p:nvSpPr>
        <p:spPr>
          <a:xfrm>
            <a:off x="63500" y="3397957"/>
            <a:ext cx="11290300" cy="274320"/>
          </a:xfrm>
          <a:prstGeom prst="rect">
            <a:avLst/>
          </a:prstGeom>
          <a:solidFill>
            <a:srgbClr val="C5C3EE">
              <a:alpha val="20000"/>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63" name="OTLSHAPE_SL_6624d784f480469eb9e8333edc49234a_HeaderRectangle">
            <a:extLst>
              <a:ext uri="{FF2B5EF4-FFF2-40B4-BE49-F238E27FC236}">
                <a16:creationId xmlns:a16="http://schemas.microsoft.com/office/drawing/2014/main" id="{69B8FB4E-E54B-F094-EADC-FFB8F619FD0D}"/>
              </a:ext>
            </a:extLst>
          </p:cNvPr>
          <p:cNvSpPr/>
          <p:nvPr>
            <p:custDataLst>
              <p:tags r:id="rId31"/>
            </p:custDataLst>
          </p:nvPr>
        </p:nvSpPr>
        <p:spPr>
          <a:xfrm>
            <a:off x="63500" y="3393910"/>
            <a:ext cx="838200" cy="289396"/>
          </a:xfrm>
          <a:prstGeom prst="rect">
            <a:avLst/>
          </a:prstGeom>
          <a:solidFill>
            <a:srgbClr val="08312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latin typeface="Boehringer Forward Text"/>
            </a:endParaRPr>
          </a:p>
        </p:txBody>
      </p:sp>
      <p:sp>
        <p:nvSpPr>
          <p:cNvPr id="64" name="OTLSHAPE_SLM_7b3ea156395b40e796c3717956ba8d25_Shape">
            <a:extLst>
              <a:ext uri="{FF2B5EF4-FFF2-40B4-BE49-F238E27FC236}">
                <a16:creationId xmlns:a16="http://schemas.microsoft.com/office/drawing/2014/main" id="{942BEA58-28CB-BA1B-4E79-73D507A7696B}"/>
              </a:ext>
            </a:extLst>
          </p:cNvPr>
          <p:cNvSpPr/>
          <p:nvPr>
            <p:custDataLst>
              <p:tags r:id="rId32"/>
            </p:custDataLst>
          </p:nvPr>
        </p:nvSpPr>
        <p:spPr>
          <a:xfrm>
            <a:off x="8665069" y="3513614"/>
            <a:ext cx="165100" cy="165100"/>
          </a:xfrm>
          <a:prstGeom prst="star5">
            <a:avLst>
              <a:gd name="adj" fmla="val 25000"/>
              <a:gd name="hf" fmla="val 105146"/>
              <a:gd name="vf" fmla="val 110557"/>
            </a:avLst>
          </a:prstGeom>
          <a:solidFill>
            <a:srgbClr val="86251B"/>
          </a:solidFill>
          <a:ln w="12700" cap="flat" cmpd="sng" algn="ctr">
            <a:noFill/>
            <a:prstDash val="solid"/>
            <a:miter lim="800000"/>
          </a:ln>
          <a:effectLst/>
          <a:scene3d>
            <a:camera prst="orthographicFront"/>
            <a:lightRig rig="threePt" dir="t"/>
          </a:scene3d>
          <a:sp3d>
            <a:bevelT h="12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65" name="OTLSHAPE_SL_6624d784f480469eb9e8333edc49234a_Header">
            <a:extLst>
              <a:ext uri="{FF2B5EF4-FFF2-40B4-BE49-F238E27FC236}">
                <a16:creationId xmlns:a16="http://schemas.microsoft.com/office/drawing/2014/main" id="{BB54AC8E-69EC-5FE1-CE2E-61788AF1E86F}"/>
              </a:ext>
            </a:extLst>
          </p:cNvPr>
          <p:cNvSpPr txBox="1"/>
          <p:nvPr>
            <p:custDataLst>
              <p:tags r:id="rId33"/>
            </p:custDataLst>
          </p:nvPr>
        </p:nvSpPr>
        <p:spPr>
          <a:xfrm>
            <a:off x="60326" y="3424744"/>
            <a:ext cx="838200" cy="186055"/>
          </a:xfrm>
          <a:prstGeom prst="rect">
            <a:avLst/>
          </a:prstGeom>
          <a:noFill/>
        </p:spPr>
        <p:txBody>
          <a:bodyPr vert="horz" wrap="squar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a:solidFill>
                  <a:schemeClr val="lt1"/>
                </a:solidFill>
                <a:latin typeface="Calibri" panose="020F0502020204030204" pitchFamily="34" charset="0"/>
                <a:ea typeface="等线" panose="02010600030101010101" pitchFamily="2" charset="-122"/>
              </a:rPr>
              <a:t>DcR3-Fc</a:t>
            </a:r>
          </a:p>
        </p:txBody>
      </p:sp>
      <p:sp>
        <p:nvSpPr>
          <p:cNvPr id="66" name="OTLSHAPE_SLM_7b3ea156395b40e796c3717956ba8d25_Date">
            <a:extLst>
              <a:ext uri="{FF2B5EF4-FFF2-40B4-BE49-F238E27FC236}">
                <a16:creationId xmlns:a16="http://schemas.microsoft.com/office/drawing/2014/main" id="{0B5E2D42-0B77-1C34-37DD-AA304BE3C508}"/>
              </a:ext>
            </a:extLst>
          </p:cNvPr>
          <p:cNvSpPr txBox="1"/>
          <p:nvPr>
            <p:custDataLst>
              <p:tags r:id="rId34"/>
            </p:custDataLst>
          </p:nvPr>
        </p:nvSpPr>
        <p:spPr>
          <a:xfrm>
            <a:off x="7909733" y="3532622"/>
            <a:ext cx="719989" cy="153888"/>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000" strike="noStrike" kern="1200" cap="none" spc="-6" normalizeH="0" baseline="0" noProof="0">
                <a:ln>
                  <a:noFill/>
                </a:ln>
                <a:solidFill>
                  <a:schemeClr val="dk2"/>
                </a:solidFill>
                <a:effectLst/>
                <a:uLnTx/>
                <a:uFillTx/>
                <a:latin typeface="Calibri" panose="020F0502020204030204" pitchFamily="34" charset="0"/>
                <a:ea typeface="等线" panose="02010600030101010101" pitchFamily="2" charset="-122"/>
                <a:cs typeface="+mn-cs"/>
              </a:rPr>
              <a:t>Mar 2028</a:t>
            </a:r>
            <a:endParaRPr kumimoji="0" lang="zh-CN" altLang="en-US" sz="1000" strike="noStrike" kern="1200" cap="none" spc="-6" normalizeH="0" baseline="0" noProof="0">
              <a:ln>
                <a:noFill/>
              </a:ln>
              <a:solidFill>
                <a:schemeClr val="dk2"/>
              </a:solidFill>
              <a:effectLst/>
              <a:uLnTx/>
              <a:uFillTx/>
              <a:latin typeface="Calibri" panose="020F0502020204030204" pitchFamily="34" charset="0"/>
              <a:ea typeface="等线" panose="02010600030101010101" pitchFamily="2" charset="-122"/>
              <a:cs typeface="+mn-cs"/>
            </a:endParaRPr>
          </a:p>
        </p:txBody>
      </p:sp>
      <p:sp>
        <p:nvSpPr>
          <p:cNvPr id="67" name="OTLSHAPE_SLM_7b3ea156395b40e796c3717956ba8d25_Title">
            <a:extLst>
              <a:ext uri="{FF2B5EF4-FFF2-40B4-BE49-F238E27FC236}">
                <a16:creationId xmlns:a16="http://schemas.microsoft.com/office/drawing/2014/main" id="{EB9A371F-70EE-970A-D9F0-D504FC471DA6}"/>
              </a:ext>
            </a:extLst>
          </p:cNvPr>
          <p:cNvSpPr txBox="1"/>
          <p:nvPr>
            <p:custDataLst>
              <p:tags r:id="rId35"/>
            </p:custDataLst>
          </p:nvPr>
        </p:nvSpPr>
        <p:spPr bwMode="gray">
          <a:xfrm>
            <a:off x="8893261" y="3505388"/>
            <a:ext cx="1333500" cy="170519"/>
          </a:xfrm>
          <a:prstGeom prst="rect">
            <a:avLst/>
          </a:prstGeom>
          <a:noFill/>
        </p:spPr>
        <p:txBody>
          <a:bodyPr vert="horz" wrap="square" lIns="0" tIns="0" rIns="0" bIns="0" rtlCol="0" anchor="ctr" anchorCtr="0">
            <a:no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en-US" altLang="zh-CN" sz="1100" b="1" strike="noStrike" kern="1200" cap="none" spc="-4" normalizeH="0" baseline="0" noProof="0">
                <a:ln>
                  <a:noFill/>
                </a:ln>
                <a:solidFill>
                  <a:schemeClr val="dk1"/>
                </a:solidFill>
                <a:effectLst/>
                <a:uLnTx/>
                <a:uFillTx/>
                <a:latin typeface="Calibri" panose="020F0502020204030204" pitchFamily="34" charset="0"/>
                <a:ea typeface="+mn-ea"/>
                <a:cs typeface="+mn-cs"/>
              </a:rPr>
              <a:t>IBD- gPh2 (</a:t>
            </a:r>
            <a:r>
              <a:rPr lang="en-US" altLang="zh-CN" sz="1100" b="1" spc="-4">
                <a:solidFill>
                  <a:schemeClr val="dk1"/>
                </a:solidFill>
                <a:latin typeface="Calibri" panose="020F0502020204030204" pitchFamily="34" charset="0"/>
              </a:rPr>
              <a:t>2007-0005</a:t>
            </a:r>
            <a:r>
              <a:rPr kumimoji="0" lang="en-US" altLang="zh-CN" sz="1100" b="1" strike="noStrike" kern="1200" cap="none" spc="-4" normalizeH="0" baseline="0" noProof="0">
                <a:ln>
                  <a:noFill/>
                </a:ln>
                <a:solidFill>
                  <a:schemeClr val="dk1"/>
                </a:solidFill>
                <a:effectLst/>
                <a:uLnTx/>
                <a:uFillTx/>
                <a:latin typeface="Calibri" panose="020F0502020204030204" pitchFamily="34" charset="0"/>
                <a:ea typeface="+mn-ea"/>
                <a:cs typeface="+mn-cs"/>
              </a:rPr>
              <a:t>))</a:t>
            </a:r>
            <a:endParaRPr kumimoji="0" lang="zh-CN" altLang="en-US" sz="1100" b="1" strike="noStrike" kern="1200" cap="none" spc="-4" normalizeH="0" baseline="0" noProof="0">
              <a:ln>
                <a:noFill/>
              </a:ln>
              <a:solidFill>
                <a:schemeClr val="dk1"/>
              </a:solidFill>
              <a:effectLst/>
              <a:uLnTx/>
              <a:uFillTx/>
              <a:latin typeface="Calibri" panose="020F0502020204030204" pitchFamily="34" charset="0"/>
              <a:ea typeface="+mn-ea"/>
              <a:cs typeface="+mn-cs"/>
            </a:endParaRPr>
          </a:p>
        </p:txBody>
      </p:sp>
      <p:sp>
        <p:nvSpPr>
          <p:cNvPr id="60" name="OTLSHAPE_SL_e6abfe5c88a1409ba2e59f29bf63b63f_BackgroundRectangle">
            <a:extLst>
              <a:ext uri="{FF2B5EF4-FFF2-40B4-BE49-F238E27FC236}">
                <a16:creationId xmlns:a16="http://schemas.microsoft.com/office/drawing/2014/main" id="{E9717A67-3928-50FA-5C98-032B6F9A71A2}"/>
              </a:ext>
            </a:extLst>
          </p:cNvPr>
          <p:cNvSpPr/>
          <p:nvPr>
            <p:custDataLst>
              <p:tags r:id="rId36"/>
            </p:custDataLst>
          </p:nvPr>
        </p:nvSpPr>
        <p:spPr>
          <a:xfrm>
            <a:off x="69073" y="3021118"/>
            <a:ext cx="11290300" cy="274320"/>
          </a:xfrm>
          <a:prstGeom prst="rect">
            <a:avLst/>
          </a:prstGeom>
          <a:solidFill>
            <a:schemeClr val="bg1">
              <a:lumMod val="85000"/>
              <a:alpha val="20000"/>
            </a:schemeClr>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36" name="OTLSHAPE_SL_4bb4a9d8b79c43208a6cea15a85d4083_Header">
            <a:extLst>
              <a:ext uri="{FF2B5EF4-FFF2-40B4-BE49-F238E27FC236}">
                <a16:creationId xmlns:a16="http://schemas.microsoft.com/office/drawing/2014/main" id="{864E13F2-6B3E-50DD-A11A-B530CE0EFC51}"/>
              </a:ext>
            </a:extLst>
          </p:cNvPr>
          <p:cNvSpPr txBox="1"/>
          <p:nvPr>
            <p:custDataLst>
              <p:tags r:id="rId37"/>
            </p:custDataLst>
          </p:nvPr>
        </p:nvSpPr>
        <p:spPr>
          <a:xfrm>
            <a:off x="63500" y="3040517"/>
            <a:ext cx="838200" cy="186055"/>
          </a:xfrm>
          <a:prstGeom prst="rect">
            <a:avLst/>
          </a:prstGeom>
          <a:noFill/>
        </p:spPr>
        <p:txBody>
          <a:bodyPr vert="horz" wrap="square"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normalizeH="0" baseline="0" noProof="0">
                <a:ln>
                  <a:noFill/>
                </a:ln>
                <a:solidFill>
                  <a:schemeClr val="lt1"/>
                </a:solidFill>
                <a:effectLst/>
                <a:uLnTx/>
                <a:uFillTx/>
                <a:latin typeface="Calibri" panose="020F0502020204030204" pitchFamily="34" charset="0"/>
                <a:ea typeface="+mn-ea"/>
                <a:cs typeface="+mn-cs"/>
              </a:rPr>
              <a:t>IL-11</a:t>
            </a:r>
            <a:endParaRPr kumimoji="0" lang="zh-CN" altLang="en-US" sz="1200" b="0" i="0" u="none" strike="noStrike" kern="1200" cap="none" normalizeH="0" baseline="0" noProof="0">
              <a:ln>
                <a:noFill/>
              </a:ln>
              <a:solidFill>
                <a:schemeClr val="lt1"/>
              </a:solidFill>
              <a:effectLst/>
              <a:uLnTx/>
              <a:uFillTx/>
              <a:latin typeface="Calibri" panose="020F0502020204030204" pitchFamily="34" charset="0"/>
              <a:ea typeface="+mn-ea"/>
              <a:cs typeface="+mn-cs"/>
            </a:endParaRPr>
          </a:p>
        </p:txBody>
      </p:sp>
      <p:sp>
        <p:nvSpPr>
          <p:cNvPr id="72" name="OTLSHAPE_SLM_d3117624ec034a0181c45e8d3855e2ca_Shape">
            <a:extLst>
              <a:ext uri="{FF2B5EF4-FFF2-40B4-BE49-F238E27FC236}">
                <a16:creationId xmlns:a16="http://schemas.microsoft.com/office/drawing/2014/main" id="{87B8ED82-C31B-24CE-C6DC-479565090B63}"/>
              </a:ext>
            </a:extLst>
          </p:cNvPr>
          <p:cNvSpPr/>
          <p:nvPr>
            <p:custDataLst>
              <p:tags r:id="rId38"/>
            </p:custDataLst>
          </p:nvPr>
        </p:nvSpPr>
        <p:spPr bwMode="gray">
          <a:xfrm>
            <a:off x="223778" y="5784164"/>
            <a:ext cx="165100" cy="165100"/>
          </a:xfrm>
          <a:prstGeom prst="star5">
            <a:avLst>
              <a:gd name="adj" fmla="val 25000"/>
              <a:gd name="hf" fmla="val 105146"/>
              <a:gd name="vf" fmla="val 110557"/>
            </a:avLst>
          </a:prstGeom>
          <a:noFill/>
          <a:ln w="6350" cap="flat" cmpd="sng" algn="ctr">
            <a:solidFill>
              <a:srgbClr val="F75605"/>
            </a:solidFill>
            <a:prstDash val="solid"/>
            <a:miter lim="800000"/>
          </a:ln>
          <a:effectLst/>
          <a:scene3d>
            <a:camera prst="orthographicFront"/>
            <a:lightRig rig="threePt" dir="t"/>
          </a:scene3d>
          <a:sp3d>
            <a:bevelT h="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 name="OTLSHAPE_SLM_efbed45c5e9744d2b357c1aa5f8080c3_Date">
            <a:extLst>
              <a:ext uri="{FF2B5EF4-FFF2-40B4-BE49-F238E27FC236}">
                <a16:creationId xmlns:a16="http://schemas.microsoft.com/office/drawing/2014/main" id="{5709C688-32CE-E75B-5DA7-ED3460833EA0}"/>
              </a:ext>
            </a:extLst>
          </p:cNvPr>
          <p:cNvSpPr txBox="1"/>
          <p:nvPr>
            <p:custDataLst>
              <p:tags r:id="rId39"/>
            </p:custDataLst>
          </p:nvPr>
        </p:nvSpPr>
        <p:spPr bwMode="gray">
          <a:xfrm>
            <a:off x="6747977" y="2691458"/>
            <a:ext cx="575642" cy="145584"/>
          </a:xfrm>
          <a:prstGeom prst="rect">
            <a:avLst/>
          </a:prstGeom>
          <a:noFill/>
        </p:spPr>
        <p:txBody>
          <a:bodyPr vert="horz" wrap="square" lIns="0" tIns="0" rIns="0" bIns="0" rtlCol="0" anchor="ctr" anchorCtr="0">
            <a:no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lang="en-US" altLang="zh-CN" sz="1000" spc="-6">
                <a:solidFill>
                  <a:schemeClr val="dk2"/>
                </a:solidFill>
                <a:latin typeface="Calibri" panose="020F0502020204030204" pitchFamily="34" charset="0"/>
              </a:rPr>
              <a:t>Nov 2027</a:t>
            </a:r>
            <a:endParaRPr kumimoji="0" lang="zh-CN" altLang="en-US" sz="1000" b="0" i="0" u="none" strike="noStrike" kern="1200" cap="none" spc="-6" normalizeH="0" baseline="0" noProof="0">
              <a:ln>
                <a:noFill/>
              </a:ln>
              <a:solidFill>
                <a:schemeClr val="dk2"/>
              </a:solidFill>
              <a:effectLst/>
              <a:uLnTx/>
              <a:uFillTx/>
              <a:latin typeface="Calibri" panose="020F0502020204030204" pitchFamily="34" charset="0"/>
              <a:ea typeface="+mn-ea"/>
              <a:cs typeface="+mn-cs"/>
            </a:endParaRPr>
          </a:p>
        </p:txBody>
      </p:sp>
      <p:sp>
        <p:nvSpPr>
          <p:cNvPr id="9" name="Rectangle 8">
            <a:extLst>
              <a:ext uri="{FF2B5EF4-FFF2-40B4-BE49-F238E27FC236}">
                <a16:creationId xmlns:a16="http://schemas.microsoft.com/office/drawing/2014/main" id="{2EFB9104-1548-3F50-A64B-3633D04122A8}"/>
              </a:ext>
            </a:extLst>
          </p:cNvPr>
          <p:cNvSpPr/>
          <p:nvPr/>
        </p:nvSpPr>
        <p:spPr bwMode="gray">
          <a:xfrm rot="461459">
            <a:off x="3532665" y="2438910"/>
            <a:ext cx="1842053" cy="251678"/>
          </a:xfrm>
          <a:prstGeom prst="rect">
            <a:avLst/>
          </a:prstGeom>
          <a:solidFill>
            <a:schemeClr val="accent4"/>
          </a:solidFill>
          <a:ln/>
        </p:spPr>
        <p:style>
          <a:lnRef idx="2">
            <a:schemeClr val="accent4"/>
          </a:lnRef>
          <a:fillRef idx="1">
            <a:schemeClr val="lt1"/>
          </a:fillRef>
          <a:effectRef idx="0">
            <a:schemeClr val="accent4"/>
          </a:effectRef>
          <a:fontRef idx="minor">
            <a:schemeClr val="dk1"/>
          </a:fontRef>
        </p:style>
        <p:txBody>
          <a:bodyPr rtlCol="0" anchor="ctr"/>
          <a:lstStyle/>
          <a:p>
            <a:pPr algn="ctr">
              <a:lnSpc>
                <a:spcPct val="140000"/>
              </a:lnSpc>
            </a:pPr>
            <a:r>
              <a:rPr lang="en-US" altLang="zh-CN" sz="1600">
                <a:solidFill>
                  <a:schemeClr val="tx1"/>
                </a:solidFill>
              </a:rPr>
              <a:t>To be updated</a:t>
            </a:r>
            <a:endParaRPr lang="zh-CN" altLang="en-US" sz="1600">
              <a:solidFill>
                <a:schemeClr val="tx1"/>
              </a:solidFill>
            </a:endParaRPr>
          </a:p>
        </p:txBody>
      </p:sp>
    </p:spTree>
    <p:extLst>
      <p:ext uri="{BB962C8B-B14F-4D97-AF65-F5344CB8AC3E}">
        <p14:creationId xmlns:p14="http://schemas.microsoft.com/office/powerpoint/2010/main" val="152531929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135FA-FF31-8FDE-53A4-A1334FA88CE0}"/>
              </a:ext>
            </a:extLst>
          </p:cNvPr>
          <p:cNvSpPr>
            <a:spLocks noGrp="1"/>
          </p:cNvSpPr>
          <p:nvPr>
            <p:ph type="title"/>
          </p:nvPr>
        </p:nvSpPr>
        <p:spPr/>
        <p:txBody>
          <a:bodyPr/>
          <a:lstStyle/>
          <a:p>
            <a:r>
              <a:rPr lang="de-DE"/>
              <a:t>Back-up</a:t>
            </a:r>
            <a:endParaRPr lang="en-US"/>
          </a:p>
        </p:txBody>
      </p:sp>
      <p:sp>
        <p:nvSpPr>
          <p:cNvPr id="3" name="Subtitle 2">
            <a:extLst>
              <a:ext uri="{FF2B5EF4-FFF2-40B4-BE49-F238E27FC236}">
                <a16:creationId xmlns:a16="http://schemas.microsoft.com/office/drawing/2014/main" id="{C7430179-AA52-7DF8-1E08-4275452EF4FE}"/>
              </a:ext>
            </a:extLst>
          </p:cNvPr>
          <p:cNvSpPr>
            <a:spLocks noGrp="1"/>
          </p:cNvSpPr>
          <p:nvPr>
            <p:ph type="subTitle" idx="14"/>
          </p:nvPr>
        </p:nvSpPr>
        <p:spPr/>
        <p:txBody>
          <a:bodyPr/>
          <a:lstStyle/>
          <a:p>
            <a:endParaRPr lang="en-US"/>
          </a:p>
        </p:txBody>
      </p:sp>
      <p:sp>
        <p:nvSpPr>
          <p:cNvPr id="4" name="Slide Number Placeholder 3">
            <a:extLst>
              <a:ext uri="{FF2B5EF4-FFF2-40B4-BE49-F238E27FC236}">
                <a16:creationId xmlns:a16="http://schemas.microsoft.com/office/drawing/2014/main" id="{D7AC58DB-587E-E9CF-CA52-03E9454ED9E8}"/>
              </a:ext>
            </a:extLst>
          </p:cNvPr>
          <p:cNvSpPr>
            <a:spLocks noGrp="1"/>
          </p:cNvSpPr>
          <p:nvPr>
            <p:ph type="sldNum" sz="quarter" idx="16"/>
          </p:nvPr>
        </p:nvSpPr>
        <p:spPr/>
        <p:txBody>
          <a:bodyPr/>
          <a:lstStyle/>
          <a:p>
            <a:fld id="{8FF9B0DE-3FEB-4AA0-B465-B80EF7C1333D}" type="slidenum">
              <a:rPr lang="en-US" smtClean="0"/>
              <a:pPr/>
              <a:t>44</a:t>
            </a:fld>
            <a:endParaRPr lang="en-US"/>
          </a:p>
        </p:txBody>
      </p:sp>
      <p:sp>
        <p:nvSpPr>
          <p:cNvPr id="5" name="Footer Placeholder 4">
            <a:extLst>
              <a:ext uri="{FF2B5EF4-FFF2-40B4-BE49-F238E27FC236}">
                <a16:creationId xmlns:a16="http://schemas.microsoft.com/office/drawing/2014/main" id="{98B0F77B-5A9C-0FB3-30E7-FE86D802F604}"/>
              </a:ext>
            </a:extLst>
          </p:cNvPr>
          <p:cNvSpPr>
            <a:spLocks noGrp="1"/>
          </p:cNvSpPr>
          <p:nvPr>
            <p:ph type="ftr" sz="quarter" idx="19"/>
          </p:nvPr>
        </p:nvSpPr>
        <p:spPr/>
        <p:txBody>
          <a:bodyPr/>
          <a:lstStyle/>
          <a:p>
            <a:r>
              <a:rPr lang="en-US" altLang="zh-CN"/>
              <a:t>TA CEC Portfolio Update|    ONLY FOR INTERNAL USE</a:t>
            </a:r>
          </a:p>
        </p:txBody>
      </p:sp>
    </p:spTree>
    <p:extLst>
      <p:ext uri="{BB962C8B-B14F-4D97-AF65-F5344CB8AC3E}">
        <p14:creationId xmlns:p14="http://schemas.microsoft.com/office/powerpoint/2010/main" val="160910391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63BCDC6-2A99-5398-A703-307DE107866F}"/>
              </a:ext>
            </a:extLst>
          </p:cNvPr>
          <p:cNvSpPr>
            <a:spLocks noGrp="1"/>
          </p:cNvSpPr>
          <p:nvPr>
            <p:ph type="title"/>
          </p:nvPr>
        </p:nvSpPr>
        <p:spPr/>
        <p:txBody>
          <a:bodyPr/>
          <a:lstStyle/>
          <a:p>
            <a:r>
              <a:rPr lang="en-US" altLang="zh-CN"/>
              <a:t>SPEVIGO® (Spesolimab): - License out</a:t>
            </a:r>
            <a:endParaRPr lang="zh-CN" altLang="en-US"/>
          </a:p>
        </p:txBody>
      </p:sp>
      <p:sp>
        <p:nvSpPr>
          <p:cNvPr id="3" name="内容占位符 2">
            <a:extLst>
              <a:ext uri="{FF2B5EF4-FFF2-40B4-BE49-F238E27FC236}">
                <a16:creationId xmlns:a16="http://schemas.microsoft.com/office/drawing/2014/main" id="{712FE3D0-9B7D-5E01-1944-938E69B0B35A}"/>
              </a:ext>
            </a:extLst>
          </p:cNvPr>
          <p:cNvSpPr>
            <a:spLocks noGrp="1"/>
          </p:cNvSpPr>
          <p:nvPr>
            <p:ph idx="1"/>
          </p:nvPr>
        </p:nvSpPr>
        <p:spPr>
          <a:xfrm>
            <a:off x="479426" y="1720186"/>
            <a:ext cx="5484052" cy="3119367"/>
          </a:xfrm>
          <a:solidFill>
            <a:schemeClr val="bg1">
              <a:lumMod val="95000"/>
            </a:schemeClr>
          </a:solidFill>
        </p:spPr>
        <p:txBody>
          <a:bodyPr anchor="ctr"/>
          <a:lstStyle/>
          <a:p>
            <a:r>
              <a:rPr lang="en-US" altLang="zh-CN"/>
              <a:t>Boehringer Ingelheim will grant global licensing rights for SPEVIGO® to LEO Pharma on 1 Oct 2025.</a:t>
            </a:r>
          </a:p>
          <a:p>
            <a:endParaRPr lang="en-US" altLang="zh-CN"/>
          </a:p>
          <a:p>
            <a:r>
              <a:rPr lang="en-US" altLang="zh-CN"/>
              <a:t>Boehringer Ingelheim and LEO Pharma will collaborate closely to ensure continuity in the ongoing clinical programs for GPP and PG during the transition period.</a:t>
            </a:r>
            <a:endParaRPr lang="zh-CN" altLang="en-US"/>
          </a:p>
        </p:txBody>
      </p:sp>
      <p:sp>
        <p:nvSpPr>
          <p:cNvPr id="5" name="页脚占位符 4">
            <a:extLst>
              <a:ext uri="{FF2B5EF4-FFF2-40B4-BE49-F238E27FC236}">
                <a16:creationId xmlns:a16="http://schemas.microsoft.com/office/drawing/2014/main" id="{736CB881-D882-1582-102E-FB60B90D4363}"/>
              </a:ext>
            </a:extLst>
          </p:cNvPr>
          <p:cNvSpPr>
            <a:spLocks noGrp="1"/>
          </p:cNvSpPr>
          <p:nvPr>
            <p:ph type="ftr" sz="quarter" idx="19"/>
          </p:nvPr>
        </p:nvSpPr>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altLang="zh-CN" sz="800" b="0" i="0" u="none" strike="noStrike" kern="1200" cap="none" spc="0" normalizeH="0" baseline="0" noProof="0">
                <a:ln>
                  <a:noFill/>
                </a:ln>
                <a:solidFill>
                  <a:srgbClr val="08312A"/>
                </a:solidFill>
                <a:effectLst/>
                <a:uLnTx/>
                <a:uFillTx/>
                <a:latin typeface="Boehringer Forward Text"/>
                <a:ea typeface="+mn-ea"/>
                <a:cs typeface="+mn-cs"/>
              </a:rPr>
              <a:t>TA CEC Portfolio Update|    ONLY FOR INTERNAL USE</a:t>
            </a:r>
          </a:p>
        </p:txBody>
      </p:sp>
      <p:sp>
        <p:nvSpPr>
          <p:cNvPr id="6" name="灯片编号占位符 5">
            <a:extLst>
              <a:ext uri="{FF2B5EF4-FFF2-40B4-BE49-F238E27FC236}">
                <a16:creationId xmlns:a16="http://schemas.microsoft.com/office/drawing/2014/main" id="{E5603447-6EFD-0065-C5B1-E8B2BB5F16EB}"/>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pic>
        <p:nvPicPr>
          <p:cNvPr id="8" name="图片 7">
            <a:extLst>
              <a:ext uri="{FF2B5EF4-FFF2-40B4-BE49-F238E27FC236}">
                <a16:creationId xmlns:a16="http://schemas.microsoft.com/office/drawing/2014/main" id="{863C25FF-399E-8B9E-172C-EABFEEF9D1A6}"/>
              </a:ext>
            </a:extLst>
          </p:cNvPr>
          <p:cNvPicPr>
            <a:picLocks noChangeAspect="1"/>
          </p:cNvPicPr>
          <p:nvPr/>
        </p:nvPicPr>
        <p:blipFill>
          <a:blip r:embed="rId2"/>
          <a:stretch>
            <a:fillRect/>
          </a:stretch>
        </p:blipFill>
        <p:spPr>
          <a:xfrm>
            <a:off x="6626090" y="1223229"/>
            <a:ext cx="4522094" cy="4411542"/>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33403607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22476C87-D5B0-129F-3BC1-2B5F6464FCEE}"/>
              </a:ext>
            </a:extLst>
          </p:cNvPr>
          <p:cNvSpPr>
            <a:spLocks noGrp="1"/>
          </p:cNvSpPr>
          <p:nvPr>
            <p:ph type="ftr" sz="quarter" idx="16"/>
          </p:nvPr>
        </p:nvSpPr>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a:ea typeface="+mn-ea"/>
                <a:cs typeface="+mn-cs"/>
              </a:rPr>
              <a:t>PG L-36    |    ONLY FOR INTERNAL USE</a:t>
            </a:r>
          </a:p>
        </p:txBody>
      </p:sp>
      <p:sp>
        <p:nvSpPr>
          <p:cNvPr id="5" name="灯片编号占位符 4">
            <a:extLst>
              <a:ext uri="{FF2B5EF4-FFF2-40B4-BE49-F238E27FC236}">
                <a16:creationId xmlns:a16="http://schemas.microsoft.com/office/drawing/2014/main" id="{C9BEA415-3D61-4B54-7AA9-B1623FAD036E}"/>
              </a:ext>
            </a:extLst>
          </p:cNvPr>
          <p:cNvSpPr>
            <a:spLocks noGrp="1"/>
          </p:cNvSpPr>
          <p:nvPr>
            <p:ph type="sldNum" sz="quarter" idx="17"/>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pic>
        <p:nvPicPr>
          <p:cNvPr id="6" name="图片 5">
            <a:extLst>
              <a:ext uri="{FF2B5EF4-FFF2-40B4-BE49-F238E27FC236}">
                <a16:creationId xmlns:a16="http://schemas.microsoft.com/office/drawing/2014/main" id="{3076DC4E-CD91-1E0D-6B57-A119D804EC30}"/>
              </a:ext>
            </a:extLst>
          </p:cNvPr>
          <p:cNvPicPr>
            <a:picLocks noChangeAspect="1"/>
          </p:cNvPicPr>
          <p:nvPr/>
        </p:nvPicPr>
        <p:blipFill>
          <a:blip r:embed="rId2"/>
          <a:srcRect l="-1" t="3158" r="-439" b="10250"/>
          <a:stretch>
            <a:fillRect/>
          </a:stretch>
        </p:blipFill>
        <p:spPr>
          <a:xfrm>
            <a:off x="214088" y="134321"/>
            <a:ext cx="8035389" cy="5636844"/>
          </a:xfrm>
          <a:prstGeom prst="rect">
            <a:avLst/>
          </a:prstGeom>
        </p:spPr>
      </p:pic>
    </p:spTree>
    <p:extLst>
      <p:ext uri="{BB962C8B-B14F-4D97-AF65-F5344CB8AC3E}">
        <p14:creationId xmlns:p14="http://schemas.microsoft.com/office/powerpoint/2010/main" val="227780433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A602D51F-8491-FCC7-5216-EC1FBF92715C}"/>
              </a:ext>
            </a:extLst>
          </p:cNvPr>
          <p:cNvSpPr>
            <a:spLocks noGrp="1"/>
          </p:cNvSpPr>
          <p:nvPr>
            <p:ph type="ftr" sz="quarter" idx="16"/>
          </p:nvPr>
        </p:nvSpPr>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a:ea typeface="+mn-ea"/>
                <a:cs typeface="+mn-cs"/>
              </a:rPr>
              <a:t>PG L-36    |    ONLY FOR INTERNAL USE</a:t>
            </a:r>
          </a:p>
        </p:txBody>
      </p:sp>
      <p:sp>
        <p:nvSpPr>
          <p:cNvPr id="5" name="灯片编号占位符 4">
            <a:extLst>
              <a:ext uri="{FF2B5EF4-FFF2-40B4-BE49-F238E27FC236}">
                <a16:creationId xmlns:a16="http://schemas.microsoft.com/office/drawing/2014/main" id="{8BCCA80D-619C-356F-79F8-18F6678516E2}"/>
              </a:ext>
            </a:extLst>
          </p:cNvPr>
          <p:cNvSpPr>
            <a:spLocks noGrp="1"/>
          </p:cNvSpPr>
          <p:nvPr>
            <p:ph type="sldNum" sz="quarter" idx="17"/>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pic>
        <p:nvPicPr>
          <p:cNvPr id="6" name="图片 5">
            <a:extLst>
              <a:ext uri="{FF2B5EF4-FFF2-40B4-BE49-F238E27FC236}">
                <a16:creationId xmlns:a16="http://schemas.microsoft.com/office/drawing/2014/main" id="{63F1612D-13FC-B61D-205E-C2D1DB118935}"/>
              </a:ext>
            </a:extLst>
          </p:cNvPr>
          <p:cNvPicPr>
            <a:picLocks noChangeAspect="1"/>
          </p:cNvPicPr>
          <p:nvPr/>
        </p:nvPicPr>
        <p:blipFill>
          <a:blip r:embed="rId2"/>
          <a:srcRect l="1149"/>
          <a:stretch>
            <a:fillRect/>
          </a:stretch>
        </p:blipFill>
        <p:spPr>
          <a:xfrm>
            <a:off x="43070" y="0"/>
            <a:ext cx="12062792" cy="6841427"/>
          </a:xfrm>
          <a:prstGeom prst="rect">
            <a:avLst/>
          </a:prstGeom>
        </p:spPr>
      </p:pic>
      <p:sp>
        <p:nvSpPr>
          <p:cNvPr id="7" name="矩形: 圆角 6">
            <a:extLst>
              <a:ext uri="{FF2B5EF4-FFF2-40B4-BE49-F238E27FC236}">
                <a16:creationId xmlns:a16="http://schemas.microsoft.com/office/drawing/2014/main" id="{DD20D463-7BA4-E8EC-0E0D-0E9F8115B3A3}"/>
              </a:ext>
            </a:extLst>
          </p:cNvPr>
          <p:cNvSpPr/>
          <p:nvPr/>
        </p:nvSpPr>
        <p:spPr bwMode="gray">
          <a:xfrm>
            <a:off x="86138" y="1819095"/>
            <a:ext cx="11820940" cy="516835"/>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8" name="矩形: 圆角 7">
            <a:extLst>
              <a:ext uri="{FF2B5EF4-FFF2-40B4-BE49-F238E27FC236}">
                <a16:creationId xmlns:a16="http://schemas.microsoft.com/office/drawing/2014/main" id="{2591E7EC-C95C-7663-8DB2-E4052B23A712}"/>
              </a:ext>
            </a:extLst>
          </p:cNvPr>
          <p:cNvSpPr/>
          <p:nvPr/>
        </p:nvSpPr>
        <p:spPr bwMode="gray">
          <a:xfrm>
            <a:off x="163996" y="3005400"/>
            <a:ext cx="11820940" cy="288000"/>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Tree>
    <p:extLst>
      <p:ext uri="{BB962C8B-B14F-4D97-AF65-F5344CB8AC3E}">
        <p14:creationId xmlns:p14="http://schemas.microsoft.com/office/powerpoint/2010/main" val="173995432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5FD26-8BC1-FF7C-B32C-52BD072EEAD3}"/>
            </a:ext>
          </a:extLst>
        </p:cNvPr>
        <p:cNvGrpSpPr/>
        <p:nvPr/>
      </p:nvGrpSpPr>
      <p:grpSpPr>
        <a:xfrm>
          <a:off x="0" y="0"/>
          <a:ext cx="0" cy="0"/>
          <a:chOff x="0" y="0"/>
          <a:chExt cx="0" cy="0"/>
        </a:xfrm>
      </p:grpSpPr>
      <p:sp>
        <p:nvSpPr>
          <p:cNvPr id="4" name="页脚占位符 3">
            <a:extLst>
              <a:ext uri="{FF2B5EF4-FFF2-40B4-BE49-F238E27FC236}">
                <a16:creationId xmlns:a16="http://schemas.microsoft.com/office/drawing/2014/main" id="{E5CF753D-4B0D-2AA1-3989-5CF494411DBD}"/>
              </a:ext>
            </a:extLst>
          </p:cNvPr>
          <p:cNvSpPr>
            <a:spLocks noGrp="1"/>
          </p:cNvSpPr>
          <p:nvPr>
            <p:ph type="ftr" sz="quarter" idx="16"/>
          </p:nvPr>
        </p:nvSpPr>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a:ea typeface="+mn-ea"/>
                <a:cs typeface="+mn-cs"/>
              </a:rPr>
              <a:t>PG L-36    |    ONLY FOR INTERNAL USE</a:t>
            </a:r>
          </a:p>
        </p:txBody>
      </p:sp>
      <p:sp>
        <p:nvSpPr>
          <p:cNvPr id="5" name="灯片编号占位符 4">
            <a:extLst>
              <a:ext uri="{FF2B5EF4-FFF2-40B4-BE49-F238E27FC236}">
                <a16:creationId xmlns:a16="http://schemas.microsoft.com/office/drawing/2014/main" id="{2073F849-334A-0BC8-99AB-C8EC9199B34A}"/>
              </a:ext>
            </a:extLst>
          </p:cNvPr>
          <p:cNvSpPr>
            <a:spLocks noGrp="1"/>
          </p:cNvSpPr>
          <p:nvPr>
            <p:ph type="sldNum" sz="quarter" idx="17"/>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pic>
        <p:nvPicPr>
          <p:cNvPr id="2" name="图片 1">
            <a:extLst>
              <a:ext uri="{FF2B5EF4-FFF2-40B4-BE49-F238E27FC236}">
                <a16:creationId xmlns:a16="http://schemas.microsoft.com/office/drawing/2014/main" id="{B7FD07CC-CCB0-AB2B-8023-577A004C2A43}"/>
              </a:ext>
            </a:extLst>
          </p:cNvPr>
          <p:cNvPicPr>
            <a:picLocks noChangeAspect="1"/>
          </p:cNvPicPr>
          <p:nvPr/>
        </p:nvPicPr>
        <p:blipFill>
          <a:blip r:embed="rId2"/>
          <a:srcRect r="241" b="1449"/>
          <a:stretch>
            <a:fillRect/>
          </a:stretch>
        </p:blipFill>
        <p:spPr>
          <a:xfrm>
            <a:off x="0" y="0"/>
            <a:ext cx="12056165" cy="6758609"/>
          </a:xfrm>
          <a:prstGeom prst="rect">
            <a:avLst/>
          </a:prstGeom>
        </p:spPr>
      </p:pic>
    </p:spTree>
    <p:extLst>
      <p:ext uri="{BB962C8B-B14F-4D97-AF65-F5344CB8AC3E}">
        <p14:creationId xmlns:p14="http://schemas.microsoft.com/office/powerpoint/2010/main" val="170060657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a:extLst>
              <a:ext uri="{FF2B5EF4-FFF2-40B4-BE49-F238E27FC236}">
                <a16:creationId xmlns:a16="http://schemas.microsoft.com/office/drawing/2014/main" id="{D84CD46F-3FAD-938B-0EE7-D898C42CD9BD}"/>
              </a:ext>
            </a:extLst>
          </p:cNvPr>
          <p:cNvSpPr>
            <a:spLocks noGrp="1"/>
          </p:cNvSpPr>
          <p:nvPr>
            <p:ph type="ftr" sz="quarter" idx="16"/>
          </p:nvPr>
        </p:nvSpPr>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a:ea typeface="+mn-ea"/>
                <a:cs typeface="+mn-cs"/>
              </a:rPr>
              <a:t>PG L-36    |    ONLY FOR INTERNAL USE</a:t>
            </a:r>
          </a:p>
        </p:txBody>
      </p:sp>
      <p:sp>
        <p:nvSpPr>
          <p:cNvPr id="5" name="灯片编号占位符 4">
            <a:extLst>
              <a:ext uri="{FF2B5EF4-FFF2-40B4-BE49-F238E27FC236}">
                <a16:creationId xmlns:a16="http://schemas.microsoft.com/office/drawing/2014/main" id="{6AE5FE2C-64B4-9AB2-3354-710962984E05}"/>
              </a:ext>
            </a:extLst>
          </p:cNvPr>
          <p:cNvSpPr>
            <a:spLocks noGrp="1"/>
          </p:cNvSpPr>
          <p:nvPr>
            <p:ph type="sldNum" sz="quarter" idx="17"/>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pic>
        <p:nvPicPr>
          <p:cNvPr id="6" name="图片 5">
            <a:extLst>
              <a:ext uri="{FF2B5EF4-FFF2-40B4-BE49-F238E27FC236}">
                <a16:creationId xmlns:a16="http://schemas.microsoft.com/office/drawing/2014/main" id="{E29E2DAF-3385-6030-08FC-E55908E770DA}"/>
              </a:ext>
            </a:extLst>
          </p:cNvPr>
          <p:cNvPicPr>
            <a:picLocks noChangeAspect="1"/>
          </p:cNvPicPr>
          <p:nvPr/>
        </p:nvPicPr>
        <p:blipFill>
          <a:blip r:embed="rId2"/>
          <a:stretch>
            <a:fillRect/>
          </a:stretch>
        </p:blipFill>
        <p:spPr>
          <a:xfrm>
            <a:off x="-58959" y="0"/>
            <a:ext cx="12094784" cy="6858000"/>
          </a:xfrm>
          <a:prstGeom prst="rect">
            <a:avLst/>
          </a:prstGeom>
        </p:spPr>
      </p:pic>
      <p:sp>
        <p:nvSpPr>
          <p:cNvPr id="7" name="矩形: 圆角 6">
            <a:extLst>
              <a:ext uri="{FF2B5EF4-FFF2-40B4-BE49-F238E27FC236}">
                <a16:creationId xmlns:a16="http://schemas.microsoft.com/office/drawing/2014/main" id="{94F687AB-2700-DC9C-1770-66B24134DF3A}"/>
              </a:ext>
            </a:extLst>
          </p:cNvPr>
          <p:cNvSpPr/>
          <p:nvPr/>
        </p:nvSpPr>
        <p:spPr bwMode="gray">
          <a:xfrm>
            <a:off x="156175" y="4436635"/>
            <a:ext cx="11820940" cy="175122"/>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Tree>
    <p:extLst>
      <p:ext uri="{BB962C8B-B14F-4D97-AF65-F5344CB8AC3E}">
        <p14:creationId xmlns:p14="http://schemas.microsoft.com/office/powerpoint/2010/main" val="415283832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D807D7-03E7-ECFC-BB27-07FD0E84AB1E}"/>
              </a:ext>
            </a:extLst>
          </p:cNvPr>
          <p:cNvSpPr>
            <a:spLocks noGrp="1"/>
          </p:cNvSpPr>
          <p:nvPr>
            <p:ph type="title"/>
          </p:nvPr>
        </p:nvSpPr>
        <p:spPr/>
        <p:txBody>
          <a:bodyPr/>
          <a:lstStyle/>
          <a:p>
            <a:r>
              <a:rPr lang="en-US" altLang="zh-CN"/>
              <a:t>China is the current Top 1 recruiter  (cut-off date: Sep 15, 2025)</a:t>
            </a:r>
            <a:endParaRPr lang="zh-CN" altLang="en-US"/>
          </a:p>
        </p:txBody>
      </p:sp>
      <p:sp>
        <p:nvSpPr>
          <p:cNvPr id="5" name="灯片编号占位符 4">
            <a:extLst>
              <a:ext uri="{FF2B5EF4-FFF2-40B4-BE49-F238E27FC236}">
                <a16:creationId xmlns:a16="http://schemas.microsoft.com/office/drawing/2014/main" id="{F98459EC-84E8-5BCC-BC5B-D0D2AD0515FA}"/>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graphicFrame>
        <p:nvGraphicFramePr>
          <p:cNvPr id="17" name="图表 16">
            <a:extLst>
              <a:ext uri="{FF2B5EF4-FFF2-40B4-BE49-F238E27FC236}">
                <a16:creationId xmlns:a16="http://schemas.microsoft.com/office/drawing/2014/main" id="{C9D7078C-7553-329D-75EB-775C1E5C0CC7}"/>
              </a:ext>
            </a:extLst>
          </p:cNvPr>
          <p:cNvGraphicFramePr>
            <a:graphicFrameLocks/>
          </p:cNvGraphicFramePr>
          <p:nvPr/>
        </p:nvGraphicFramePr>
        <p:xfrm>
          <a:off x="479423" y="966651"/>
          <a:ext cx="10519955" cy="5200665"/>
        </p:xfrm>
        <a:graphic>
          <a:graphicData uri="http://schemas.openxmlformats.org/drawingml/2006/chart">
            <c:chart xmlns:c="http://schemas.openxmlformats.org/drawingml/2006/chart" xmlns:r="http://schemas.openxmlformats.org/officeDocument/2006/relationships" r:id="rId2"/>
          </a:graphicData>
        </a:graphic>
      </p:graphicFrame>
      <p:sp>
        <p:nvSpPr>
          <p:cNvPr id="8" name="矩形: 圆角 7">
            <a:extLst>
              <a:ext uri="{FF2B5EF4-FFF2-40B4-BE49-F238E27FC236}">
                <a16:creationId xmlns:a16="http://schemas.microsoft.com/office/drawing/2014/main" id="{865A82FE-7559-BDBA-F4E2-7D0B5F6BE369}"/>
              </a:ext>
            </a:extLst>
          </p:cNvPr>
          <p:cNvSpPr/>
          <p:nvPr/>
        </p:nvSpPr>
        <p:spPr bwMode="gray">
          <a:xfrm>
            <a:off x="3648892" y="1575193"/>
            <a:ext cx="409302" cy="3928624"/>
          </a:xfrm>
          <a:prstGeom prst="roundRect">
            <a:avLst/>
          </a:prstGeom>
          <a:noFill/>
          <a:ln w="28575">
            <a:solidFill>
              <a:srgbClr val="EE65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2" name="文本框 11">
            <a:extLst>
              <a:ext uri="{FF2B5EF4-FFF2-40B4-BE49-F238E27FC236}">
                <a16:creationId xmlns:a16="http://schemas.microsoft.com/office/drawing/2014/main" id="{D2899944-6291-194C-25C7-51F266357212}"/>
              </a:ext>
            </a:extLst>
          </p:cNvPr>
          <p:cNvSpPr txBox="1"/>
          <p:nvPr/>
        </p:nvSpPr>
        <p:spPr bwMode="gray">
          <a:xfrm>
            <a:off x="3243806" y="1307425"/>
            <a:ext cx="1628775" cy="315920"/>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Boehringer Forward Text"/>
                <a:ea typeface="+mn-ea"/>
                <a:cs typeface="+mn-cs"/>
              </a:rPr>
              <a:t>19 Screened </a:t>
            </a: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1" name="文本框 10">
            <a:extLst>
              <a:ext uri="{FF2B5EF4-FFF2-40B4-BE49-F238E27FC236}">
                <a16:creationId xmlns:a16="http://schemas.microsoft.com/office/drawing/2014/main" id="{EE0C8E7E-FDDB-26DA-950A-A0414BC91402}"/>
              </a:ext>
            </a:extLst>
          </p:cNvPr>
          <p:cNvSpPr txBox="1"/>
          <p:nvPr/>
        </p:nvSpPr>
        <p:spPr bwMode="gray">
          <a:xfrm>
            <a:off x="3853541" y="2170258"/>
            <a:ext cx="1628775" cy="315920"/>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Boehringer Forward Text"/>
                <a:ea typeface="+mn-ea"/>
                <a:cs typeface="+mn-cs"/>
              </a:rPr>
              <a:t>6 In screening</a:t>
            </a: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9" name="文本框 8">
            <a:extLst>
              <a:ext uri="{FF2B5EF4-FFF2-40B4-BE49-F238E27FC236}">
                <a16:creationId xmlns:a16="http://schemas.microsoft.com/office/drawing/2014/main" id="{D1721526-4274-2B50-3460-D820DA68F8A2}"/>
              </a:ext>
            </a:extLst>
          </p:cNvPr>
          <p:cNvSpPr txBox="1"/>
          <p:nvPr/>
        </p:nvSpPr>
        <p:spPr bwMode="gray">
          <a:xfrm>
            <a:off x="3853543" y="4537612"/>
            <a:ext cx="1628775" cy="315920"/>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Boehringer Forward Text"/>
                <a:ea typeface="+mn-ea"/>
                <a:cs typeface="+mn-cs"/>
              </a:rPr>
              <a:t>4 Randomized </a:t>
            </a: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0" name="文本框 9">
            <a:extLst>
              <a:ext uri="{FF2B5EF4-FFF2-40B4-BE49-F238E27FC236}">
                <a16:creationId xmlns:a16="http://schemas.microsoft.com/office/drawing/2014/main" id="{D26BC98F-4128-E423-0518-36A139CE835A}"/>
              </a:ext>
            </a:extLst>
          </p:cNvPr>
          <p:cNvSpPr txBox="1"/>
          <p:nvPr/>
        </p:nvSpPr>
        <p:spPr bwMode="gray">
          <a:xfrm>
            <a:off x="3853542" y="3375942"/>
            <a:ext cx="1628775" cy="315920"/>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Boehringer Forward Text"/>
                <a:ea typeface="+mn-ea"/>
                <a:cs typeface="+mn-cs"/>
              </a:rPr>
              <a:t>9 Screen failed </a:t>
            </a: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Tree>
    <p:extLst>
      <p:ext uri="{BB962C8B-B14F-4D97-AF65-F5344CB8AC3E}">
        <p14:creationId xmlns:p14="http://schemas.microsoft.com/office/powerpoint/2010/main" val="6420423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50D9143-14E8-2939-4F86-F737071A8E23}"/>
              </a:ext>
            </a:extLst>
          </p:cNvPr>
          <p:cNvSpPr>
            <a:spLocks noGrp="1"/>
          </p:cNvSpPr>
          <p:nvPr>
            <p:ph type="title"/>
          </p:nvPr>
        </p:nvSpPr>
        <p:spPr/>
        <p:txBody>
          <a:bodyPr/>
          <a:lstStyle/>
          <a:p>
            <a:r>
              <a:rPr lang="de-DE"/>
              <a:t>1397-0014 Amendment for the inclusion of adolescents LCI</a:t>
            </a:r>
          </a:p>
        </p:txBody>
      </p:sp>
      <p:sp>
        <p:nvSpPr>
          <p:cNvPr id="5" name="Fußzeilenplatzhalter 4">
            <a:extLst>
              <a:ext uri="{FF2B5EF4-FFF2-40B4-BE49-F238E27FC236}">
                <a16:creationId xmlns:a16="http://schemas.microsoft.com/office/drawing/2014/main" id="{7738C360-831E-952F-821F-4BA69FE77A38}"/>
              </a:ext>
            </a:extLst>
          </p:cNvPr>
          <p:cNvSpPr>
            <a:spLocks noGrp="1"/>
          </p:cNvSpPr>
          <p:nvPr>
            <p:ph type="ftr" sz="quarter" idx="19"/>
          </p:nvPr>
        </p:nvSpPr>
        <p:spPr bwMode="gray">
          <a:xfrm>
            <a:off x="6312024" y="6246836"/>
            <a:ext cx="5040560" cy="288000"/>
          </a:xfrm>
          <a:prstGeom prst="rect">
            <a:avLst/>
          </a:prstGeom>
        </p:spPr>
        <p:txBody>
          <a:bodyPr vert="horz" lIns="0" tIns="0" rIns="0" bIns="0" rtlCol="0" anchor="b">
            <a:noAutofit/>
          </a:bodyPr>
          <a:lstStyle>
            <a:defPPr>
              <a:defRPr lang="zh-CN"/>
            </a:defPPr>
            <a:lvl1pPr marL="0" indent="0" algn="r" defTabSz="914400" rtl="0" eaLnBrk="1" latinLnBrk="0" hangingPunct="1">
              <a:spcAft>
                <a:spcPts val="300"/>
              </a:spcAft>
              <a:defRPr sz="800" kern="1200">
                <a:solidFill>
                  <a:schemeClr val="bg2"/>
                </a:solidFill>
                <a:latin typeface="+mn-lt"/>
                <a:ea typeface="+mn-ea"/>
                <a:cs typeface="+mn-cs"/>
              </a:defRPr>
            </a:lvl1pPr>
            <a:lvl2pPr marL="0" indent="0" algn="l" defTabSz="914400" rtl="0" eaLnBrk="1" latinLnBrk="0" hangingPunct="1">
              <a:defRPr sz="800" kern="1200">
                <a:solidFill>
                  <a:schemeClr val="tx1"/>
                </a:solidFill>
                <a:latin typeface="+mn-lt"/>
                <a:ea typeface="+mn-ea"/>
                <a:cs typeface="+mn-cs"/>
              </a:defRPr>
            </a:lvl2pPr>
            <a:lvl3pPr marL="0" indent="0" algn="l" defTabSz="914400" rtl="0" eaLnBrk="1" latinLnBrk="0" hangingPunct="1">
              <a:defRPr sz="800" kern="1200">
                <a:solidFill>
                  <a:schemeClr val="tx1"/>
                </a:solidFill>
                <a:latin typeface="+mn-lt"/>
                <a:ea typeface="+mn-ea"/>
                <a:cs typeface="+mn-cs"/>
              </a:defRPr>
            </a:lvl3pPr>
            <a:lvl4pPr marL="0" indent="0" algn="l" defTabSz="914400" rtl="0" eaLnBrk="1" latinLnBrk="0" hangingPunct="1">
              <a:defRPr sz="800" kern="1200">
                <a:solidFill>
                  <a:schemeClr val="tx1"/>
                </a:solidFill>
                <a:latin typeface="+mn-lt"/>
                <a:ea typeface="+mn-ea"/>
                <a:cs typeface="+mn-cs"/>
              </a:defRPr>
            </a:lvl4pPr>
            <a:lvl5pPr marL="0" indent="0" algn="l" defTabSz="914400" rtl="0" eaLnBrk="1" latinLnBrk="0" hangingPunct="1">
              <a:defRPr sz="800" kern="1200">
                <a:solidFill>
                  <a:schemeClr val="tx1"/>
                </a:solidFill>
                <a:latin typeface="+mn-lt"/>
                <a:ea typeface="+mn-ea"/>
                <a:cs typeface="+mn-cs"/>
              </a:defRPr>
            </a:lvl5pPr>
            <a:lvl6pPr marL="0" indent="0" algn="l" defTabSz="914400" rtl="0" eaLnBrk="1" latinLnBrk="0" hangingPunct="1">
              <a:defRPr sz="800" kern="1200">
                <a:solidFill>
                  <a:schemeClr val="tx1"/>
                </a:solidFill>
                <a:latin typeface="+mn-lt"/>
                <a:ea typeface="+mn-ea"/>
                <a:cs typeface="+mn-cs"/>
              </a:defRPr>
            </a:lvl6pPr>
            <a:lvl7pPr marL="0" indent="0" algn="l" defTabSz="914400" rtl="0" eaLnBrk="1" latinLnBrk="0" hangingPunct="1">
              <a:defRPr sz="800" kern="1200">
                <a:solidFill>
                  <a:schemeClr val="tx1"/>
                </a:solidFill>
                <a:latin typeface="+mn-lt"/>
                <a:ea typeface="+mn-ea"/>
                <a:cs typeface="+mn-cs"/>
              </a:defRPr>
            </a:lvl7pPr>
            <a:lvl8pPr marL="0" indent="0" algn="l" defTabSz="914400" rtl="0" eaLnBrk="1" latinLnBrk="0" hangingPunct="1">
              <a:defRPr sz="800" kern="1200">
                <a:solidFill>
                  <a:schemeClr val="tx1"/>
                </a:solidFill>
                <a:latin typeface="+mn-lt"/>
                <a:ea typeface="+mn-ea"/>
                <a:cs typeface="+mn-cs"/>
              </a:defRPr>
            </a:lvl8pPr>
            <a:lvl9pPr marL="0" indent="0" algn="l" defTabSz="914400" rtl="0" eaLnBrk="1" latinLnBrk="0" hangingPunct="1">
              <a:defRPr sz="800" kern="1200">
                <a:solidFill>
                  <a:schemeClr val="tx1"/>
                </a:solidFill>
                <a:latin typeface="+mn-lt"/>
                <a:ea typeface="+mn-ea"/>
                <a:cs typeface="+mn-cs"/>
              </a:defRPr>
            </a:lvl9pPr>
          </a:lstStyle>
          <a:p>
            <a:r>
              <a:rPr lang="en-US" altLang="zh-CN"/>
              <a:t>TA CEC Portfolio Update|    ONLY FOR INTERNAL USE</a:t>
            </a:r>
            <a:endParaRPr lang="en-US"/>
          </a:p>
        </p:txBody>
      </p:sp>
      <p:sp>
        <p:nvSpPr>
          <p:cNvPr id="6" name="Foliennummernplatzhalter 5">
            <a:extLst>
              <a:ext uri="{FF2B5EF4-FFF2-40B4-BE49-F238E27FC236}">
                <a16:creationId xmlns:a16="http://schemas.microsoft.com/office/drawing/2014/main" id="{2391A705-EA31-251E-63F6-10905A3B25FF}"/>
              </a:ext>
            </a:extLst>
          </p:cNvPr>
          <p:cNvSpPr>
            <a:spLocks noGrp="1"/>
          </p:cNvSpPr>
          <p:nvPr>
            <p:ph type="sldNum" sz="quarter" idx="20"/>
          </p:nvPr>
        </p:nvSpPr>
        <p:spPr/>
        <p:txBody>
          <a:bodyPr/>
          <a:lstStyle/>
          <a:p>
            <a:fld id="{DF4E8F9F-5B1F-4F5B-BE49-3245D8C18D9F}" type="slidenum">
              <a:rPr lang="en-US" smtClean="0"/>
              <a:pPr/>
              <a:t>51</a:t>
            </a:fld>
            <a:endParaRPr lang="en-US"/>
          </a:p>
        </p:txBody>
      </p:sp>
      <p:sp>
        <p:nvSpPr>
          <p:cNvPr id="7" name="Inhaltsplatzhalter 2">
            <a:extLst>
              <a:ext uri="{FF2B5EF4-FFF2-40B4-BE49-F238E27FC236}">
                <a16:creationId xmlns:a16="http://schemas.microsoft.com/office/drawing/2014/main" id="{2FD1D9BB-1065-BAAC-D08E-4C6CE1B3B8F3}"/>
              </a:ext>
            </a:extLst>
          </p:cNvPr>
          <p:cNvSpPr>
            <a:spLocks noGrp="1"/>
          </p:cNvSpPr>
          <p:nvPr>
            <p:ph idx="1"/>
          </p:nvPr>
        </p:nvSpPr>
        <p:spPr>
          <a:xfrm>
            <a:off x="479424" y="1114083"/>
            <a:ext cx="7779370" cy="4836048"/>
          </a:xfrm>
        </p:spPr>
        <p:txBody>
          <a:bodyPr vert="horz" lIns="0" tIns="0" rIns="0" bIns="0" rtlCol="0" anchor="t">
            <a:noAutofit/>
          </a:bodyPr>
          <a:lstStyle/>
          <a:p>
            <a:pPr marL="215900" indent="-215900"/>
            <a:r>
              <a:rPr lang="de-DE" sz="1400"/>
              <a:t>LCI  (lung clearance index): 11 countries have the capabilities to perform the LCI (25 sites) </a:t>
            </a:r>
          </a:p>
          <a:p>
            <a:pPr marL="215900" indent="-215900"/>
            <a:r>
              <a:rPr lang="en-US" sz="1400"/>
              <a:t>LCI/MBW is a procedure which is difficult to standardize and interpret.</a:t>
            </a:r>
          </a:p>
          <a:p>
            <a:pPr marL="215900" indent="-215900"/>
            <a:r>
              <a:rPr lang="en-US" sz="1400"/>
              <a:t> CORC centralizes and trains sites to conduct LCI in a standardized manner but also does a central readout. </a:t>
            </a:r>
          </a:p>
          <a:p>
            <a:pPr marL="431800" lvl="1" indent="-215900"/>
            <a:r>
              <a:rPr lang="en-US" sz="1400"/>
              <a:t>CORC is based in UK and was already validated and contracted for the </a:t>
            </a:r>
            <a:r>
              <a:rPr lang="en-US" sz="1400" err="1"/>
              <a:t>Lenitvirus</a:t>
            </a:r>
            <a:r>
              <a:rPr lang="en-US" sz="1400"/>
              <a:t> program</a:t>
            </a:r>
          </a:p>
          <a:p>
            <a:pPr marL="431800" lvl="1" indent="-215900"/>
            <a:r>
              <a:rPr lang="en-US" sz="1400"/>
              <a:t>CORC has partners in the US and Australia which might depending on capabilities perform these services in </a:t>
            </a:r>
            <a:r>
              <a:rPr lang="en-US" sz="1400" err="1"/>
              <a:t>Australisia</a:t>
            </a:r>
            <a:r>
              <a:rPr lang="en-US" sz="1400"/>
              <a:t> and the US, however, these partners are not validated by BI and would require separate contracts</a:t>
            </a:r>
          </a:p>
          <a:p>
            <a:pPr marL="431800" lvl="1" indent="-215900"/>
            <a:r>
              <a:rPr lang="en-US" sz="1400"/>
              <a:t>Team is currently collating all relevant information from the sites for the discussions with CORC and aims to have a contract only with this institute</a:t>
            </a:r>
          </a:p>
          <a:p>
            <a:pPr marL="431800" lvl="1" indent="-215900"/>
            <a:r>
              <a:rPr lang="en-US" sz="1400"/>
              <a:t>Evidence Team agreed to go with the sites first who can be covered by the CORC institute and if need be these will be the only ones; however, trial team to look into further solutions in parallel</a:t>
            </a:r>
            <a:endParaRPr lang="de-DE" sz="1400"/>
          </a:p>
        </p:txBody>
      </p:sp>
      <p:graphicFrame>
        <p:nvGraphicFramePr>
          <p:cNvPr id="8" name="Object 4">
            <a:extLst>
              <a:ext uri="{FF2B5EF4-FFF2-40B4-BE49-F238E27FC236}">
                <a16:creationId xmlns:a16="http://schemas.microsoft.com/office/drawing/2014/main" id="{CABF88C0-952F-1AD1-6E74-578FF77B4517}"/>
              </a:ext>
            </a:extLst>
          </p:cNvPr>
          <p:cNvGraphicFramePr>
            <a:graphicFrameLocks noChangeAspect="1"/>
          </p:cNvGraphicFramePr>
          <p:nvPr/>
        </p:nvGraphicFramePr>
        <p:xfrm>
          <a:off x="8781534" y="951499"/>
          <a:ext cx="2787058" cy="5147469"/>
        </p:xfrm>
        <a:graphic>
          <a:graphicData uri="http://schemas.openxmlformats.org/presentationml/2006/ole">
            <mc:AlternateContent xmlns:mc="http://schemas.openxmlformats.org/markup-compatibility/2006">
              <mc:Choice xmlns:v="urn:schemas-microsoft-com:vml" Requires="v">
                <p:oleObj name="Worksheet" r:id="rId2" imgW="3194074" imgH="5899207" progId="Excel.Sheet.12">
                  <p:embed/>
                </p:oleObj>
              </mc:Choice>
              <mc:Fallback>
                <p:oleObj name="Worksheet" r:id="rId2" imgW="3194074" imgH="5899207" progId="Excel.Sheet.12">
                  <p:embed/>
                  <p:pic>
                    <p:nvPicPr>
                      <p:cNvPr id="8" name="Object 4">
                        <a:extLst>
                          <a:ext uri="{FF2B5EF4-FFF2-40B4-BE49-F238E27FC236}">
                            <a16:creationId xmlns:a16="http://schemas.microsoft.com/office/drawing/2014/main" id="{CABF88C0-952F-1AD1-6E74-578FF77B4517}"/>
                          </a:ext>
                        </a:extLst>
                      </p:cNvPr>
                      <p:cNvPicPr/>
                      <p:nvPr/>
                    </p:nvPicPr>
                    <p:blipFill>
                      <a:blip r:embed="rId3"/>
                      <a:stretch>
                        <a:fillRect/>
                      </a:stretch>
                    </p:blipFill>
                    <p:spPr>
                      <a:xfrm>
                        <a:off x="8781534" y="951499"/>
                        <a:ext cx="2787058" cy="5147469"/>
                      </a:xfrm>
                      <a:prstGeom prst="rect">
                        <a:avLst/>
                      </a:prstGeom>
                    </p:spPr>
                  </p:pic>
                </p:oleObj>
              </mc:Fallback>
            </mc:AlternateContent>
          </a:graphicData>
        </a:graphic>
      </p:graphicFrame>
    </p:spTree>
    <p:extLst>
      <p:ext uri="{BB962C8B-B14F-4D97-AF65-F5344CB8AC3E}">
        <p14:creationId xmlns:p14="http://schemas.microsoft.com/office/powerpoint/2010/main" val="191790747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DFAE5-756E-4571-F5D2-E84C885D087A}"/>
              </a:ext>
            </a:extLst>
          </p:cNvPr>
          <p:cNvSpPr>
            <a:spLocks noGrp="1"/>
          </p:cNvSpPr>
          <p:nvPr>
            <p:ph type="title"/>
          </p:nvPr>
        </p:nvSpPr>
        <p:spPr/>
        <p:txBody>
          <a:bodyPr/>
          <a:lstStyle/>
          <a:p>
            <a:r>
              <a:rPr lang="de-DE"/>
              <a:t>1397-0018 trial (OLE) design (tbd Airtivity-on)</a:t>
            </a:r>
            <a:br>
              <a:rPr lang="de-DE"/>
            </a:br>
            <a:r>
              <a:rPr lang="en-US" sz="1800" kern="0">
                <a:solidFill>
                  <a:srgbClr val="000000"/>
                </a:solidFill>
                <a:effectLst/>
                <a:latin typeface="Calibri" panose="020F0502020204030204" pitchFamily="34" charset="0"/>
                <a:ea typeface="Calibri" panose="020F0502020204030204" pitchFamily="34" charset="0"/>
              </a:rPr>
              <a:t>L</a:t>
            </a:r>
            <a:r>
              <a:rPr lang="en-US" sz="1800" kern="0">
                <a:effectLst/>
                <a:latin typeface="Calibri" panose="020F0502020204030204" pitchFamily="34" charset="0"/>
                <a:ea typeface="MS Mincho" panose="02020609040205080304" pitchFamily="49" charset="-128"/>
              </a:rPr>
              <a:t>ong term safety and efficacy of BI 1291583 in patients with bronchiectasis </a:t>
            </a:r>
            <a:endParaRPr lang="de-DE"/>
          </a:p>
        </p:txBody>
      </p:sp>
      <p:sp>
        <p:nvSpPr>
          <p:cNvPr id="4" name="Text Placeholder 3">
            <a:extLst>
              <a:ext uri="{FF2B5EF4-FFF2-40B4-BE49-F238E27FC236}">
                <a16:creationId xmlns:a16="http://schemas.microsoft.com/office/drawing/2014/main" id="{E07F849D-724D-F869-8308-31219F0F2BA3}"/>
              </a:ext>
            </a:extLst>
          </p:cNvPr>
          <p:cNvSpPr>
            <a:spLocks noGrp="1"/>
          </p:cNvSpPr>
          <p:nvPr>
            <p:ph type="body" sz="quarter" idx="13"/>
          </p:nvPr>
        </p:nvSpPr>
        <p:spPr/>
        <p:txBody>
          <a:bodyPr/>
          <a:lstStyle/>
          <a:p>
            <a:endParaRPr lang="de-DE"/>
          </a:p>
        </p:txBody>
      </p:sp>
      <p:sp>
        <p:nvSpPr>
          <p:cNvPr id="5" name="Footer Placeholder 4">
            <a:extLst>
              <a:ext uri="{FF2B5EF4-FFF2-40B4-BE49-F238E27FC236}">
                <a16:creationId xmlns:a16="http://schemas.microsoft.com/office/drawing/2014/main" id="{11B8A49B-7BBA-FF35-4C38-FA2EF39A4E95}"/>
              </a:ext>
            </a:extLst>
          </p:cNvPr>
          <p:cNvSpPr>
            <a:spLocks noGrp="1"/>
          </p:cNvSpPr>
          <p:nvPr>
            <p:ph type="ftr" sz="quarter" idx="19"/>
          </p:nvPr>
        </p:nvSpPr>
        <p:spPr bwMode="gray">
          <a:xfrm>
            <a:off x="6312024" y="6246836"/>
            <a:ext cx="5040560" cy="288000"/>
          </a:xfrm>
          <a:prstGeom prst="rect">
            <a:avLst/>
          </a:prstGeom>
        </p:spPr>
        <p:txBody>
          <a:bodyPr vert="horz" lIns="0" tIns="0" rIns="0" bIns="0" rtlCol="0" anchor="b">
            <a:noAutofit/>
          </a:bodyPr>
          <a:lstStyle>
            <a:defPPr>
              <a:defRPr lang="zh-CN"/>
            </a:defPPr>
            <a:lvl1pPr marL="0" indent="0" algn="r" defTabSz="914400" rtl="0" eaLnBrk="1" latinLnBrk="0" hangingPunct="1">
              <a:spcAft>
                <a:spcPts val="300"/>
              </a:spcAft>
              <a:defRPr sz="800" kern="1200">
                <a:solidFill>
                  <a:schemeClr val="bg2"/>
                </a:solidFill>
                <a:latin typeface="+mn-lt"/>
                <a:ea typeface="+mn-ea"/>
                <a:cs typeface="+mn-cs"/>
              </a:defRPr>
            </a:lvl1pPr>
            <a:lvl2pPr marL="0" indent="0" algn="l" defTabSz="914400" rtl="0" eaLnBrk="1" latinLnBrk="0" hangingPunct="1">
              <a:defRPr sz="800" kern="1200">
                <a:solidFill>
                  <a:schemeClr val="tx1"/>
                </a:solidFill>
                <a:latin typeface="+mn-lt"/>
                <a:ea typeface="+mn-ea"/>
                <a:cs typeface="+mn-cs"/>
              </a:defRPr>
            </a:lvl2pPr>
            <a:lvl3pPr marL="0" indent="0" algn="l" defTabSz="914400" rtl="0" eaLnBrk="1" latinLnBrk="0" hangingPunct="1">
              <a:defRPr sz="800" kern="1200">
                <a:solidFill>
                  <a:schemeClr val="tx1"/>
                </a:solidFill>
                <a:latin typeface="+mn-lt"/>
                <a:ea typeface="+mn-ea"/>
                <a:cs typeface="+mn-cs"/>
              </a:defRPr>
            </a:lvl3pPr>
            <a:lvl4pPr marL="0" indent="0" algn="l" defTabSz="914400" rtl="0" eaLnBrk="1" latinLnBrk="0" hangingPunct="1">
              <a:defRPr sz="800" kern="1200">
                <a:solidFill>
                  <a:schemeClr val="tx1"/>
                </a:solidFill>
                <a:latin typeface="+mn-lt"/>
                <a:ea typeface="+mn-ea"/>
                <a:cs typeface="+mn-cs"/>
              </a:defRPr>
            </a:lvl4pPr>
            <a:lvl5pPr marL="0" indent="0" algn="l" defTabSz="914400" rtl="0" eaLnBrk="1" latinLnBrk="0" hangingPunct="1">
              <a:defRPr sz="800" kern="1200">
                <a:solidFill>
                  <a:schemeClr val="tx1"/>
                </a:solidFill>
                <a:latin typeface="+mn-lt"/>
                <a:ea typeface="+mn-ea"/>
                <a:cs typeface="+mn-cs"/>
              </a:defRPr>
            </a:lvl5pPr>
            <a:lvl6pPr marL="0" indent="0" algn="l" defTabSz="914400" rtl="0" eaLnBrk="1" latinLnBrk="0" hangingPunct="1">
              <a:defRPr sz="800" kern="1200">
                <a:solidFill>
                  <a:schemeClr val="tx1"/>
                </a:solidFill>
                <a:latin typeface="+mn-lt"/>
                <a:ea typeface="+mn-ea"/>
                <a:cs typeface="+mn-cs"/>
              </a:defRPr>
            </a:lvl6pPr>
            <a:lvl7pPr marL="0" indent="0" algn="l" defTabSz="914400" rtl="0" eaLnBrk="1" latinLnBrk="0" hangingPunct="1">
              <a:defRPr sz="800" kern="1200">
                <a:solidFill>
                  <a:schemeClr val="tx1"/>
                </a:solidFill>
                <a:latin typeface="+mn-lt"/>
                <a:ea typeface="+mn-ea"/>
                <a:cs typeface="+mn-cs"/>
              </a:defRPr>
            </a:lvl7pPr>
            <a:lvl8pPr marL="0" indent="0" algn="l" defTabSz="914400" rtl="0" eaLnBrk="1" latinLnBrk="0" hangingPunct="1">
              <a:defRPr sz="800" kern="1200">
                <a:solidFill>
                  <a:schemeClr val="tx1"/>
                </a:solidFill>
                <a:latin typeface="+mn-lt"/>
                <a:ea typeface="+mn-ea"/>
                <a:cs typeface="+mn-cs"/>
              </a:defRPr>
            </a:lvl8pPr>
            <a:lvl9pPr marL="0" indent="0" algn="l" defTabSz="914400" rtl="0" eaLnBrk="1" latinLnBrk="0" hangingPunct="1">
              <a:defRPr sz="800" kern="1200">
                <a:solidFill>
                  <a:schemeClr val="tx1"/>
                </a:solidFill>
                <a:latin typeface="+mn-lt"/>
                <a:ea typeface="+mn-ea"/>
                <a:cs typeface="+mn-cs"/>
              </a:defRPr>
            </a:lvl9pPr>
          </a:lstStyle>
          <a:p>
            <a:r>
              <a:rPr lang="en-US" altLang="zh-CN"/>
              <a:t>TA CEC Portfolio Update|    ONLY FOR INTERNAL USE</a:t>
            </a:r>
            <a:endParaRPr lang="en-US"/>
          </a:p>
        </p:txBody>
      </p:sp>
      <p:sp>
        <p:nvSpPr>
          <p:cNvPr id="6" name="Slide Number Placeholder 5">
            <a:extLst>
              <a:ext uri="{FF2B5EF4-FFF2-40B4-BE49-F238E27FC236}">
                <a16:creationId xmlns:a16="http://schemas.microsoft.com/office/drawing/2014/main" id="{C8F2F503-2C3E-E1E3-311E-76681819ADC2}"/>
              </a:ext>
            </a:extLst>
          </p:cNvPr>
          <p:cNvSpPr>
            <a:spLocks noGrp="1"/>
          </p:cNvSpPr>
          <p:nvPr>
            <p:ph type="sldNum" sz="quarter" idx="20"/>
          </p:nvPr>
        </p:nvSpPr>
        <p:spPr/>
        <p:txBody>
          <a:bodyPr/>
          <a:lstStyle/>
          <a:p>
            <a:fld id="{DF4E8F9F-5B1F-4F5B-BE49-3245D8C18D9F}" type="slidenum">
              <a:rPr lang="en-US" smtClean="0"/>
              <a:pPr/>
              <a:t>52</a:t>
            </a:fld>
            <a:endParaRPr lang="en-US"/>
          </a:p>
        </p:txBody>
      </p:sp>
      <p:sp>
        <p:nvSpPr>
          <p:cNvPr id="7" name="Rectangle 6">
            <a:extLst>
              <a:ext uri="{FF2B5EF4-FFF2-40B4-BE49-F238E27FC236}">
                <a16:creationId xmlns:a16="http://schemas.microsoft.com/office/drawing/2014/main" id="{8306CCC6-12FF-CB36-C2B0-3BECD9D121FA}"/>
              </a:ext>
            </a:extLst>
          </p:cNvPr>
          <p:cNvSpPr/>
          <p:nvPr/>
        </p:nvSpPr>
        <p:spPr bwMode="gray">
          <a:xfrm>
            <a:off x="4276367" y="1973180"/>
            <a:ext cx="6517678" cy="364385"/>
          </a:xfrm>
          <a:prstGeom prst="rect">
            <a:avLst/>
          </a:prstGeom>
          <a:ln/>
        </p:spPr>
        <p:style>
          <a:lnRef idx="3">
            <a:schemeClr val="lt1"/>
          </a:lnRef>
          <a:fillRef idx="1">
            <a:schemeClr val="accent6"/>
          </a:fillRef>
          <a:effectRef idx="1">
            <a:schemeClr val="accent6"/>
          </a:effectRef>
          <a:fontRef idx="minor">
            <a:schemeClr val="lt1"/>
          </a:fontRef>
        </p:style>
        <p:txBody>
          <a:bodyPr rtlCol="0" anchor="ctr"/>
          <a:lstStyle/>
          <a:p>
            <a:pPr algn="ctr">
              <a:lnSpc>
                <a:spcPct val="140000"/>
              </a:lnSpc>
            </a:pPr>
            <a:r>
              <a:rPr lang="de-DE" sz="1600">
                <a:solidFill>
                  <a:schemeClr val="tx1"/>
                </a:solidFill>
              </a:rPr>
              <a:t>Verducatib 2.5mg</a:t>
            </a:r>
          </a:p>
        </p:txBody>
      </p:sp>
      <p:sp>
        <p:nvSpPr>
          <p:cNvPr id="8" name="Oval 7">
            <a:extLst>
              <a:ext uri="{FF2B5EF4-FFF2-40B4-BE49-F238E27FC236}">
                <a16:creationId xmlns:a16="http://schemas.microsoft.com/office/drawing/2014/main" id="{203C2BC2-A219-C261-8A0C-CB0E22F87870}"/>
              </a:ext>
            </a:extLst>
          </p:cNvPr>
          <p:cNvSpPr/>
          <p:nvPr/>
        </p:nvSpPr>
        <p:spPr bwMode="gray">
          <a:xfrm>
            <a:off x="3196961" y="1907866"/>
            <a:ext cx="522514" cy="495013"/>
          </a:xfrm>
          <a:prstGeom prst="ellipse">
            <a:avLst/>
          </a:prstGeom>
          <a:solidFill>
            <a:schemeClr val="bg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de-DE" sz="1600">
                <a:solidFill>
                  <a:schemeClr val="tx2"/>
                </a:solidFill>
              </a:rPr>
              <a:t>R</a:t>
            </a:r>
          </a:p>
        </p:txBody>
      </p:sp>
      <p:cxnSp>
        <p:nvCxnSpPr>
          <p:cNvPr id="10" name="Straight Arrow Connector 9">
            <a:extLst>
              <a:ext uri="{FF2B5EF4-FFF2-40B4-BE49-F238E27FC236}">
                <a16:creationId xmlns:a16="http://schemas.microsoft.com/office/drawing/2014/main" id="{38B07F49-A295-FAD9-98EC-BCC449D23B1A}"/>
              </a:ext>
            </a:extLst>
          </p:cNvPr>
          <p:cNvCxnSpPr>
            <a:cxnSpLocks/>
            <a:stCxn id="8" idx="6"/>
            <a:endCxn id="7" idx="1"/>
          </p:cNvCxnSpPr>
          <p:nvPr/>
        </p:nvCxnSpPr>
        <p:spPr bwMode="gray">
          <a:xfrm>
            <a:off x="3719475" y="2155373"/>
            <a:ext cx="556892" cy="0"/>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0E16BBA8-8127-BCB6-AFDD-8783BCF58FB1}"/>
              </a:ext>
            </a:extLst>
          </p:cNvPr>
          <p:cNvSpPr txBox="1"/>
          <p:nvPr/>
        </p:nvSpPr>
        <p:spPr bwMode="gray">
          <a:xfrm>
            <a:off x="467511" y="1313483"/>
            <a:ext cx="10314622" cy="315920"/>
          </a:xfrm>
          <a:prstGeom prst="rect">
            <a:avLst/>
          </a:prstGeom>
          <a:noFill/>
        </p:spPr>
        <p:txBody>
          <a:bodyPr wrap="square" lIns="0" tIns="0" rIns="0" bIns="0" rtlCol="0">
            <a:spAutoFit/>
          </a:bodyPr>
          <a:lstStyle/>
          <a:p>
            <a:pPr algn="l">
              <a:lnSpc>
                <a:spcPct val="140000"/>
              </a:lnSpc>
            </a:pPr>
            <a:r>
              <a:rPr lang="de-DE" sz="1600"/>
              <a:t>open label, uncontrolled trial for patients with bronchiectasis who completed AIRTIVITY or CLAIRLEAF</a:t>
            </a:r>
          </a:p>
        </p:txBody>
      </p:sp>
      <p:sp>
        <p:nvSpPr>
          <p:cNvPr id="13" name="TextBox 12">
            <a:extLst>
              <a:ext uri="{FF2B5EF4-FFF2-40B4-BE49-F238E27FC236}">
                <a16:creationId xmlns:a16="http://schemas.microsoft.com/office/drawing/2014/main" id="{A9F040BF-5D6F-8ACF-D73E-070C2BBFF853}"/>
              </a:ext>
            </a:extLst>
          </p:cNvPr>
          <p:cNvSpPr txBox="1"/>
          <p:nvPr/>
        </p:nvSpPr>
        <p:spPr bwMode="gray">
          <a:xfrm>
            <a:off x="337232" y="2594069"/>
            <a:ext cx="4708605" cy="1694759"/>
          </a:xfrm>
          <a:prstGeom prst="rect">
            <a:avLst/>
          </a:prstGeom>
          <a:noFill/>
        </p:spPr>
        <p:txBody>
          <a:bodyPr wrap="square" lIns="0" tIns="0" rIns="0" bIns="0" rtlCol="0">
            <a:spAutoFit/>
          </a:bodyPr>
          <a:lstStyle/>
          <a:p>
            <a:pPr algn="l">
              <a:lnSpc>
                <a:spcPct val="140000"/>
              </a:lnSpc>
            </a:pPr>
            <a:r>
              <a:rPr lang="de-DE" sz="1600" b="1"/>
              <a:t>Primary endpoint</a:t>
            </a:r>
          </a:p>
          <a:p>
            <a:pPr marL="285750" indent="-285750" algn="l">
              <a:lnSpc>
                <a:spcPct val="140000"/>
              </a:lnSpc>
              <a:buFont typeface="Arial" panose="020B0604020202020204" pitchFamily="34" charset="0"/>
              <a:buChar char="•"/>
            </a:pPr>
            <a:r>
              <a:rPr lang="de-DE" sz="1600"/>
              <a:t>Occurence of TEAs</a:t>
            </a:r>
          </a:p>
          <a:p>
            <a:pPr algn="l">
              <a:lnSpc>
                <a:spcPct val="140000"/>
              </a:lnSpc>
            </a:pPr>
            <a:r>
              <a:rPr lang="de-DE" sz="1600" b="1"/>
              <a:t>Secondary endpoint</a:t>
            </a:r>
          </a:p>
          <a:p>
            <a:pPr marL="285750" indent="-285750" algn="l">
              <a:lnSpc>
                <a:spcPct val="140000"/>
              </a:lnSpc>
              <a:buFont typeface="Arial" panose="020B0604020202020204" pitchFamily="34" charset="0"/>
              <a:buChar char="•"/>
            </a:pPr>
            <a:r>
              <a:rPr lang="de-DE" sz="1600"/>
              <a:t>Annualized rate of PEx (</a:t>
            </a:r>
            <a:r>
              <a:rPr lang="de-DE" sz="1600" i="1" u="sng"/>
              <a:t>no adjudication</a:t>
            </a:r>
            <a:r>
              <a:rPr lang="de-DE" sz="1600"/>
              <a:t>)</a:t>
            </a:r>
          </a:p>
          <a:p>
            <a:pPr marL="285750" indent="-285750" algn="l">
              <a:lnSpc>
                <a:spcPct val="140000"/>
              </a:lnSpc>
              <a:buFont typeface="Arial" panose="020B0604020202020204" pitchFamily="34" charset="0"/>
              <a:buChar char="•"/>
            </a:pPr>
            <a:r>
              <a:rPr lang="de-DE" sz="1600"/>
              <a:t>Change from baseline in FEV1 and FVC</a:t>
            </a:r>
          </a:p>
        </p:txBody>
      </p:sp>
      <p:cxnSp>
        <p:nvCxnSpPr>
          <p:cNvPr id="15" name="Straight Connector 14">
            <a:extLst>
              <a:ext uri="{FF2B5EF4-FFF2-40B4-BE49-F238E27FC236}">
                <a16:creationId xmlns:a16="http://schemas.microsoft.com/office/drawing/2014/main" id="{F0156ADE-3DB7-C3BF-FEDD-B90DD5A468A5}"/>
              </a:ext>
            </a:extLst>
          </p:cNvPr>
          <p:cNvCxnSpPr>
            <a:cxnSpLocks/>
          </p:cNvCxnSpPr>
          <p:nvPr/>
        </p:nvCxnSpPr>
        <p:spPr bwMode="gray">
          <a:xfrm>
            <a:off x="495012" y="5004851"/>
            <a:ext cx="11151556" cy="0"/>
          </a:xfrm>
          <a:prstGeom prst="line">
            <a:avLst/>
          </a:prstGeom>
          <a:ln>
            <a:headEnd type="non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16" name="Flowchart: Off-page Connector 15">
            <a:extLst>
              <a:ext uri="{FF2B5EF4-FFF2-40B4-BE49-F238E27FC236}">
                <a16:creationId xmlns:a16="http://schemas.microsoft.com/office/drawing/2014/main" id="{BC04BF0B-076B-CF12-CE2F-4E0D341999D3}"/>
              </a:ext>
            </a:extLst>
          </p:cNvPr>
          <p:cNvSpPr/>
          <p:nvPr/>
        </p:nvSpPr>
        <p:spPr bwMode="gray">
          <a:xfrm>
            <a:off x="467511" y="4785131"/>
            <a:ext cx="433136" cy="501889"/>
          </a:xfrm>
          <a:prstGeom prst="flowChartOffpageConnector">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de-DE" sz="800">
                <a:solidFill>
                  <a:schemeClr val="tx1"/>
                </a:solidFill>
              </a:rPr>
              <a:t>D1</a:t>
            </a:r>
          </a:p>
        </p:txBody>
      </p:sp>
      <p:sp>
        <p:nvSpPr>
          <p:cNvPr id="17" name="Flowchart: Off-page Connector 16">
            <a:extLst>
              <a:ext uri="{FF2B5EF4-FFF2-40B4-BE49-F238E27FC236}">
                <a16:creationId xmlns:a16="http://schemas.microsoft.com/office/drawing/2014/main" id="{D9CA88A2-DDE6-DCC2-C598-FD02C88A1A72}"/>
              </a:ext>
            </a:extLst>
          </p:cNvPr>
          <p:cNvSpPr/>
          <p:nvPr/>
        </p:nvSpPr>
        <p:spPr bwMode="gray">
          <a:xfrm>
            <a:off x="1926197" y="4772682"/>
            <a:ext cx="433136" cy="501889"/>
          </a:xfrm>
          <a:prstGeom prst="flowChartOffpageConnector">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de-DE" sz="800">
                <a:solidFill>
                  <a:schemeClr val="tx1"/>
                </a:solidFill>
              </a:rPr>
              <a:t>w12</a:t>
            </a:r>
          </a:p>
        </p:txBody>
      </p:sp>
      <p:sp>
        <p:nvSpPr>
          <p:cNvPr id="18" name="Flowchart: Off-page Connector 17">
            <a:extLst>
              <a:ext uri="{FF2B5EF4-FFF2-40B4-BE49-F238E27FC236}">
                <a16:creationId xmlns:a16="http://schemas.microsoft.com/office/drawing/2014/main" id="{6D9F1024-C367-D45C-86AF-9CDC38682DC9}"/>
              </a:ext>
            </a:extLst>
          </p:cNvPr>
          <p:cNvSpPr/>
          <p:nvPr/>
        </p:nvSpPr>
        <p:spPr bwMode="gray">
          <a:xfrm>
            <a:off x="3380870" y="4772681"/>
            <a:ext cx="433136" cy="501889"/>
          </a:xfrm>
          <a:prstGeom prst="flowChartOffpageConnector">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de-DE" sz="800">
                <a:solidFill>
                  <a:schemeClr val="tx1"/>
                </a:solidFill>
              </a:rPr>
              <a:t>w26</a:t>
            </a:r>
          </a:p>
        </p:txBody>
      </p:sp>
      <p:sp>
        <p:nvSpPr>
          <p:cNvPr id="19" name="Flowchart: Off-page Connector 18">
            <a:extLst>
              <a:ext uri="{FF2B5EF4-FFF2-40B4-BE49-F238E27FC236}">
                <a16:creationId xmlns:a16="http://schemas.microsoft.com/office/drawing/2014/main" id="{52E48670-1385-1B1E-B770-1C05C0BC6179}"/>
              </a:ext>
            </a:extLst>
          </p:cNvPr>
          <p:cNvSpPr/>
          <p:nvPr/>
        </p:nvSpPr>
        <p:spPr bwMode="gray">
          <a:xfrm>
            <a:off x="4835543" y="4807072"/>
            <a:ext cx="433136" cy="501889"/>
          </a:xfrm>
          <a:prstGeom prst="flowChartOffpageConnector">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de-DE" sz="800">
                <a:solidFill>
                  <a:schemeClr val="tx1"/>
                </a:solidFill>
              </a:rPr>
              <a:t>w40</a:t>
            </a:r>
          </a:p>
        </p:txBody>
      </p:sp>
      <p:sp>
        <p:nvSpPr>
          <p:cNvPr id="20" name="Flowchart: Off-page Connector 19">
            <a:extLst>
              <a:ext uri="{FF2B5EF4-FFF2-40B4-BE49-F238E27FC236}">
                <a16:creationId xmlns:a16="http://schemas.microsoft.com/office/drawing/2014/main" id="{C6228905-C414-2C67-F18D-78FB5CC1E101}"/>
              </a:ext>
            </a:extLst>
          </p:cNvPr>
          <p:cNvSpPr/>
          <p:nvPr/>
        </p:nvSpPr>
        <p:spPr bwMode="gray">
          <a:xfrm>
            <a:off x="6287360" y="4793309"/>
            <a:ext cx="433136" cy="501889"/>
          </a:xfrm>
          <a:prstGeom prst="flowChartOffpageConnector">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de-DE" sz="800">
                <a:solidFill>
                  <a:schemeClr val="tx1"/>
                </a:solidFill>
              </a:rPr>
              <a:t>w52</a:t>
            </a:r>
          </a:p>
        </p:txBody>
      </p:sp>
      <p:sp>
        <p:nvSpPr>
          <p:cNvPr id="21" name="TextBox 20">
            <a:extLst>
              <a:ext uri="{FF2B5EF4-FFF2-40B4-BE49-F238E27FC236}">
                <a16:creationId xmlns:a16="http://schemas.microsoft.com/office/drawing/2014/main" id="{05CBDC34-CD03-58BB-B1C8-FADAC16735E9}"/>
              </a:ext>
            </a:extLst>
          </p:cNvPr>
          <p:cNvSpPr txBox="1"/>
          <p:nvPr/>
        </p:nvSpPr>
        <p:spPr bwMode="gray">
          <a:xfrm>
            <a:off x="5624821" y="2474301"/>
            <a:ext cx="6228579" cy="1005340"/>
          </a:xfrm>
          <a:prstGeom prst="rect">
            <a:avLst/>
          </a:prstGeom>
          <a:noFill/>
        </p:spPr>
        <p:txBody>
          <a:bodyPr wrap="square" lIns="0" tIns="0" rIns="0" bIns="0" rtlCol="0">
            <a:spAutoFit/>
          </a:bodyPr>
          <a:lstStyle/>
          <a:p>
            <a:pPr algn="l">
              <a:lnSpc>
                <a:spcPct val="140000"/>
              </a:lnSpc>
            </a:pPr>
            <a:r>
              <a:rPr lang="de-DE" sz="1600" b="1"/>
              <a:t>Substudy</a:t>
            </a:r>
          </a:p>
          <a:p>
            <a:pPr algn="l">
              <a:lnSpc>
                <a:spcPct val="140000"/>
              </a:lnSpc>
            </a:pPr>
            <a:r>
              <a:rPr lang="de-DE" sz="1600"/>
              <a:t>HRCT follow up for participants of the AIRTIVITY HRCT substudy 2 years after initial baseline CT in AIRTIVITY</a:t>
            </a:r>
          </a:p>
        </p:txBody>
      </p:sp>
      <p:pic>
        <p:nvPicPr>
          <p:cNvPr id="23" name="Graphic 22" descr="Telephone with solid fill">
            <a:extLst>
              <a:ext uri="{FF2B5EF4-FFF2-40B4-BE49-F238E27FC236}">
                <a16:creationId xmlns:a16="http://schemas.microsoft.com/office/drawing/2014/main" id="{AA9A3A32-DF3A-72B9-8408-537202FF234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863645" y="5306280"/>
            <a:ext cx="364385" cy="364385"/>
          </a:xfrm>
          <a:prstGeom prst="rect">
            <a:avLst/>
          </a:prstGeom>
        </p:spPr>
      </p:pic>
      <p:sp>
        <p:nvSpPr>
          <p:cNvPr id="28" name="Rectangle 27">
            <a:extLst>
              <a:ext uri="{FF2B5EF4-FFF2-40B4-BE49-F238E27FC236}">
                <a16:creationId xmlns:a16="http://schemas.microsoft.com/office/drawing/2014/main" id="{67192CC7-4949-B2C7-0FD2-42D973B19593}"/>
              </a:ext>
            </a:extLst>
          </p:cNvPr>
          <p:cNvSpPr/>
          <p:nvPr/>
        </p:nvSpPr>
        <p:spPr bwMode="gray">
          <a:xfrm>
            <a:off x="7562707" y="4566590"/>
            <a:ext cx="3093834" cy="876522"/>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l">
              <a:lnSpc>
                <a:spcPct val="140000"/>
              </a:lnSpc>
              <a:buFont typeface="Arial" panose="020B0604020202020204" pitchFamily="34" charset="0"/>
              <a:buChar char="•"/>
            </a:pPr>
            <a:r>
              <a:rPr lang="de-DE" sz="1600">
                <a:solidFill>
                  <a:schemeClr val="tx1"/>
                </a:solidFill>
              </a:rPr>
              <a:t>Site visit every 6 months</a:t>
            </a:r>
          </a:p>
          <a:p>
            <a:pPr marL="285750" indent="-285750" algn="l">
              <a:lnSpc>
                <a:spcPct val="140000"/>
              </a:lnSpc>
              <a:buFont typeface="Arial" panose="020B0604020202020204" pitchFamily="34" charset="0"/>
              <a:buChar char="•"/>
            </a:pPr>
            <a:r>
              <a:rPr lang="de-DE" sz="1600">
                <a:solidFill>
                  <a:schemeClr val="tx1"/>
                </a:solidFill>
              </a:rPr>
              <a:t>In between 1 phone visit</a:t>
            </a:r>
          </a:p>
        </p:txBody>
      </p:sp>
      <p:sp>
        <p:nvSpPr>
          <p:cNvPr id="30" name="Rectangle 29">
            <a:extLst>
              <a:ext uri="{FF2B5EF4-FFF2-40B4-BE49-F238E27FC236}">
                <a16:creationId xmlns:a16="http://schemas.microsoft.com/office/drawing/2014/main" id="{0D0C5D41-8FDF-54E0-47F5-16245C7BC794}"/>
              </a:ext>
            </a:extLst>
          </p:cNvPr>
          <p:cNvSpPr/>
          <p:nvPr/>
        </p:nvSpPr>
        <p:spPr bwMode="gray">
          <a:xfrm>
            <a:off x="5624822" y="3606828"/>
            <a:ext cx="6021746" cy="721380"/>
          </a:xfrm>
          <a:prstGeom prst="rect">
            <a:avLst/>
          </a:prstGeom>
          <a:ln/>
        </p:spPr>
        <p:style>
          <a:lnRef idx="3">
            <a:schemeClr val="lt1"/>
          </a:lnRef>
          <a:fillRef idx="1">
            <a:schemeClr val="accent4"/>
          </a:fillRef>
          <a:effectRef idx="1">
            <a:schemeClr val="accent4"/>
          </a:effectRef>
          <a:fontRef idx="minor">
            <a:schemeClr val="lt1"/>
          </a:fontRef>
        </p:style>
        <p:txBody>
          <a:bodyPr rtlCol="0" anchor="ctr"/>
          <a:lstStyle/>
          <a:p>
            <a:pPr algn="ctr">
              <a:lnSpc>
                <a:spcPct val="140000"/>
              </a:lnSpc>
            </a:pPr>
            <a:r>
              <a:rPr lang="de-DE" sz="1600">
                <a:solidFill>
                  <a:schemeClr val="tx1"/>
                </a:solidFill>
              </a:rPr>
              <a:t>Currently no further exploratoy efficacy endpoints planned </a:t>
            </a:r>
            <a:br>
              <a:rPr lang="de-DE" sz="1600">
                <a:solidFill>
                  <a:schemeClr val="tx1"/>
                </a:solidFill>
              </a:rPr>
            </a:br>
            <a:r>
              <a:rPr lang="de-DE" sz="1600">
                <a:solidFill>
                  <a:schemeClr val="tx1"/>
                </a:solidFill>
              </a:rPr>
              <a:t>– tbc by Value</a:t>
            </a:r>
          </a:p>
        </p:txBody>
      </p:sp>
      <p:sp>
        <p:nvSpPr>
          <p:cNvPr id="22" name="Rectangle 6">
            <a:extLst>
              <a:ext uri="{FF2B5EF4-FFF2-40B4-BE49-F238E27FC236}">
                <a16:creationId xmlns:a16="http://schemas.microsoft.com/office/drawing/2014/main" id="{A59F752D-27CE-2121-8FA1-041CF7F97BF0}"/>
              </a:ext>
            </a:extLst>
          </p:cNvPr>
          <p:cNvSpPr/>
          <p:nvPr/>
        </p:nvSpPr>
        <p:spPr bwMode="gray">
          <a:xfrm>
            <a:off x="338599" y="1822858"/>
            <a:ext cx="1840836" cy="264947"/>
          </a:xfrm>
          <a:prstGeom prst="rect">
            <a:avLst/>
          </a:prstGeom>
          <a:solidFill>
            <a:srgbClr val="E5E3DE"/>
          </a:solidFill>
          <a:ln>
            <a:solidFill>
              <a:srgbClr val="E5E3DE"/>
            </a:solidFill>
          </a:ln>
        </p:spPr>
        <p:style>
          <a:lnRef idx="3">
            <a:schemeClr val="lt1"/>
          </a:lnRef>
          <a:fillRef idx="1">
            <a:schemeClr val="accent6"/>
          </a:fillRef>
          <a:effectRef idx="1">
            <a:schemeClr val="accent6"/>
          </a:effectRef>
          <a:fontRef idx="minor">
            <a:schemeClr val="lt1"/>
          </a:fontRef>
        </p:style>
        <p:txBody>
          <a:bodyPr rtlCol="0" anchor="ctr"/>
          <a:lstStyle/>
          <a:p>
            <a:pPr algn="ctr">
              <a:lnSpc>
                <a:spcPct val="140000"/>
              </a:lnSpc>
            </a:pPr>
            <a:r>
              <a:rPr lang="de-DE" sz="1200">
                <a:solidFill>
                  <a:schemeClr val="tx1"/>
                </a:solidFill>
              </a:rPr>
              <a:t>AIRTIVITY 2.5mg</a:t>
            </a:r>
          </a:p>
        </p:txBody>
      </p:sp>
      <p:sp>
        <p:nvSpPr>
          <p:cNvPr id="24" name="Rectangle 6">
            <a:extLst>
              <a:ext uri="{FF2B5EF4-FFF2-40B4-BE49-F238E27FC236}">
                <a16:creationId xmlns:a16="http://schemas.microsoft.com/office/drawing/2014/main" id="{7BE95A59-0379-D673-D971-321116228652}"/>
              </a:ext>
            </a:extLst>
          </p:cNvPr>
          <p:cNvSpPr/>
          <p:nvPr/>
        </p:nvSpPr>
        <p:spPr bwMode="gray">
          <a:xfrm>
            <a:off x="338599" y="2223063"/>
            <a:ext cx="1840836" cy="264947"/>
          </a:xfrm>
          <a:prstGeom prst="rect">
            <a:avLst/>
          </a:prstGeom>
          <a:solidFill>
            <a:srgbClr val="E5E3DE"/>
          </a:solidFill>
          <a:ln>
            <a:solidFill>
              <a:srgbClr val="E5E3DE"/>
            </a:solidFill>
          </a:ln>
        </p:spPr>
        <p:style>
          <a:lnRef idx="3">
            <a:schemeClr val="lt1"/>
          </a:lnRef>
          <a:fillRef idx="1">
            <a:schemeClr val="accent6"/>
          </a:fillRef>
          <a:effectRef idx="1">
            <a:schemeClr val="accent6"/>
          </a:effectRef>
          <a:fontRef idx="minor">
            <a:schemeClr val="lt1"/>
          </a:fontRef>
        </p:style>
        <p:txBody>
          <a:bodyPr rtlCol="0" anchor="ctr"/>
          <a:lstStyle/>
          <a:p>
            <a:pPr algn="ctr">
              <a:lnSpc>
                <a:spcPct val="140000"/>
              </a:lnSpc>
            </a:pPr>
            <a:r>
              <a:rPr lang="de-DE" sz="1200">
                <a:solidFill>
                  <a:schemeClr val="tx1"/>
                </a:solidFill>
              </a:rPr>
              <a:t>AIRTIVITY placebo</a:t>
            </a:r>
          </a:p>
        </p:txBody>
      </p:sp>
      <p:cxnSp>
        <p:nvCxnSpPr>
          <p:cNvPr id="26" name="Verbinder: gewinkelt 25">
            <a:extLst>
              <a:ext uri="{FF2B5EF4-FFF2-40B4-BE49-F238E27FC236}">
                <a16:creationId xmlns:a16="http://schemas.microsoft.com/office/drawing/2014/main" id="{D83796D3-927C-1859-686A-1145B3ABF58D}"/>
              </a:ext>
            </a:extLst>
          </p:cNvPr>
          <p:cNvCxnSpPr>
            <a:cxnSpLocks/>
            <a:stCxn id="22" idx="3"/>
          </p:cNvCxnSpPr>
          <p:nvPr/>
        </p:nvCxnSpPr>
        <p:spPr bwMode="gray">
          <a:xfrm>
            <a:off x="2179435" y="1955332"/>
            <a:ext cx="770020" cy="192315"/>
          </a:xfrm>
          <a:prstGeom prst="bentConnector3">
            <a:avLst/>
          </a:prstGeom>
          <a:ln w="63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9" name="Verbinder: gewinkelt 28">
            <a:extLst>
              <a:ext uri="{FF2B5EF4-FFF2-40B4-BE49-F238E27FC236}">
                <a16:creationId xmlns:a16="http://schemas.microsoft.com/office/drawing/2014/main" id="{BDAE4589-8217-0C3F-2420-35CA4361A2EB}"/>
              </a:ext>
            </a:extLst>
          </p:cNvPr>
          <p:cNvCxnSpPr>
            <a:cxnSpLocks/>
            <a:stCxn id="24" idx="3"/>
          </p:cNvCxnSpPr>
          <p:nvPr/>
        </p:nvCxnSpPr>
        <p:spPr bwMode="gray">
          <a:xfrm flipV="1">
            <a:off x="2179435" y="2143217"/>
            <a:ext cx="770020" cy="212320"/>
          </a:xfrm>
          <a:prstGeom prst="bentConnector3">
            <a:avLst/>
          </a:prstGeom>
          <a:ln w="63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584861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7F407-D348-EF20-D63A-B50F1D879A91}"/>
              </a:ext>
            </a:extLst>
          </p:cNvPr>
          <p:cNvSpPr>
            <a:spLocks noGrp="1"/>
          </p:cNvSpPr>
          <p:nvPr>
            <p:ph type="title"/>
          </p:nvPr>
        </p:nvSpPr>
        <p:spPr/>
        <p:txBody>
          <a:bodyPr/>
          <a:lstStyle/>
          <a:p>
            <a:r>
              <a:rPr lang="en-US"/>
              <a:t>Key assessments AIRTIVITY  vs OLE trial comparison</a:t>
            </a:r>
          </a:p>
        </p:txBody>
      </p:sp>
      <p:sp>
        <p:nvSpPr>
          <p:cNvPr id="5" name="Text Placeholder 4">
            <a:extLst>
              <a:ext uri="{FF2B5EF4-FFF2-40B4-BE49-F238E27FC236}">
                <a16:creationId xmlns:a16="http://schemas.microsoft.com/office/drawing/2014/main" id="{E930A3B1-DF46-13D8-3342-5E23200E8D2D}"/>
              </a:ext>
            </a:extLst>
          </p:cNvPr>
          <p:cNvSpPr>
            <a:spLocks noGrp="1"/>
          </p:cNvSpPr>
          <p:nvPr>
            <p:ph type="body" sz="quarter" idx="13"/>
          </p:nvPr>
        </p:nvSpPr>
        <p:spPr/>
        <p:txBody>
          <a:bodyPr/>
          <a:lstStyle/>
          <a:p>
            <a:endParaRPr lang="en-US"/>
          </a:p>
        </p:txBody>
      </p:sp>
      <p:sp>
        <p:nvSpPr>
          <p:cNvPr id="6" name="Slide Number Placeholder 5">
            <a:extLst>
              <a:ext uri="{FF2B5EF4-FFF2-40B4-BE49-F238E27FC236}">
                <a16:creationId xmlns:a16="http://schemas.microsoft.com/office/drawing/2014/main" id="{2C016A81-B917-D43F-A855-3A85474F62A5}"/>
              </a:ext>
            </a:extLst>
          </p:cNvPr>
          <p:cNvSpPr>
            <a:spLocks noGrp="1"/>
          </p:cNvSpPr>
          <p:nvPr>
            <p:ph type="sldNum" sz="quarter" idx="15"/>
          </p:nvPr>
        </p:nvSpPr>
        <p:spPr/>
        <p:txBody>
          <a:bodyPr/>
          <a:lstStyle/>
          <a:p>
            <a:fld id="{8FF9B0DE-3FEB-4AA0-B465-B80EF7C1333D}" type="slidenum">
              <a:rPr lang="en-US" smtClean="0"/>
              <a:pPr/>
              <a:t>53</a:t>
            </a:fld>
            <a:endParaRPr lang="en-US"/>
          </a:p>
        </p:txBody>
      </p:sp>
      <p:sp>
        <p:nvSpPr>
          <p:cNvPr id="7" name="Footer Placeholder 6">
            <a:extLst>
              <a:ext uri="{FF2B5EF4-FFF2-40B4-BE49-F238E27FC236}">
                <a16:creationId xmlns:a16="http://schemas.microsoft.com/office/drawing/2014/main" id="{7074077A-E561-5C5F-03D0-ADEBDE92AE04}"/>
              </a:ext>
            </a:extLst>
          </p:cNvPr>
          <p:cNvSpPr>
            <a:spLocks noGrp="1"/>
          </p:cNvSpPr>
          <p:nvPr>
            <p:ph type="ftr" sz="quarter" idx="21"/>
          </p:nvPr>
        </p:nvSpPr>
        <p:spPr/>
        <p:txBody>
          <a:bodyPr/>
          <a:lstStyle/>
          <a:p>
            <a:r>
              <a:rPr lang="en-US" altLang="zh-CN"/>
              <a:t>TA CEC Portfolio Update|    ONLY FOR INTERNAL USE</a:t>
            </a:r>
          </a:p>
        </p:txBody>
      </p:sp>
      <p:graphicFrame>
        <p:nvGraphicFramePr>
          <p:cNvPr id="8" name="Table 7">
            <a:extLst>
              <a:ext uri="{FF2B5EF4-FFF2-40B4-BE49-F238E27FC236}">
                <a16:creationId xmlns:a16="http://schemas.microsoft.com/office/drawing/2014/main" id="{4B8A45B0-5F3C-FF8C-6650-692FD1035498}"/>
              </a:ext>
            </a:extLst>
          </p:cNvPr>
          <p:cNvGraphicFramePr>
            <a:graphicFrameLocks noGrp="1"/>
          </p:cNvGraphicFramePr>
          <p:nvPr/>
        </p:nvGraphicFramePr>
        <p:xfrm>
          <a:off x="473056" y="1151279"/>
          <a:ext cx="10951536" cy="3681977"/>
        </p:xfrm>
        <a:graphic>
          <a:graphicData uri="http://schemas.openxmlformats.org/drawingml/2006/table">
            <a:tbl>
              <a:tblPr firstRow="1" bandRow="1">
                <a:tableStyleId>{5C22544A-7EE6-4342-B048-85BDC9FD1C3A}</a:tableStyleId>
              </a:tblPr>
              <a:tblGrid>
                <a:gridCol w="1315680">
                  <a:extLst>
                    <a:ext uri="{9D8B030D-6E8A-4147-A177-3AD203B41FA5}">
                      <a16:colId xmlns:a16="http://schemas.microsoft.com/office/drawing/2014/main" val="2104610129"/>
                    </a:ext>
                  </a:extLst>
                </a:gridCol>
                <a:gridCol w="5068898">
                  <a:extLst>
                    <a:ext uri="{9D8B030D-6E8A-4147-A177-3AD203B41FA5}">
                      <a16:colId xmlns:a16="http://schemas.microsoft.com/office/drawing/2014/main" val="1041945300"/>
                    </a:ext>
                  </a:extLst>
                </a:gridCol>
                <a:gridCol w="4566958">
                  <a:extLst>
                    <a:ext uri="{9D8B030D-6E8A-4147-A177-3AD203B41FA5}">
                      <a16:colId xmlns:a16="http://schemas.microsoft.com/office/drawing/2014/main" val="796473757"/>
                    </a:ext>
                  </a:extLst>
                </a:gridCol>
              </a:tblGrid>
              <a:tr h="302881">
                <a:tc>
                  <a:txBody>
                    <a:bodyPr/>
                    <a:lstStyle/>
                    <a:p>
                      <a:pPr algn="ctr"/>
                      <a:r>
                        <a:rPr lang="en-US" sz="1200"/>
                        <a:t>Category</a:t>
                      </a:r>
                    </a:p>
                  </a:txBody>
                  <a:tcPr anchor="ctr"/>
                </a:tc>
                <a:tc>
                  <a:txBody>
                    <a:bodyPr/>
                    <a:lstStyle/>
                    <a:p>
                      <a:pPr algn="ctr"/>
                      <a:r>
                        <a:rPr lang="de-DE" sz="1200"/>
                        <a:t>AIRTIVITY</a:t>
                      </a:r>
                    </a:p>
                  </a:txBody>
                  <a:tcPr anchor="ctr"/>
                </a:tc>
                <a:tc>
                  <a:txBody>
                    <a:bodyPr/>
                    <a:lstStyle/>
                    <a:p>
                      <a:pPr algn="ctr"/>
                      <a:r>
                        <a:rPr lang="de-DE" sz="1200"/>
                        <a:t>OLE</a:t>
                      </a:r>
                    </a:p>
                  </a:txBody>
                  <a:tcPr anchor="ctr"/>
                </a:tc>
                <a:extLst>
                  <a:ext uri="{0D108BD9-81ED-4DB2-BD59-A6C34878D82A}">
                    <a16:rowId xmlns:a16="http://schemas.microsoft.com/office/drawing/2014/main" val="26347474"/>
                  </a:ext>
                </a:extLst>
              </a:tr>
              <a:tr h="343753">
                <a:tc rowSpan="3">
                  <a:txBody>
                    <a:bodyPr/>
                    <a:lstStyle/>
                    <a:p>
                      <a:pPr algn="ctr"/>
                      <a:r>
                        <a:rPr lang="en-US" sz="1200" b="1"/>
                        <a:t>Safety</a:t>
                      </a:r>
                    </a:p>
                  </a:txBody>
                  <a:tcPr anchor="ctr"/>
                </a:tc>
                <a:tc>
                  <a:txBody>
                    <a:bodyPr/>
                    <a:lstStyle/>
                    <a:p>
                      <a:r>
                        <a:rPr lang="de-DE" sz="1200"/>
                        <a:t>Adverse events reporting incl. PEx review - PEx adjudication</a:t>
                      </a:r>
                    </a:p>
                  </a:txBody>
                  <a:tcPr anchor="ctr"/>
                </a:tc>
                <a:tc>
                  <a:txBody>
                    <a:bodyPr/>
                    <a:lstStyle/>
                    <a:p>
                      <a:r>
                        <a:rPr lang="de-DE" sz="1200"/>
                        <a:t>Adverse events reporting incl. PEX review </a:t>
                      </a:r>
                      <a:r>
                        <a:rPr lang="de-DE" sz="1200">
                          <a:highlight>
                            <a:srgbClr val="00FF00"/>
                          </a:highlight>
                        </a:rPr>
                        <a:t>– no adjudication</a:t>
                      </a:r>
                    </a:p>
                  </a:txBody>
                  <a:tcPr anchor="ctr"/>
                </a:tc>
                <a:extLst>
                  <a:ext uri="{0D108BD9-81ED-4DB2-BD59-A6C34878D82A}">
                    <a16:rowId xmlns:a16="http://schemas.microsoft.com/office/drawing/2014/main" val="4217501543"/>
                  </a:ext>
                </a:extLst>
              </a:tr>
              <a:tr h="302881">
                <a:tc vMerge="1">
                  <a:txBody>
                    <a:bodyPr/>
                    <a:lstStyle/>
                    <a:p>
                      <a:endParaRPr lang="en-US" sz="1200"/>
                    </a:p>
                  </a:txBody>
                  <a:tcPr/>
                </a:tc>
                <a:tc>
                  <a:txBody>
                    <a:bodyPr/>
                    <a:lstStyle/>
                    <a:p>
                      <a:r>
                        <a:rPr lang="de-DE" sz="1200"/>
                        <a:t>Physcial exam, height, BW, Tanner stage</a:t>
                      </a:r>
                    </a:p>
                  </a:txBody>
                  <a:tcPr anchor="ctr"/>
                </a:tc>
                <a:tc>
                  <a:txBody>
                    <a:bodyPr/>
                    <a:lstStyle/>
                    <a:p>
                      <a:r>
                        <a:rPr lang="de-DE" sz="1200"/>
                        <a:t>Physcial exam, height, BW, Tanner stage</a:t>
                      </a:r>
                    </a:p>
                  </a:txBody>
                  <a:tcPr anchor="ctr"/>
                </a:tc>
                <a:extLst>
                  <a:ext uri="{0D108BD9-81ED-4DB2-BD59-A6C34878D82A}">
                    <a16:rowId xmlns:a16="http://schemas.microsoft.com/office/drawing/2014/main" val="1432898969"/>
                  </a:ext>
                </a:extLst>
              </a:tr>
              <a:tr h="302881">
                <a:tc vMerge="1">
                  <a:txBody>
                    <a:bodyPr/>
                    <a:lstStyle/>
                    <a:p>
                      <a:endParaRPr lang="en-US" sz="1200"/>
                    </a:p>
                  </a:txBody>
                  <a:tcPr/>
                </a:tc>
                <a:tc>
                  <a:txBody>
                    <a:bodyPr/>
                    <a:lstStyle/>
                    <a:p>
                      <a:r>
                        <a:rPr lang="de-DE" sz="1200"/>
                        <a:t>Safety lab</a:t>
                      </a:r>
                    </a:p>
                  </a:txBody>
                  <a:tcPr anchor="ctr"/>
                </a:tc>
                <a:tc>
                  <a:txBody>
                    <a:bodyPr/>
                    <a:lstStyle/>
                    <a:p>
                      <a:r>
                        <a:rPr lang="de-DE" sz="1200">
                          <a:highlight>
                            <a:srgbClr val="00FF00"/>
                          </a:highlight>
                        </a:rPr>
                        <a:t>Safety lab</a:t>
                      </a:r>
                    </a:p>
                  </a:txBody>
                  <a:tcPr anchor="ctr"/>
                </a:tc>
                <a:extLst>
                  <a:ext uri="{0D108BD9-81ED-4DB2-BD59-A6C34878D82A}">
                    <a16:rowId xmlns:a16="http://schemas.microsoft.com/office/drawing/2014/main" val="1607331385"/>
                  </a:ext>
                </a:extLst>
              </a:tr>
              <a:tr h="302881">
                <a:tc>
                  <a:txBody>
                    <a:bodyPr/>
                    <a:lstStyle/>
                    <a:p>
                      <a:pPr algn="ctr"/>
                      <a:r>
                        <a:rPr lang="en-US" sz="1200" b="1"/>
                        <a:t>PFT</a:t>
                      </a:r>
                    </a:p>
                  </a:txBody>
                  <a:tcPr anchor="ctr"/>
                </a:tc>
                <a:tc>
                  <a:txBody>
                    <a:bodyPr/>
                    <a:lstStyle/>
                    <a:p>
                      <a:r>
                        <a:rPr lang="de-DE" sz="1200"/>
                        <a:t>PFT (LCI)</a:t>
                      </a:r>
                    </a:p>
                  </a:txBody>
                  <a:tcPr anchor="ctr"/>
                </a:tc>
                <a:tc>
                  <a:txBody>
                    <a:bodyPr/>
                    <a:lstStyle/>
                    <a:p>
                      <a:r>
                        <a:rPr lang="de-DE" sz="1200">
                          <a:highlight>
                            <a:srgbClr val="00FF00"/>
                          </a:highlight>
                        </a:rPr>
                        <a:t>PFT (LCI)</a:t>
                      </a:r>
                    </a:p>
                  </a:txBody>
                  <a:tcPr anchor="ctr"/>
                </a:tc>
                <a:extLst>
                  <a:ext uri="{0D108BD9-81ED-4DB2-BD59-A6C34878D82A}">
                    <a16:rowId xmlns:a16="http://schemas.microsoft.com/office/drawing/2014/main" val="54885657"/>
                  </a:ext>
                </a:extLst>
              </a:tr>
              <a:tr h="511334">
                <a:tc>
                  <a:txBody>
                    <a:bodyPr/>
                    <a:lstStyle/>
                    <a:p>
                      <a:pPr algn="ctr"/>
                      <a:r>
                        <a:rPr lang="en-US" sz="1200" b="1"/>
                        <a:t>PROs</a:t>
                      </a:r>
                    </a:p>
                  </a:txBody>
                  <a:tcPr anchor="ctr"/>
                </a:tc>
                <a:tc>
                  <a:txBody>
                    <a:bodyPr/>
                    <a:lstStyle/>
                    <a:p>
                      <a:r>
                        <a:rPr lang="de-DE" sz="1200"/>
                        <a:t>PROs: BEST, Qol-B, CAAT, abbrev. SNOT-22, cough severity NRS (SGRQ at baseline)</a:t>
                      </a:r>
                    </a:p>
                  </a:txBody>
                  <a:tcPr anchor="ctr"/>
                </a:tc>
                <a:tc>
                  <a:txBody>
                    <a:bodyPr/>
                    <a:lstStyle/>
                    <a:p>
                      <a:r>
                        <a:rPr lang="de-DE" sz="1200">
                          <a:highlight>
                            <a:srgbClr val="FFFF00"/>
                          </a:highlight>
                        </a:rPr>
                        <a:t>x</a:t>
                      </a:r>
                    </a:p>
                    <a:p>
                      <a:r>
                        <a:rPr lang="de-DE" sz="1200">
                          <a:highlight>
                            <a:srgbClr val="FFFF00"/>
                          </a:highlight>
                        </a:rPr>
                        <a:t>x</a:t>
                      </a:r>
                    </a:p>
                  </a:txBody>
                  <a:tcPr anchor="ctr"/>
                </a:tc>
                <a:extLst>
                  <a:ext uri="{0D108BD9-81ED-4DB2-BD59-A6C34878D82A}">
                    <a16:rowId xmlns:a16="http://schemas.microsoft.com/office/drawing/2014/main" val="4288199628"/>
                  </a:ext>
                </a:extLst>
              </a:tr>
              <a:tr h="504802">
                <a:tc rowSpan="2">
                  <a:txBody>
                    <a:bodyPr/>
                    <a:lstStyle/>
                    <a:p>
                      <a:pPr algn="ctr"/>
                      <a:r>
                        <a:rPr lang="en-US" sz="1200" b="1"/>
                        <a:t>Biomarkers</a:t>
                      </a:r>
                    </a:p>
                  </a:txBody>
                  <a:tcPr anchor="ctr"/>
                </a:tc>
                <a:tc>
                  <a:txBody>
                    <a:bodyPr/>
                    <a:lstStyle/>
                    <a:p>
                      <a:r>
                        <a:rPr lang="de-DE" sz="1200"/>
                        <a:t>Sputum: biomarkers, Murray sputum color chart, P.aeruginosa</a:t>
                      </a:r>
                    </a:p>
                  </a:txBody>
                  <a:tcPr anchor="ctr"/>
                </a:tc>
                <a:tc>
                  <a:txBody>
                    <a:bodyPr/>
                    <a:lstStyle/>
                    <a:p>
                      <a:r>
                        <a:rPr lang="de-DE" sz="1200">
                          <a:highlight>
                            <a:srgbClr val="FFFF00"/>
                          </a:highlight>
                        </a:rPr>
                        <a:t>x</a:t>
                      </a:r>
                    </a:p>
                    <a:p>
                      <a:r>
                        <a:rPr lang="de-DE" sz="1200">
                          <a:highlight>
                            <a:srgbClr val="FFFF00"/>
                          </a:highlight>
                        </a:rPr>
                        <a:t>x</a:t>
                      </a:r>
                    </a:p>
                  </a:txBody>
                  <a:tcPr anchor="ctr"/>
                </a:tc>
                <a:extLst>
                  <a:ext uri="{0D108BD9-81ED-4DB2-BD59-A6C34878D82A}">
                    <a16:rowId xmlns:a16="http://schemas.microsoft.com/office/drawing/2014/main" val="3979732814"/>
                  </a:ext>
                </a:extLst>
              </a:tr>
              <a:tr h="302881">
                <a:tc vMerge="1">
                  <a:txBody>
                    <a:bodyPr/>
                    <a:lstStyle/>
                    <a:p>
                      <a:pPr algn="ctr"/>
                      <a:endParaRPr lang="en-US" sz="1200" b="1"/>
                    </a:p>
                  </a:txBody>
                  <a:tcPr anchor="ctr"/>
                </a:tc>
                <a:tc>
                  <a:txBody>
                    <a:bodyPr/>
                    <a:lstStyle/>
                    <a:p>
                      <a:r>
                        <a:rPr lang="de-DE" sz="1200"/>
                        <a:t>Blood biomarker samples</a:t>
                      </a:r>
                    </a:p>
                  </a:txBody>
                  <a:tcPr anchor="ctr"/>
                </a:tc>
                <a:tc>
                  <a:txBody>
                    <a:bodyPr/>
                    <a:lstStyle/>
                    <a:p>
                      <a:r>
                        <a:rPr lang="de-DE" sz="1200">
                          <a:highlight>
                            <a:srgbClr val="FFFF00"/>
                          </a:highlight>
                        </a:rPr>
                        <a:t>x</a:t>
                      </a:r>
                    </a:p>
                  </a:txBody>
                  <a:tcPr anchor="ctr"/>
                </a:tc>
                <a:extLst>
                  <a:ext uri="{0D108BD9-81ED-4DB2-BD59-A6C34878D82A}">
                    <a16:rowId xmlns:a16="http://schemas.microsoft.com/office/drawing/2014/main" val="1054261246"/>
                  </a:ext>
                </a:extLst>
              </a:tr>
              <a:tr h="504802">
                <a:tc>
                  <a:txBody>
                    <a:bodyPr/>
                    <a:lstStyle/>
                    <a:p>
                      <a:pPr algn="ctr"/>
                      <a:r>
                        <a:rPr lang="en-US" sz="1200" b="1"/>
                        <a:t>HRCT Sub study</a:t>
                      </a:r>
                    </a:p>
                  </a:txBody>
                  <a:tcPr anchor="ctr"/>
                </a:tc>
                <a:tc>
                  <a:txBody>
                    <a:bodyPr/>
                    <a:lstStyle/>
                    <a:p>
                      <a:r>
                        <a:rPr lang="de-DE" sz="1200"/>
                        <a:t>Substudies: cough and sputum, HRCT</a:t>
                      </a:r>
                    </a:p>
                  </a:txBody>
                  <a:tcPr anchor="ctr"/>
                </a:tc>
                <a:tc>
                  <a:txBody>
                    <a:bodyPr/>
                    <a:lstStyle/>
                    <a:p>
                      <a:r>
                        <a:rPr lang="de-DE" sz="1200">
                          <a:highlight>
                            <a:srgbClr val="00FF00"/>
                          </a:highlight>
                        </a:rPr>
                        <a:t>Substudies: follow up HRCT</a:t>
                      </a:r>
                    </a:p>
                  </a:txBody>
                  <a:tcPr anchor="ctr"/>
                </a:tc>
                <a:extLst>
                  <a:ext uri="{0D108BD9-81ED-4DB2-BD59-A6C34878D82A}">
                    <a16:rowId xmlns:a16="http://schemas.microsoft.com/office/drawing/2014/main" val="803223441"/>
                  </a:ext>
                </a:extLst>
              </a:tr>
              <a:tr h="302881">
                <a:tc>
                  <a:txBody>
                    <a:bodyPr/>
                    <a:lstStyle/>
                    <a:p>
                      <a:pPr algn="ctr"/>
                      <a:r>
                        <a:rPr lang="en-US" sz="1200" b="1"/>
                        <a:t>PK</a:t>
                      </a:r>
                    </a:p>
                  </a:txBody>
                  <a:tcPr anchor="ctr"/>
                </a:tc>
                <a:tc>
                  <a:txBody>
                    <a:bodyPr/>
                    <a:lstStyle/>
                    <a:p>
                      <a:r>
                        <a:rPr lang="de-DE" sz="1200"/>
                        <a:t>PK blood samples</a:t>
                      </a:r>
                    </a:p>
                  </a:txBody>
                  <a:tcPr anchor="ctr"/>
                </a:tc>
                <a:tc>
                  <a:txBody>
                    <a:bodyPr/>
                    <a:lstStyle/>
                    <a:p>
                      <a:r>
                        <a:rPr lang="de-DE" sz="1200">
                          <a:highlight>
                            <a:srgbClr val="FFFF00"/>
                          </a:highlight>
                        </a:rPr>
                        <a:t>x</a:t>
                      </a:r>
                    </a:p>
                  </a:txBody>
                  <a:tcPr anchor="ctr"/>
                </a:tc>
                <a:extLst>
                  <a:ext uri="{0D108BD9-81ED-4DB2-BD59-A6C34878D82A}">
                    <a16:rowId xmlns:a16="http://schemas.microsoft.com/office/drawing/2014/main" val="1149163025"/>
                  </a:ext>
                </a:extLst>
              </a:tr>
            </a:tbl>
          </a:graphicData>
        </a:graphic>
      </p:graphicFrame>
    </p:spTree>
    <p:extLst>
      <p:ext uri="{BB962C8B-B14F-4D97-AF65-F5344CB8AC3E}">
        <p14:creationId xmlns:p14="http://schemas.microsoft.com/office/powerpoint/2010/main" val="34520139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9DAC8A5D-AF9D-C977-4230-57FE3FB6642E}"/>
              </a:ext>
            </a:extLst>
          </p:cNvPr>
          <p:cNvSpPr>
            <a:spLocks noGrp="1"/>
          </p:cNvSpPr>
          <p:nvPr>
            <p:ph type="sldNum" sz="quarter" idx="20"/>
          </p:nvPr>
        </p:nvSpPr>
        <p:spPr/>
        <p:txBody>
          <a:bodyPr/>
          <a:lstStyle/>
          <a:p>
            <a:fld id="{DF4E8F9F-5B1F-4F5B-BE49-3245D8C18D9F}" type="slidenum">
              <a:rPr lang="en-US" smtClean="0"/>
              <a:pPr/>
              <a:t>54</a:t>
            </a:fld>
            <a:endParaRPr lang="en-US"/>
          </a:p>
        </p:txBody>
      </p:sp>
      <p:pic>
        <p:nvPicPr>
          <p:cNvPr id="6" name="Picture 5" descr="Traffic light - Simple English Wikipedia, the free ...">
            <a:extLst>
              <a:ext uri="{FF2B5EF4-FFF2-40B4-BE49-F238E27FC236}">
                <a16:creationId xmlns:a16="http://schemas.microsoft.com/office/drawing/2014/main" id="{09571202-1C5F-E536-4C35-7311E95A9E44}"/>
              </a:ext>
            </a:extLst>
          </p:cNvPr>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rot="16200000" flipV="1">
            <a:off x="10850096" y="-476913"/>
            <a:ext cx="698504" cy="1726513"/>
          </a:xfrm>
          <a:prstGeom prst="rect">
            <a:avLst/>
          </a:prstGeom>
        </p:spPr>
      </p:pic>
      <p:sp>
        <p:nvSpPr>
          <p:cNvPr id="7" name="标题 1">
            <a:extLst>
              <a:ext uri="{FF2B5EF4-FFF2-40B4-BE49-F238E27FC236}">
                <a16:creationId xmlns:a16="http://schemas.microsoft.com/office/drawing/2014/main" id="{7EBF7B03-1BFA-5613-5ABD-604ACD7C94B9}"/>
              </a:ext>
            </a:extLst>
          </p:cNvPr>
          <p:cNvSpPr>
            <a:spLocks noGrp="1"/>
          </p:cNvSpPr>
          <p:nvPr>
            <p:ph type="title"/>
          </p:nvPr>
        </p:nvSpPr>
        <p:spPr>
          <a:xfrm>
            <a:off x="413621" y="260435"/>
            <a:ext cx="11233150" cy="451108"/>
          </a:xfrm>
        </p:spPr>
        <p:txBody>
          <a:bodyPr vert="horz" lIns="0" tIns="0" rIns="0" bIns="0" rtlCol="0" anchor="t">
            <a:noAutofit/>
          </a:bodyPr>
          <a:lstStyle/>
          <a:p>
            <a:r>
              <a:rPr lang="it-IT" altLang="zh-CN"/>
              <a:t>NDA </a:t>
            </a:r>
            <a:r>
              <a:rPr lang="it-IT" altLang="zh-CN" err="1"/>
              <a:t>Submission</a:t>
            </a:r>
            <a:r>
              <a:rPr lang="it-IT" altLang="zh-CN"/>
              <a:t> Strategy Snapshot</a:t>
            </a:r>
          </a:p>
        </p:txBody>
      </p:sp>
      <p:graphicFrame>
        <p:nvGraphicFramePr>
          <p:cNvPr id="9" name="Table 8">
            <a:extLst>
              <a:ext uri="{FF2B5EF4-FFF2-40B4-BE49-F238E27FC236}">
                <a16:creationId xmlns:a16="http://schemas.microsoft.com/office/drawing/2014/main" id="{25173B41-C4CE-25F9-1B01-AAD5A8993EBD}"/>
              </a:ext>
            </a:extLst>
          </p:cNvPr>
          <p:cNvGraphicFramePr>
            <a:graphicFrameLocks noGrp="1"/>
          </p:cNvGraphicFramePr>
          <p:nvPr/>
        </p:nvGraphicFramePr>
        <p:xfrm>
          <a:off x="128307" y="957820"/>
          <a:ext cx="11741870" cy="637882"/>
        </p:xfrm>
        <a:graphic>
          <a:graphicData uri="http://schemas.openxmlformats.org/drawingml/2006/table">
            <a:tbl>
              <a:tblPr firstRow="1" bandRow="1"/>
              <a:tblGrid>
                <a:gridCol w="378770">
                  <a:extLst>
                    <a:ext uri="{9D8B030D-6E8A-4147-A177-3AD203B41FA5}">
                      <a16:colId xmlns:a16="http://schemas.microsoft.com/office/drawing/2014/main" val="3091663135"/>
                    </a:ext>
                  </a:extLst>
                </a:gridCol>
                <a:gridCol w="378770">
                  <a:extLst>
                    <a:ext uri="{9D8B030D-6E8A-4147-A177-3AD203B41FA5}">
                      <a16:colId xmlns:a16="http://schemas.microsoft.com/office/drawing/2014/main" val="2003423086"/>
                    </a:ext>
                  </a:extLst>
                </a:gridCol>
                <a:gridCol w="378770">
                  <a:extLst>
                    <a:ext uri="{9D8B030D-6E8A-4147-A177-3AD203B41FA5}">
                      <a16:colId xmlns:a16="http://schemas.microsoft.com/office/drawing/2014/main" val="2466911814"/>
                    </a:ext>
                  </a:extLst>
                </a:gridCol>
                <a:gridCol w="378770">
                  <a:extLst>
                    <a:ext uri="{9D8B030D-6E8A-4147-A177-3AD203B41FA5}">
                      <a16:colId xmlns:a16="http://schemas.microsoft.com/office/drawing/2014/main" val="3023231563"/>
                    </a:ext>
                  </a:extLst>
                </a:gridCol>
                <a:gridCol w="378770">
                  <a:extLst>
                    <a:ext uri="{9D8B030D-6E8A-4147-A177-3AD203B41FA5}">
                      <a16:colId xmlns:a16="http://schemas.microsoft.com/office/drawing/2014/main" val="3411862845"/>
                    </a:ext>
                  </a:extLst>
                </a:gridCol>
                <a:gridCol w="378770">
                  <a:extLst>
                    <a:ext uri="{9D8B030D-6E8A-4147-A177-3AD203B41FA5}">
                      <a16:colId xmlns:a16="http://schemas.microsoft.com/office/drawing/2014/main" val="2851474774"/>
                    </a:ext>
                  </a:extLst>
                </a:gridCol>
                <a:gridCol w="378770">
                  <a:extLst>
                    <a:ext uri="{9D8B030D-6E8A-4147-A177-3AD203B41FA5}">
                      <a16:colId xmlns:a16="http://schemas.microsoft.com/office/drawing/2014/main" val="107595344"/>
                    </a:ext>
                  </a:extLst>
                </a:gridCol>
                <a:gridCol w="378770">
                  <a:extLst>
                    <a:ext uri="{9D8B030D-6E8A-4147-A177-3AD203B41FA5}">
                      <a16:colId xmlns:a16="http://schemas.microsoft.com/office/drawing/2014/main" val="1666999431"/>
                    </a:ext>
                  </a:extLst>
                </a:gridCol>
                <a:gridCol w="378770">
                  <a:extLst>
                    <a:ext uri="{9D8B030D-6E8A-4147-A177-3AD203B41FA5}">
                      <a16:colId xmlns:a16="http://schemas.microsoft.com/office/drawing/2014/main" val="3696607442"/>
                    </a:ext>
                  </a:extLst>
                </a:gridCol>
                <a:gridCol w="378770">
                  <a:extLst>
                    <a:ext uri="{9D8B030D-6E8A-4147-A177-3AD203B41FA5}">
                      <a16:colId xmlns:a16="http://schemas.microsoft.com/office/drawing/2014/main" val="223989776"/>
                    </a:ext>
                  </a:extLst>
                </a:gridCol>
                <a:gridCol w="378770">
                  <a:extLst>
                    <a:ext uri="{9D8B030D-6E8A-4147-A177-3AD203B41FA5}">
                      <a16:colId xmlns:a16="http://schemas.microsoft.com/office/drawing/2014/main" val="124731204"/>
                    </a:ext>
                  </a:extLst>
                </a:gridCol>
                <a:gridCol w="378770">
                  <a:extLst>
                    <a:ext uri="{9D8B030D-6E8A-4147-A177-3AD203B41FA5}">
                      <a16:colId xmlns:a16="http://schemas.microsoft.com/office/drawing/2014/main" val="3066978585"/>
                    </a:ext>
                  </a:extLst>
                </a:gridCol>
                <a:gridCol w="378770">
                  <a:extLst>
                    <a:ext uri="{9D8B030D-6E8A-4147-A177-3AD203B41FA5}">
                      <a16:colId xmlns:a16="http://schemas.microsoft.com/office/drawing/2014/main" val="1064917641"/>
                    </a:ext>
                  </a:extLst>
                </a:gridCol>
                <a:gridCol w="378770">
                  <a:extLst>
                    <a:ext uri="{9D8B030D-6E8A-4147-A177-3AD203B41FA5}">
                      <a16:colId xmlns:a16="http://schemas.microsoft.com/office/drawing/2014/main" val="4221117315"/>
                    </a:ext>
                  </a:extLst>
                </a:gridCol>
                <a:gridCol w="378770">
                  <a:extLst>
                    <a:ext uri="{9D8B030D-6E8A-4147-A177-3AD203B41FA5}">
                      <a16:colId xmlns:a16="http://schemas.microsoft.com/office/drawing/2014/main" val="3266065341"/>
                    </a:ext>
                  </a:extLst>
                </a:gridCol>
                <a:gridCol w="378770">
                  <a:extLst>
                    <a:ext uri="{9D8B030D-6E8A-4147-A177-3AD203B41FA5}">
                      <a16:colId xmlns:a16="http://schemas.microsoft.com/office/drawing/2014/main" val="2374051224"/>
                    </a:ext>
                  </a:extLst>
                </a:gridCol>
                <a:gridCol w="378770">
                  <a:extLst>
                    <a:ext uri="{9D8B030D-6E8A-4147-A177-3AD203B41FA5}">
                      <a16:colId xmlns:a16="http://schemas.microsoft.com/office/drawing/2014/main" val="1840388365"/>
                    </a:ext>
                  </a:extLst>
                </a:gridCol>
                <a:gridCol w="378770">
                  <a:extLst>
                    <a:ext uri="{9D8B030D-6E8A-4147-A177-3AD203B41FA5}">
                      <a16:colId xmlns:a16="http://schemas.microsoft.com/office/drawing/2014/main" val="267750830"/>
                    </a:ext>
                  </a:extLst>
                </a:gridCol>
                <a:gridCol w="378770">
                  <a:extLst>
                    <a:ext uri="{9D8B030D-6E8A-4147-A177-3AD203B41FA5}">
                      <a16:colId xmlns:a16="http://schemas.microsoft.com/office/drawing/2014/main" val="3966469970"/>
                    </a:ext>
                  </a:extLst>
                </a:gridCol>
                <a:gridCol w="378770">
                  <a:extLst>
                    <a:ext uri="{9D8B030D-6E8A-4147-A177-3AD203B41FA5}">
                      <a16:colId xmlns:a16="http://schemas.microsoft.com/office/drawing/2014/main" val="2522973146"/>
                    </a:ext>
                  </a:extLst>
                </a:gridCol>
                <a:gridCol w="378770">
                  <a:extLst>
                    <a:ext uri="{9D8B030D-6E8A-4147-A177-3AD203B41FA5}">
                      <a16:colId xmlns:a16="http://schemas.microsoft.com/office/drawing/2014/main" val="309019048"/>
                    </a:ext>
                  </a:extLst>
                </a:gridCol>
                <a:gridCol w="378770">
                  <a:extLst>
                    <a:ext uri="{9D8B030D-6E8A-4147-A177-3AD203B41FA5}">
                      <a16:colId xmlns:a16="http://schemas.microsoft.com/office/drawing/2014/main" val="4088660355"/>
                    </a:ext>
                  </a:extLst>
                </a:gridCol>
                <a:gridCol w="378770">
                  <a:extLst>
                    <a:ext uri="{9D8B030D-6E8A-4147-A177-3AD203B41FA5}">
                      <a16:colId xmlns:a16="http://schemas.microsoft.com/office/drawing/2014/main" val="4101055617"/>
                    </a:ext>
                  </a:extLst>
                </a:gridCol>
                <a:gridCol w="378770">
                  <a:extLst>
                    <a:ext uri="{9D8B030D-6E8A-4147-A177-3AD203B41FA5}">
                      <a16:colId xmlns:a16="http://schemas.microsoft.com/office/drawing/2014/main" val="1497634779"/>
                    </a:ext>
                  </a:extLst>
                </a:gridCol>
                <a:gridCol w="378770">
                  <a:extLst>
                    <a:ext uri="{9D8B030D-6E8A-4147-A177-3AD203B41FA5}">
                      <a16:colId xmlns:a16="http://schemas.microsoft.com/office/drawing/2014/main" val="1313870339"/>
                    </a:ext>
                  </a:extLst>
                </a:gridCol>
                <a:gridCol w="378770">
                  <a:extLst>
                    <a:ext uri="{9D8B030D-6E8A-4147-A177-3AD203B41FA5}">
                      <a16:colId xmlns:a16="http://schemas.microsoft.com/office/drawing/2014/main" val="380966906"/>
                    </a:ext>
                  </a:extLst>
                </a:gridCol>
                <a:gridCol w="378770">
                  <a:extLst>
                    <a:ext uri="{9D8B030D-6E8A-4147-A177-3AD203B41FA5}">
                      <a16:colId xmlns:a16="http://schemas.microsoft.com/office/drawing/2014/main" val="370559516"/>
                    </a:ext>
                  </a:extLst>
                </a:gridCol>
                <a:gridCol w="378770">
                  <a:extLst>
                    <a:ext uri="{9D8B030D-6E8A-4147-A177-3AD203B41FA5}">
                      <a16:colId xmlns:a16="http://schemas.microsoft.com/office/drawing/2014/main" val="3600075590"/>
                    </a:ext>
                  </a:extLst>
                </a:gridCol>
                <a:gridCol w="378770">
                  <a:extLst>
                    <a:ext uri="{9D8B030D-6E8A-4147-A177-3AD203B41FA5}">
                      <a16:colId xmlns:a16="http://schemas.microsoft.com/office/drawing/2014/main" val="2085800570"/>
                    </a:ext>
                  </a:extLst>
                </a:gridCol>
                <a:gridCol w="378770">
                  <a:extLst>
                    <a:ext uri="{9D8B030D-6E8A-4147-A177-3AD203B41FA5}">
                      <a16:colId xmlns:a16="http://schemas.microsoft.com/office/drawing/2014/main" val="2866958328"/>
                    </a:ext>
                  </a:extLst>
                </a:gridCol>
                <a:gridCol w="378770">
                  <a:extLst>
                    <a:ext uri="{9D8B030D-6E8A-4147-A177-3AD203B41FA5}">
                      <a16:colId xmlns:a16="http://schemas.microsoft.com/office/drawing/2014/main" val="2742855301"/>
                    </a:ext>
                  </a:extLst>
                </a:gridCol>
              </a:tblGrid>
              <a:tr h="231490">
                <a:tc gridSpan="2">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mn-ea"/>
                          <a:ea typeface="+mn-ea"/>
                          <a:cs typeface="Arial"/>
                        </a:rPr>
                        <a:t>2022</a:t>
                      </a:r>
                      <a:endParaRPr lang="zh-CN" altLang="en-US" sz="1100" b="1">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1100" b="1">
                          <a:solidFill>
                            <a:schemeClr val="bg1"/>
                          </a:solidFill>
                          <a:latin typeface="+mn-ea"/>
                          <a:ea typeface="+mn-ea"/>
                          <a:cs typeface="Arial"/>
                        </a:rPr>
                        <a:t>2023</a:t>
                      </a:r>
                      <a:endParaRPr lang="zh-CN" altLang="en-US" sz="1100" b="1">
                        <a:solidFill>
                          <a:schemeClr val="bg1"/>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1100" b="1">
                          <a:solidFill>
                            <a:schemeClr val="bg1"/>
                          </a:solidFill>
                          <a:latin typeface="+mn-ea"/>
                          <a:ea typeface="+mn-ea"/>
                          <a:cs typeface="Arial"/>
                        </a:rPr>
                        <a:t>2024</a:t>
                      </a:r>
                      <a:endParaRPr lang="zh-CN" altLang="en-US" sz="1100" b="1">
                        <a:solidFill>
                          <a:schemeClr val="bg1"/>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1100" b="1">
                          <a:solidFill>
                            <a:schemeClr val="bg1"/>
                          </a:solidFill>
                          <a:latin typeface="+mn-ea"/>
                          <a:ea typeface="+mn-ea"/>
                          <a:cs typeface="Arial"/>
                        </a:rPr>
                        <a:t>2025</a:t>
                      </a:r>
                      <a:endParaRPr lang="zh-CN" altLang="en-US" sz="1100" b="1">
                        <a:solidFill>
                          <a:schemeClr val="bg1"/>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1100" b="1">
                          <a:solidFill>
                            <a:schemeClr val="bg1"/>
                          </a:solidFill>
                          <a:latin typeface="+mn-ea"/>
                          <a:ea typeface="+mn-ea"/>
                          <a:cs typeface="Arial"/>
                        </a:rPr>
                        <a:t>2026</a:t>
                      </a:r>
                      <a:endParaRPr lang="zh-CN" altLang="en-US" sz="1100" b="1">
                        <a:solidFill>
                          <a:schemeClr val="bg1"/>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1100" b="1" kern="1200">
                          <a:solidFill>
                            <a:schemeClr val="bg1"/>
                          </a:solidFill>
                          <a:latin typeface="+mn-ea"/>
                          <a:ea typeface="+mn-ea"/>
                          <a:cs typeface="Arial"/>
                        </a:rPr>
                        <a:t>2027</a:t>
                      </a:r>
                      <a:endParaRPr lang="zh-CN" altLang="en-US" sz="1100" b="1" kern="1200">
                        <a:solidFill>
                          <a:schemeClr val="bg1"/>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1100" b="1" kern="1200">
                          <a:solidFill>
                            <a:schemeClr val="lt1"/>
                          </a:solidFill>
                          <a:latin typeface="+mn-ea"/>
                          <a:ea typeface="+mn-ea"/>
                          <a:cs typeface="Arial"/>
                        </a:rPr>
                        <a:t>2028</a:t>
                      </a:r>
                      <a:endParaRPr lang="zh-CN" altLang="en-US" sz="1100" b="1" kern="1200">
                        <a:solidFill>
                          <a:schemeClr val="lt1"/>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3">
                  <a:txBody>
                    <a:bodyPr/>
                    <a:lstStyle/>
                    <a:p>
                      <a:pPr marL="0" algn="ctr" defTabSz="914400" rtl="0" eaLnBrk="1" latinLnBrk="0" hangingPunct="1"/>
                      <a:r>
                        <a:rPr lang="en-US" altLang="zh-CN" sz="1100" b="1" kern="1200">
                          <a:solidFill>
                            <a:schemeClr val="lt1"/>
                          </a:solidFill>
                          <a:latin typeface="+mn-ea"/>
                          <a:ea typeface="+mn-ea"/>
                          <a:cs typeface="Arial"/>
                        </a:rPr>
                        <a:t>2029</a:t>
                      </a:r>
                      <a:endParaRPr lang="zh-CN" altLang="en-US" sz="1100" b="1" kern="1200">
                        <a:solidFill>
                          <a:schemeClr val="lt1"/>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a:p>
                  </a:txBody>
                  <a:tcPr anchor="ctr">
                    <a:lnL w="12700">
                      <a:solidFill>
                        <a:sysClr val="window" lastClr="FFFFFF"/>
                      </a:solidFill>
                    </a:lnL>
                    <a:lnR w="12700">
                      <a:solidFill>
                        <a:sysClr val="window" lastClr="FFFFFF"/>
                      </a:solidFill>
                    </a:lnR>
                    <a:lnT w="12700">
                      <a:solidFill>
                        <a:sysClr val="window" lastClr="FFFFFF"/>
                      </a:solidFill>
                    </a:lnT>
                    <a:lnB w="38099">
                      <a:solidFill>
                        <a:sysClr val="window" lastClr="FFFFFF"/>
                      </a:solidFill>
                    </a:lnB>
                    <a:lnTlToBr w="0">
                      <a:noFill/>
                    </a:lnTlToBr>
                    <a:lnBlToTr w="0">
                      <a:noFill/>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1100" b="1" kern="1200">
                          <a:solidFill>
                            <a:schemeClr val="lt1"/>
                          </a:solidFill>
                          <a:latin typeface="+mn-ea"/>
                          <a:ea typeface="+mn-ea"/>
                          <a:cs typeface="Arial"/>
                        </a:rPr>
                        <a:t>2030</a:t>
                      </a:r>
                      <a:endParaRPr lang="zh-CN" altLang="en-US" sz="1100" b="1" kern="1200">
                        <a:solidFill>
                          <a:schemeClr val="lt1"/>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378802">
                <a:tc>
                  <a:txBody>
                    <a:bodyPr/>
                    <a:lstStyle/>
                    <a:p>
                      <a:pPr algn="ctr"/>
                      <a:r>
                        <a:rPr lang="en-US" altLang="zh-CN" sz="1050" b="1">
                          <a:solidFill>
                            <a:schemeClr val="bg2"/>
                          </a:solidFill>
                          <a:latin typeface="+mn-ea"/>
                          <a:ea typeface="+mn-ea"/>
                          <a:cs typeface="Arial"/>
                        </a:rPr>
                        <a:t>Q3</a:t>
                      </a:r>
                      <a:endParaRPr lang="zh-CN" altLang="en-US" sz="105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050" b="1">
                          <a:solidFill>
                            <a:schemeClr val="bg2"/>
                          </a:solidFill>
                          <a:latin typeface="+mn-ea"/>
                          <a:ea typeface="+mn-ea"/>
                          <a:cs typeface="Arial"/>
                        </a:rPr>
                        <a:t>Q4</a:t>
                      </a:r>
                      <a:endParaRPr lang="zh-CN" altLang="en-US" sz="105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050" b="1">
                          <a:solidFill>
                            <a:schemeClr val="bg2"/>
                          </a:solidFill>
                          <a:latin typeface="+mn-ea"/>
                          <a:ea typeface="+mn-ea"/>
                          <a:cs typeface="Arial"/>
                        </a:rPr>
                        <a:t>Q1</a:t>
                      </a:r>
                      <a:endParaRPr lang="zh-CN" altLang="en-US" sz="105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50" b="1">
                          <a:solidFill>
                            <a:schemeClr val="bg2"/>
                          </a:solidFill>
                          <a:latin typeface="+mn-ea"/>
                          <a:ea typeface="+mn-ea"/>
                          <a:cs typeface="Arial"/>
                        </a:rPr>
                        <a:t>Q2</a:t>
                      </a:r>
                      <a:endParaRPr lang="zh-CN" altLang="en-US" sz="105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p>
                      <a:pPr algn="ctr"/>
                      <a:r>
                        <a:rPr lang="en-US" altLang="zh-CN" sz="1050" b="1">
                          <a:solidFill>
                            <a:schemeClr val="bg2"/>
                          </a:solidFill>
                          <a:latin typeface="+mn-ea"/>
                          <a:ea typeface="+mn-ea"/>
                          <a:cs typeface="Arial"/>
                        </a:rPr>
                        <a:t>Q3</a:t>
                      </a:r>
                      <a:endParaRPr lang="zh-CN" altLang="en-US" sz="105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050" b="1">
                          <a:solidFill>
                            <a:schemeClr val="bg2"/>
                          </a:solidFill>
                          <a:latin typeface="+mn-ea"/>
                          <a:ea typeface="+mn-ea"/>
                          <a:cs typeface="Arial"/>
                        </a:rPr>
                        <a:t>Q4</a:t>
                      </a:r>
                      <a:endParaRPr lang="zh-CN" altLang="en-US" sz="105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050" b="1">
                          <a:solidFill>
                            <a:schemeClr val="bg2"/>
                          </a:solidFill>
                          <a:latin typeface="+mn-ea"/>
                          <a:ea typeface="+mn-ea"/>
                          <a:cs typeface="Arial"/>
                        </a:rPr>
                        <a:t>Q1</a:t>
                      </a:r>
                      <a:endParaRPr lang="zh-CN" altLang="en-US" sz="105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50" b="1">
                          <a:solidFill>
                            <a:schemeClr val="bg2"/>
                          </a:solidFill>
                          <a:latin typeface="+mn-ea"/>
                          <a:ea typeface="+mn-ea"/>
                          <a:cs typeface="Arial"/>
                        </a:rPr>
                        <a:t>Q2</a:t>
                      </a:r>
                      <a:endParaRPr lang="zh-CN" altLang="en-US" sz="105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p>
                      <a:pPr algn="ctr"/>
                      <a:r>
                        <a:rPr lang="en-US" altLang="zh-CN" sz="1050" b="1">
                          <a:solidFill>
                            <a:schemeClr val="bg2"/>
                          </a:solidFill>
                          <a:latin typeface="+mn-ea"/>
                          <a:ea typeface="+mn-ea"/>
                          <a:cs typeface="Arial"/>
                        </a:rPr>
                        <a:t>Q3</a:t>
                      </a:r>
                      <a:endParaRPr lang="zh-CN" altLang="en-US" sz="105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050" b="1">
                          <a:solidFill>
                            <a:schemeClr val="bg2"/>
                          </a:solidFill>
                          <a:latin typeface="+mn-ea"/>
                          <a:ea typeface="+mn-ea"/>
                          <a:cs typeface="Arial"/>
                        </a:rPr>
                        <a:t>Q4</a:t>
                      </a:r>
                      <a:endParaRPr lang="zh-CN" altLang="en-US" sz="105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050" b="1">
                          <a:solidFill>
                            <a:schemeClr val="bg2"/>
                          </a:solidFill>
                          <a:latin typeface="+mn-ea"/>
                          <a:ea typeface="+mn-ea"/>
                          <a:cs typeface="Arial"/>
                        </a:rPr>
                        <a:t>Q1</a:t>
                      </a:r>
                      <a:endParaRPr lang="zh-CN" altLang="en-US" sz="105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50" b="1">
                          <a:solidFill>
                            <a:schemeClr val="bg2"/>
                          </a:solidFill>
                          <a:latin typeface="+mn-ea"/>
                          <a:ea typeface="+mn-ea"/>
                          <a:cs typeface="Arial"/>
                        </a:rPr>
                        <a:t>Q2</a:t>
                      </a:r>
                      <a:endParaRPr lang="zh-CN" altLang="en-US" sz="105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p>
                      <a:pPr algn="ctr"/>
                      <a:r>
                        <a:rPr lang="en-US" altLang="zh-CN" sz="1050" b="1">
                          <a:solidFill>
                            <a:schemeClr val="bg2"/>
                          </a:solidFill>
                          <a:latin typeface="+mn-ea"/>
                          <a:ea typeface="+mn-ea"/>
                          <a:cs typeface="Arial"/>
                        </a:rPr>
                        <a:t>Q3</a:t>
                      </a:r>
                      <a:endParaRPr lang="zh-CN" altLang="en-US" sz="105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050" b="1">
                          <a:solidFill>
                            <a:schemeClr val="bg2"/>
                          </a:solidFill>
                          <a:latin typeface="+mn-ea"/>
                          <a:ea typeface="+mn-ea"/>
                          <a:cs typeface="Arial"/>
                        </a:rPr>
                        <a:t>Q4</a:t>
                      </a:r>
                      <a:endParaRPr lang="zh-CN" altLang="en-US" sz="105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050" b="1">
                          <a:solidFill>
                            <a:schemeClr val="bg2"/>
                          </a:solidFill>
                          <a:latin typeface="+mn-ea"/>
                          <a:ea typeface="+mn-ea"/>
                          <a:cs typeface="Arial"/>
                        </a:rPr>
                        <a:t>Q1</a:t>
                      </a:r>
                      <a:endParaRPr lang="zh-CN" altLang="en-US" sz="105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50" b="1">
                          <a:solidFill>
                            <a:schemeClr val="bg2"/>
                          </a:solidFill>
                          <a:latin typeface="+mn-ea"/>
                          <a:ea typeface="+mn-ea"/>
                          <a:cs typeface="Arial"/>
                        </a:rPr>
                        <a:t>Q2</a:t>
                      </a:r>
                      <a:endParaRPr lang="zh-CN" altLang="en-US" sz="105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p>
                      <a:pPr algn="ctr"/>
                      <a:r>
                        <a:rPr lang="en-US" altLang="zh-CN" sz="1050" b="1">
                          <a:solidFill>
                            <a:schemeClr val="bg2"/>
                          </a:solidFill>
                          <a:latin typeface="+mn-ea"/>
                          <a:ea typeface="+mn-ea"/>
                          <a:cs typeface="Arial"/>
                        </a:rPr>
                        <a:t>Q3</a:t>
                      </a:r>
                      <a:endParaRPr lang="zh-CN" altLang="en-US" sz="105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050" b="1">
                          <a:solidFill>
                            <a:schemeClr val="bg2"/>
                          </a:solidFill>
                          <a:latin typeface="+mn-ea"/>
                          <a:ea typeface="+mn-ea"/>
                          <a:cs typeface="Arial"/>
                        </a:rPr>
                        <a:t>Q4</a:t>
                      </a:r>
                      <a:endParaRPr lang="zh-CN" altLang="en-US" sz="105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050" b="1">
                          <a:solidFill>
                            <a:schemeClr val="bg2"/>
                          </a:solidFill>
                          <a:latin typeface="+mn-ea"/>
                          <a:ea typeface="+mn-ea"/>
                          <a:cs typeface="Arial"/>
                        </a:rPr>
                        <a:t>Q1</a:t>
                      </a:r>
                      <a:endParaRPr lang="zh-CN" altLang="en-US" sz="105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50" b="1">
                          <a:solidFill>
                            <a:schemeClr val="bg2"/>
                          </a:solidFill>
                          <a:latin typeface="+mn-ea"/>
                          <a:ea typeface="+mn-ea"/>
                          <a:cs typeface="Arial"/>
                        </a:rPr>
                        <a:t>Q2</a:t>
                      </a:r>
                      <a:endParaRPr lang="zh-CN" altLang="en-US" sz="105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p>
                      <a:pPr algn="ctr"/>
                      <a:r>
                        <a:rPr lang="en-US" altLang="zh-CN" sz="1050" b="1">
                          <a:solidFill>
                            <a:schemeClr val="bg2"/>
                          </a:solidFill>
                          <a:latin typeface="+mn-ea"/>
                          <a:ea typeface="+mn-ea"/>
                          <a:cs typeface="Arial"/>
                        </a:rPr>
                        <a:t>Q3</a:t>
                      </a:r>
                      <a:endParaRPr lang="zh-CN" altLang="en-US" sz="105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050" b="1">
                          <a:solidFill>
                            <a:schemeClr val="bg2"/>
                          </a:solidFill>
                          <a:latin typeface="+mn-ea"/>
                          <a:ea typeface="+mn-ea"/>
                          <a:cs typeface="Arial"/>
                        </a:rPr>
                        <a:t>Q4</a:t>
                      </a:r>
                      <a:endParaRPr lang="zh-CN" altLang="en-US" sz="105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050" b="1">
                          <a:solidFill>
                            <a:schemeClr val="bg2"/>
                          </a:solidFill>
                          <a:latin typeface="+mn-ea"/>
                          <a:ea typeface="+mn-ea"/>
                          <a:cs typeface="Arial"/>
                        </a:rPr>
                        <a:t>Q1</a:t>
                      </a:r>
                      <a:endParaRPr lang="zh-CN" altLang="en-US" sz="105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50" b="1">
                          <a:solidFill>
                            <a:schemeClr val="bg2"/>
                          </a:solidFill>
                          <a:latin typeface="+mn-ea"/>
                          <a:ea typeface="+mn-ea"/>
                          <a:cs typeface="Arial"/>
                        </a:rPr>
                        <a:t>Q2</a:t>
                      </a:r>
                      <a:endParaRPr lang="zh-CN" altLang="en-US" sz="105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p>
                      <a:pPr algn="ctr"/>
                      <a:r>
                        <a:rPr lang="en-US" altLang="zh-CN" sz="1050" b="1">
                          <a:solidFill>
                            <a:schemeClr val="bg2"/>
                          </a:solidFill>
                          <a:latin typeface="+mn-ea"/>
                          <a:ea typeface="+mn-ea"/>
                          <a:cs typeface="Arial"/>
                        </a:rPr>
                        <a:t>Q3</a:t>
                      </a:r>
                      <a:endParaRPr lang="zh-CN" altLang="en-US" sz="105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050" b="1">
                          <a:solidFill>
                            <a:schemeClr val="bg2"/>
                          </a:solidFill>
                          <a:latin typeface="+mn-ea"/>
                          <a:ea typeface="+mn-ea"/>
                          <a:cs typeface="Arial"/>
                        </a:rPr>
                        <a:t>Q4</a:t>
                      </a:r>
                      <a:endParaRPr lang="zh-CN" altLang="en-US" sz="105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p>
                      <a:pPr algn="ctr"/>
                      <a:r>
                        <a:rPr lang="en-US" altLang="zh-CN" sz="1050" b="1">
                          <a:solidFill>
                            <a:schemeClr val="bg2"/>
                          </a:solidFill>
                          <a:latin typeface="+mn-ea"/>
                          <a:ea typeface="+mn-ea"/>
                          <a:cs typeface="Arial"/>
                        </a:rPr>
                        <a:t>H1</a:t>
                      </a:r>
                      <a:endParaRPr lang="zh-CN" altLang="en-US" sz="105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p>
                      <a:pPr lvl="0" algn="ctr">
                        <a:buNone/>
                      </a:pPr>
                      <a:endParaRPr lang="en-US" altLang="zh-CN" sz="1050" b="1">
                        <a:solidFill>
                          <a:schemeClr val="bg2"/>
                        </a:solidFill>
                        <a:latin typeface="+mn-ea"/>
                        <a:ea typeface="+mn-ea"/>
                        <a:cs typeface="Arial"/>
                      </a:endParaRPr>
                    </a:p>
                  </a:txBody>
                  <a:tcPr anchor="ctr">
                    <a:lnL w="12700">
                      <a:solidFill>
                        <a:sysClr val="window" lastClr="FFFFFF"/>
                      </a:solidFill>
                    </a:lnL>
                    <a:lnR w="12700">
                      <a:solidFill>
                        <a:sysClr val="window" lastClr="FFFFFF"/>
                      </a:solidFill>
                    </a:lnR>
                    <a:lnT w="38099">
                      <a:solidFill>
                        <a:sysClr val="window" lastClr="FFFFFF"/>
                      </a:solidFill>
                    </a:lnT>
                    <a:lnB w="12700">
                      <a:solidFill>
                        <a:sysClr val="window" lastClr="FFFFFF"/>
                      </a:solidFill>
                    </a:lnB>
                    <a:lnTlToBr w="0">
                      <a:noFill/>
                    </a:lnTlToBr>
                    <a:lnBlToTr w="0">
                      <a:noFill/>
                    </a:lnBlToTr>
                    <a:solidFill>
                      <a:schemeClr val="bg2">
                        <a:lumMod val="50000"/>
                        <a:lumOff val="50000"/>
                      </a:schemeClr>
                    </a:solidFill>
                  </a:tcPr>
                </a:tc>
                <a:tc>
                  <a:txBody>
                    <a:bodyPr/>
                    <a:lstStyle/>
                    <a:p>
                      <a:pPr algn="ctr"/>
                      <a:r>
                        <a:rPr lang="en-US" altLang="zh-CN" sz="1050" b="1">
                          <a:solidFill>
                            <a:schemeClr val="bg2"/>
                          </a:solidFill>
                          <a:latin typeface="+mn-ea"/>
                          <a:ea typeface="+mn-ea"/>
                          <a:cs typeface="Arial"/>
                        </a:rPr>
                        <a:t>H2</a:t>
                      </a:r>
                      <a:endParaRPr lang="zh-CN" altLang="en-US" sz="105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p>
                      <a:pPr algn="ctr"/>
                      <a:r>
                        <a:rPr lang="en-US" altLang="zh-CN" sz="1050" b="1">
                          <a:solidFill>
                            <a:schemeClr val="bg2"/>
                          </a:solidFill>
                          <a:latin typeface="+mn-ea"/>
                          <a:ea typeface="+mn-ea"/>
                          <a:cs typeface="Arial"/>
                        </a:rPr>
                        <a:t>H1</a:t>
                      </a:r>
                      <a:endParaRPr lang="zh-CN" altLang="en-US" sz="105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p>
                      <a:pPr algn="ctr"/>
                      <a:r>
                        <a:rPr lang="en-US" altLang="zh-CN" sz="1050" b="1">
                          <a:solidFill>
                            <a:schemeClr val="bg2"/>
                          </a:solidFill>
                          <a:latin typeface="+mn-ea"/>
                          <a:ea typeface="+mn-ea"/>
                          <a:cs typeface="Arial"/>
                        </a:rPr>
                        <a:t>H2</a:t>
                      </a:r>
                      <a:endParaRPr lang="zh-CN" altLang="en-US" sz="105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extLst>
                  <a:ext uri="{0D108BD9-81ED-4DB2-BD59-A6C34878D82A}">
                    <a16:rowId xmlns:a16="http://schemas.microsoft.com/office/drawing/2014/main" val="2722476245"/>
                  </a:ext>
                </a:extLst>
              </a:tr>
            </a:tbl>
          </a:graphicData>
        </a:graphic>
      </p:graphicFrame>
      <p:sp>
        <p:nvSpPr>
          <p:cNvPr id="10" name="Isosceles Triangle 9">
            <a:extLst>
              <a:ext uri="{FF2B5EF4-FFF2-40B4-BE49-F238E27FC236}">
                <a16:creationId xmlns:a16="http://schemas.microsoft.com/office/drawing/2014/main" id="{4399AABB-F84C-BAAB-D4C3-3A146B729A23}"/>
              </a:ext>
            </a:extLst>
          </p:cNvPr>
          <p:cNvSpPr/>
          <p:nvPr/>
        </p:nvSpPr>
        <p:spPr>
          <a:xfrm rot="16200000" flipH="1">
            <a:off x="-252417" y="1200536"/>
            <a:ext cx="624570" cy="119607"/>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1218990">
              <a:defRPr/>
            </a:pPr>
            <a:endParaRPr lang="en-US" sz="1867" err="1">
              <a:solidFill>
                <a:srgbClr val="000000"/>
              </a:solidFill>
            </a:endParaRPr>
          </a:p>
        </p:txBody>
      </p:sp>
      <p:sp>
        <p:nvSpPr>
          <p:cNvPr id="11" name="Isosceles Triangle 10">
            <a:extLst>
              <a:ext uri="{FF2B5EF4-FFF2-40B4-BE49-F238E27FC236}">
                <a16:creationId xmlns:a16="http://schemas.microsoft.com/office/drawing/2014/main" id="{DA1736F1-AD10-4198-C3B9-A01697DE8EE4}"/>
              </a:ext>
            </a:extLst>
          </p:cNvPr>
          <p:cNvSpPr/>
          <p:nvPr/>
        </p:nvSpPr>
        <p:spPr>
          <a:xfrm rot="5400000">
            <a:off x="11698367" y="1185879"/>
            <a:ext cx="605031" cy="148913"/>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1218990">
              <a:defRPr/>
            </a:pPr>
            <a:endParaRPr lang="en-US" sz="1867" err="1">
              <a:solidFill>
                <a:srgbClr val="000000"/>
              </a:solidFill>
            </a:endParaRPr>
          </a:p>
        </p:txBody>
      </p:sp>
      <p:pic>
        <p:nvPicPr>
          <p:cNvPr id="12" name="Picture 11">
            <a:extLst>
              <a:ext uri="{FF2B5EF4-FFF2-40B4-BE49-F238E27FC236}">
                <a16:creationId xmlns:a16="http://schemas.microsoft.com/office/drawing/2014/main" id="{3471E2A8-2DA3-F130-1243-97FEF1A5818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127898" y="2540882"/>
            <a:ext cx="730436" cy="360000"/>
          </a:xfrm>
          <a:prstGeom prst="rect">
            <a:avLst/>
          </a:prstGeom>
        </p:spPr>
      </p:pic>
      <p:grpSp>
        <p:nvGrpSpPr>
          <p:cNvPr id="44" name="Group 43">
            <a:extLst>
              <a:ext uri="{FF2B5EF4-FFF2-40B4-BE49-F238E27FC236}">
                <a16:creationId xmlns:a16="http://schemas.microsoft.com/office/drawing/2014/main" id="{8F8CC1BE-E777-7124-604F-F3EA5232FBAE}"/>
              </a:ext>
            </a:extLst>
          </p:cNvPr>
          <p:cNvGrpSpPr/>
          <p:nvPr/>
        </p:nvGrpSpPr>
        <p:grpSpPr>
          <a:xfrm>
            <a:off x="3940192" y="2361155"/>
            <a:ext cx="5899831" cy="1844323"/>
            <a:chOff x="4291310" y="2732224"/>
            <a:chExt cx="5899831" cy="1844323"/>
          </a:xfrm>
        </p:grpSpPr>
        <p:sp>
          <p:nvSpPr>
            <p:cNvPr id="45" name="OTLSHAPE_T_5a934a26f311425e8ebaa0f45e6533ad_Shape">
              <a:extLst>
                <a:ext uri="{FF2B5EF4-FFF2-40B4-BE49-F238E27FC236}">
                  <a16:creationId xmlns:a16="http://schemas.microsoft.com/office/drawing/2014/main" id="{AC296670-2EEE-42F2-D725-0687C4F50E8B}"/>
                </a:ext>
              </a:extLst>
            </p:cNvPr>
            <p:cNvSpPr/>
            <p:nvPr/>
          </p:nvSpPr>
          <p:spPr bwMode="auto">
            <a:xfrm>
              <a:off x="5022851" y="2998279"/>
              <a:ext cx="3354962" cy="201251"/>
            </a:xfrm>
            <a:prstGeom prst="roundRect">
              <a:avLst/>
            </a:prstGeom>
            <a:solidFill>
              <a:schemeClr val="tx2">
                <a:lumMod val="40000"/>
                <a:lumOff val="60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8990">
                <a:defRPr/>
              </a:pPr>
              <a:r>
                <a:rPr lang="en-US" altLang="zh-CN" sz="900" b="1">
                  <a:solidFill>
                    <a:schemeClr val="bg2"/>
                  </a:solidFill>
                  <a:latin typeface="+mn-ea"/>
                  <a:cs typeface="Calibri" panose="020F0502020204030204" pitchFamily="34" charset="0"/>
                </a:rPr>
                <a:t>AIRTIVITY 1397-0014 Phase 3</a:t>
              </a:r>
            </a:p>
          </p:txBody>
        </p:sp>
        <p:grpSp>
          <p:nvGrpSpPr>
            <p:cNvPr id="47" name="Group 46">
              <a:extLst>
                <a:ext uri="{FF2B5EF4-FFF2-40B4-BE49-F238E27FC236}">
                  <a16:creationId xmlns:a16="http://schemas.microsoft.com/office/drawing/2014/main" id="{C4A531CF-3012-7A9F-D1CC-59FC95589C02}"/>
                </a:ext>
              </a:extLst>
            </p:cNvPr>
            <p:cNvGrpSpPr/>
            <p:nvPr/>
          </p:nvGrpSpPr>
          <p:grpSpPr>
            <a:xfrm>
              <a:off x="4291310" y="2732224"/>
              <a:ext cx="402354" cy="620876"/>
              <a:chOff x="3273356" y="2935058"/>
              <a:chExt cx="402354" cy="620876"/>
            </a:xfrm>
          </p:grpSpPr>
          <p:sp>
            <p:nvSpPr>
              <p:cNvPr id="58" name="Star: 5 Points 57">
                <a:extLst>
                  <a:ext uri="{FF2B5EF4-FFF2-40B4-BE49-F238E27FC236}">
                    <a16:creationId xmlns:a16="http://schemas.microsoft.com/office/drawing/2014/main" id="{80FF7C35-62B3-0884-76B9-CF2FBC90D0E3}"/>
                  </a:ext>
                </a:extLst>
              </p:cNvPr>
              <p:cNvSpPr/>
              <p:nvPr/>
            </p:nvSpPr>
            <p:spPr bwMode="gray">
              <a:xfrm>
                <a:off x="3414744" y="3232773"/>
                <a:ext cx="119578" cy="119578"/>
              </a:xfrm>
              <a:prstGeom prst="star5">
                <a:avLst/>
              </a:prstGeom>
              <a:solidFill>
                <a:schemeClr val="bg1"/>
              </a:solidFill>
              <a:ln w="127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ln w="12700">
                    <a:solidFill>
                      <a:schemeClr val="bg2"/>
                    </a:solidFill>
                  </a:ln>
                  <a:solidFill>
                    <a:schemeClr val="accent2">
                      <a:lumMod val="50000"/>
                    </a:schemeClr>
                  </a:solidFill>
                </a:endParaRPr>
              </a:p>
            </p:txBody>
          </p:sp>
          <p:sp>
            <p:nvSpPr>
              <p:cNvPr id="59" name="TextBox 58">
                <a:extLst>
                  <a:ext uri="{FF2B5EF4-FFF2-40B4-BE49-F238E27FC236}">
                    <a16:creationId xmlns:a16="http://schemas.microsoft.com/office/drawing/2014/main" id="{8461C74F-9888-D939-80BB-9E9F5ADE8730}"/>
                  </a:ext>
                </a:extLst>
              </p:cNvPr>
              <p:cNvSpPr txBox="1"/>
              <p:nvPr/>
            </p:nvSpPr>
            <p:spPr bwMode="gray">
              <a:xfrm>
                <a:off x="3379154" y="3417691"/>
                <a:ext cx="190758" cy="138243"/>
              </a:xfrm>
              <a:prstGeom prst="rect">
                <a:avLst/>
              </a:prstGeom>
              <a:noFill/>
            </p:spPr>
            <p:txBody>
              <a:bodyPr wrap="none" lIns="0" tIns="0" rIns="0" bIns="0" rtlCol="0">
                <a:spAutoFit/>
              </a:bodyPr>
              <a:lstStyle/>
              <a:p>
                <a:pPr algn="ctr">
                  <a:lnSpc>
                    <a:spcPct val="140000"/>
                  </a:lnSpc>
                </a:pPr>
                <a:r>
                  <a:rPr lang="en-US" sz="700" b="1">
                    <a:solidFill>
                      <a:schemeClr val="bg2"/>
                    </a:solidFill>
                  </a:rPr>
                  <a:t>CTA</a:t>
                </a:r>
              </a:p>
            </p:txBody>
          </p:sp>
          <p:sp>
            <p:nvSpPr>
              <p:cNvPr id="60" name="TextBox 59">
                <a:extLst>
                  <a:ext uri="{FF2B5EF4-FFF2-40B4-BE49-F238E27FC236}">
                    <a16:creationId xmlns:a16="http://schemas.microsoft.com/office/drawing/2014/main" id="{A19B4229-985A-8D35-59D1-5DD75D859EC9}"/>
                  </a:ext>
                </a:extLst>
              </p:cNvPr>
              <p:cNvSpPr txBox="1"/>
              <p:nvPr/>
            </p:nvSpPr>
            <p:spPr bwMode="gray">
              <a:xfrm>
                <a:off x="3273356" y="2935058"/>
                <a:ext cx="402354" cy="138243"/>
              </a:xfrm>
              <a:prstGeom prst="rect">
                <a:avLst/>
              </a:prstGeom>
              <a:noFill/>
            </p:spPr>
            <p:txBody>
              <a:bodyPr wrap="none" lIns="0" tIns="0" rIns="0" bIns="0" rtlCol="0">
                <a:spAutoFit/>
              </a:bodyPr>
              <a:lstStyle/>
              <a:p>
                <a:pPr algn="ctr">
                  <a:lnSpc>
                    <a:spcPct val="140000"/>
                  </a:lnSpc>
                </a:pPr>
                <a:r>
                  <a:rPr lang="en-US" sz="700" b="1">
                    <a:solidFill>
                      <a:schemeClr val="bg2"/>
                    </a:solidFill>
                  </a:rPr>
                  <a:t>Feb 2025</a:t>
                </a:r>
              </a:p>
            </p:txBody>
          </p:sp>
        </p:grpSp>
        <p:sp>
          <p:nvSpPr>
            <p:cNvPr id="48" name="TextBox 47">
              <a:extLst>
                <a:ext uri="{FF2B5EF4-FFF2-40B4-BE49-F238E27FC236}">
                  <a16:creationId xmlns:a16="http://schemas.microsoft.com/office/drawing/2014/main" id="{E38BA29C-AAC1-E366-2B72-F638267608A2}"/>
                </a:ext>
              </a:extLst>
            </p:cNvPr>
            <p:cNvSpPr txBox="1"/>
            <p:nvPr/>
          </p:nvSpPr>
          <p:spPr bwMode="gray">
            <a:xfrm>
              <a:off x="4673118" y="2846244"/>
              <a:ext cx="722955" cy="138243"/>
            </a:xfrm>
            <a:prstGeom prst="rect">
              <a:avLst/>
            </a:prstGeom>
            <a:noFill/>
          </p:spPr>
          <p:txBody>
            <a:bodyPr wrap="none" lIns="0" tIns="0" rIns="0" bIns="0" rtlCol="0">
              <a:spAutoFit/>
            </a:bodyPr>
            <a:lstStyle/>
            <a:p>
              <a:pPr algn="ctr">
                <a:lnSpc>
                  <a:spcPct val="140000"/>
                </a:lnSpc>
              </a:pPr>
              <a:r>
                <a:rPr lang="en-US" sz="700" b="1">
                  <a:solidFill>
                    <a:schemeClr val="bg2"/>
                  </a:solidFill>
                </a:rPr>
                <a:t>16 Jun 2025 </a:t>
              </a:r>
              <a:r>
                <a:rPr lang="en-US" altLang="zh-CN" sz="700" b="1">
                  <a:solidFill>
                    <a:schemeClr val="bg2"/>
                  </a:solidFill>
                </a:rPr>
                <a:t>FSS</a:t>
              </a:r>
              <a:endParaRPr lang="en-US" sz="700" b="1">
                <a:solidFill>
                  <a:schemeClr val="bg2"/>
                </a:solidFill>
              </a:endParaRPr>
            </a:p>
          </p:txBody>
        </p:sp>
        <p:sp>
          <p:nvSpPr>
            <p:cNvPr id="49" name="TextBox 48">
              <a:extLst>
                <a:ext uri="{FF2B5EF4-FFF2-40B4-BE49-F238E27FC236}">
                  <a16:creationId xmlns:a16="http://schemas.microsoft.com/office/drawing/2014/main" id="{B32479EB-6F90-3AFC-5C00-85BED9459D0E}"/>
                </a:ext>
              </a:extLst>
            </p:cNvPr>
            <p:cNvSpPr txBox="1"/>
            <p:nvPr/>
          </p:nvSpPr>
          <p:spPr bwMode="gray">
            <a:xfrm>
              <a:off x="8233223" y="4276288"/>
              <a:ext cx="623038" cy="300259"/>
            </a:xfrm>
            <a:prstGeom prst="rect">
              <a:avLst/>
            </a:prstGeom>
            <a:noFill/>
          </p:spPr>
          <p:txBody>
            <a:bodyPr wrap="square" lIns="0" tIns="0" rIns="0" bIns="0" rtlCol="0" anchor="t">
              <a:spAutoFit/>
            </a:bodyPr>
            <a:lstStyle/>
            <a:p>
              <a:pPr>
                <a:lnSpc>
                  <a:spcPct val="140000"/>
                </a:lnSpc>
              </a:pPr>
              <a:r>
                <a:rPr lang="en-US" sz="700" b="1">
                  <a:solidFill>
                    <a:srgbClr val="052EFC"/>
                  </a:solidFill>
                </a:rPr>
                <a:t>DBL-1</a:t>
              </a:r>
              <a:endParaRPr lang="en-US" b="1">
                <a:solidFill>
                  <a:srgbClr val="052EFC"/>
                </a:solidFill>
              </a:endParaRPr>
            </a:p>
            <a:p>
              <a:pPr>
                <a:lnSpc>
                  <a:spcPct val="140000"/>
                </a:lnSpc>
              </a:pPr>
              <a:r>
                <a:rPr lang="en-US" sz="700" b="1">
                  <a:solidFill>
                    <a:srgbClr val="052EFC"/>
                  </a:solidFill>
                </a:rPr>
                <a:t>Sep 2027</a:t>
              </a:r>
              <a:endParaRPr lang="en-US" b="1">
                <a:solidFill>
                  <a:srgbClr val="052EFC"/>
                </a:solidFill>
              </a:endParaRPr>
            </a:p>
          </p:txBody>
        </p:sp>
        <p:grpSp>
          <p:nvGrpSpPr>
            <p:cNvPr id="50" name="Group 49">
              <a:extLst>
                <a:ext uri="{FF2B5EF4-FFF2-40B4-BE49-F238E27FC236}">
                  <a16:creationId xmlns:a16="http://schemas.microsoft.com/office/drawing/2014/main" id="{5B0CEAC3-6749-5EE5-4F06-AA231605E351}"/>
                </a:ext>
              </a:extLst>
            </p:cNvPr>
            <p:cNvGrpSpPr/>
            <p:nvPr/>
          </p:nvGrpSpPr>
          <p:grpSpPr>
            <a:xfrm>
              <a:off x="8848172" y="2799194"/>
              <a:ext cx="407163" cy="529804"/>
              <a:chOff x="2275321" y="3003718"/>
              <a:chExt cx="407163" cy="529804"/>
            </a:xfrm>
          </p:grpSpPr>
          <p:sp>
            <p:nvSpPr>
              <p:cNvPr id="55" name="Star: 5 Points 54">
                <a:extLst>
                  <a:ext uri="{FF2B5EF4-FFF2-40B4-BE49-F238E27FC236}">
                    <a16:creationId xmlns:a16="http://schemas.microsoft.com/office/drawing/2014/main" id="{D7FC2126-A678-006E-4885-A94A616E8CE0}"/>
                  </a:ext>
                </a:extLst>
              </p:cNvPr>
              <p:cNvSpPr/>
              <p:nvPr/>
            </p:nvSpPr>
            <p:spPr bwMode="gray">
              <a:xfrm>
                <a:off x="2419114" y="3240243"/>
                <a:ext cx="119578" cy="119578"/>
              </a:xfrm>
              <a:prstGeom prst="star5">
                <a:avLst/>
              </a:prstGeom>
              <a:solidFill>
                <a:srgbClr val="EE6541"/>
              </a:solidFill>
              <a:ln w="12700">
                <a:solidFill>
                  <a:srgbClr val="EE65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ln w="12700">
                    <a:solidFill>
                      <a:schemeClr val="bg2"/>
                    </a:solidFill>
                  </a:ln>
                  <a:solidFill>
                    <a:schemeClr val="accent2">
                      <a:lumMod val="50000"/>
                    </a:schemeClr>
                  </a:solidFill>
                </a:endParaRPr>
              </a:p>
            </p:txBody>
          </p:sp>
          <p:sp>
            <p:nvSpPr>
              <p:cNvPr id="56" name="TextBox 55">
                <a:extLst>
                  <a:ext uri="{FF2B5EF4-FFF2-40B4-BE49-F238E27FC236}">
                    <a16:creationId xmlns:a16="http://schemas.microsoft.com/office/drawing/2014/main" id="{BE175577-9903-36BA-B725-D886284F0C8C}"/>
                  </a:ext>
                </a:extLst>
              </p:cNvPr>
              <p:cNvSpPr txBox="1"/>
              <p:nvPr/>
            </p:nvSpPr>
            <p:spPr bwMode="gray">
              <a:xfrm>
                <a:off x="2304977" y="3395279"/>
                <a:ext cx="347852" cy="138243"/>
              </a:xfrm>
              <a:prstGeom prst="rect">
                <a:avLst/>
              </a:prstGeom>
              <a:noFill/>
            </p:spPr>
            <p:txBody>
              <a:bodyPr wrap="none" lIns="0" tIns="0" rIns="0" bIns="0" rtlCol="0">
                <a:spAutoFit/>
              </a:bodyPr>
              <a:lstStyle/>
              <a:p>
                <a:pPr algn="ctr">
                  <a:lnSpc>
                    <a:spcPct val="140000"/>
                  </a:lnSpc>
                </a:pPr>
                <a:r>
                  <a:rPr lang="en-US" sz="700" b="1">
                    <a:solidFill>
                      <a:schemeClr val="bg2"/>
                    </a:solidFill>
                  </a:rPr>
                  <a:t>US NDA</a:t>
                </a:r>
              </a:p>
            </p:txBody>
          </p:sp>
          <p:sp>
            <p:nvSpPr>
              <p:cNvPr id="57" name="TextBox 56">
                <a:extLst>
                  <a:ext uri="{FF2B5EF4-FFF2-40B4-BE49-F238E27FC236}">
                    <a16:creationId xmlns:a16="http://schemas.microsoft.com/office/drawing/2014/main" id="{0861E95E-31F3-C39C-1A57-6EB3078D797C}"/>
                  </a:ext>
                </a:extLst>
              </p:cNvPr>
              <p:cNvSpPr txBox="1"/>
              <p:nvPr/>
            </p:nvSpPr>
            <p:spPr bwMode="gray">
              <a:xfrm>
                <a:off x="2275321" y="3003718"/>
                <a:ext cx="407163" cy="138243"/>
              </a:xfrm>
              <a:prstGeom prst="rect">
                <a:avLst/>
              </a:prstGeom>
              <a:noFill/>
            </p:spPr>
            <p:txBody>
              <a:bodyPr wrap="none" lIns="0" tIns="0" rIns="0" bIns="0" rtlCol="0" anchor="t">
                <a:spAutoFit/>
              </a:bodyPr>
              <a:lstStyle/>
              <a:p>
                <a:pPr algn="ctr">
                  <a:lnSpc>
                    <a:spcPct val="140000"/>
                  </a:lnSpc>
                </a:pPr>
                <a:r>
                  <a:rPr lang="en-US" sz="700" b="1">
                    <a:solidFill>
                      <a:schemeClr val="bg2"/>
                    </a:solidFill>
                  </a:rPr>
                  <a:t>Dec 2027</a:t>
                </a:r>
              </a:p>
            </p:txBody>
          </p:sp>
        </p:grpSp>
        <p:grpSp>
          <p:nvGrpSpPr>
            <p:cNvPr id="51" name="Group 50">
              <a:extLst>
                <a:ext uri="{FF2B5EF4-FFF2-40B4-BE49-F238E27FC236}">
                  <a16:creationId xmlns:a16="http://schemas.microsoft.com/office/drawing/2014/main" id="{8B8A2A99-A03D-4713-B18A-67606925EBFD}"/>
                </a:ext>
              </a:extLst>
            </p:cNvPr>
            <p:cNvGrpSpPr/>
            <p:nvPr/>
          </p:nvGrpSpPr>
          <p:grpSpPr>
            <a:xfrm>
              <a:off x="9649325" y="2799194"/>
              <a:ext cx="541816" cy="533956"/>
              <a:chOff x="9885350" y="2151642"/>
              <a:chExt cx="541816" cy="533956"/>
            </a:xfrm>
          </p:grpSpPr>
          <p:pic>
            <p:nvPicPr>
              <p:cNvPr id="52" name="Graphic 51" descr="Flag with solid fill">
                <a:extLst>
                  <a:ext uri="{FF2B5EF4-FFF2-40B4-BE49-F238E27FC236}">
                    <a16:creationId xmlns:a16="http://schemas.microsoft.com/office/drawing/2014/main" id="{0AFA3E98-C086-F296-C29B-E0F48BE8BE2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057387" y="2349085"/>
                <a:ext cx="197742" cy="197742"/>
              </a:xfrm>
              <a:prstGeom prst="rect">
                <a:avLst/>
              </a:prstGeom>
            </p:spPr>
          </p:pic>
          <p:sp>
            <p:nvSpPr>
              <p:cNvPr id="53" name="TextBox 52">
                <a:extLst>
                  <a:ext uri="{FF2B5EF4-FFF2-40B4-BE49-F238E27FC236}">
                    <a16:creationId xmlns:a16="http://schemas.microsoft.com/office/drawing/2014/main" id="{83A46B91-6C92-9228-F7A1-81FA3FE300F6}"/>
                  </a:ext>
                </a:extLst>
              </p:cNvPr>
              <p:cNvSpPr txBox="1"/>
              <p:nvPr/>
            </p:nvSpPr>
            <p:spPr bwMode="gray">
              <a:xfrm>
                <a:off x="9885350" y="2547355"/>
                <a:ext cx="541816" cy="138243"/>
              </a:xfrm>
              <a:prstGeom prst="rect">
                <a:avLst/>
              </a:prstGeom>
              <a:noFill/>
            </p:spPr>
            <p:txBody>
              <a:bodyPr wrap="none" lIns="0" tIns="0" rIns="0" bIns="0" rtlCol="0">
                <a:spAutoFit/>
              </a:bodyPr>
              <a:lstStyle/>
              <a:p>
                <a:pPr algn="ctr">
                  <a:lnSpc>
                    <a:spcPct val="140000"/>
                  </a:lnSpc>
                </a:pPr>
                <a:r>
                  <a:rPr lang="en-US" sz="700" b="1">
                    <a:solidFill>
                      <a:schemeClr val="bg2"/>
                    </a:solidFill>
                  </a:rPr>
                  <a:t>US Approval</a:t>
                </a:r>
              </a:p>
            </p:txBody>
          </p:sp>
          <p:sp>
            <p:nvSpPr>
              <p:cNvPr id="54" name="TextBox 53">
                <a:extLst>
                  <a:ext uri="{FF2B5EF4-FFF2-40B4-BE49-F238E27FC236}">
                    <a16:creationId xmlns:a16="http://schemas.microsoft.com/office/drawing/2014/main" id="{F9728F93-4206-D15F-7116-BCF882201686}"/>
                  </a:ext>
                </a:extLst>
              </p:cNvPr>
              <p:cNvSpPr txBox="1"/>
              <p:nvPr/>
            </p:nvSpPr>
            <p:spPr bwMode="gray">
              <a:xfrm>
                <a:off x="9935045" y="2151642"/>
                <a:ext cx="426399" cy="138243"/>
              </a:xfrm>
              <a:prstGeom prst="rect">
                <a:avLst/>
              </a:prstGeom>
              <a:noFill/>
            </p:spPr>
            <p:txBody>
              <a:bodyPr wrap="none" lIns="0" tIns="0" rIns="0" bIns="0" rtlCol="0" anchor="t">
                <a:spAutoFit/>
              </a:bodyPr>
              <a:lstStyle/>
              <a:p>
                <a:pPr algn="ctr">
                  <a:lnSpc>
                    <a:spcPct val="140000"/>
                  </a:lnSpc>
                </a:pPr>
                <a:r>
                  <a:rPr lang="en-US" sz="700" b="1">
                    <a:solidFill>
                      <a:schemeClr val="bg2"/>
                    </a:solidFill>
                  </a:rPr>
                  <a:t>Aug 2028 </a:t>
                </a:r>
              </a:p>
            </p:txBody>
          </p:sp>
        </p:grpSp>
      </p:grpSp>
      <p:pic>
        <p:nvPicPr>
          <p:cNvPr id="62" name="Picture 61">
            <a:extLst>
              <a:ext uri="{FF2B5EF4-FFF2-40B4-BE49-F238E27FC236}">
                <a16:creationId xmlns:a16="http://schemas.microsoft.com/office/drawing/2014/main" id="{D6290F2C-903C-C52A-04B6-970144C9E2F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642310" y="3274967"/>
            <a:ext cx="730437" cy="360000"/>
          </a:xfrm>
          <a:prstGeom prst="rect">
            <a:avLst/>
          </a:prstGeom>
        </p:spPr>
      </p:pic>
      <p:grpSp>
        <p:nvGrpSpPr>
          <p:cNvPr id="64" name="Group 63">
            <a:extLst>
              <a:ext uri="{FF2B5EF4-FFF2-40B4-BE49-F238E27FC236}">
                <a16:creationId xmlns:a16="http://schemas.microsoft.com/office/drawing/2014/main" id="{BC82375A-47D6-2105-87AD-57604735329D}"/>
              </a:ext>
            </a:extLst>
          </p:cNvPr>
          <p:cNvGrpSpPr/>
          <p:nvPr/>
        </p:nvGrpSpPr>
        <p:grpSpPr>
          <a:xfrm>
            <a:off x="3374217" y="3186844"/>
            <a:ext cx="4659489" cy="626024"/>
            <a:chOff x="3725335" y="4891875"/>
            <a:chExt cx="4652377" cy="637229"/>
          </a:xfrm>
        </p:grpSpPr>
        <p:sp>
          <p:nvSpPr>
            <p:cNvPr id="65" name="OTLSHAPE_T_5a934a26f311425e8ebaa0f45e6533ad_Shape">
              <a:extLst>
                <a:ext uri="{FF2B5EF4-FFF2-40B4-BE49-F238E27FC236}">
                  <a16:creationId xmlns:a16="http://schemas.microsoft.com/office/drawing/2014/main" id="{E1CD7819-EA99-39C4-6CF2-B50488F28504}"/>
                </a:ext>
              </a:extLst>
            </p:cNvPr>
            <p:cNvSpPr/>
            <p:nvPr/>
          </p:nvSpPr>
          <p:spPr bwMode="auto">
            <a:xfrm>
              <a:off x="5336770" y="5038580"/>
              <a:ext cx="3040942" cy="239930"/>
            </a:xfrm>
            <a:prstGeom prst="roundRect">
              <a:avLst/>
            </a:prstGeom>
            <a:solidFill>
              <a:schemeClr val="tx2">
                <a:lumMod val="40000"/>
                <a:lumOff val="60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8990">
                <a:defRPr/>
              </a:pPr>
              <a:r>
                <a:rPr lang="en-US" altLang="zh-CN" sz="900" b="1">
                  <a:solidFill>
                    <a:schemeClr val="bg2"/>
                  </a:solidFill>
                  <a:latin typeface="+mn-ea"/>
                  <a:cs typeface="Calibri" panose="020F0502020204030204" pitchFamily="34" charset="0"/>
                </a:rPr>
                <a:t>AIRTIVITY 1397-0014 Phase 3</a:t>
              </a:r>
            </a:p>
          </p:txBody>
        </p:sp>
        <p:sp>
          <p:nvSpPr>
            <p:cNvPr id="66" name="OTLSHAPE_T_e17f3958430f4cff8650518c93c7635e_Shape">
              <a:extLst>
                <a:ext uri="{FF2B5EF4-FFF2-40B4-BE49-F238E27FC236}">
                  <a16:creationId xmlns:a16="http://schemas.microsoft.com/office/drawing/2014/main" id="{F0D40A89-894F-89C1-B7F8-6AB80C9EAE91}"/>
                </a:ext>
              </a:extLst>
            </p:cNvPr>
            <p:cNvSpPr/>
            <p:nvPr>
              <p:custDataLst>
                <p:tags r:id="rId1"/>
              </p:custDataLst>
            </p:nvPr>
          </p:nvSpPr>
          <p:spPr bwMode="auto">
            <a:xfrm>
              <a:off x="4531854" y="5059679"/>
              <a:ext cx="804916" cy="201600"/>
            </a:xfrm>
            <a:prstGeom prst="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51435" tIns="25719" rIns="51435" bIns="25719" numCol="1" rtlCol="0" anchor="ctr" anchorCtr="0" compatLnSpc="1">
              <a:prstTxWarp prst="textNoShape">
                <a:avLst/>
              </a:prstTxWarp>
            </a:bodyPr>
            <a:lstStyle/>
            <a:p>
              <a:pPr algn="ctr" defTabSz="914265" eaLnBrk="0" fontAlgn="base" hangingPunct="0">
                <a:spcBef>
                  <a:spcPct val="0"/>
                </a:spcBef>
                <a:spcAft>
                  <a:spcPct val="0"/>
                </a:spcAft>
                <a:defRPr/>
              </a:pPr>
              <a:r>
                <a:rPr lang="en-US" altLang="zh-CN" sz="450" b="1">
                  <a:solidFill>
                    <a:schemeClr val="bg2"/>
                  </a:solidFill>
                  <a:latin typeface="+mn-ea"/>
                </a:rPr>
                <a:t>CTA Review + EC + HGRAC + 1</a:t>
              </a:r>
              <a:r>
                <a:rPr lang="en-US" altLang="zh-CN" sz="450" b="1" baseline="30000">
                  <a:solidFill>
                    <a:schemeClr val="bg2"/>
                  </a:solidFill>
                  <a:latin typeface="+mn-ea"/>
                </a:rPr>
                <a:t>st</a:t>
              </a:r>
              <a:r>
                <a:rPr lang="en-US" altLang="zh-CN" sz="450" b="1">
                  <a:solidFill>
                    <a:schemeClr val="bg2"/>
                  </a:solidFill>
                  <a:latin typeface="+mn-ea"/>
                </a:rPr>
                <a:t> SIV (6m) *</a:t>
              </a:r>
              <a:endParaRPr lang="zh-CN" altLang="en-US" sz="450" b="1">
                <a:solidFill>
                  <a:schemeClr val="bg2"/>
                </a:solidFill>
                <a:latin typeface="+mn-ea"/>
              </a:endParaRPr>
            </a:p>
          </p:txBody>
        </p:sp>
        <p:grpSp>
          <p:nvGrpSpPr>
            <p:cNvPr id="67" name="Group 66">
              <a:extLst>
                <a:ext uri="{FF2B5EF4-FFF2-40B4-BE49-F238E27FC236}">
                  <a16:creationId xmlns:a16="http://schemas.microsoft.com/office/drawing/2014/main" id="{02615AC4-5B68-D93B-FBFE-FD9E930DB883}"/>
                </a:ext>
              </a:extLst>
            </p:cNvPr>
            <p:cNvGrpSpPr/>
            <p:nvPr/>
          </p:nvGrpSpPr>
          <p:grpSpPr>
            <a:xfrm>
              <a:off x="4296262" y="4891875"/>
              <a:ext cx="402354" cy="483993"/>
              <a:chOff x="3007621" y="5554699"/>
              <a:chExt cx="402354" cy="483993"/>
            </a:xfrm>
          </p:grpSpPr>
          <p:sp>
            <p:nvSpPr>
              <p:cNvPr id="76" name="Star: 5 Points 75">
                <a:extLst>
                  <a:ext uri="{FF2B5EF4-FFF2-40B4-BE49-F238E27FC236}">
                    <a16:creationId xmlns:a16="http://schemas.microsoft.com/office/drawing/2014/main" id="{F14953E0-EFDA-6E29-EE6C-7C6D3ABD705A}"/>
                  </a:ext>
                </a:extLst>
              </p:cNvPr>
              <p:cNvSpPr/>
              <p:nvPr/>
            </p:nvSpPr>
            <p:spPr bwMode="gray">
              <a:xfrm>
                <a:off x="3149008" y="5745413"/>
                <a:ext cx="119578" cy="119578"/>
              </a:xfrm>
              <a:prstGeom prst="star5">
                <a:avLst/>
              </a:prstGeom>
              <a:solidFill>
                <a:schemeClr val="bg1"/>
              </a:solidFill>
              <a:ln w="127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ln w="12700">
                    <a:solidFill>
                      <a:schemeClr val="bg2"/>
                    </a:solidFill>
                  </a:ln>
                  <a:solidFill>
                    <a:schemeClr val="accent2">
                      <a:lumMod val="50000"/>
                    </a:schemeClr>
                  </a:solidFill>
                </a:endParaRPr>
              </a:p>
            </p:txBody>
          </p:sp>
          <p:sp>
            <p:nvSpPr>
              <p:cNvPr id="77" name="TextBox 76">
                <a:extLst>
                  <a:ext uri="{FF2B5EF4-FFF2-40B4-BE49-F238E27FC236}">
                    <a16:creationId xmlns:a16="http://schemas.microsoft.com/office/drawing/2014/main" id="{7F145F92-5B55-8F57-AE19-716694DFE4D5}"/>
                  </a:ext>
                </a:extLst>
              </p:cNvPr>
              <p:cNvSpPr txBox="1"/>
              <p:nvPr/>
            </p:nvSpPr>
            <p:spPr bwMode="gray">
              <a:xfrm>
                <a:off x="3113418" y="5900449"/>
                <a:ext cx="190758" cy="138243"/>
              </a:xfrm>
              <a:prstGeom prst="rect">
                <a:avLst/>
              </a:prstGeom>
              <a:noFill/>
            </p:spPr>
            <p:txBody>
              <a:bodyPr wrap="none" lIns="0" tIns="0" rIns="0" bIns="0" rtlCol="0">
                <a:spAutoFit/>
              </a:bodyPr>
              <a:lstStyle/>
              <a:p>
                <a:pPr algn="ctr">
                  <a:lnSpc>
                    <a:spcPct val="140000"/>
                  </a:lnSpc>
                </a:pPr>
                <a:r>
                  <a:rPr lang="en-US" sz="700" b="1">
                    <a:solidFill>
                      <a:schemeClr val="bg2"/>
                    </a:solidFill>
                  </a:rPr>
                  <a:t>CTA</a:t>
                </a:r>
              </a:p>
            </p:txBody>
          </p:sp>
          <p:sp>
            <p:nvSpPr>
              <p:cNvPr id="78" name="TextBox 77">
                <a:extLst>
                  <a:ext uri="{FF2B5EF4-FFF2-40B4-BE49-F238E27FC236}">
                    <a16:creationId xmlns:a16="http://schemas.microsoft.com/office/drawing/2014/main" id="{A3A7B43A-F53B-8575-2018-6BE0164B11EB}"/>
                  </a:ext>
                </a:extLst>
              </p:cNvPr>
              <p:cNvSpPr txBox="1"/>
              <p:nvPr/>
            </p:nvSpPr>
            <p:spPr bwMode="gray">
              <a:xfrm>
                <a:off x="3007621" y="5554699"/>
                <a:ext cx="402354" cy="138243"/>
              </a:xfrm>
              <a:prstGeom prst="rect">
                <a:avLst/>
              </a:prstGeom>
              <a:noFill/>
            </p:spPr>
            <p:txBody>
              <a:bodyPr wrap="none" lIns="0" tIns="0" rIns="0" bIns="0" rtlCol="0">
                <a:spAutoFit/>
              </a:bodyPr>
              <a:lstStyle/>
              <a:p>
                <a:pPr algn="ctr">
                  <a:lnSpc>
                    <a:spcPct val="140000"/>
                  </a:lnSpc>
                </a:pPr>
                <a:r>
                  <a:rPr lang="en-US" altLang="zh-CN" sz="700" b="1">
                    <a:solidFill>
                      <a:schemeClr val="bg2"/>
                    </a:solidFill>
                  </a:rPr>
                  <a:t>Feb</a:t>
                </a:r>
                <a:r>
                  <a:rPr lang="en-US" sz="700" b="1">
                    <a:solidFill>
                      <a:schemeClr val="bg2"/>
                    </a:solidFill>
                  </a:rPr>
                  <a:t> 2025</a:t>
                </a:r>
              </a:p>
            </p:txBody>
          </p:sp>
        </p:grpSp>
        <p:grpSp>
          <p:nvGrpSpPr>
            <p:cNvPr id="68" name="Group 67">
              <a:extLst>
                <a:ext uri="{FF2B5EF4-FFF2-40B4-BE49-F238E27FC236}">
                  <a16:creationId xmlns:a16="http://schemas.microsoft.com/office/drawing/2014/main" id="{1E772F7D-50B1-686A-1539-7DC6A1B0B7F9}"/>
                </a:ext>
              </a:extLst>
            </p:cNvPr>
            <p:cNvGrpSpPr/>
            <p:nvPr/>
          </p:nvGrpSpPr>
          <p:grpSpPr>
            <a:xfrm>
              <a:off x="5144206" y="4903011"/>
              <a:ext cx="379912" cy="596819"/>
              <a:chOff x="5144206" y="4903011"/>
              <a:chExt cx="379912" cy="596819"/>
            </a:xfrm>
          </p:grpSpPr>
          <p:sp>
            <p:nvSpPr>
              <p:cNvPr id="73" name="TextBox 72">
                <a:extLst>
                  <a:ext uri="{FF2B5EF4-FFF2-40B4-BE49-F238E27FC236}">
                    <a16:creationId xmlns:a16="http://schemas.microsoft.com/office/drawing/2014/main" id="{353A22AD-F351-A44E-E72F-C9F9D13F69E7}"/>
                  </a:ext>
                </a:extLst>
              </p:cNvPr>
              <p:cNvSpPr txBox="1"/>
              <p:nvPr/>
            </p:nvSpPr>
            <p:spPr bwMode="gray">
              <a:xfrm>
                <a:off x="5144206" y="4903011"/>
                <a:ext cx="379912" cy="138243"/>
              </a:xfrm>
              <a:prstGeom prst="rect">
                <a:avLst/>
              </a:prstGeom>
              <a:noFill/>
            </p:spPr>
            <p:txBody>
              <a:bodyPr wrap="none" lIns="0" tIns="0" rIns="0" bIns="0" rtlCol="0">
                <a:spAutoFit/>
              </a:bodyPr>
              <a:lstStyle/>
              <a:p>
                <a:pPr algn="ctr">
                  <a:lnSpc>
                    <a:spcPct val="140000"/>
                  </a:lnSpc>
                </a:pPr>
                <a:r>
                  <a:rPr lang="en-US" sz="700" b="1">
                    <a:solidFill>
                      <a:schemeClr val="bg2"/>
                    </a:solidFill>
                  </a:rPr>
                  <a:t>Jul 2025</a:t>
                </a:r>
              </a:p>
            </p:txBody>
          </p:sp>
          <p:sp>
            <p:nvSpPr>
              <p:cNvPr id="74" name="Star: 4 Points 73">
                <a:extLst>
                  <a:ext uri="{FF2B5EF4-FFF2-40B4-BE49-F238E27FC236}">
                    <a16:creationId xmlns:a16="http://schemas.microsoft.com/office/drawing/2014/main" id="{931CE8AB-E3F4-0A17-4968-1FA872218027}"/>
                  </a:ext>
                </a:extLst>
              </p:cNvPr>
              <p:cNvSpPr/>
              <p:nvPr/>
            </p:nvSpPr>
            <p:spPr bwMode="gray">
              <a:xfrm>
                <a:off x="5258062" y="5184288"/>
                <a:ext cx="164900" cy="164900"/>
              </a:xfrm>
              <a:prstGeom prst="star4">
                <a:avLst/>
              </a:prstGeom>
              <a:solidFill>
                <a:srgbClr val="EE6541"/>
              </a:solidFill>
              <a:ln w="6350">
                <a:solidFill>
                  <a:srgbClr val="EE65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sp>
            <p:nvSpPr>
              <p:cNvPr id="75" name="TextBox 74">
                <a:extLst>
                  <a:ext uri="{FF2B5EF4-FFF2-40B4-BE49-F238E27FC236}">
                    <a16:creationId xmlns:a16="http://schemas.microsoft.com/office/drawing/2014/main" id="{2F65CC5E-E021-D3B7-C317-AFC8E2B74E90}"/>
                  </a:ext>
                </a:extLst>
              </p:cNvPr>
              <p:cNvSpPr txBox="1"/>
              <p:nvPr/>
            </p:nvSpPr>
            <p:spPr bwMode="gray">
              <a:xfrm>
                <a:off x="5199447" y="5361587"/>
                <a:ext cx="282130" cy="138243"/>
              </a:xfrm>
              <a:prstGeom prst="rect">
                <a:avLst/>
              </a:prstGeom>
              <a:noFill/>
            </p:spPr>
            <p:txBody>
              <a:bodyPr wrap="none" lIns="0" tIns="0" rIns="0" bIns="0" rtlCol="0">
                <a:spAutoFit/>
              </a:bodyPr>
              <a:lstStyle/>
              <a:p>
                <a:pPr algn="ctr">
                  <a:lnSpc>
                    <a:spcPct val="140000"/>
                  </a:lnSpc>
                </a:pPr>
                <a:r>
                  <a:rPr lang="en-US" sz="700" b="1">
                    <a:solidFill>
                      <a:schemeClr val="bg2"/>
                    </a:solidFill>
                  </a:rPr>
                  <a:t>1</a:t>
                </a:r>
                <a:r>
                  <a:rPr lang="en-US" sz="700" b="1" baseline="30000">
                    <a:solidFill>
                      <a:schemeClr val="bg2"/>
                    </a:solidFill>
                  </a:rPr>
                  <a:t>st</a:t>
                </a:r>
                <a:r>
                  <a:rPr lang="en-US" sz="700" b="1">
                    <a:solidFill>
                      <a:schemeClr val="bg2"/>
                    </a:solidFill>
                  </a:rPr>
                  <a:t> SIV</a:t>
                </a:r>
              </a:p>
            </p:txBody>
          </p:sp>
        </p:grpSp>
        <p:grpSp>
          <p:nvGrpSpPr>
            <p:cNvPr id="69" name="Group 68">
              <a:extLst>
                <a:ext uri="{FF2B5EF4-FFF2-40B4-BE49-F238E27FC236}">
                  <a16:creationId xmlns:a16="http://schemas.microsoft.com/office/drawing/2014/main" id="{94A9B389-94DD-13A9-FBF3-5A0CD686CFFC}"/>
                </a:ext>
              </a:extLst>
            </p:cNvPr>
            <p:cNvGrpSpPr/>
            <p:nvPr/>
          </p:nvGrpSpPr>
          <p:grpSpPr>
            <a:xfrm>
              <a:off x="3725335" y="4903010"/>
              <a:ext cx="487313" cy="626094"/>
              <a:chOff x="2213536" y="5563408"/>
              <a:chExt cx="487313" cy="626094"/>
            </a:xfrm>
          </p:grpSpPr>
          <p:sp>
            <p:nvSpPr>
              <p:cNvPr id="70" name="Star: 5 Points 69">
                <a:extLst>
                  <a:ext uri="{FF2B5EF4-FFF2-40B4-BE49-F238E27FC236}">
                    <a16:creationId xmlns:a16="http://schemas.microsoft.com/office/drawing/2014/main" id="{F4ABE51B-DB5E-65B3-1D12-E2326D053987}"/>
                  </a:ext>
                </a:extLst>
              </p:cNvPr>
              <p:cNvSpPr/>
              <p:nvPr/>
            </p:nvSpPr>
            <p:spPr bwMode="gray">
              <a:xfrm>
                <a:off x="2397403" y="5745413"/>
                <a:ext cx="119578" cy="119578"/>
              </a:xfrm>
              <a:prstGeom prst="star5">
                <a:avLst/>
              </a:prstGeom>
              <a:solidFill>
                <a:schemeClr val="bg1"/>
              </a:solidFill>
              <a:ln w="127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ln w="12700">
                    <a:solidFill>
                      <a:schemeClr val="bg2"/>
                    </a:solidFill>
                  </a:ln>
                  <a:solidFill>
                    <a:schemeClr val="accent2">
                      <a:lumMod val="50000"/>
                    </a:schemeClr>
                  </a:solidFill>
                </a:endParaRPr>
              </a:p>
            </p:txBody>
          </p:sp>
          <p:sp>
            <p:nvSpPr>
              <p:cNvPr id="71" name="TextBox 70">
                <a:extLst>
                  <a:ext uri="{FF2B5EF4-FFF2-40B4-BE49-F238E27FC236}">
                    <a16:creationId xmlns:a16="http://schemas.microsoft.com/office/drawing/2014/main" id="{295D38AA-83F8-6C0E-A12E-4B55B8F29E6B}"/>
                  </a:ext>
                </a:extLst>
              </p:cNvPr>
              <p:cNvSpPr txBox="1"/>
              <p:nvPr/>
            </p:nvSpPr>
            <p:spPr bwMode="gray">
              <a:xfrm>
                <a:off x="2213536" y="5900449"/>
                <a:ext cx="487313" cy="289053"/>
              </a:xfrm>
              <a:prstGeom prst="rect">
                <a:avLst/>
              </a:prstGeom>
              <a:noFill/>
            </p:spPr>
            <p:txBody>
              <a:bodyPr wrap="none" lIns="0" tIns="0" rIns="0" bIns="0" rtlCol="0">
                <a:spAutoFit/>
              </a:bodyPr>
              <a:lstStyle/>
              <a:p>
                <a:pPr algn="ctr">
                  <a:lnSpc>
                    <a:spcPct val="140000"/>
                  </a:lnSpc>
                </a:pPr>
                <a:r>
                  <a:rPr lang="en-US" sz="700" b="1">
                    <a:solidFill>
                      <a:schemeClr val="bg2"/>
                    </a:solidFill>
                  </a:rPr>
                  <a:t>EoP2 HAI</a:t>
                </a:r>
              </a:p>
              <a:p>
                <a:pPr algn="ctr">
                  <a:lnSpc>
                    <a:spcPct val="140000"/>
                  </a:lnSpc>
                </a:pPr>
                <a:r>
                  <a:rPr lang="en-US" sz="700" b="1">
                    <a:solidFill>
                      <a:schemeClr val="bg2"/>
                    </a:solidFill>
                  </a:rPr>
                  <a:t>Req. </a:t>
                </a:r>
                <a:r>
                  <a:rPr lang="en-US" sz="700" b="1" err="1">
                    <a:solidFill>
                      <a:schemeClr val="bg2"/>
                    </a:solidFill>
                  </a:rPr>
                  <a:t>Subm</a:t>
                </a:r>
                <a:r>
                  <a:rPr lang="en-US" sz="700" b="1">
                    <a:solidFill>
                      <a:schemeClr val="bg2"/>
                    </a:solidFill>
                  </a:rPr>
                  <a:t>.</a:t>
                </a:r>
              </a:p>
            </p:txBody>
          </p:sp>
          <p:sp>
            <p:nvSpPr>
              <p:cNvPr id="72" name="TextBox 71">
                <a:extLst>
                  <a:ext uri="{FF2B5EF4-FFF2-40B4-BE49-F238E27FC236}">
                    <a16:creationId xmlns:a16="http://schemas.microsoft.com/office/drawing/2014/main" id="{EE363F73-0097-3957-780E-9BF6C8BF76B5}"/>
                  </a:ext>
                </a:extLst>
              </p:cNvPr>
              <p:cNvSpPr txBox="1"/>
              <p:nvPr/>
            </p:nvSpPr>
            <p:spPr bwMode="gray">
              <a:xfrm>
                <a:off x="2250406" y="5563408"/>
                <a:ext cx="413575" cy="138243"/>
              </a:xfrm>
              <a:prstGeom prst="rect">
                <a:avLst/>
              </a:prstGeom>
              <a:noFill/>
            </p:spPr>
            <p:txBody>
              <a:bodyPr wrap="none" lIns="0" tIns="0" rIns="0" bIns="0" rtlCol="0">
                <a:spAutoFit/>
              </a:bodyPr>
              <a:lstStyle/>
              <a:p>
                <a:pPr algn="ctr">
                  <a:lnSpc>
                    <a:spcPct val="140000"/>
                  </a:lnSpc>
                </a:pPr>
                <a:r>
                  <a:rPr lang="en-US" sz="700" b="1">
                    <a:solidFill>
                      <a:schemeClr val="bg2"/>
                    </a:solidFill>
                  </a:rPr>
                  <a:t>Sep 2024</a:t>
                </a:r>
              </a:p>
            </p:txBody>
          </p:sp>
        </p:grpSp>
      </p:grpSp>
      <p:grpSp>
        <p:nvGrpSpPr>
          <p:cNvPr id="79" name="Group 78">
            <a:extLst>
              <a:ext uri="{FF2B5EF4-FFF2-40B4-BE49-F238E27FC236}">
                <a16:creationId xmlns:a16="http://schemas.microsoft.com/office/drawing/2014/main" id="{CFB3E0FB-D184-E4ED-E7BA-B4E91C0AE34E}"/>
              </a:ext>
            </a:extLst>
          </p:cNvPr>
          <p:cNvGrpSpPr/>
          <p:nvPr/>
        </p:nvGrpSpPr>
        <p:grpSpPr>
          <a:xfrm>
            <a:off x="9816766" y="3206005"/>
            <a:ext cx="670915" cy="529188"/>
            <a:chOff x="9873696" y="4894914"/>
            <a:chExt cx="670915" cy="529188"/>
          </a:xfrm>
        </p:grpSpPr>
        <p:sp>
          <p:nvSpPr>
            <p:cNvPr id="81" name="TextBox 80">
              <a:extLst>
                <a:ext uri="{FF2B5EF4-FFF2-40B4-BE49-F238E27FC236}">
                  <a16:creationId xmlns:a16="http://schemas.microsoft.com/office/drawing/2014/main" id="{AB41A3C3-08FD-9BBE-5EC9-A66920D228FA}"/>
                </a:ext>
              </a:extLst>
            </p:cNvPr>
            <p:cNvSpPr txBox="1"/>
            <p:nvPr/>
          </p:nvSpPr>
          <p:spPr bwMode="gray">
            <a:xfrm>
              <a:off x="9874556" y="5285859"/>
              <a:ext cx="670055" cy="138243"/>
            </a:xfrm>
            <a:prstGeom prst="rect">
              <a:avLst/>
            </a:prstGeom>
            <a:noFill/>
          </p:spPr>
          <p:txBody>
            <a:bodyPr wrap="none" lIns="0" tIns="0" rIns="0" bIns="0" rtlCol="0">
              <a:spAutoFit/>
            </a:bodyPr>
            <a:lstStyle/>
            <a:p>
              <a:pPr algn="ctr">
                <a:lnSpc>
                  <a:spcPct val="140000"/>
                </a:lnSpc>
              </a:pPr>
              <a:r>
                <a:rPr lang="en-US" sz="700" b="1">
                  <a:solidFill>
                    <a:schemeClr val="bg2"/>
                  </a:solidFill>
                </a:rPr>
                <a:t>China Approval</a:t>
              </a:r>
            </a:p>
          </p:txBody>
        </p:sp>
        <p:sp>
          <p:nvSpPr>
            <p:cNvPr id="82" name="TextBox 81">
              <a:extLst>
                <a:ext uri="{FF2B5EF4-FFF2-40B4-BE49-F238E27FC236}">
                  <a16:creationId xmlns:a16="http://schemas.microsoft.com/office/drawing/2014/main" id="{F2A7F510-F862-8847-4C17-70CD8119D9CB}"/>
                </a:ext>
              </a:extLst>
            </p:cNvPr>
            <p:cNvSpPr txBox="1"/>
            <p:nvPr/>
          </p:nvSpPr>
          <p:spPr bwMode="gray">
            <a:xfrm>
              <a:off x="9873696" y="4894914"/>
              <a:ext cx="629980" cy="138243"/>
            </a:xfrm>
            <a:prstGeom prst="rect">
              <a:avLst/>
            </a:prstGeom>
            <a:noFill/>
          </p:spPr>
          <p:txBody>
            <a:bodyPr wrap="none" lIns="0" tIns="0" rIns="0" bIns="0" rtlCol="0" anchor="t">
              <a:spAutoFit/>
            </a:bodyPr>
            <a:lstStyle/>
            <a:p>
              <a:pPr algn="ctr">
                <a:lnSpc>
                  <a:spcPct val="140000"/>
                </a:lnSpc>
              </a:pPr>
              <a:r>
                <a:rPr lang="en-US" sz="700" b="1">
                  <a:solidFill>
                    <a:schemeClr val="bg2"/>
                  </a:solidFill>
                </a:rPr>
                <a:t>Best: Dec 2028</a:t>
              </a:r>
            </a:p>
          </p:txBody>
        </p:sp>
      </p:grpSp>
      <p:sp>
        <p:nvSpPr>
          <p:cNvPr id="83" name="TextBox 82">
            <a:extLst>
              <a:ext uri="{FF2B5EF4-FFF2-40B4-BE49-F238E27FC236}">
                <a16:creationId xmlns:a16="http://schemas.microsoft.com/office/drawing/2014/main" id="{DA954F20-A30E-906C-9815-E8BB639D7126}"/>
              </a:ext>
            </a:extLst>
          </p:cNvPr>
          <p:cNvSpPr txBox="1"/>
          <p:nvPr/>
        </p:nvSpPr>
        <p:spPr>
          <a:xfrm>
            <a:off x="-127107" y="2212963"/>
            <a:ext cx="1817823" cy="123111"/>
          </a:xfrm>
          <a:prstGeom prst="rect">
            <a:avLst/>
          </a:prstGeom>
          <a:noFill/>
          <a:ln>
            <a:noFill/>
          </a:ln>
        </p:spPr>
        <p:txBody>
          <a:bodyPr wrap="square" lIns="0" tIns="0" rIns="0" bIns="0" rtlCol="0" anchor="t">
            <a:spAutoFit/>
          </a:bodyPr>
          <a:lstStyle>
            <a:defPPr>
              <a:defRPr lang="zh-CN"/>
            </a:defPPr>
            <a:lvl1pPr marR="0" lvl="0" indent="0" algn="ctr" defTabSz="1218960" fontAlgn="auto">
              <a:lnSpc>
                <a:spcPct val="100000"/>
              </a:lnSpc>
              <a:spcBef>
                <a:spcPts val="0"/>
              </a:spcBef>
              <a:spcAft>
                <a:spcPts val="0"/>
              </a:spcAft>
              <a:buClrTx/>
              <a:buSzTx/>
              <a:buFontTx/>
              <a:buNone/>
              <a:tabLst/>
              <a:defRPr kumimoji="0" sz="800" b="1" i="0" u="none" strike="noStrike" cap="none" spc="0" normalizeH="0" baseline="0">
                <a:ln>
                  <a:noFill/>
                </a:ln>
                <a:solidFill>
                  <a:schemeClr val="bg2"/>
                </a:solidFill>
                <a:effectLst/>
                <a:uLnTx/>
                <a:uFillTx/>
                <a:cs typeface="Calibri" panose="020F0502020204030204" pitchFamily="34" charset="0"/>
              </a:defRPr>
            </a:lvl1pPr>
          </a:lstStyle>
          <a:p>
            <a:r>
              <a:rPr lang="en-US">
                <a:cs typeface="Calibri"/>
              </a:rPr>
              <a:t>Phase 3 1397-0014</a:t>
            </a:r>
            <a:endParaRPr lang="en-US"/>
          </a:p>
        </p:txBody>
      </p:sp>
      <p:pic>
        <p:nvPicPr>
          <p:cNvPr id="102" name="Picture 101">
            <a:extLst>
              <a:ext uri="{FF2B5EF4-FFF2-40B4-BE49-F238E27FC236}">
                <a16:creationId xmlns:a16="http://schemas.microsoft.com/office/drawing/2014/main" id="{EBCB071F-643D-9C12-4AEF-AFC93DF83EBB}"/>
              </a:ext>
            </a:extLst>
          </p:cNvPr>
          <p:cNvPicPr>
            <a:picLocks noChangeAspect="1"/>
          </p:cNvPicPr>
          <p:nvPr/>
        </p:nvPicPr>
        <p:blipFill>
          <a:blip r:embed="rId7"/>
          <a:srcRect t="992" b="4795"/>
          <a:stretch/>
        </p:blipFill>
        <p:spPr>
          <a:xfrm>
            <a:off x="150027" y="1749814"/>
            <a:ext cx="1225456" cy="479136"/>
          </a:xfrm>
          <a:prstGeom prst="rect">
            <a:avLst/>
          </a:prstGeom>
          <a:noFill/>
        </p:spPr>
      </p:pic>
      <p:pic>
        <p:nvPicPr>
          <p:cNvPr id="8" name="Graphic 7" descr="Flag with solid fill">
            <a:extLst>
              <a:ext uri="{FF2B5EF4-FFF2-40B4-BE49-F238E27FC236}">
                <a16:creationId xmlns:a16="http://schemas.microsoft.com/office/drawing/2014/main" id="{B264EBB6-B28A-CEFA-6C3F-3FD0C57A1E8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982811" y="3407674"/>
            <a:ext cx="197742" cy="197742"/>
          </a:xfrm>
          <a:prstGeom prst="rect">
            <a:avLst/>
          </a:prstGeom>
        </p:spPr>
      </p:pic>
      <p:sp>
        <p:nvSpPr>
          <p:cNvPr id="85" name="Star: 5 Points 54">
            <a:extLst>
              <a:ext uri="{FF2B5EF4-FFF2-40B4-BE49-F238E27FC236}">
                <a16:creationId xmlns:a16="http://schemas.microsoft.com/office/drawing/2014/main" id="{799F98E5-005C-64FD-3842-85E02EAC5E3E}"/>
              </a:ext>
            </a:extLst>
          </p:cNvPr>
          <p:cNvSpPr/>
          <p:nvPr/>
        </p:nvSpPr>
        <p:spPr bwMode="gray">
          <a:xfrm>
            <a:off x="8617688" y="3440844"/>
            <a:ext cx="119578" cy="119578"/>
          </a:xfrm>
          <a:prstGeom prst="star5">
            <a:avLst/>
          </a:prstGeom>
          <a:solidFill>
            <a:srgbClr val="EE6541"/>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ln w="12700">
                <a:solidFill>
                  <a:schemeClr val="bg2"/>
                </a:solidFill>
              </a:ln>
              <a:solidFill>
                <a:schemeClr val="accent2">
                  <a:lumMod val="50000"/>
                </a:schemeClr>
              </a:solidFill>
            </a:endParaRPr>
          </a:p>
        </p:txBody>
      </p:sp>
      <p:sp>
        <p:nvSpPr>
          <p:cNvPr id="106" name="TextBox 55">
            <a:extLst>
              <a:ext uri="{FF2B5EF4-FFF2-40B4-BE49-F238E27FC236}">
                <a16:creationId xmlns:a16="http://schemas.microsoft.com/office/drawing/2014/main" id="{5F86AB7B-FA8E-527D-1126-82FADD9765DE}"/>
              </a:ext>
            </a:extLst>
          </p:cNvPr>
          <p:cNvSpPr txBox="1"/>
          <p:nvPr/>
        </p:nvSpPr>
        <p:spPr bwMode="gray">
          <a:xfrm>
            <a:off x="8505153" y="3595880"/>
            <a:ext cx="344646" cy="138243"/>
          </a:xfrm>
          <a:prstGeom prst="rect">
            <a:avLst/>
          </a:prstGeom>
          <a:noFill/>
        </p:spPr>
        <p:txBody>
          <a:bodyPr wrap="none" lIns="0" tIns="0" rIns="0" bIns="0" rtlCol="0" anchor="t">
            <a:spAutoFit/>
          </a:bodyPr>
          <a:lstStyle/>
          <a:p>
            <a:pPr algn="ctr">
              <a:lnSpc>
                <a:spcPct val="140000"/>
              </a:lnSpc>
            </a:pPr>
            <a:r>
              <a:rPr lang="en-US" sz="700" b="1">
                <a:solidFill>
                  <a:schemeClr val="bg2"/>
                </a:solidFill>
              </a:rPr>
              <a:t>CN NDA</a:t>
            </a:r>
          </a:p>
        </p:txBody>
      </p:sp>
      <p:sp>
        <p:nvSpPr>
          <p:cNvPr id="108" name="TextBox 56">
            <a:extLst>
              <a:ext uri="{FF2B5EF4-FFF2-40B4-BE49-F238E27FC236}">
                <a16:creationId xmlns:a16="http://schemas.microsoft.com/office/drawing/2014/main" id="{8470312D-DEA1-2887-D9CC-96D068E964B5}"/>
              </a:ext>
            </a:extLst>
          </p:cNvPr>
          <p:cNvSpPr txBox="1"/>
          <p:nvPr/>
        </p:nvSpPr>
        <p:spPr bwMode="gray">
          <a:xfrm>
            <a:off x="8473895" y="3204319"/>
            <a:ext cx="407163" cy="138243"/>
          </a:xfrm>
          <a:prstGeom prst="rect">
            <a:avLst/>
          </a:prstGeom>
          <a:noFill/>
        </p:spPr>
        <p:txBody>
          <a:bodyPr wrap="none" lIns="0" tIns="0" rIns="0" bIns="0" rtlCol="0" anchor="t">
            <a:spAutoFit/>
          </a:bodyPr>
          <a:lstStyle/>
          <a:p>
            <a:pPr algn="ctr">
              <a:lnSpc>
                <a:spcPct val="140000"/>
              </a:lnSpc>
            </a:pPr>
            <a:r>
              <a:rPr lang="en-US" sz="700" b="1">
                <a:solidFill>
                  <a:schemeClr val="bg2"/>
                </a:solidFill>
              </a:rPr>
              <a:t>Dec 2027</a:t>
            </a:r>
          </a:p>
        </p:txBody>
      </p:sp>
      <p:grpSp>
        <p:nvGrpSpPr>
          <p:cNvPr id="109" name="Group 78">
            <a:extLst>
              <a:ext uri="{FF2B5EF4-FFF2-40B4-BE49-F238E27FC236}">
                <a16:creationId xmlns:a16="http://schemas.microsoft.com/office/drawing/2014/main" id="{EDEA0541-DA10-8735-7889-2A65B2A0BA2B}"/>
              </a:ext>
            </a:extLst>
          </p:cNvPr>
          <p:cNvGrpSpPr/>
          <p:nvPr/>
        </p:nvGrpSpPr>
        <p:grpSpPr>
          <a:xfrm>
            <a:off x="10568059" y="3198534"/>
            <a:ext cx="696563" cy="529188"/>
            <a:chOff x="9848048" y="4894914"/>
            <a:chExt cx="696563" cy="529188"/>
          </a:xfrm>
        </p:grpSpPr>
        <p:sp>
          <p:nvSpPr>
            <p:cNvPr id="110" name="TextBox 80">
              <a:extLst>
                <a:ext uri="{FF2B5EF4-FFF2-40B4-BE49-F238E27FC236}">
                  <a16:creationId xmlns:a16="http://schemas.microsoft.com/office/drawing/2014/main" id="{A938721B-7D7C-222F-C571-D4B643C56321}"/>
                </a:ext>
              </a:extLst>
            </p:cNvPr>
            <p:cNvSpPr txBox="1"/>
            <p:nvPr/>
          </p:nvSpPr>
          <p:spPr bwMode="gray">
            <a:xfrm>
              <a:off x="9874556" y="5285859"/>
              <a:ext cx="670055" cy="138243"/>
            </a:xfrm>
            <a:prstGeom prst="rect">
              <a:avLst/>
            </a:prstGeom>
            <a:noFill/>
          </p:spPr>
          <p:txBody>
            <a:bodyPr wrap="none" lIns="0" tIns="0" rIns="0" bIns="0" rtlCol="0">
              <a:spAutoFit/>
            </a:bodyPr>
            <a:lstStyle/>
            <a:p>
              <a:pPr algn="ctr">
                <a:lnSpc>
                  <a:spcPct val="140000"/>
                </a:lnSpc>
              </a:pPr>
              <a:r>
                <a:rPr lang="en-US" sz="700" b="1">
                  <a:solidFill>
                    <a:schemeClr val="bg2"/>
                  </a:solidFill>
                </a:rPr>
                <a:t>China Approval</a:t>
              </a:r>
            </a:p>
          </p:txBody>
        </p:sp>
        <p:sp>
          <p:nvSpPr>
            <p:cNvPr id="111" name="TextBox 81">
              <a:extLst>
                <a:ext uri="{FF2B5EF4-FFF2-40B4-BE49-F238E27FC236}">
                  <a16:creationId xmlns:a16="http://schemas.microsoft.com/office/drawing/2014/main" id="{99CE4D90-BA78-44CF-8F5C-C7EFAB884E51}"/>
                </a:ext>
              </a:extLst>
            </p:cNvPr>
            <p:cNvSpPr txBox="1"/>
            <p:nvPr/>
          </p:nvSpPr>
          <p:spPr bwMode="gray">
            <a:xfrm>
              <a:off x="9848048" y="4894914"/>
              <a:ext cx="681277" cy="138243"/>
            </a:xfrm>
            <a:prstGeom prst="rect">
              <a:avLst/>
            </a:prstGeom>
            <a:noFill/>
          </p:spPr>
          <p:txBody>
            <a:bodyPr wrap="none" lIns="0" tIns="0" rIns="0" bIns="0" rtlCol="0" anchor="t">
              <a:spAutoFit/>
            </a:bodyPr>
            <a:lstStyle/>
            <a:p>
              <a:pPr algn="ctr">
                <a:lnSpc>
                  <a:spcPct val="140000"/>
                </a:lnSpc>
              </a:pPr>
              <a:r>
                <a:rPr lang="en-US" sz="700" b="1">
                  <a:solidFill>
                    <a:schemeClr val="bg2"/>
                  </a:solidFill>
                </a:rPr>
                <a:t>Base: June 2029</a:t>
              </a:r>
            </a:p>
          </p:txBody>
        </p:sp>
      </p:grpSp>
      <p:pic>
        <p:nvPicPr>
          <p:cNvPr id="112" name="Graphic 7" descr="Flag with solid fill">
            <a:extLst>
              <a:ext uri="{FF2B5EF4-FFF2-40B4-BE49-F238E27FC236}">
                <a16:creationId xmlns:a16="http://schemas.microsoft.com/office/drawing/2014/main" id="{923FC242-EC78-B656-A93D-39EEBED6F82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759752" y="3400203"/>
            <a:ext cx="197742" cy="197742"/>
          </a:xfrm>
          <a:prstGeom prst="rect">
            <a:avLst/>
          </a:prstGeom>
        </p:spPr>
      </p:pic>
      <p:cxnSp>
        <p:nvCxnSpPr>
          <p:cNvPr id="2" name="直接箭头连接符 1">
            <a:extLst>
              <a:ext uri="{FF2B5EF4-FFF2-40B4-BE49-F238E27FC236}">
                <a16:creationId xmlns:a16="http://schemas.microsoft.com/office/drawing/2014/main" id="{E1E35147-49F1-C0F0-A87C-DAF4F49F2A16}"/>
              </a:ext>
            </a:extLst>
          </p:cNvPr>
          <p:cNvCxnSpPr/>
          <p:nvPr/>
        </p:nvCxnSpPr>
        <p:spPr bwMode="gray">
          <a:xfrm>
            <a:off x="8032738" y="1576119"/>
            <a:ext cx="15632" cy="2301631"/>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48">
            <a:extLst>
              <a:ext uri="{FF2B5EF4-FFF2-40B4-BE49-F238E27FC236}">
                <a16:creationId xmlns:a16="http://schemas.microsoft.com/office/drawing/2014/main" id="{990BC8EA-F4E8-E7B8-2983-C6562FC5C504}"/>
              </a:ext>
            </a:extLst>
          </p:cNvPr>
          <p:cNvSpPr txBox="1"/>
          <p:nvPr/>
        </p:nvSpPr>
        <p:spPr bwMode="gray">
          <a:xfrm>
            <a:off x="5571295" y="2904004"/>
            <a:ext cx="603786" cy="136832"/>
          </a:xfrm>
          <a:prstGeom prst="rect">
            <a:avLst/>
          </a:prstGeom>
          <a:noFill/>
        </p:spPr>
        <p:txBody>
          <a:bodyPr wrap="square" lIns="0" tIns="0" rIns="0" bIns="0" rtlCol="0" anchor="t">
            <a:spAutoFit/>
          </a:bodyPr>
          <a:lstStyle/>
          <a:p>
            <a:pPr algn="ctr">
              <a:lnSpc>
                <a:spcPct val="140000"/>
              </a:lnSpc>
            </a:pPr>
            <a:r>
              <a:rPr lang="en-US" sz="700" b="1">
                <a:solidFill>
                  <a:schemeClr val="bg2"/>
                </a:solidFill>
              </a:rPr>
              <a:t>LPI (adults)</a:t>
            </a:r>
          </a:p>
        </p:txBody>
      </p:sp>
      <p:sp>
        <p:nvSpPr>
          <p:cNvPr id="3" name="等腰三角形 2">
            <a:extLst>
              <a:ext uri="{FF2B5EF4-FFF2-40B4-BE49-F238E27FC236}">
                <a16:creationId xmlns:a16="http://schemas.microsoft.com/office/drawing/2014/main" id="{A5A781D4-8248-9CFC-E78F-B81CA39404D1}"/>
              </a:ext>
            </a:extLst>
          </p:cNvPr>
          <p:cNvSpPr/>
          <p:nvPr/>
        </p:nvSpPr>
        <p:spPr bwMode="gray">
          <a:xfrm>
            <a:off x="6154244" y="2857011"/>
            <a:ext cx="210780" cy="132862"/>
          </a:xfrm>
          <a:prstGeom prst="triangle">
            <a:avLst/>
          </a:prstGeom>
          <a:solidFill>
            <a:schemeClr val="accent5">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4" name="等腰三角形 3">
            <a:extLst>
              <a:ext uri="{FF2B5EF4-FFF2-40B4-BE49-F238E27FC236}">
                <a16:creationId xmlns:a16="http://schemas.microsoft.com/office/drawing/2014/main" id="{095C40C2-06DF-82EF-DC2F-3C23867BF48C}"/>
              </a:ext>
            </a:extLst>
          </p:cNvPr>
          <p:cNvSpPr/>
          <p:nvPr/>
        </p:nvSpPr>
        <p:spPr bwMode="gray">
          <a:xfrm>
            <a:off x="6154244" y="3579933"/>
            <a:ext cx="210780" cy="132862"/>
          </a:xfrm>
          <a:prstGeom prst="triangle">
            <a:avLst/>
          </a:prstGeom>
          <a:solidFill>
            <a:schemeClr val="accent5">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14" name="等腰三角形 13">
            <a:extLst>
              <a:ext uri="{FF2B5EF4-FFF2-40B4-BE49-F238E27FC236}">
                <a16:creationId xmlns:a16="http://schemas.microsoft.com/office/drawing/2014/main" id="{02ADE21C-35BA-5319-A2F4-626F84638129}"/>
              </a:ext>
            </a:extLst>
          </p:cNvPr>
          <p:cNvSpPr/>
          <p:nvPr/>
        </p:nvSpPr>
        <p:spPr bwMode="gray">
          <a:xfrm>
            <a:off x="7062782" y="2837472"/>
            <a:ext cx="210780" cy="132862"/>
          </a:xfrm>
          <a:prstGeom prst="triangle">
            <a:avLst/>
          </a:prstGeom>
          <a:solidFill>
            <a:schemeClr val="accent3"/>
          </a:solidFill>
          <a:ln w="63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15" name="等腰三角形 14">
            <a:extLst>
              <a:ext uri="{FF2B5EF4-FFF2-40B4-BE49-F238E27FC236}">
                <a16:creationId xmlns:a16="http://schemas.microsoft.com/office/drawing/2014/main" id="{92BE8E4B-BE5A-2719-4833-D1F5D614F20D}"/>
              </a:ext>
            </a:extLst>
          </p:cNvPr>
          <p:cNvSpPr/>
          <p:nvPr/>
        </p:nvSpPr>
        <p:spPr bwMode="gray">
          <a:xfrm>
            <a:off x="7062782" y="3599472"/>
            <a:ext cx="210780" cy="132862"/>
          </a:xfrm>
          <a:prstGeom prst="triangle">
            <a:avLst/>
          </a:prstGeom>
          <a:solidFill>
            <a:schemeClr val="accent3"/>
          </a:solidFill>
          <a:ln w="63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16" name="箭头: 虚尾 15">
            <a:extLst>
              <a:ext uri="{FF2B5EF4-FFF2-40B4-BE49-F238E27FC236}">
                <a16:creationId xmlns:a16="http://schemas.microsoft.com/office/drawing/2014/main" id="{C6C77E91-5FAD-C70D-0DF1-3830F679C1F6}"/>
              </a:ext>
            </a:extLst>
          </p:cNvPr>
          <p:cNvSpPr/>
          <p:nvPr/>
        </p:nvSpPr>
        <p:spPr bwMode="gray">
          <a:xfrm>
            <a:off x="4775190" y="4015848"/>
            <a:ext cx="1486407" cy="347863"/>
          </a:xfrm>
          <a:prstGeom prst="stripedRightArrow">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18" name="文本框 17">
            <a:extLst>
              <a:ext uri="{FF2B5EF4-FFF2-40B4-BE49-F238E27FC236}">
                <a16:creationId xmlns:a16="http://schemas.microsoft.com/office/drawing/2014/main" id="{CDDF23BD-1DD6-006E-6792-172A3CBD30DD}"/>
              </a:ext>
            </a:extLst>
          </p:cNvPr>
          <p:cNvSpPr txBox="1"/>
          <p:nvPr/>
        </p:nvSpPr>
        <p:spPr bwMode="gray">
          <a:xfrm>
            <a:off x="4778375" y="4156907"/>
            <a:ext cx="1097205" cy="273601"/>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40000"/>
              </a:lnSpc>
            </a:pPr>
            <a:r>
              <a:rPr lang="zh-CN" altLang="en-US" sz="700"/>
              <a:t>Ready to recruit </a:t>
            </a:r>
            <a:r>
              <a:rPr lang="zh-CN" altLang="en-US" sz="700" b="1"/>
              <a:t>adult</a:t>
            </a:r>
            <a:r>
              <a:rPr lang="zh-CN" altLang="en-US" sz="700"/>
              <a:t> pts</a:t>
            </a:r>
            <a:r>
              <a:rPr lang="zh-CN" altLang="en-US" sz="1400"/>
              <a:t> </a:t>
            </a:r>
          </a:p>
        </p:txBody>
      </p:sp>
      <p:sp>
        <p:nvSpPr>
          <p:cNvPr id="19" name="文本框 18">
            <a:extLst>
              <a:ext uri="{FF2B5EF4-FFF2-40B4-BE49-F238E27FC236}">
                <a16:creationId xmlns:a16="http://schemas.microsoft.com/office/drawing/2014/main" id="{96C1EC9F-80B8-3665-A462-D5D53DDEEC99}"/>
              </a:ext>
            </a:extLst>
          </p:cNvPr>
          <p:cNvSpPr txBox="1"/>
          <p:nvPr/>
        </p:nvSpPr>
        <p:spPr bwMode="gray">
          <a:xfrm>
            <a:off x="5594393" y="4605716"/>
            <a:ext cx="1123351" cy="276422"/>
          </a:xfrm>
          <a:prstGeom prst="rect">
            <a:avLst/>
          </a:prstGeom>
          <a:noFill/>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lnSpc>
                <a:spcPct val="140000"/>
              </a:lnSpc>
            </a:pPr>
            <a:r>
              <a:rPr lang="zh-CN" altLang="en-US" sz="700"/>
              <a:t>Ready to recruit </a:t>
            </a:r>
            <a:r>
              <a:rPr lang="zh-CN" altLang="en-US" sz="700" b="1"/>
              <a:t>adol. </a:t>
            </a:r>
            <a:r>
              <a:rPr lang="zh-CN" altLang="en-US" sz="700"/>
              <a:t>pts</a:t>
            </a:r>
            <a:r>
              <a:rPr lang="zh-CN" altLang="en-US" sz="1400"/>
              <a:t> </a:t>
            </a:r>
          </a:p>
        </p:txBody>
      </p:sp>
      <p:sp>
        <p:nvSpPr>
          <p:cNvPr id="21" name="TextBox 48">
            <a:extLst>
              <a:ext uri="{FF2B5EF4-FFF2-40B4-BE49-F238E27FC236}">
                <a16:creationId xmlns:a16="http://schemas.microsoft.com/office/drawing/2014/main" id="{64FAA735-966A-5B37-8AA3-B871775289C5}"/>
              </a:ext>
            </a:extLst>
          </p:cNvPr>
          <p:cNvSpPr txBox="1"/>
          <p:nvPr/>
        </p:nvSpPr>
        <p:spPr bwMode="gray">
          <a:xfrm>
            <a:off x="5600603" y="3626683"/>
            <a:ext cx="603786" cy="136832"/>
          </a:xfrm>
          <a:prstGeom prst="rect">
            <a:avLst/>
          </a:prstGeom>
          <a:noFill/>
        </p:spPr>
        <p:txBody>
          <a:bodyPr wrap="square" lIns="0" tIns="0" rIns="0" bIns="0" rtlCol="0" anchor="t">
            <a:spAutoFit/>
          </a:bodyPr>
          <a:lstStyle/>
          <a:p>
            <a:pPr algn="ctr">
              <a:lnSpc>
                <a:spcPct val="140000"/>
              </a:lnSpc>
            </a:pPr>
            <a:r>
              <a:rPr lang="en-US" sz="700" b="1">
                <a:solidFill>
                  <a:schemeClr val="bg2"/>
                </a:solidFill>
              </a:rPr>
              <a:t>LPI (adults)</a:t>
            </a:r>
          </a:p>
        </p:txBody>
      </p:sp>
      <p:sp>
        <p:nvSpPr>
          <p:cNvPr id="22" name="TextBox 48">
            <a:extLst>
              <a:ext uri="{FF2B5EF4-FFF2-40B4-BE49-F238E27FC236}">
                <a16:creationId xmlns:a16="http://schemas.microsoft.com/office/drawing/2014/main" id="{990BC8EA-F4E8-E7B8-2983-C6562FC5C504}"/>
              </a:ext>
            </a:extLst>
          </p:cNvPr>
          <p:cNvSpPr txBox="1"/>
          <p:nvPr/>
        </p:nvSpPr>
        <p:spPr bwMode="gray">
          <a:xfrm>
            <a:off x="6888921" y="3740983"/>
            <a:ext cx="603786" cy="136832"/>
          </a:xfrm>
          <a:prstGeom prst="rect">
            <a:avLst/>
          </a:prstGeom>
          <a:noFill/>
        </p:spPr>
        <p:txBody>
          <a:bodyPr wrap="square" lIns="0" tIns="0" rIns="0" bIns="0"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ct val="140000"/>
              </a:lnSpc>
            </a:pPr>
            <a:r>
              <a:rPr lang="en-US" sz="700" b="1">
                <a:solidFill>
                  <a:schemeClr val="bg2"/>
                </a:solidFill>
              </a:rPr>
              <a:t>LPI (</a:t>
            </a:r>
            <a:r>
              <a:rPr lang="en-US" sz="700" b="1" err="1">
                <a:solidFill>
                  <a:schemeClr val="bg2"/>
                </a:solidFill>
              </a:rPr>
              <a:t>adols</a:t>
            </a:r>
            <a:r>
              <a:rPr lang="en-US" sz="700" b="1">
                <a:solidFill>
                  <a:schemeClr val="bg2"/>
                </a:solidFill>
              </a:rPr>
              <a:t>.)</a:t>
            </a:r>
          </a:p>
        </p:txBody>
      </p:sp>
      <p:sp>
        <p:nvSpPr>
          <p:cNvPr id="23" name="TextBox 48">
            <a:extLst>
              <a:ext uri="{FF2B5EF4-FFF2-40B4-BE49-F238E27FC236}">
                <a16:creationId xmlns:a16="http://schemas.microsoft.com/office/drawing/2014/main" id="{EE584530-D5F4-29DE-0EEE-D0694C011AED}"/>
              </a:ext>
            </a:extLst>
          </p:cNvPr>
          <p:cNvSpPr txBox="1"/>
          <p:nvPr/>
        </p:nvSpPr>
        <p:spPr bwMode="gray">
          <a:xfrm>
            <a:off x="6976843" y="3066906"/>
            <a:ext cx="603786" cy="136832"/>
          </a:xfrm>
          <a:prstGeom prst="rect">
            <a:avLst/>
          </a:prstGeom>
          <a:noFill/>
        </p:spPr>
        <p:txBody>
          <a:bodyPr wrap="square" lIns="0" tIns="0" rIns="0" bIns="0" rtlCol="0" anchor="t">
            <a:spAutoFit/>
          </a:bodyPr>
          <a:lstStyle/>
          <a:p>
            <a:pPr algn="ctr">
              <a:lnSpc>
                <a:spcPct val="140000"/>
              </a:lnSpc>
            </a:pPr>
            <a:r>
              <a:rPr lang="en-US" sz="700" b="1">
                <a:solidFill>
                  <a:schemeClr val="bg2"/>
                </a:solidFill>
              </a:rPr>
              <a:t>LPI (</a:t>
            </a:r>
            <a:r>
              <a:rPr lang="en-US" sz="700" b="1" err="1">
                <a:solidFill>
                  <a:schemeClr val="bg2"/>
                </a:solidFill>
              </a:rPr>
              <a:t>adols</a:t>
            </a:r>
            <a:r>
              <a:rPr lang="en-US" sz="700" b="1">
                <a:solidFill>
                  <a:schemeClr val="bg2"/>
                </a:solidFill>
              </a:rPr>
              <a:t>.)</a:t>
            </a:r>
          </a:p>
        </p:txBody>
      </p:sp>
      <p:sp>
        <p:nvSpPr>
          <p:cNvPr id="20" name="矩形 19">
            <a:extLst>
              <a:ext uri="{FF2B5EF4-FFF2-40B4-BE49-F238E27FC236}">
                <a16:creationId xmlns:a16="http://schemas.microsoft.com/office/drawing/2014/main" id="{D17BCF43-D36A-9F1A-6F92-48E90F96FBCD}"/>
              </a:ext>
            </a:extLst>
          </p:cNvPr>
          <p:cNvSpPr/>
          <p:nvPr/>
        </p:nvSpPr>
        <p:spPr bwMode="gray">
          <a:xfrm>
            <a:off x="5590241" y="4551829"/>
            <a:ext cx="1037665" cy="159871"/>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24" name="箭头: 虚尾 23">
            <a:extLst>
              <a:ext uri="{FF2B5EF4-FFF2-40B4-BE49-F238E27FC236}">
                <a16:creationId xmlns:a16="http://schemas.microsoft.com/office/drawing/2014/main" id="{0FBE746E-E988-1EE8-49E1-E0FB0517D217}"/>
              </a:ext>
            </a:extLst>
          </p:cNvPr>
          <p:cNvSpPr/>
          <p:nvPr/>
        </p:nvSpPr>
        <p:spPr bwMode="gray">
          <a:xfrm>
            <a:off x="6252355" y="4466669"/>
            <a:ext cx="894508" cy="336657"/>
          </a:xfrm>
          <a:prstGeom prst="stripedRightArrow">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cxnSp>
        <p:nvCxnSpPr>
          <p:cNvPr id="25" name="直接箭头连接符 24">
            <a:extLst>
              <a:ext uri="{FF2B5EF4-FFF2-40B4-BE49-F238E27FC236}">
                <a16:creationId xmlns:a16="http://schemas.microsoft.com/office/drawing/2014/main" id="{94BA113F-6308-E0E6-EBCA-249F15F03F2E}"/>
              </a:ext>
            </a:extLst>
          </p:cNvPr>
          <p:cNvCxnSpPr>
            <a:cxnSpLocks/>
          </p:cNvCxnSpPr>
          <p:nvPr/>
        </p:nvCxnSpPr>
        <p:spPr bwMode="gray">
          <a:xfrm>
            <a:off x="6262208" y="3906943"/>
            <a:ext cx="15632" cy="643160"/>
          </a:xfrm>
          <a:prstGeom prst="straightConnector1">
            <a:avLst/>
          </a:prstGeom>
          <a:ln w="12700">
            <a:solidFill>
              <a:srgbClr val="FF0000"/>
            </a:solidFill>
            <a:prstDash val="dash"/>
            <a:tailEnd type="triangle"/>
          </a:ln>
        </p:spPr>
        <p:style>
          <a:lnRef idx="3">
            <a:schemeClr val="accent5"/>
          </a:lnRef>
          <a:fillRef idx="0">
            <a:schemeClr val="accent5"/>
          </a:fillRef>
          <a:effectRef idx="2">
            <a:schemeClr val="accent5"/>
          </a:effectRef>
          <a:fontRef idx="minor">
            <a:schemeClr val="tx1"/>
          </a:fontRef>
        </p:style>
      </p:cxnSp>
      <p:sp>
        <p:nvSpPr>
          <p:cNvPr id="27" name="等腰三角形 26">
            <a:extLst>
              <a:ext uri="{FF2B5EF4-FFF2-40B4-BE49-F238E27FC236}">
                <a16:creationId xmlns:a16="http://schemas.microsoft.com/office/drawing/2014/main" id="{1E8D4F01-E72C-8F76-4DCD-FF870BB466BE}"/>
              </a:ext>
            </a:extLst>
          </p:cNvPr>
          <p:cNvSpPr/>
          <p:nvPr/>
        </p:nvSpPr>
        <p:spPr bwMode="gray">
          <a:xfrm rot="5400000">
            <a:off x="4566744" y="4270963"/>
            <a:ext cx="210780" cy="132862"/>
          </a:xfrm>
          <a:prstGeom prst="triangle">
            <a:avLst/>
          </a:prstGeom>
          <a:solidFill>
            <a:srgbClr val="00B05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28" name="等腰三角形 27">
            <a:extLst>
              <a:ext uri="{FF2B5EF4-FFF2-40B4-BE49-F238E27FC236}">
                <a16:creationId xmlns:a16="http://schemas.microsoft.com/office/drawing/2014/main" id="{A9292BDD-3FEB-A2F0-9CF2-0CE553A9985D}"/>
              </a:ext>
            </a:extLst>
          </p:cNvPr>
          <p:cNvSpPr/>
          <p:nvPr/>
        </p:nvSpPr>
        <p:spPr bwMode="gray">
          <a:xfrm rot="5400000">
            <a:off x="5377302" y="4726668"/>
            <a:ext cx="210780" cy="132862"/>
          </a:xfrm>
          <a:prstGeom prst="triangle">
            <a:avLst/>
          </a:prstGeom>
          <a:solidFill>
            <a:srgbClr val="00B05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30" name="TextBox 53">
            <a:extLst>
              <a:ext uri="{FF2B5EF4-FFF2-40B4-BE49-F238E27FC236}">
                <a16:creationId xmlns:a16="http://schemas.microsoft.com/office/drawing/2014/main" id="{17320E82-0D47-9DBF-AE8B-3195DDA9BECB}"/>
              </a:ext>
            </a:extLst>
          </p:cNvPr>
          <p:cNvSpPr txBox="1"/>
          <p:nvPr/>
        </p:nvSpPr>
        <p:spPr bwMode="gray">
          <a:xfrm>
            <a:off x="177508" y="4493440"/>
            <a:ext cx="1787711" cy="731546"/>
          </a:xfrm>
          <a:prstGeom prst="rect">
            <a:avLst/>
          </a:prstGeom>
          <a:noFill/>
          <a:ln>
            <a:solidFill>
              <a:srgbClr val="7030A0"/>
            </a:solidFill>
            <a:prstDash val="dash"/>
          </a:ln>
        </p:spPr>
        <p:txBody>
          <a:bodyPr wrap="square" lIns="91440" tIns="45720" rIns="91440" bIns="45720" anchor="t">
            <a:spAutoFit/>
          </a:bodyPr>
          <a:lstStyle/>
          <a:p>
            <a:pPr>
              <a:lnSpc>
                <a:spcPct val="120000"/>
              </a:lnSpc>
              <a:spcAft>
                <a:spcPts val="300"/>
              </a:spcAft>
            </a:pPr>
            <a:r>
              <a:rPr lang="en-US" altLang="zh-CN" sz="700" b="1">
                <a:latin typeface="Arial"/>
                <a:ea typeface="微软雅黑"/>
                <a:cs typeface="Arial"/>
              </a:rPr>
              <a:t>CTP v1</a:t>
            </a:r>
          </a:p>
          <a:p>
            <a:pPr>
              <a:lnSpc>
                <a:spcPct val="120000"/>
              </a:lnSpc>
              <a:spcAft>
                <a:spcPts val="300"/>
              </a:spcAft>
            </a:pPr>
            <a:r>
              <a:rPr lang="en-US" altLang="zh-CN" sz="700" b="1">
                <a:latin typeface="Arial"/>
                <a:ea typeface="微软雅黑"/>
                <a:cs typeface="Arial"/>
              </a:rPr>
              <a:t>1680 (only enroll adults)</a:t>
            </a:r>
            <a:endParaRPr lang="en-US"/>
          </a:p>
          <a:p>
            <a:pPr marL="171450" indent="-171450">
              <a:lnSpc>
                <a:spcPct val="120000"/>
              </a:lnSpc>
              <a:spcAft>
                <a:spcPts val="300"/>
              </a:spcAft>
              <a:buFont typeface="Arial"/>
              <a:buChar char="•"/>
            </a:pPr>
            <a:r>
              <a:rPr lang="en-US" altLang="zh-CN" sz="700">
                <a:latin typeface="Arial"/>
                <a:ea typeface="微软雅黑"/>
                <a:cs typeface="Arial"/>
              </a:rPr>
              <a:t>1440</a:t>
            </a:r>
            <a:r>
              <a:rPr lang="zh-CN" altLang="en-US" sz="700">
                <a:latin typeface="Arial"/>
                <a:ea typeface="微软雅黑"/>
                <a:cs typeface="Arial"/>
              </a:rPr>
              <a:t> </a:t>
            </a:r>
            <a:r>
              <a:rPr lang="en-US" altLang="zh-CN" sz="700">
                <a:latin typeface="Arial"/>
                <a:ea typeface="微软雅黑"/>
                <a:cs typeface="Arial"/>
              </a:rPr>
              <a:t>NCFBE</a:t>
            </a:r>
          </a:p>
          <a:p>
            <a:pPr marL="171450" indent="-171450">
              <a:lnSpc>
                <a:spcPct val="120000"/>
              </a:lnSpc>
              <a:spcAft>
                <a:spcPts val="300"/>
              </a:spcAft>
              <a:buFont typeface="Arial"/>
              <a:buChar char="•"/>
            </a:pPr>
            <a:r>
              <a:rPr lang="en-US" altLang="zh-CN" sz="700">
                <a:latin typeface="Arial"/>
                <a:ea typeface="微软雅黑"/>
                <a:cs typeface="Arial"/>
              </a:rPr>
              <a:t>240</a:t>
            </a:r>
            <a:r>
              <a:rPr lang="zh-CN" altLang="en-US" sz="700">
                <a:latin typeface="Arial"/>
                <a:ea typeface="微软雅黑"/>
                <a:cs typeface="Arial"/>
              </a:rPr>
              <a:t> </a:t>
            </a:r>
            <a:r>
              <a:rPr lang="en-US" altLang="zh-CN" sz="700">
                <a:latin typeface="Arial"/>
                <a:ea typeface="微软雅黑"/>
                <a:cs typeface="Arial"/>
              </a:rPr>
              <a:t>CFBE</a:t>
            </a:r>
            <a:endParaRPr lang="zh-CN" altLang="en-US" sz="700">
              <a:latin typeface="Arial"/>
              <a:ea typeface="微软雅黑"/>
              <a:cs typeface="Arial"/>
            </a:endParaRPr>
          </a:p>
        </p:txBody>
      </p:sp>
      <p:sp>
        <p:nvSpPr>
          <p:cNvPr id="31" name="TextBox 53">
            <a:extLst>
              <a:ext uri="{FF2B5EF4-FFF2-40B4-BE49-F238E27FC236}">
                <a16:creationId xmlns:a16="http://schemas.microsoft.com/office/drawing/2014/main" id="{0E234BB2-77D7-C8CE-2367-54DB21E7A051}"/>
              </a:ext>
            </a:extLst>
          </p:cNvPr>
          <p:cNvSpPr txBox="1"/>
          <p:nvPr/>
        </p:nvSpPr>
        <p:spPr bwMode="gray">
          <a:xfrm>
            <a:off x="166302" y="5651378"/>
            <a:ext cx="1791445" cy="381130"/>
          </a:xfrm>
          <a:prstGeom prst="rect">
            <a:avLst/>
          </a:prstGeom>
          <a:noFill/>
          <a:ln>
            <a:solidFill>
              <a:schemeClr val="accent5">
                <a:lumMod val="75000"/>
              </a:schemeClr>
            </a:solidFill>
            <a:prstDash val="dash"/>
          </a:ln>
        </p:spPr>
        <p:txBody>
          <a:bodyPr wrap="square" lIns="91440" tIns="45720" rIns="91440" bIns="45720" anchor="t">
            <a:spAutoFit/>
          </a:bodyPr>
          <a:lstStyle/>
          <a:p>
            <a:pPr>
              <a:lnSpc>
                <a:spcPct val="120000"/>
              </a:lnSpc>
              <a:spcAft>
                <a:spcPts val="300"/>
              </a:spcAft>
            </a:pPr>
            <a:r>
              <a:rPr lang="en-US" altLang="zh-CN" sz="700" b="1">
                <a:latin typeface="Arial"/>
                <a:ea typeface="微软雅黑"/>
                <a:cs typeface="Arial"/>
              </a:rPr>
              <a:t>CTP v2</a:t>
            </a:r>
          </a:p>
          <a:p>
            <a:pPr>
              <a:lnSpc>
                <a:spcPct val="120000"/>
              </a:lnSpc>
              <a:spcAft>
                <a:spcPts val="300"/>
              </a:spcAft>
            </a:pPr>
            <a:r>
              <a:rPr lang="en-US" altLang="zh-CN" sz="700" b="1">
                <a:latin typeface="Arial"/>
                <a:ea typeface="微软雅黑"/>
                <a:cs typeface="Arial"/>
              </a:rPr>
              <a:t>1755 (1680 adults + </a:t>
            </a:r>
            <a:r>
              <a:rPr lang="en-US" altLang="zh-CN" sz="700" b="1">
                <a:solidFill>
                  <a:srgbClr val="7030A0"/>
                </a:solidFill>
                <a:latin typeface="Arial"/>
                <a:ea typeface="微软雅黑"/>
                <a:cs typeface="Arial"/>
              </a:rPr>
              <a:t>75 </a:t>
            </a:r>
            <a:r>
              <a:rPr lang="en-US" altLang="zh-CN" sz="700" b="1" err="1">
                <a:solidFill>
                  <a:srgbClr val="7030A0"/>
                </a:solidFill>
                <a:latin typeface="Arial"/>
                <a:ea typeface="微软雅黑"/>
                <a:cs typeface="Arial"/>
              </a:rPr>
              <a:t>adols</a:t>
            </a:r>
            <a:r>
              <a:rPr lang="en-US" altLang="zh-CN" sz="700" b="1">
                <a:latin typeface="Arial"/>
                <a:ea typeface="微软雅黑"/>
                <a:cs typeface="Arial"/>
              </a:rPr>
              <a:t>)</a:t>
            </a:r>
            <a:endParaRPr lang="zh-CN" altLang="en-US">
              <a:latin typeface="Boehringer Forward Text"/>
              <a:ea typeface="微软雅黑"/>
              <a:cs typeface="Arial"/>
            </a:endParaRPr>
          </a:p>
        </p:txBody>
      </p:sp>
      <p:sp>
        <p:nvSpPr>
          <p:cNvPr id="34" name="TextBox 53">
            <a:extLst>
              <a:ext uri="{FF2B5EF4-FFF2-40B4-BE49-F238E27FC236}">
                <a16:creationId xmlns:a16="http://schemas.microsoft.com/office/drawing/2014/main" id="{34751C8F-E2F0-C8F6-2739-731AD285DF38}"/>
              </a:ext>
            </a:extLst>
          </p:cNvPr>
          <p:cNvSpPr txBox="1"/>
          <p:nvPr/>
        </p:nvSpPr>
        <p:spPr bwMode="gray">
          <a:xfrm>
            <a:off x="2198301" y="5184466"/>
            <a:ext cx="973416" cy="548868"/>
          </a:xfrm>
          <a:prstGeom prst="rect">
            <a:avLst/>
          </a:prstGeom>
          <a:noFill/>
          <a:ln>
            <a:solidFill>
              <a:schemeClr val="accent5">
                <a:lumMod val="75000"/>
              </a:schemeClr>
            </a:solidFill>
            <a:prstDash val="dash"/>
          </a:ln>
        </p:spPr>
        <p:txBody>
          <a:bodyPr wrap="square" lIns="91440" tIns="45720" rIns="91440" bIns="45720" anchor="t">
            <a:spAutoFit/>
          </a:bodyPr>
          <a:lstStyle/>
          <a:p>
            <a:pPr>
              <a:lnSpc>
                <a:spcPct val="120000"/>
              </a:lnSpc>
              <a:spcAft>
                <a:spcPts val="300"/>
              </a:spcAft>
            </a:pPr>
            <a:r>
              <a:rPr lang="en-US" altLang="zh-CN" sz="700" b="1">
                <a:latin typeface="Arial"/>
                <a:ea typeface="微软雅黑"/>
                <a:cs typeface="Arial"/>
              </a:rPr>
              <a:t>1680 adults</a:t>
            </a:r>
            <a:endParaRPr lang="zh-CN" altLang="en-US"/>
          </a:p>
          <a:p>
            <a:pPr marL="171450" indent="-171450">
              <a:lnSpc>
                <a:spcPct val="120000"/>
              </a:lnSpc>
              <a:spcAft>
                <a:spcPts val="300"/>
              </a:spcAft>
              <a:buFont typeface="Arial"/>
              <a:buChar char="•"/>
            </a:pPr>
            <a:r>
              <a:rPr lang="en-US" altLang="zh-CN" sz="700">
                <a:latin typeface="Arial"/>
                <a:ea typeface="微软雅黑"/>
                <a:cs typeface="Arial"/>
              </a:rPr>
              <a:t>1440</a:t>
            </a:r>
            <a:r>
              <a:rPr lang="zh-CN" altLang="en-US" sz="700">
                <a:latin typeface="Arial"/>
                <a:ea typeface="微软雅黑"/>
                <a:cs typeface="Arial"/>
              </a:rPr>
              <a:t> </a:t>
            </a:r>
            <a:r>
              <a:rPr lang="en-US" altLang="zh-CN" sz="700">
                <a:latin typeface="Arial"/>
                <a:ea typeface="微软雅黑"/>
                <a:cs typeface="Arial"/>
              </a:rPr>
              <a:t>NCFBE</a:t>
            </a:r>
          </a:p>
          <a:p>
            <a:pPr marL="171450" indent="-171450">
              <a:lnSpc>
                <a:spcPct val="120000"/>
              </a:lnSpc>
              <a:spcAft>
                <a:spcPts val="300"/>
              </a:spcAft>
              <a:buFont typeface="Arial"/>
              <a:buChar char="•"/>
            </a:pPr>
            <a:r>
              <a:rPr lang="en-US" altLang="zh-CN" sz="700">
                <a:latin typeface="Arial"/>
                <a:ea typeface="微软雅黑"/>
                <a:cs typeface="Arial"/>
              </a:rPr>
              <a:t>240</a:t>
            </a:r>
            <a:r>
              <a:rPr lang="zh-CN" altLang="en-US" sz="700">
                <a:latin typeface="Arial"/>
                <a:ea typeface="微软雅黑"/>
                <a:cs typeface="Arial"/>
              </a:rPr>
              <a:t> </a:t>
            </a:r>
            <a:r>
              <a:rPr lang="en-US" altLang="zh-CN" sz="700">
                <a:latin typeface="Arial"/>
                <a:ea typeface="微软雅黑"/>
                <a:cs typeface="Arial"/>
              </a:rPr>
              <a:t>CFBE</a:t>
            </a:r>
            <a:endParaRPr lang="zh-CN" altLang="en-US" sz="700">
              <a:latin typeface="Arial"/>
              <a:ea typeface="微软雅黑"/>
              <a:cs typeface="Arial"/>
            </a:endParaRPr>
          </a:p>
        </p:txBody>
      </p:sp>
      <p:sp>
        <p:nvSpPr>
          <p:cNvPr id="35" name="TextBox 53">
            <a:extLst>
              <a:ext uri="{FF2B5EF4-FFF2-40B4-BE49-F238E27FC236}">
                <a16:creationId xmlns:a16="http://schemas.microsoft.com/office/drawing/2014/main" id="{A13D7B63-8C07-03E7-565E-D8F5F07A62B2}"/>
              </a:ext>
            </a:extLst>
          </p:cNvPr>
          <p:cNvSpPr txBox="1"/>
          <p:nvPr/>
        </p:nvSpPr>
        <p:spPr bwMode="gray">
          <a:xfrm>
            <a:off x="2198302" y="5920319"/>
            <a:ext cx="958475" cy="548868"/>
          </a:xfrm>
          <a:prstGeom prst="rect">
            <a:avLst/>
          </a:prstGeom>
          <a:noFill/>
          <a:ln>
            <a:solidFill>
              <a:schemeClr val="accent5">
                <a:lumMod val="75000"/>
              </a:schemeClr>
            </a:solidFill>
            <a:prstDash val="dash"/>
          </a:ln>
        </p:spPr>
        <p:txBody>
          <a:bodyPr wrap="square" lIns="91440" tIns="45720" rIns="91440" bIns="45720" anchor="t">
            <a:spAutoFit/>
          </a:bodyPr>
          <a:lstStyle/>
          <a:p>
            <a:pPr>
              <a:lnSpc>
                <a:spcPct val="120000"/>
              </a:lnSpc>
              <a:spcAft>
                <a:spcPts val="300"/>
              </a:spcAft>
            </a:pPr>
            <a:r>
              <a:rPr lang="zh-CN" altLang="en-US" sz="700" b="1">
                <a:latin typeface="Arial"/>
                <a:ea typeface="微软雅黑"/>
                <a:cs typeface="Arial"/>
              </a:rPr>
              <a:t>75 adolescents </a:t>
            </a:r>
            <a:endParaRPr lang="zh-CN"/>
          </a:p>
          <a:p>
            <a:pPr marL="171450" indent="-171450">
              <a:lnSpc>
                <a:spcPct val="120000"/>
              </a:lnSpc>
              <a:spcAft>
                <a:spcPts val="300"/>
              </a:spcAft>
              <a:buFont typeface="Arial"/>
              <a:buChar char="•"/>
            </a:pPr>
            <a:r>
              <a:rPr lang="zh-CN" altLang="en-US" sz="700">
                <a:latin typeface="Arial"/>
                <a:ea typeface="微软雅黑"/>
                <a:cs typeface="Arial"/>
              </a:rPr>
              <a:t>≥70% NCFBE</a:t>
            </a:r>
          </a:p>
          <a:p>
            <a:pPr marL="171450" indent="-171450">
              <a:lnSpc>
                <a:spcPct val="120000"/>
              </a:lnSpc>
              <a:spcAft>
                <a:spcPts val="300"/>
              </a:spcAft>
              <a:buFont typeface="Arial"/>
              <a:buChar char="•"/>
            </a:pPr>
            <a:r>
              <a:rPr lang="zh-CN" altLang="en-US" sz="700">
                <a:latin typeface="Arial"/>
                <a:ea typeface="微软雅黑"/>
                <a:cs typeface="Arial"/>
              </a:rPr>
              <a:t>≤30%CFBE</a:t>
            </a:r>
            <a:endParaRPr lang="zh-CN"/>
          </a:p>
        </p:txBody>
      </p:sp>
      <p:sp>
        <p:nvSpPr>
          <p:cNvPr id="37" name="文本框 36">
            <a:extLst>
              <a:ext uri="{FF2B5EF4-FFF2-40B4-BE49-F238E27FC236}">
                <a16:creationId xmlns:a16="http://schemas.microsoft.com/office/drawing/2014/main" id="{42E54068-7454-8090-6BBB-9727AAB5C186}"/>
              </a:ext>
            </a:extLst>
          </p:cNvPr>
          <p:cNvSpPr txBox="1"/>
          <p:nvPr/>
        </p:nvSpPr>
        <p:spPr bwMode="gray">
          <a:xfrm>
            <a:off x="5233147" y="4941795"/>
            <a:ext cx="366058" cy="107722"/>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700" b="1" baseline="0">
                <a:latin typeface="Arial"/>
              </a:rPr>
              <a:t>CTP v2</a:t>
            </a:r>
            <a:endParaRPr lang="zh-CN" altLang="en-US"/>
          </a:p>
        </p:txBody>
      </p:sp>
      <p:sp>
        <p:nvSpPr>
          <p:cNvPr id="38" name="文本框 37">
            <a:extLst>
              <a:ext uri="{FF2B5EF4-FFF2-40B4-BE49-F238E27FC236}">
                <a16:creationId xmlns:a16="http://schemas.microsoft.com/office/drawing/2014/main" id="{CA79F9CF-151B-7A20-090C-DF2F1B90D455}"/>
              </a:ext>
            </a:extLst>
          </p:cNvPr>
          <p:cNvSpPr txBox="1"/>
          <p:nvPr/>
        </p:nvSpPr>
        <p:spPr bwMode="gray">
          <a:xfrm>
            <a:off x="4422588" y="4474882"/>
            <a:ext cx="362323" cy="423642"/>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700" b="1" baseline="0">
                <a:latin typeface="Arial"/>
              </a:rPr>
              <a:t>CTP </a:t>
            </a:r>
            <a:r>
              <a:rPr lang="en-US" sz="700" b="1">
                <a:latin typeface="Arial"/>
              </a:rPr>
              <a:t>v1</a:t>
            </a:r>
            <a:endParaRPr lang="zh-CN" altLang="en-US"/>
          </a:p>
          <a:p>
            <a:pPr marL="179705" indent="-179705" algn="l">
              <a:lnSpc>
                <a:spcPct val="140000"/>
              </a:lnSpc>
              <a:buFont typeface="Arial" panose="020B0604020202020204" pitchFamily="34" charset="0"/>
              <a:buChar char="•"/>
            </a:pPr>
            <a:endParaRPr lang="zh-CN" altLang="en-US" sz="1600"/>
          </a:p>
        </p:txBody>
      </p:sp>
      <p:cxnSp>
        <p:nvCxnSpPr>
          <p:cNvPr id="39" name="直接箭头连接符 38">
            <a:extLst>
              <a:ext uri="{FF2B5EF4-FFF2-40B4-BE49-F238E27FC236}">
                <a16:creationId xmlns:a16="http://schemas.microsoft.com/office/drawing/2014/main" id="{165B45E4-C6E1-4FC0-BAE2-83402EF7A4D7}"/>
              </a:ext>
            </a:extLst>
          </p:cNvPr>
          <p:cNvCxnSpPr/>
          <p:nvPr/>
        </p:nvCxnSpPr>
        <p:spPr bwMode="gray">
          <a:xfrm flipV="1">
            <a:off x="1964205" y="5448487"/>
            <a:ext cx="215900" cy="400423"/>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a:extLst>
              <a:ext uri="{FF2B5EF4-FFF2-40B4-BE49-F238E27FC236}">
                <a16:creationId xmlns:a16="http://schemas.microsoft.com/office/drawing/2014/main" id="{BAC255F6-ABCA-61AF-DA94-E2BBCC02860B}"/>
              </a:ext>
            </a:extLst>
          </p:cNvPr>
          <p:cNvCxnSpPr>
            <a:cxnSpLocks/>
          </p:cNvCxnSpPr>
          <p:nvPr/>
        </p:nvCxnSpPr>
        <p:spPr bwMode="gray">
          <a:xfrm>
            <a:off x="1975411" y="5845175"/>
            <a:ext cx="219635" cy="398929"/>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a:extLst>
              <a:ext uri="{FF2B5EF4-FFF2-40B4-BE49-F238E27FC236}">
                <a16:creationId xmlns:a16="http://schemas.microsoft.com/office/drawing/2014/main" id="{CF76B03D-506A-08E2-FE4C-F34AE0C6C6E1}"/>
              </a:ext>
            </a:extLst>
          </p:cNvPr>
          <p:cNvCxnSpPr>
            <a:cxnSpLocks/>
          </p:cNvCxnSpPr>
          <p:nvPr/>
        </p:nvCxnSpPr>
        <p:spPr bwMode="gray">
          <a:xfrm>
            <a:off x="7177355" y="3921885"/>
            <a:ext cx="8162" cy="766424"/>
          </a:xfrm>
          <a:prstGeom prst="straightConnector1">
            <a:avLst/>
          </a:prstGeom>
          <a:ln w="12700">
            <a:solidFill>
              <a:srgbClr val="7030A0"/>
            </a:solidFill>
            <a:prstDash val="dash"/>
            <a:tailEnd type="triangle"/>
          </a:ln>
        </p:spPr>
        <p:style>
          <a:lnRef idx="3">
            <a:schemeClr val="accent5"/>
          </a:lnRef>
          <a:fillRef idx="0">
            <a:schemeClr val="accent5"/>
          </a:fillRef>
          <a:effectRef idx="2">
            <a:schemeClr val="accent5"/>
          </a:effectRef>
          <a:fontRef idx="minor">
            <a:schemeClr val="tx1"/>
          </a:fontRef>
        </p:style>
      </p:cxnSp>
      <p:sp>
        <p:nvSpPr>
          <p:cNvPr id="43" name="TextBox 48">
            <a:extLst>
              <a:ext uri="{FF2B5EF4-FFF2-40B4-BE49-F238E27FC236}">
                <a16:creationId xmlns:a16="http://schemas.microsoft.com/office/drawing/2014/main" id="{E7ED5608-D8EB-2537-689D-047212AD20DA}"/>
              </a:ext>
            </a:extLst>
          </p:cNvPr>
          <p:cNvSpPr txBox="1"/>
          <p:nvPr/>
        </p:nvSpPr>
        <p:spPr bwMode="gray">
          <a:xfrm>
            <a:off x="8984561" y="3949594"/>
            <a:ext cx="1082479" cy="289053"/>
          </a:xfrm>
          <a:prstGeom prst="rect">
            <a:avLst/>
          </a:prstGeom>
          <a:noFill/>
        </p:spPr>
        <p:txBody>
          <a:bodyPr wrap="square" lIns="0" tIns="0" rIns="0" bIns="0" rtlCol="0" anchor="t">
            <a:spAutoFit/>
          </a:bodyPr>
          <a:lstStyle/>
          <a:p>
            <a:pPr>
              <a:lnSpc>
                <a:spcPct val="140000"/>
              </a:lnSpc>
            </a:pPr>
            <a:r>
              <a:rPr lang="en-US" sz="700" b="1">
                <a:solidFill>
                  <a:srgbClr val="F75605"/>
                </a:solidFill>
              </a:rPr>
              <a:t>DBL-2</a:t>
            </a:r>
            <a:endParaRPr lang="en-US" b="1">
              <a:solidFill>
                <a:srgbClr val="F75605"/>
              </a:solidFill>
            </a:endParaRPr>
          </a:p>
          <a:p>
            <a:pPr>
              <a:lnSpc>
                <a:spcPct val="140000"/>
              </a:lnSpc>
            </a:pPr>
            <a:r>
              <a:rPr lang="en-US" sz="700" b="1">
                <a:solidFill>
                  <a:srgbClr val="F75605"/>
                </a:solidFill>
              </a:rPr>
              <a:t>Mar/Apr 2028</a:t>
            </a:r>
            <a:endParaRPr lang="en-US" b="1">
              <a:solidFill>
                <a:srgbClr val="F75605"/>
              </a:solidFill>
            </a:endParaRPr>
          </a:p>
        </p:txBody>
      </p:sp>
      <p:sp>
        <p:nvSpPr>
          <p:cNvPr id="17" name="文本框 16">
            <a:extLst>
              <a:ext uri="{FF2B5EF4-FFF2-40B4-BE49-F238E27FC236}">
                <a16:creationId xmlns:a16="http://schemas.microsoft.com/office/drawing/2014/main" id="{706FA5EE-C14E-0800-6DB4-3F48471113DE}"/>
              </a:ext>
            </a:extLst>
          </p:cNvPr>
          <p:cNvSpPr txBox="1"/>
          <p:nvPr/>
        </p:nvSpPr>
        <p:spPr bwMode="gray">
          <a:xfrm>
            <a:off x="7892208" y="4254966"/>
            <a:ext cx="988920" cy="59067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40000"/>
              </a:lnSpc>
            </a:pPr>
            <a:r>
              <a:rPr lang="zh-CN" altLang="en-US" sz="700">
                <a:solidFill>
                  <a:srgbClr val="052EFC"/>
                </a:solidFill>
              </a:rPr>
              <a:t>NDA with Data from all adult pts &amp; Data from partial of the planned adolescent pts</a:t>
            </a:r>
            <a:endParaRPr lang="zh-CN" sz="700">
              <a:solidFill>
                <a:srgbClr val="052EFC"/>
              </a:solidFill>
            </a:endParaRPr>
          </a:p>
        </p:txBody>
      </p:sp>
      <p:sp>
        <p:nvSpPr>
          <p:cNvPr id="26" name="文本框 25">
            <a:extLst>
              <a:ext uri="{FF2B5EF4-FFF2-40B4-BE49-F238E27FC236}">
                <a16:creationId xmlns:a16="http://schemas.microsoft.com/office/drawing/2014/main" id="{2F27F014-3680-2834-C59F-D7A7E0937C22}"/>
              </a:ext>
            </a:extLst>
          </p:cNvPr>
          <p:cNvSpPr txBox="1"/>
          <p:nvPr/>
        </p:nvSpPr>
        <p:spPr bwMode="gray">
          <a:xfrm>
            <a:off x="8982913" y="4292318"/>
            <a:ext cx="1284008" cy="28905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40000"/>
              </a:lnSpc>
            </a:pPr>
            <a:r>
              <a:rPr lang="zh-CN" altLang="en-US" sz="700">
                <a:solidFill>
                  <a:srgbClr val="F75605"/>
                </a:solidFill>
              </a:rPr>
              <a:t>SNDA with data from all  adolescent pts</a:t>
            </a:r>
          </a:p>
        </p:txBody>
      </p:sp>
      <p:cxnSp>
        <p:nvCxnSpPr>
          <p:cNvPr id="29" name="直接箭头连接符 28">
            <a:extLst>
              <a:ext uri="{FF2B5EF4-FFF2-40B4-BE49-F238E27FC236}">
                <a16:creationId xmlns:a16="http://schemas.microsoft.com/office/drawing/2014/main" id="{7CA118D6-C8FD-F08B-2B55-1875CD6BE8BB}"/>
              </a:ext>
            </a:extLst>
          </p:cNvPr>
          <p:cNvCxnSpPr>
            <a:cxnSpLocks/>
          </p:cNvCxnSpPr>
          <p:nvPr/>
        </p:nvCxnSpPr>
        <p:spPr bwMode="gray">
          <a:xfrm>
            <a:off x="8959091" y="1620942"/>
            <a:ext cx="15632" cy="2301631"/>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2" name="等腰三角形 31">
            <a:extLst>
              <a:ext uri="{FF2B5EF4-FFF2-40B4-BE49-F238E27FC236}">
                <a16:creationId xmlns:a16="http://schemas.microsoft.com/office/drawing/2014/main" id="{0514B4A9-7164-247D-20C5-36CF7AF207EE}"/>
              </a:ext>
            </a:extLst>
          </p:cNvPr>
          <p:cNvSpPr/>
          <p:nvPr/>
        </p:nvSpPr>
        <p:spPr bwMode="gray">
          <a:xfrm>
            <a:off x="6367456" y="2856521"/>
            <a:ext cx="210780" cy="132862"/>
          </a:xfrm>
          <a:prstGeom prst="triangle">
            <a:avLst/>
          </a:prstGeom>
          <a:solidFill>
            <a:srgbClr val="7030A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33" name="TextBox 48">
            <a:extLst>
              <a:ext uri="{FF2B5EF4-FFF2-40B4-BE49-F238E27FC236}">
                <a16:creationId xmlns:a16="http://schemas.microsoft.com/office/drawing/2014/main" id="{29401BEB-56E3-8D93-49CD-F5007A876D76}"/>
              </a:ext>
            </a:extLst>
          </p:cNvPr>
          <p:cNvSpPr txBox="1"/>
          <p:nvPr/>
        </p:nvSpPr>
        <p:spPr bwMode="gray">
          <a:xfrm>
            <a:off x="6252943" y="3019280"/>
            <a:ext cx="603786" cy="136832"/>
          </a:xfrm>
          <a:prstGeom prst="rect">
            <a:avLst/>
          </a:prstGeom>
          <a:noFill/>
        </p:spPr>
        <p:txBody>
          <a:bodyPr wrap="square" lIns="0" tIns="0" rIns="0" bIns="0" rtlCol="0" anchor="t">
            <a:spAutoFit/>
          </a:bodyPr>
          <a:lstStyle/>
          <a:p>
            <a:pPr algn="ctr">
              <a:lnSpc>
                <a:spcPct val="140000"/>
              </a:lnSpc>
            </a:pPr>
            <a:r>
              <a:rPr lang="en-US" sz="700" b="1">
                <a:solidFill>
                  <a:schemeClr val="bg2"/>
                </a:solidFill>
              </a:rPr>
              <a:t>LPI (</a:t>
            </a:r>
            <a:r>
              <a:rPr lang="en-US" sz="700" b="1" err="1">
                <a:solidFill>
                  <a:schemeClr val="bg2"/>
                </a:solidFill>
              </a:rPr>
              <a:t>adols</a:t>
            </a:r>
            <a:r>
              <a:rPr lang="en-US" sz="700" b="1">
                <a:solidFill>
                  <a:schemeClr val="bg2"/>
                </a:solidFill>
              </a:rPr>
              <a:t>.)</a:t>
            </a:r>
          </a:p>
        </p:txBody>
      </p:sp>
      <p:sp>
        <p:nvSpPr>
          <p:cNvPr id="36" name="等腰三角形 35">
            <a:extLst>
              <a:ext uri="{FF2B5EF4-FFF2-40B4-BE49-F238E27FC236}">
                <a16:creationId xmlns:a16="http://schemas.microsoft.com/office/drawing/2014/main" id="{2219D044-036F-B95E-C570-32281AFC1374}"/>
              </a:ext>
            </a:extLst>
          </p:cNvPr>
          <p:cNvSpPr/>
          <p:nvPr/>
        </p:nvSpPr>
        <p:spPr bwMode="gray">
          <a:xfrm>
            <a:off x="6376982" y="3628047"/>
            <a:ext cx="210780" cy="132862"/>
          </a:xfrm>
          <a:prstGeom prst="triangle">
            <a:avLst/>
          </a:prstGeom>
          <a:solidFill>
            <a:srgbClr val="7030A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42" name="TextBox 48">
            <a:extLst>
              <a:ext uri="{FF2B5EF4-FFF2-40B4-BE49-F238E27FC236}">
                <a16:creationId xmlns:a16="http://schemas.microsoft.com/office/drawing/2014/main" id="{886288C5-9415-E479-5BFA-C942146E23B2}"/>
              </a:ext>
            </a:extLst>
          </p:cNvPr>
          <p:cNvSpPr txBox="1"/>
          <p:nvPr/>
        </p:nvSpPr>
        <p:spPr bwMode="gray">
          <a:xfrm>
            <a:off x="6252943" y="3771756"/>
            <a:ext cx="603786" cy="136832"/>
          </a:xfrm>
          <a:prstGeom prst="rect">
            <a:avLst/>
          </a:prstGeom>
          <a:noFill/>
        </p:spPr>
        <p:txBody>
          <a:bodyPr wrap="square" lIns="0" tIns="0" rIns="0" bIns="0" rtlCol="0" anchor="t">
            <a:spAutoFit/>
          </a:bodyPr>
          <a:lstStyle/>
          <a:p>
            <a:pPr algn="ctr">
              <a:lnSpc>
                <a:spcPct val="140000"/>
              </a:lnSpc>
            </a:pPr>
            <a:r>
              <a:rPr lang="en-US" sz="700" b="1">
                <a:solidFill>
                  <a:schemeClr val="bg2"/>
                </a:solidFill>
              </a:rPr>
              <a:t>LPI (</a:t>
            </a:r>
            <a:r>
              <a:rPr lang="en-US" sz="700" b="1" err="1">
                <a:solidFill>
                  <a:schemeClr val="bg2"/>
                </a:solidFill>
              </a:rPr>
              <a:t>adols</a:t>
            </a:r>
            <a:r>
              <a:rPr lang="en-US" sz="700" b="1">
                <a:solidFill>
                  <a:schemeClr val="bg2"/>
                </a:solidFill>
              </a:rPr>
              <a:t>.)</a:t>
            </a:r>
          </a:p>
        </p:txBody>
      </p:sp>
      <p:cxnSp>
        <p:nvCxnSpPr>
          <p:cNvPr id="46" name="直接箭头连接符 45">
            <a:extLst>
              <a:ext uri="{FF2B5EF4-FFF2-40B4-BE49-F238E27FC236}">
                <a16:creationId xmlns:a16="http://schemas.microsoft.com/office/drawing/2014/main" id="{96778AB3-2387-E76E-31FB-8F0E6E4C3816}"/>
              </a:ext>
            </a:extLst>
          </p:cNvPr>
          <p:cNvCxnSpPr>
            <a:cxnSpLocks/>
          </p:cNvCxnSpPr>
          <p:nvPr/>
        </p:nvCxnSpPr>
        <p:spPr bwMode="gray">
          <a:xfrm flipH="1" flipV="1">
            <a:off x="6617443" y="2944401"/>
            <a:ext cx="432043" cy="12944"/>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1" name="直接箭头连接符 60">
            <a:extLst>
              <a:ext uri="{FF2B5EF4-FFF2-40B4-BE49-F238E27FC236}">
                <a16:creationId xmlns:a16="http://schemas.microsoft.com/office/drawing/2014/main" id="{01321F15-CF92-F2D6-9178-C6B74F5A01F5}"/>
              </a:ext>
            </a:extLst>
          </p:cNvPr>
          <p:cNvCxnSpPr>
            <a:cxnSpLocks/>
          </p:cNvCxnSpPr>
          <p:nvPr/>
        </p:nvCxnSpPr>
        <p:spPr bwMode="gray">
          <a:xfrm flipH="1" flipV="1">
            <a:off x="6588868" y="3677826"/>
            <a:ext cx="432043" cy="12944"/>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0" name="文本框 79">
            <a:extLst>
              <a:ext uri="{FF2B5EF4-FFF2-40B4-BE49-F238E27FC236}">
                <a16:creationId xmlns:a16="http://schemas.microsoft.com/office/drawing/2014/main" id="{0B771654-3DAD-06BD-07F2-E96EF485D2D8}"/>
              </a:ext>
            </a:extLst>
          </p:cNvPr>
          <p:cNvSpPr txBox="1"/>
          <p:nvPr/>
        </p:nvSpPr>
        <p:spPr bwMode="gray">
          <a:xfrm>
            <a:off x="4188722" y="5533087"/>
            <a:ext cx="6306741" cy="876843"/>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171450" indent="-171450">
              <a:lnSpc>
                <a:spcPct val="140000"/>
              </a:lnSpc>
              <a:buFont typeface="Arial" panose="020B0604020202020204" pitchFamily="34" charset="0"/>
              <a:buChar char="•"/>
            </a:pPr>
            <a:r>
              <a:rPr lang="zh-CN" altLang="en-US" sz="1400" b="1"/>
              <a:t>Global challenge:</a:t>
            </a:r>
            <a:r>
              <a:rPr lang="zh-CN" altLang="en-US" sz="1400"/>
              <a:t> to</a:t>
            </a:r>
            <a:r>
              <a:rPr lang="zh-CN" altLang="en-US" sz="1400" b="1"/>
              <a:t> </a:t>
            </a:r>
            <a:r>
              <a:rPr lang="zh-CN" sz="1400" b="1"/>
              <a:t>simultaneously </a:t>
            </a:r>
            <a:r>
              <a:rPr lang="zh-CN" altLang="en-US" sz="1400" b="1"/>
              <a:t>complete  adol. recruitment with adults recruitment</a:t>
            </a:r>
          </a:p>
          <a:p>
            <a:pPr marL="171450" indent="-171450">
              <a:lnSpc>
                <a:spcPct val="140000"/>
              </a:lnSpc>
              <a:buFont typeface="Arial" panose="020B0604020202020204" pitchFamily="34" charset="0"/>
              <a:buChar char="•"/>
            </a:pPr>
            <a:r>
              <a:rPr lang="zh-CN" altLang="en-US" sz="1400" b="1"/>
              <a:t>5 months</a:t>
            </a:r>
            <a:r>
              <a:rPr lang="zh-CN" altLang="en-US" sz="1400"/>
              <a:t> recruitment window for adolescent pts. (</a:t>
            </a:r>
            <a:r>
              <a:rPr lang="zh-CN" altLang="en-US" sz="1400">
                <a:solidFill>
                  <a:srgbClr val="FF0000"/>
                </a:solidFill>
              </a:rPr>
              <a:t>critical path</a:t>
            </a:r>
            <a:r>
              <a:rPr lang="zh-CN" altLang="en-US" sz="1400"/>
              <a:t>)</a:t>
            </a:r>
            <a:endParaRPr lang="zh-CN"/>
          </a:p>
        </p:txBody>
      </p:sp>
      <p:cxnSp>
        <p:nvCxnSpPr>
          <p:cNvPr id="84" name="直接箭头连接符 83">
            <a:extLst>
              <a:ext uri="{FF2B5EF4-FFF2-40B4-BE49-F238E27FC236}">
                <a16:creationId xmlns:a16="http://schemas.microsoft.com/office/drawing/2014/main" id="{88B7E47E-E0EF-92BC-60D1-74719EE07117}"/>
              </a:ext>
            </a:extLst>
          </p:cNvPr>
          <p:cNvCxnSpPr>
            <a:cxnSpLocks/>
          </p:cNvCxnSpPr>
          <p:nvPr/>
        </p:nvCxnSpPr>
        <p:spPr bwMode="gray">
          <a:xfrm flipH="1">
            <a:off x="6298197" y="4942480"/>
            <a:ext cx="3418" cy="587131"/>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6" name="TextBox 53">
            <a:extLst>
              <a:ext uri="{FF2B5EF4-FFF2-40B4-BE49-F238E27FC236}">
                <a16:creationId xmlns:a16="http://schemas.microsoft.com/office/drawing/2014/main" id="{13FA461B-6262-1627-6C5E-A684536DA92B}"/>
              </a:ext>
            </a:extLst>
          </p:cNvPr>
          <p:cNvSpPr txBox="1"/>
          <p:nvPr/>
        </p:nvSpPr>
        <p:spPr bwMode="gray">
          <a:xfrm>
            <a:off x="8881677" y="3927353"/>
            <a:ext cx="1143745" cy="752662"/>
          </a:xfrm>
          <a:prstGeom prst="rect">
            <a:avLst/>
          </a:prstGeom>
          <a:noFill/>
          <a:ln>
            <a:solidFill>
              <a:schemeClr val="accent5">
                <a:lumMod val="75000"/>
              </a:schemeClr>
            </a:solidFill>
            <a:prstDash val="dash"/>
          </a:ln>
        </p:spPr>
        <p:txBody>
          <a:bodyPr wrap="square" lIns="91440" tIns="45720" rIns="91440" bIns="45720" anchor="t">
            <a:spAutoFit/>
          </a:bodyPr>
          <a:lstStyle/>
          <a:p>
            <a:pPr>
              <a:lnSpc>
                <a:spcPct val="120000"/>
              </a:lnSpc>
              <a:spcAft>
                <a:spcPts val="300"/>
              </a:spcAft>
            </a:pPr>
            <a:endParaRPr lang="en-US" altLang="zh-CN" sz="700" b="1">
              <a:latin typeface="Arial"/>
              <a:ea typeface="微软雅黑"/>
              <a:cs typeface="Arial"/>
            </a:endParaRPr>
          </a:p>
        </p:txBody>
      </p:sp>
    </p:spTree>
    <p:extLst>
      <p:ext uri="{BB962C8B-B14F-4D97-AF65-F5344CB8AC3E}">
        <p14:creationId xmlns:p14="http://schemas.microsoft.com/office/powerpoint/2010/main" val="121788407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843B9-F730-B8FD-C7EB-7B8AA84755B0}"/>
            </a:ext>
          </a:extLst>
        </p:cNvPr>
        <p:cNvGrpSpPr/>
        <p:nvPr/>
      </p:nvGrpSpPr>
      <p:grpSpPr>
        <a:xfrm>
          <a:off x="0" y="0"/>
          <a:ext cx="0" cy="0"/>
          <a:chOff x="0" y="0"/>
          <a:chExt cx="0" cy="0"/>
        </a:xfrm>
      </p:grpSpPr>
      <p:sp>
        <p:nvSpPr>
          <p:cNvPr id="191" name="Rectangle: Rounded Corners 190">
            <a:extLst>
              <a:ext uri="{FF2B5EF4-FFF2-40B4-BE49-F238E27FC236}">
                <a16:creationId xmlns:a16="http://schemas.microsoft.com/office/drawing/2014/main" id="{42824959-FDC7-46BE-E494-60E8DBDF988D}"/>
              </a:ext>
            </a:extLst>
          </p:cNvPr>
          <p:cNvSpPr/>
          <p:nvPr/>
        </p:nvSpPr>
        <p:spPr bwMode="gray">
          <a:xfrm>
            <a:off x="4413648" y="4610100"/>
            <a:ext cx="7738247" cy="1787707"/>
          </a:xfrm>
          <a:prstGeom prst="roundRect">
            <a:avLst/>
          </a:prstGeom>
          <a:solidFill>
            <a:schemeClr val="accent6">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sp>
        <p:nvSpPr>
          <p:cNvPr id="5" name="Slide Number Placeholder 4">
            <a:extLst>
              <a:ext uri="{FF2B5EF4-FFF2-40B4-BE49-F238E27FC236}">
                <a16:creationId xmlns:a16="http://schemas.microsoft.com/office/drawing/2014/main" id="{73C8A6FE-6364-6B1B-3C76-95DA9B7B0B7E}"/>
              </a:ext>
            </a:extLst>
          </p:cNvPr>
          <p:cNvSpPr>
            <a:spLocks noGrp="1"/>
          </p:cNvSpPr>
          <p:nvPr>
            <p:ph type="sldNum" sz="quarter" idx="20"/>
          </p:nvPr>
        </p:nvSpPr>
        <p:spPr/>
        <p:txBody>
          <a:bodyPr/>
          <a:lstStyle/>
          <a:p>
            <a:fld id="{DF4E8F9F-5B1F-4F5B-BE49-3245D8C18D9F}" type="slidenum">
              <a:rPr lang="en-US" smtClean="0"/>
              <a:pPr/>
              <a:t>55</a:t>
            </a:fld>
            <a:endParaRPr lang="en-US"/>
          </a:p>
        </p:txBody>
      </p:sp>
      <p:pic>
        <p:nvPicPr>
          <p:cNvPr id="6" name="Picture 5" descr="Traffic light - Simple English Wikipedia, the free ...">
            <a:extLst>
              <a:ext uri="{FF2B5EF4-FFF2-40B4-BE49-F238E27FC236}">
                <a16:creationId xmlns:a16="http://schemas.microsoft.com/office/drawing/2014/main" id="{6BE84FC9-6A4C-CAA1-36DB-04CA03C49FE2}"/>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rot="16200000" flipV="1">
            <a:off x="10850096" y="-476913"/>
            <a:ext cx="698504" cy="1726513"/>
          </a:xfrm>
          <a:prstGeom prst="rect">
            <a:avLst/>
          </a:prstGeom>
        </p:spPr>
      </p:pic>
      <p:sp>
        <p:nvSpPr>
          <p:cNvPr id="7" name="标题 1">
            <a:extLst>
              <a:ext uri="{FF2B5EF4-FFF2-40B4-BE49-F238E27FC236}">
                <a16:creationId xmlns:a16="http://schemas.microsoft.com/office/drawing/2014/main" id="{C0A2F109-D542-FBA3-B9E7-7A64C2E72B91}"/>
              </a:ext>
            </a:extLst>
          </p:cNvPr>
          <p:cNvSpPr>
            <a:spLocks noGrp="1"/>
          </p:cNvSpPr>
          <p:nvPr>
            <p:ph type="title"/>
          </p:nvPr>
        </p:nvSpPr>
        <p:spPr>
          <a:xfrm>
            <a:off x="413621" y="260435"/>
            <a:ext cx="11233150" cy="451108"/>
          </a:xfrm>
        </p:spPr>
        <p:txBody>
          <a:bodyPr vert="horz" lIns="0" tIns="0" rIns="0" bIns="0" rtlCol="0" anchor="t">
            <a:noAutofit/>
          </a:bodyPr>
          <a:lstStyle/>
          <a:p>
            <a:r>
              <a:rPr lang="it-IT" altLang="zh-CN"/>
              <a:t>BI 1291583/</a:t>
            </a:r>
            <a:r>
              <a:rPr lang="it-IT" altLang="zh-CN" err="1"/>
              <a:t>verducatib</a:t>
            </a:r>
            <a:r>
              <a:rPr lang="it-IT" altLang="zh-CN"/>
              <a:t> </a:t>
            </a:r>
            <a:r>
              <a:rPr lang="en-US"/>
              <a:t>(</a:t>
            </a:r>
            <a:r>
              <a:rPr lang="en-US" err="1"/>
              <a:t>CatC</a:t>
            </a:r>
            <a:r>
              <a:rPr lang="en-US"/>
              <a:t>/DPP-1 inhibitor): </a:t>
            </a:r>
            <a:r>
              <a:rPr lang="it-IT" altLang="zh-CN" err="1"/>
              <a:t>Bronchiectasis</a:t>
            </a:r>
            <a:endParaRPr lang="en-US" err="1"/>
          </a:p>
        </p:txBody>
      </p:sp>
      <p:graphicFrame>
        <p:nvGraphicFramePr>
          <p:cNvPr id="9" name="Table 8">
            <a:extLst>
              <a:ext uri="{FF2B5EF4-FFF2-40B4-BE49-F238E27FC236}">
                <a16:creationId xmlns:a16="http://schemas.microsoft.com/office/drawing/2014/main" id="{F457FE0C-FE8F-B55F-1D87-F6F22F97B862}"/>
              </a:ext>
            </a:extLst>
          </p:cNvPr>
          <p:cNvGraphicFramePr>
            <a:graphicFrameLocks noGrp="1"/>
          </p:cNvGraphicFramePr>
          <p:nvPr/>
        </p:nvGraphicFramePr>
        <p:xfrm>
          <a:off x="479425" y="957820"/>
          <a:ext cx="11583180" cy="526534"/>
        </p:xfrm>
        <a:graphic>
          <a:graphicData uri="http://schemas.openxmlformats.org/drawingml/2006/table">
            <a:tbl>
              <a:tblPr firstRow="1" bandRow="1"/>
              <a:tblGrid>
                <a:gridCol w="386106">
                  <a:extLst>
                    <a:ext uri="{9D8B030D-6E8A-4147-A177-3AD203B41FA5}">
                      <a16:colId xmlns:a16="http://schemas.microsoft.com/office/drawing/2014/main" val="3091663135"/>
                    </a:ext>
                  </a:extLst>
                </a:gridCol>
                <a:gridCol w="386106">
                  <a:extLst>
                    <a:ext uri="{9D8B030D-6E8A-4147-A177-3AD203B41FA5}">
                      <a16:colId xmlns:a16="http://schemas.microsoft.com/office/drawing/2014/main" val="2003423086"/>
                    </a:ext>
                  </a:extLst>
                </a:gridCol>
                <a:gridCol w="386106">
                  <a:extLst>
                    <a:ext uri="{9D8B030D-6E8A-4147-A177-3AD203B41FA5}">
                      <a16:colId xmlns:a16="http://schemas.microsoft.com/office/drawing/2014/main" val="2466911814"/>
                    </a:ext>
                  </a:extLst>
                </a:gridCol>
                <a:gridCol w="386106">
                  <a:extLst>
                    <a:ext uri="{9D8B030D-6E8A-4147-A177-3AD203B41FA5}">
                      <a16:colId xmlns:a16="http://schemas.microsoft.com/office/drawing/2014/main" val="3023231563"/>
                    </a:ext>
                  </a:extLst>
                </a:gridCol>
                <a:gridCol w="386106">
                  <a:extLst>
                    <a:ext uri="{9D8B030D-6E8A-4147-A177-3AD203B41FA5}">
                      <a16:colId xmlns:a16="http://schemas.microsoft.com/office/drawing/2014/main" val="3411862845"/>
                    </a:ext>
                  </a:extLst>
                </a:gridCol>
                <a:gridCol w="386106">
                  <a:extLst>
                    <a:ext uri="{9D8B030D-6E8A-4147-A177-3AD203B41FA5}">
                      <a16:colId xmlns:a16="http://schemas.microsoft.com/office/drawing/2014/main" val="2851474774"/>
                    </a:ext>
                  </a:extLst>
                </a:gridCol>
                <a:gridCol w="386106">
                  <a:extLst>
                    <a:ext uri="{9D8B030D-6E8A-4147-A177-3AD203B41FA5}">
                      <a16:colId xmlns:a16="http://schemas.microsoft.com/office/drawing/2014/main" val="107595344"/>
                    </a:ext>
                  </a:extLst>
                </a:gridCol>
                <a:gridCol w="386106">
                  <a:extLst>
                    <a:ext uri="{9D8B030D-6E8A-4147-A177-3AD203B41FA5}">
                      <a16:colId xmlns:a16="http://schemas.microsoft.com/office/drawing/2014/main" val="1666999431"/>
                    </a:ext>
                  </a:extLst>
                </a:gridCol>
                <a:gridCol w="386106">
                  <a:extLst>
                    <a:ext uri="{9D8B030D-6E8A-4147-A177-3AD203B41FA5}">
                      <a16:colId xmlns:a16="http://schemas.microsoft.com/office/drawing/2014/main" val="3696607442"/>
                    </a:ext>
                  </a:extLst>
                </a:gridCol>
                <a:gridCol w="386106">
                  <a:extLst>
                    <a:ext uri="{9D8B030D-6E8A-4147-A177-3AD203B41FA5}">
                      <a16:colId xmlns:a16="http://schemas.microsoft.com/office/drawing/2014/main" val="223989776"/>
                    </a:ext>
                  </a:extLst>
                </a:gridCol>
                <a:gridCol w="386106">
                  <a:extLst>
                    <a:ext uri="{9D8B030D-6E8A-4147-A177-3AD203B41FA5}">
                      <a16:colId xmlns:a16="http://schemas.microsoft.com/office/drawing/2014/main" val="124731204"/>
                    </a:ext>
                  </a:extLst>
                </a:gridCol>
                <a:gridCol w="386106">
                  <a:extLst>
                    <a:ext uri="{9D8B030D-6E8A-4147-A177-3AD203B41FA5}">
                      <a16:colId xmlns:a16="http://schemas.microsoft.com/office/drawing/2014/main" val="3066978585"/>
                    </a:ext>
                  </a:extLst>
                </a:gridCol>
                <a:gridCol w="386106">
                  <a:extLst>
                    <a:ext uri="{9D8B030D-6E8A-4147-A177-3AD203B41FA5}">
                      <a16:colId xmlns:a16="http://schemas.microsoft.com/office/drawing/2014/main" val="1064917641"/>
                    </a:ext>
                  </a:extLst>
                </a:gridCol>
                <a:gridCol w="386106">
                  <a:extLst>
                    <a:ext uri="{9D8B030D-6E8A-4147-A177-3AD203B41FA5}">
                      <a16:colId xmlns:a16="http://schemas.microsoft.com/office/drawing/2014/main" val="4221117315"/>
                    </a:ext>
                  </a:extLst>
                </a:gridCol>
                <a:gridCol w="386106">
                  <a:extLst>
                    <a:ext uri="{9D8B030D-6E8A-4147-A177-3AD203B41FA5}">
                      <a16:colId xmlns:a16="http://schemas.microsoft.com/office/drawing/2014/main" val="3266065341"/>
                    </a:ext>
                  </a:extLst>
                </a:gridCol>
                <a:gridCol w="386106">
                  <a:extLst>
                    <a:ext uri="{9D8B030D-6E8A-4147-A177-3AD203B41FA5}">
                      <a16:colId xmlns:a16="http://schemas.microsoft.com/office/drawing/2014/main" val="2374051224"/>
                    </a:ext>
                  </a:extLst>
                </a:gridCol>
                <a:gridCol w="386106">
                  <a:extLst>
                    <a:ext uri="{9D8B030D-6E8A-4147-A177-3AD203B41FA5}">
                      <a16:colId xmlns:a16="http://schemas.microsoft.com/office/drawing/2014/main" val="1840388365"/>
                    </a:ext>
                  </a:extLst>
                </a:gridCol>
                <a:gridCol w="386106">
                  <a:extLst>
                    <a:ext uri="{9D8B030D-6E8A-4147-A177-3AD203B41FA5}">
                      <a16:colId xmlns:a16="http://schemas.microsoft.com/office/drawing/2014/main" val="267750830"/>
                    </a:ext>
                  </a:extLst>
                </a:gridCol>
                <a:gridCol w="386106">
                  <a:extLst>
                    <a:ext uri="{9D8B030D-6E8A-4147-A177-3AD203B41FA5}">
                      <a16:colId xmlns:a16="http://schemas.microsoft.com/office/drawing/2014/main" val="3966469970"/>
                    </a:ext>
                  </a:extLst>
                </a:gridCol>
                <a:gridCol w="386106">
                  <a:extLst>
                    <a:ext uri="{9D8B030D-6E8A-4147-A177-3AD203B41FA5}">
                      <a16:colId xmlns:a16="http://schemas.microsoft.com/office/drawing/2014/main" val="2522973146"/>
                    </a:ext>
                  </a:extLst>
                </a:gridCol>
                <a:gridCol w="386106">
                  <a:extLst>
                    <a:ext uri="{9D8B030D-6E8A-4147-A177-3AD203B41FA5}">
                      <a16:colId xmlns:a16="http://schemas.microsoft.com/office/drawing/2014/main" val="309019048"/>
                    </a:ext>
                  </a:extLst>
                </a:gridCol>
                <a:gridCol w="386106">
                  <a:extLst>
                    <a:ext uri="{9D8B030D-6E8A-4147-A177-3AD203B41FA5}">
                      <a16:colId xmlns:a16="http://schemas.microsoft.com/office/drawing/2014/main" val="4088660355"/>
                    </a:ext>
                  </a:extLst>
                </a:gridCol>
                <a:gridCol w="386106">
                  <a:extLst>
                    <a:ext uri="{9D8B030D-6E8A-4147-A177-3AD203B41FA5}">
                      <a16:colId xmlns:a16="http://schemas.microsoft.com/office/drawing/2014/main" val="4101055617"/>
                    </a:ext>
                  </a:extLst>
                </a:gridCol>
                <a:gridCol w="386106">
                  <a:extLst>
                    <a:ext uri="{9D8B030D-6E8A-4147-A177-3AD203B41FA5}">
                      <a16:colId xmlns:a16="http://schemas.microsoft.com/office/drawing/2014/main" val="1497634779"/>
                    </a:ext>
                  </a:extLst>
                </a:gridCol>
                <a:gridCol w="386106">
                  <a:extLst>
                    <a:ext uri="{9D8B030D-6E8A-4147-A177-3AD203B41FA5}">
                      <a16:colId xmlns:a16="http://schemas.microsoft.com/office/drawing/2014/main" val="1313870339"/>
                    </a:ext>
                  </a:extLst>
                </a:gridCol>
                <a:gridCol w="386106">
                  <a:extLst>
                    <a:ext uri="{9D8B030D-6E8A-4147-A177-3AD203B41FA5}">
                      <a16:colId xmlns:a16="http://schemas.microsoft.com/office/drawing/2014/main" val="380966906"/>
                    </a:ext>
                  </a:extLst>
                </a:gridCol>
                <a:gridCol w="386106">
                  <a:extLst>
                    <a:ext uri="{9D8B030D-6E8A-4147-A177-3AD203B41FA5}">
                      <a16:colId xmlns:a16="http://schemas.microsoft.com/office/drawing/2014/main" val="370559516"/>
                    </a:ext>
                  </a:extLst>
                </a:gridCol>
                <a:gridCol w="386106">
                  <a:extLst>
                    <a:ext uri="{9D8B030D-6E8A-4147-A177-3AD203B41FA5}">
                      <a16:colId xmlns:a16="http://schemas.microsoft.com/office/drawing/2014/main" val="2085800570"/>
                    </a:ext>
                  </a:extLst>
                </a:gridCol>
                <a:gridCol w="386106">
                  <a:extLst>
                    <a:ext uri="{9D8B030D-6E8A-4147-A177-3AD203B41FA5}">
                      <a16:colId xmlns:a16="http://schemas.microsoft.com/office/drawing/2014/main" val="2866958328"/>
                    </a:ext>
                  </a:extLst>
                </a:gridCol>
                <a:gridCol w="386106">
                  <a:extLst>
                    <a:ext uri="{9D8B030D-6E8A-4147-A177-3AD203B41FA5}">
                      <a16:colId xmlns:a16="http://schemas.microsoft.com/office/drawing/2014/main" val="2742855301"/>
                    </a:ext>
                  </a:extLst>
                </a:gridCol>
              </a:tblGrid>
              <a:tr h="225779">
                <a:tc gridSpan="2">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mn-ea"/>
                          <a:ea typeface="+mn-ea"/>
                          <a:cs typeface="Arial" panose="020B0604020202020204" pitchFamily="34" charset="0"/>
                        </a:rPr>
                        <a:t>2022</a:t>
                      </a:r>
                      <a:endParaRPr lang="zh-CN" altLang="en-US" sz="1100" b="1">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1100" b="1">
                          <a:solidFill>
                            <a:schemeClr val="bg1"/>
                          </a:solidFill>
                          <a:latin typeface="+mn-ea"/>
                          <a:ea typeface="+mn-ea"/>
                          <a:cs typeface="Arial"/>
                        </a:rPr>
                        <a:t>2023</a:t>
                      </a:r>
                      <a:endParaRPr lang="zh-CN" altLang="en-US" sz="1100" b="1">
                        <a:solidFill>
                          <a:schemeClr val="bg1"/>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1100" b="1">
                          <a:solidFill>
                            <a:schemeClr val="bg1"/>
                          </a:solidFill>
                          <a:latin typeface="+mn-ea"/>
                          <a:ea typeface="+mn-ea"/>
                          <a:cs typeface="Arial"/>
                        </a:rPr>
                        <a:t>2024</a:t>
                      </a:r>
                      <a:endParaRPr lang="zh-CN" altLang="en-US" sz="1100" b="1">
                        <a:solidFill>
                          <a:schemeClr val="bg1"/>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1100" b="1">
                          <a:solidFill>
                            <a:schemeClr val="bg1"/>
                          </a:solidFill>
                          <a:latin typeface="+mn-ea"/>
                          <a:ea typeface="+mn-ea"/>
                          <a:cs typeface="Arial"/>
                        </a:rPr>
                        <a:t>2025</a:t>
                      </a:r>
                      <a:endParaRPr lang="zh-CN" altLang="en-US" sz="1100" b="1">
                        <a:solidFill>
                          <a:schemeClr val="bg1"/>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1100" b="1">
                          <a:solidFill>
                            <a:schemeClr val="bg1"/>
                          </a:solidFill>
                          <a:latin typeface="+mn-ea"/>
                          <a:ea typeface="+mn-ea"/>
                          <a:cs typeface="Arial"/>
                        </a:rPr>
                        <a:t>2026</a:t>
                      </a:r>
                      <a:endParaRPr lang="zh-CN" altLang="en-US" sz="1100" b="1">
                        <a:solidFill>
                          <a:schemeClr val="bg1"/>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1100" b="1" kern="1200">
                          <a:solidFill>
                            <a:schemeClr val="bg1"/>
                          </a:solidFill>
                          <a:latin typeface="+mn-ea"/>
                          <a:ea typeface="+mn-ea"/>
                          <a:cs typeface="Arial"/>
                        </a:rPr>
                        <a:t>2027</a:t>
                      </a:r>
                      <a:endParaRPr lang="zh-CN" altLang="en-US" sz="1100" b="1" kern="1200">
                        <a:solidFill>
                          <a:schemeClr val="bg1"/>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1100" b="1" kern="1200">
                          <a:solidFill>
                            <a:schemeClr val="lt1"/>
                          </a:solidFill>
                          <a:latin typeface="+mn-ea"/>
                          <a:ea typeface="+mn-ea"/>
                          <a:cs typeface="Arial"/>
                        </a:rPr>
                        <a:t>2028</a:t>
                      </a:r>
                      <a:endParaRPr lang="zh-CN" altLang="en-US" sz="1100" b="1" kern="1200">
                        <a:solidFill>
                          <a:schemeClr val="lt1"/>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1100" b="1" kern="1200">
                          <a:solidFill>
                            <a:schemeClr val="lt1"/>
                          </a:solidFill>
                          <a:latin typeface="+mn-ea"/>
                          <a:ea typeface="+mn-ea"/>
                          <a:cs typeface="Arial"/>
                        </a:rPr>
                        <a:t>2029</a:t>
                      </a:r>
                      <a:endParaRPr lang="zh-CN" altLang="en-US" sz="1100" b="1" kern="1200">
                        <a:solidFill>
                          <a:schemeClr val="lt1"/>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1100" b="1" kern="1200">
                          <a:solidFill>
                            <a:schemeClr val="lt1"/>
                          </a:solidFill>
                          <a:latin typeface="+mn-ea"/>
                          <a:ea typeface="+mn-ea"/>
                          <a:cs typeface="Arial"/>
                        </a:rPr>
                        <a:t>2030</a:t>
                      </a:r>
                      <a:endParaRPr lang="zh-CN" altLang="en-US" sz="1100" b="1" kern="1200">
                        <a:solidFill>
                          <a:schemeClr val="lt1"/>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267454">
                <a:tc>
                  <a:txBody>
                    <a:bodyPr/>
                    <a:lstStyle/>
                    <a:p>
                      <a:pPr algn="ctr"/>
                      <a:r>
                        <a:rPr lang="en-US" altLang="zh-CN" sz="1100" b="1">
                          <a:solidFill>
                            <a:schemeClr val="bg2"/>
                          </a:solidFill>
                          <a:latin typeface="+mn-ea"/>
                          <a:ea typeface="+mn-ea"/>
                          <a:cs typeface="Arial" panose="020B0604020202020204" pitchFamily="34" charset="0"/>
                        </a:rPr>
                        <a:t>Q3</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chemeClr val="bg2"/>
                          </a:solidFill>
                          <a:latin typeface="+mn-ea"/>
                          <a:ea typeface="+mn-ea"/>
                          <a:cs typeface="Arial" panose="020B0604020202020204" pitchFamily="34" charset="0"/>
                        </a:rPr>
                        <a:t>Q4</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chemeClr val="bg2"/>
                          </a:solidFill>
                          <a:latin typeface="+mn-ea"/>
                          <a:ea typeface="+mn-ea"/>
                          <a:cs typeface="Arial" panose="020B0604020202020204" pitchFamily="34" charset="0"/>
                        </a:rPr>
                        <a:t>Q1</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chemeClr val="bg2"/>
                          </a:solidFill>
                          <a:latin typeface="+mn-ea"/>
                          <a:ea typeface="+mn-ea"/>
                          <a:cs typeface="Arial"/>
                        </a:rPr>
                        <a:t>Q2</a:t>
                      </a:r>
                      <a:endParaRPr lang="zh-CN" altLang="en-US" sz="110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p>
                      <a:pPr algn="ctr"/>
                      <a:r>
                        <a:rPr lang="en-US" altLang="zh-CN" sz="1100" b="1">
                          <a:solidFill>
                            <a:schemeClr val="bg2"/>
                          </a:solidFill>
                          <a:latin typeface="+mn-ea"/>
                          <a:ea typeface="+mn-ea"/>
                          <a:cs typeface="Arial" panose="020B0604020202020204" pitchFamily="34" charset="0"/>
                        </a:rPr>
                        <a:t>Q3</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chemeClr val="bg2"/>
                          </a:solidFill>
                          <a:latin typeface="+mn-ea"/>
                          <a:ea typeface="+mn-ea"/>
                          <a:cs typeface="Arial" panose="020B0604020202020204" pitchFamily="34" charset="0"/>
                        </a:rPr>
                        <a:t>Q4</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chemeClr val="bg2"/>
                          </a:solidFill>
                          <a:latin typeface="+mn-ea"/>
                          <a:ea typeface="+mn-ea"/>
                          <a:cs typeface="Arial"/>
                        </a:rPr>
                        <a:t>Q1</a:t>
                      </a:r>
                      <a:endParaRPr lang="zh-CN" altLang="en-US" sz="110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chemeClr val="bg2"/>
                          </a:solidFill>
                          <a:latin typeface="+mn-ea"/>
                          <a:ea typeface="+mn-ea"/>
                          <a:cs typeface="Arial" panose="020B0604020202020204" pitchFamily="34" charset="0"/>
                        </a:rPr>
                        <a:t>Q2</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p>
                      <a:pPr algn="ctr"/>
                      <a:r>
                        <a:rPr lang="en-US" altLang="zh-CN" sz="1100" b="1">
                          <a:solidFill>
                            <a:schemeClr val="bg2"/>
                          </a:solidFill>
                          <a:latin typeface="+mn-ea"/>
                          <a:ea typeface="+mn-ea"/>
                          <a:cs typeface="Arial" panose="020B0604020202020204" pitchFamily="34" charset="0"/>
                        </a:rPr>
                        <a:t>Q3</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chemeClr val="bg2"/>
                          </a:solidFill>
                          <a:latin typeface="+mn-ea"/>
                          <a:ea typeface="+mn-ea"/>
                          <a:cs typeface="Arial"/>
                        </a:rPr>
                        <a:t>Q4</a:t>
                      </a:r>
                      <a:endParaRPr lang="zh-CN" altLang="en-US" sz="110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chemeClr val="bg2"/>
                          </a:solidFill>
                          <a:latin typeface="+mn-ea"/>
                          <a:ea typeface="+mn-ea"/>
                          <a:cs typeface="Arial" panose="020B0604020202020204" pitchFamily="34" charset="0"/>
                        </a:rPr>
                        <a:t>Q1</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chemeClr val="bg2"/>
                          </a:solidFill>
                          <a:latin typeface="+mn-ea"/>
                          <a:ea typeface="+mn-ea"/>
                          <a:cs typeface="Arial"/>
                        </a:rPr>
                        <a:t>Q2</a:t>
                      </a:r>
                      <a:endParaRPr lang="zh-CN" altLang="en-US" sz="110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p>
                      <a:pPr algn="ctr"/>
                      <a:r>
                        <a:rPr lang="en-US" altLang="zh-CN" sz="1100" b="1">
                          <a:solidFill>
                            <a:schemeClr val="bg2"/>
                          </a:solidFill>
                          <a:latin typeface="+mn-ea"/>
                          <a:ea typeface="+mn-ea"/>
                          <a:cs typeface="Arial" panose="020B0604020202020204" pitchFamily="34" charset="0"/>
                        </a:rPr>
                        <a:t>Q3</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chemeClr val="bg2"/>
                          </a:solidFill>
                          <a:latin typeface="+mn-ea"/>
                          <a:ea typeface="+mn-ea"/>
                          <a:cs typeface="Arial" panose="020B0604020202020204" pitchFamily="34" charset="0"/>
                        </a:rPr>
                        <a:t>Q4</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chemeClr val="bg2"/>
                          </a:solidFill>
                          <a:latin typeface="+mn-ea"/>
                          <a:ea typeface="+mn-ea"/>
                          <a:cs typeface="Arial" panose="020B0604020202020204" pitchFamily="34" charset="0"/>
                        </a:rPr>
                        <a:t>Q1</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chemeClr val="bg2"/>
                          </a:solidFill>
                          <a:latin typeface="+mn-ea"/>
                          <a:ea typeface="+mn-ea"/>
                          <a:cs typeface="Arial"/>
                        </a:rPr>
                        <a:t>Q2</a:t>
                      </a:r>
                      <a:endParaRPr lang="zh-CN" altLang="en-US" sz="110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p>
                      <a:pPr algn="ctr"/>
                      <a:r>
                        <a:rPr lang="en-US" altLang="zh-CN" sz="1100" b="1">
                          <a:solidFill>
                            <a:schemeClr val="bg2"/>
                          </a:solidFill>
                          <a:latin typeface="+mn-ea"/>
                          <a:ea typeface="+mn-ea"/>
                          <a:cs typeface="Arial" panose="020B0604020202020204" pitchFamily="34" charset="0"/>
                        </a:rPr>
                        <a:t>Q3</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chemeClr val="bg2"/>
                          </a:solidFill>
                          <a:latin typeface="+mn-ea"/>
                          <a:ea typeface="+mn-ea"/>
                          <a:cs typeface="Arial" panose="020B0604020202020204" pitchFamily="34" charset="0"/>
                        </a:rPr>
                        <a:t>Q4</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chemeClr val="bg2"/>
                          </a:solidFill>
                          <a:latin typeface="+mn-ea"/>
                          <a:ea typeface="+mn-ea"/>
                          <a:cs typeface="Arial"/>
                        </a:rPr>
                        <a:t>Q1</a:t>
                      </a:r>
                      <a:endParaRPr lang="zh-CN" altLang="en-US" sz="110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chemeClr val="bg2"/>
                          </a:solidFill>
                          <a:latin typeface="+mn-ea"/>
                          <a:ea typeface="+mn-ea"/>
                          <a:cs typeface="Arial"/>
                        </a:rPr>
                        <a:t>Q2</a:t>
                      </a:r>
                      <a:endParaRPr lang="zh-CN" altLang="en-US" sz="110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p>
                      <a:pPr algn="ctr"/>
                      <a:r>
                        <a:rPr lang="en-US" altLang="zh-CN" sz="1100" b="1">
                          <a:solidFill>
                            <a:schemeClr val="bg2"/>
                          </a:solidFill>
                          <a:latin typeface="+mn-ea"/>
                          <a:ea typeface="+mn-ea"/>
                          <a:cs typeface="Arial"/>
                        </a:rPr>
                        <a:t>Q3</a:t>
                      </a:r>
                      <a:endParaRPr lang="zh-CN" altLang="en-US" sz="110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chemeClr val="bg2"/>
                          </a:solidFill>
                          <a:latin typeface="+mn-ea"/>
                          <a:ea typeface="+mn-ea"/>
                          <a:cs typeface="Arial"/>
                        </a:rPr>
                        <a:t>Q4</a:t>
                      </a:r>
                      <a:endParaRPr lang="zh-CN" altLang="en-US" sz="110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chemeClr val="bg2"/>
                          </a:solidFill>
                          <a:latin typeface="+mn-ea"/>
                          <a:ea typeface="+mn-ea"/>
                          <a:cs typeface="Arial" panose="020B0604020202020204" pitchFamily="34" charset="0"/>
                        </a:rPr>
                        <a:t>Q1</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chemeClr val="bg2"/>
                          </a:solidFill>
                          <a:latin typeface="+mn-ea"/>
                          <a:ea typeface="+mn-ea"/>
                          <a:cs typeface="Arial" panose="020B0604020202020204" pitchFamily="34" charset="0"/>
                        </a:rPr>
                        <a:t>Q2</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p>
                      <a:pPr algn="ctr"/>
                      <a:r>
                        <a:rPr lang="en-US" altLang="zh-CN" sz="1100" b="1">
                          <a:solidFill>
                            <a:schemeClr val="bg2"/>
                          </a:solidFill>
                          <a:latin typeface="+mn-ea"/>
                          <a:ea typeface="+mn-ea"/>
                          <a:cs typeface="Arial" panose="020B0604020202020204" pitchFamily="34" charset="0"/>
                        </a:rPr>
                        <a:t>Q3</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chemeClr val="bg2"/>
                          </a:solidFill>
                          <a:latin typeface="+mn-ea"/>
                          <a:ea typeface="+mn-ea"/>
                          <a:cs typeface="Arial" panose="020B0604020202020204" pitchFamily="34" charset="0"/>
                        </a:rPr>
                        <a:t>Q4</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p>
                      <a:pPr algn="ctr"/>
                      <a:r>
                        <a:rPr lang="en-US" altLang="zh-CN" sz="1100" b="1">
                          <a:solidFill>
                            <a:schemeClr val="bg2"/>
                          </a:solidFill>
                          <a:latin typeface="+mn-ea"/>
                          <a:ea typeface="+mn-ea"/>
                          <a:cs typeface="Arial" panose="020B0604020202020204" pitchFamily="34" charset="0"/>
                        </a:rPr>
                        <a:t>H1</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p>
                      <a:pPr algn="ctr"/>
                      <a:r>
                        <a:rPr lang="en-US" altLang="zh-CN" sz="1100" b="1">
                          <a:solidFill>
                            <a:schemeClr val="bg2"/>
                          </a:solidFill>
                          <a:latin typeface="+mn-ea"/>
                          <a:ea typeface="+mn-ea"/>
                          <a:cs typeface="Arial"/>
                        </a:rPr>
                        <a:t>H2</a:t>
                      </a:r>
                      <a:endParaRPr lang="zh-CN" altLang="en-US" sz="110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p>
                      <a:pPr algn="ctr"/>
                      <a:r>
                        <a:rPr lang="en-US" altLang="zh-CN" sz="1100" b="1">
                          <a:solidFill>
                            <a:schemeClr val="bg2"/>
                          </a:solidFill>
                          <a:latin typeface="+mn-ea"/>
                          <a:ea typeface="+mn-ea"/>
                          <a:cs typeface="Arial" panose="020B0604020202020204" pitchFamily="34" charset="0"/>
                        </a:rPr>
                        <a:t>H1</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p>
                      <a:pPr algn="ctr"/>
                      <a:r>
                        <a:rPr lang="en-US" altLang="zh-CN" sz="1100" b="1">
                          <a:solidFill>
                            <a:schemeClr val="bg2"/>
                          </a:solidFill>
                          <a:latin typeface="+mn-ea"/>
                          <a:ea typeface="+mn-ea"/>
                          <a:cs typeface="Arial" panose="020B0604020202020204" pitchFamily="34" charset="0"/>
                        </a:rPr>
                        <a:t>H2</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extLst>
                  <a:ext uri="{0D108BD9-81ED-4DB2-BD59-A6C34878D82A}">
                    <a16:rowId xmlns:a16="http://schemas.microsoft.com/office/drawing/2014/main" val="2722476245"/>
                  </a:ext>
                </a:extLst>
              </a:tr>
            </a:tbl>
          </a:graphicData>
        </a:graphic>
      </p:graphicFrame>
      <p:sp>
        <p:nvSpPr>
          <p:cNvPr id="10" name="Isosceles Triangle 9">
            <a:extLst>
              <a:ext uri="{FF2B5EF4-FFF2-40B4-BE49-F238E27FC236}">
                <a16:creationId xmlns:a16="http://schemas.microsoft.com/office/drawing/2014/main" id="{9A8264AC-C8A4-C5A7-68F0-D51E152DEFE9}"/>
              </a:ext>
            </a:extLst>
          </p:cNvPr>
          <p:cNvSpPr/>
          <p:nvPr/>
        </p:nvSpPr>
        <p:spPr>
          <a:xfrm rot="16200000" flipH="1">
            <a:off x="163925" y="1137035"/>
            <a:ext cx="487802" cy="129376"/>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1218990">
              <a:defRPr/>
            </a:pPr>
            <a:endParaRPr lang="en-US" sz="1867" err="1">
              <a:solidFill>
                <a:srgbClr val="000000"/>
              </a:solidFill>
            </a:endParaRPr>
          </a:p>
        </p:txBody>
      </p:sp>
      <p:sp>
        <p:nvSpPr>
          <p:cNvPr id="11" name="Isosceles Triangle 10">
            <a:extLst>
              <a:ext uri="{FF2B5EF4-FFF2-40B4-BE49-F238E27FC236}">
                <a16:creationId xmlns:a16="http://schemas.microsoft.com/office/drawing/2014/main" id="{FBA1D080-21CC-7F52-7FAD-AF784363B9E7}"/>
              </a:ext>
            </a:extLst>
          </p:cNvPr>
          <p:cNvSpPr/>
          <p:nvPr/>
        </p:nvSpPr>
        <p:spPr>
          <a:xfrm rot="5400000">
            <a:off x="11883408" y="1137033"/>
            <a:ext cx="487801" cy="129375"/>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1218990">
              <a:defRPr/>
            </a:pPr>
            <a:endParaRPr lang="en-US" sz="1867" err="1">
              <a:solidFill>
                <a:srgbClr val="000000"/>
              </a:solidFill>
            </a:endParaRPr>
          </a:p>
        </p:txBody>
      </p:sp>
      <p:sp>
        <p:nvSpPr>
          <p:cNvPr id="43" name="TextBox 42">
            <a:extLst>
              <a:ext uri="{FF2B5EF4-FFF2-40B4-BE49-F238E27FC236}">
                <a16:creationId xmlns:a16="http://schemas.microsoft.com/office/drawing/2014/main" id="{7F02616D-6178-5C73-D383-2EB9E3734035}"/>
              </a:ext>
            </a:extLst>
          </p:cNvPr>
          <p:cNvSpPr txBox="1"/>
          <p:nvPr/>
        </p:nvSpPr>
        <p:spPr>
          <a:xfrm>
            <a:off x="56497" y="1862174"/>
            <a:ext cx="630000" cy="246221"/>
          </a:xfrm>
          <a:prstGeom prst="rect">
            <a:avLst/>
          </a:prstGeom>
          <a:noFill/>
          <a:ln>
            <a:solidFill>
              <a:schemeClr val="accent1"/>
            </a:solidFill>
          </a:ln>
        </p:spPr>
        <p:txBody>
          <a:bodyPr wrap="square" lIns="0" tIns="0" rIns="0" bIns="0" rtlCol="0">
            <a:spAutoFit/>
          </a:bodyPr>
          <a:lstStyle>
            <a:defPPr>
              <a:defRPr lang="zh-CN"/>
            </a:defPPr>
            <a:lvl1pPr marR="0" lvl="0" indent="0" algn="ctr" defTabSz="1218960" fontAlgn="auto">
              <a:lnSpc>
                <a:spcPct val="100000"/>
              </a:lnSpc>
              <a:spcBef>
                <a:spcPts val="0"/>
              </a:spcBef>
              <a:spcAft>
                <a:spcPts val="0"/>
              </a:spcAft>
              <a:buClrTx/>
              <a:buSzTx/>
              <a:buFontTx/>
              <a:buNone/>
              <a:tabLst/>
              <a:defRPr kumimoji="0" sz="800" b="1" i="0" u="none" strike="noStrike" cap="none" spc="0" normalizeH="0" baseline="0">
                <a:ln>
                  <a:noFill/>
                </a:ln>
                <a:solidFill>
                  <a:schemeClr val="bg2"/>
                </a:solidFill>
                <a:effectLst/>
                <a:uLnTx/>
                <a:uFillTx/>
                <a:cs typeface="Calibri" panose="020F0502020204030204" pitchFamily="34" charset="0"/>
              </a:defRPr>
            </a:lvl1pPr>
          </a:lstStyle>
          <a:p>
            <a:r>
              <a:rPr lang="en-US"/>
              <a:t>Phase 3</a:t>
            </a:r>
          </a:p>
          <a:p>
            <a:r>
              <a:rPr lang="en-US"/>
              <a:t>1397-0014</a:t>
            </a:r>
          </a:p>
        </p:txBody>
      </p:sp>
      <p:grpSp>
        <p:nvGrpSpPr>
          <p:cNvPr id="44" name="Group 43">
            <a:extLst>
              <a:ext uri="{FF2B5EF4-FFF2-40B4-BE49-F238E27FC236}">
                <a16:creationId xmlns:a16="http://schemas.microsoft.com/office/drawing/2014/main" id="{C9A47E6D-896F-470A-EE76-649EF3F98D47}"/>
              </a:ext>
            </a:extLst>
          </p:cNvPr>
          <p:cNvGrpSpPr/>
          <p:nvPr/>
        </p:nvGrpSpPr>
        <p:grpSpPr>
          <a:xfrm>
            <a:off x="4291310" y="1660040"/>
            <a:ext cx="7771294" cy="877059"/>
            <a:chOff x="4291310" y="3688459"/>
            <a:chExt cx="7771294" cy="877059"/>
          </a:xfrm>
        </p:grpSpPr>
        <p:sp>
          <p:nvSpPr>
            <p:cNvPr id="45" name="OTLSHAPE_T_5a934a26f311425e8ebaa0f45e6533ad_Shape">
              <a:extLst>
                <a:ext uri="{FF2B5EF4-FFF2-40B4-BE49-F238E27FC236}">
                  <a16:creationId xmlns:a16="http://schemas.microsoft.com/office/drawing/2014/main" id="{E97B6AB5-F7B5-EC1D-6D27-B58C6558BC0B}"/>
                </a:ext>
              </a:extLst>
            </p:cNvPr>
            <p:cNvSpPr/>
            <p:nvPr/>
          </p:nvSpPr>
          <p:spPr bwMode="auto">
            <a:xfrm>
              <a:off x="5022851" y="3954514"/>
              <a:ext cx="5410310" cy="215338"/>
            </a:xfrm>
            <a:prstGeom prst="roundRect">
              <a:avLst/>
            </a:prstGeom>
            <a:solidFill>
              <a:schemeClr val="tx2"/>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8990">
                <a:defRPr/>
              </a:pPr>
              <a:r>
                <a:rPr lang="en-US" altLang="zh-CN" sz="900" b="1">
                  <a:solidFill>
                    <a:schemeClr val="bg2"/>
                  </a:solidFill>
                  <a:latin typeface="+mn-ea"/>
                  <a:cs typeface="Calibri" panose="020F0502020204030204" pitchFamily="34" charset="0"/>
                </a:rPr>
                <a:t>AIRTIVITY 1397-0014 Phase 3</a:t>
              </a:r>
            </a:p>
          </p:txBody>
        </p:sp>
        <p:sp>
          <p:nvSpPr>
            <p:cNvPr id="46" name="OTLSHAPE_T_5a934a26f311425e8ebaa0f45e6533ad_Shape">
              <a:extLst>
                <a:ext uri="{FF2B5EF4-FFF2-40B4-BE49-F238E27FC236}">
                  <a16:creationId xmlns:a16="http://schemas.microsoft.com/office/drawing/2014/main" id="{E19ED968-0A1B-5188-E9E9-77AB73037559}"/>
                </a:ext>
              </a:extLst>
            </p:cNvPr>
            <p:cNvSpPr/>
            <p:nvPr/>
          </p:nvSpPr>
          <p:spPr bwMode="auto">
            <a:xfrm>
              <a:off x="7549815" y="4341942"/>
              <a:ext cx="4512789" cy="223576"/>
            </a:xfrm>
            <a:prstGeom prst="roundRect">
              <a:avLst/>
            </a:prstGeom>
            <a:solidFill>
              <a:schemeClr val="tx2">
                <a:lumMod val="40000"/>
                <a:lumOff val="60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8990">
                <a:defRPr/>
              </a:pPr>
              <a:r>
                <a:rPr lang="en-US" altLang="zh-CN" sz="933" b="1">
                  <a:solidFill>
                    <a:srgbClr val="000000"/>
                  </a:solidFill>
                  <a:latin typeface="Calibri" panose="020F0502020204030204" pitchFamily="34" charset="0"/>
                  <a:cs typeface="Calibri" panose="020F0502020204030204" pitchFamily="34" charset="0"/>
                </a:rPr>
                <a:t>1397-0018 Phase 3 </a:t>
              </a:r>
              <a:r>
                <a:rPr lang="en-US" altLang="zh-CN" sz="933" b="1" err="1">
                  <a:solidFill>
                    <a:srgbClr val="000000"/>
                  </a:solidFill>
                  <a:latin typeface="Calibri" panose="020F0502020204030204" pitchFamily="34" charset="0"/>
                  <a:cs typeface="Calibri" panose="020F0502020204030204" pitchFamily="34" charset="0"/>
                </a:rPr>
                <a:t>nCFB</a:t>
              </a:r>
              <a:r>
                <a:rPr lang="en-US" altLang="zh-CN" sz="933" b="1">
                  <a:solidFill>
                    <a:srgbClr val="000000"/>
                  </a:solidFill>
                  <a:latin typeface="Calibri" panose="020F0502020204030204" pitchFamily="34" charset="0"/>
                  <a:cs typeface="Calibri" panose="020F0502020204030204" pitchFamily="34" charset="0"/>
                </a:rPr>
                <a:t>+/- CFB roll-over study </a:t>
              </a:r>
            </a:p>
          </p:txBody>
        </p:sp>
        <p:grpSp>
          <p:nvGrpSpPr>
            <p:cNvPr id="47" name="Group 46">
              <a:extLst>
                <a:ext uri="{FF2B5EF4-FFF2-40B4-BE49-F238E27FC236}">
                  <a16:creationId xmlns:a16="http://schemas.microsoft.com/office/drawing/2014/main" id="{899B01AE-D87C-F2A1-67D0-E7C8ABBA33A8}"/>
                </a:ext>
              </a:extLst>
            </p:cNvPr>
            <p:cNvGrpSpPr/>
            <p:nvPr/>
          </p:nvGrpSpPr>
          <p:grpSpPr>
            <a:xfrm>
              <a:off x="4291310" y="3688459"/>
              <a:ext cx="402354" cy="590994"/>
              <a:chOff x="3273356" y="3891293"/>
              <a:chExt cx="402354" cy="590994"/>
            </a:xfrm>
          </p:grpSpPr>
          <p:sp>
            <p:nvSpPr>
              <p:cNvPr id="58" name="Star: 5 Points 57">
                <a:extLst>
                  <a:ext uri="{FF2B5EF4-FFF2-40B4-BE49-F238E27FC236}">
                    <a16:creationId xmlns:a16="http://schemas.microsoft.com/office/drawing/2014/main" id="{586673E5-6010-8F7D-34F8-814DF1A2B146}"/>
                  </a:ext>
                </a:extLst>
              </p:cNvPr>
              <p:cNvSpPr/>
              <p:nvPr/>
            </p:nvSpPr>
            <p:spPr bwMode="gray">
              <a:xfrm>
                <a:off x="3414744" y="4189008"/>
                <a:ext cx="119578" cy="119578"/>
              </a:xfrm>
              <a:prstGeom prst="star5">
                <a:avLst/>
              </a:prstGeom>
              <a:solidFill>
                <a:schemeClr val="bg1"/>
              </a:solidFill>
              <a:ln w="127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ln w="12700">
                    <a:solidFill>
                      <a:schemeClr val="bg2"/>
                    </a:solidFill>
                  </a:ln>
                  <a:solidFill>
                    <a:schemeClr val="accent2">
                      <a:lumMod val="50000"/>
                    </a:schemeClr>
                  </a:solidFill>
                </a:endParaRPr>
              </a:p>
            </p:txBody>
          </p:sp>
          <p:sp>
            <p:nvSpPr>
              <p:cNvPr id="59" name="TextBox 58">
                <a:extLst>
                  <a:ext uri="{FF2B5EF4-FFF2-40B4-BE49-F238E27FC236}">
                    <a16:creationId xmlns:a16="http://schemas.microsoft.com/office/drawing/2014/main" id="{46004642-3B50-A25D-B7C8-50EFEA73A24C}"/>
                  </a:ext>
                </a:extLst>
              </p:cNvPr>
              <p:cNvSpPr txBox="1"/>
              <p:nvPr/>
            </p:nvSpPr>
            <p:spPr bwMode="gray">
              <a:xfrm>
                <a:off x="3379154" y="4344044"/>
                <a:ext cx="190758" cy="138243"/>
              </a:xfrm>
              <a:prstGeom prst="rect">
                <a:avLst/>
              </a:prstGeom>
              <a:noFill/>
            </p:spPr>
            <p:txBody>
              <a:bodyPr wrap="none" lIns="0" tIns="0" rIns="0" bIns="0" rtlCol="0">
                <a:spAutoFit/>
              </a:bodyPr>
              <a:lstStyle/>
              <a:p>
                <a:pPr algn="ctr">
                  <a:lnSpc>
                    <a:spcPct val="140000"/>
                  </a:lnSpc>
                </a:pPr>
                <a:r>
                  <a:rPr lang="en-US" sz="700" b="1">
                    <a:solidFill>
                      <a:schemeClr val="bg2"/>
                    </a:solidFill>
                  </a:rPr>
                  <a:t>CTA</a:t>
                </a:r>
              </a:p>
            </p:txBody>
          </p:sp>
          <p:sp>
            <p:nvSpPr>
              <p:cNvPr id="60" name="TextBox 59">
                <a:extLst>
                  <a:ext uri="{FF2B5EF4-FFF2-40B4-BE49-F238E27FC236}">
                    <a16:creationId xmlns:a16="http://schemas.microsoft.com/office/drawing/2014/main" id="{3D23DCB5-70A0-F45E-24FD-548A0BB82448}"/>
                  </a:ext>
                </a:extLst>
              </p:cNvPr>
              <p:cNvSpPr txBox="1"/>
              <p:nvPr/>
            </p:nvSpPr>
            <p:spPr bwMode="gray">
              <a:xfrm>
                <a:off x="3273356" y="3891293"/>
                <a:ext cx="402354" cy="138243"/>
              </a:xfrm>
              <a:prstGeom prst="rect">
                <a:avLst/>
              </a:prstGeom>
              <a:noFill/>
            </p:spPr>
            <p:txBody>
              <a:bodyPr wrap="none" lIns="0" tIns="0" rIns="0" bIns="0" rtlCol="0">
                <a:spAutoFit/>
              </a:bodyPr>
              <a:lstStyle/>
              <a:p>
                <a:pPr algn="ctr">
                  <a:lnSpc>
                    <a:spcPct val="140000"/>
                  </a:lnSpc>
                </a:pPr>
                <a:r>
                  <a:rPr lang="en-US" sz="700" b="1">
                    <a:solidFill>
                      <a:schemeClr val="bg2"/>
                    </a:solidFill>
                  </a:rPr>
                  <a:t>Feb 2025</a:t>
                </a:r>
              </a:p>
            </p:txBody>
          </p:sp>
        </p:grpSp>
        <p:sp>
          <p:nvSpPr>
            <p:cNvPr id="48" name="TextBox 47">
              <a:extLst>
                <a:ext uri="{FF2B5EF4-FFF2-40B4-BE49-F238E27FC236}">
                  <a16:creationId xmlns:a16="http://schemas.microsoft.com/office/drawing/2014/main" id="{25EC6433-49EC-858B-42BD-A57CE39EDEB2}"/>
                </a:ext>
              </a:extLst>
            </p:cNvPr>
            <p:cNvSpPr txBox="1"/>
            <p:nvPr/>
          </p:nvSpPr>
          <p:spPr bwMode="gray">
            <a:xfrm>
              <a:off x="4673118" y="3802479"/>
              <a:ext cx="722955" cy="138243"/>
            </a:xfrm>
            <a:prstGeom prst="rect">
              <a:avLst/>
            </a:prstGeom>
            <a:noFill/>
          </p:spPr>
          <p:txBody>
            <a:bodyPr wrap="none" lIns="0" tIns="0" rIns="0" bIns="0" rtlCol="0">
              <a:spAutoFit/>
            </a:bodyPr>
            <a:lstStyle/>
            <a:p>
              <a:pPr algn="ctr">
                <a:lnSpc>
                  <a:spcPct val="140000"/>
                </a:lnSpc>
              </a:pPr>
              <a:r>
                <a:rPr lang="en-US" sz="700" b="1">
                  <a:solidFill>
                    <a:schemeClr val="bg2"/>
                  </a:solidFill>
                </a:rPr>
                <a:t>16 Jun 2025 </a:t>
              </a:r>
              <a:r>
                <a:rPr lang="en-US" altLang="zh-CN" sz="700" b="1">
                  <a:solidFill>
                    <a:schemeClr val="bg2"/>
                  </a:solidFill>
                </a:rPr>
                <a:t>FSS</a:t>
              </a:r>
              <a:endParaRPr lang="en-US" sz="700" b="1">
                <a:solidFill>
                  <a:schemeClr val="bg2"/>
                </a:solidFill>
              </a:endParaRPr>
            </a:p>
          </p:txBody>
        </p:sp>
        <p:sp>
          <p:nvSpPr>
            <p:cNvPr id="49" name="TextBox 48">
              <a:extLst>
                <a:ext uri="{FF2B5EF4-FFF2-40B4-BE49-F238E27FC236}">
                  <a16:creationId xmlns:a16="http://schemas.microsoft.com/office/drawing/2014/main" id="{E295BE86-521F-F470-0F1A-A66827995230}"/>
                </a:ext>
              </a:extLst>
            </p:cNvPr>
            <p:cNvSpPr txBox="1"/>
            <p:nvPr/>
          </p:nvSpPr>
          <p:spPr bwMode="gray">
            <a:xfrm>
              <a:off x="9773057" y="3802479"/>
              <a:ext cx="764633" cy="138243"/>
            </a:xfrm>
            <a:prstGeom prst="rect">
              <a:avLst/>
            </a:prstGeom>
            <a:noFill/>
          </p:spPr>
          <p:txBody>
            <a:bodyPr wrap="none" lIns="0" tIns="0" rIns="0" bIns="0" rtlCol="0">
              <a:spAutoFit/>
            </a:bodyPr>
            <a:lstStyle/>
            <a:p>
              <a:pPr algn="ctr">
                <a:lnSpc>
                  <a:spcPct val="140000"/>
                </a:lnSpc>
              </a:pPr>
              <a:r>
                <a:rPr lang="en-US" sz="700" b="1">
                  <a:solidFill>
                    <a:schemeClr val="bg2"/>
                  </a:solidFill>
                </a:rPr>
                <a:t>19 Dec 2028, DBL</a:t>
              </a:r>
            </a:p>
          </p:txBody>
        </p:sp>
        <p:grpSp>
          <p:nvGrpSpPr>
            <p:cNvPr id="50" name="Group 49">
              <a:extLst>
                <a:ext uri="{FF2B5EF4-FFF2-40B4-BE49-F238E27FC236}">
                  <a16:creationId xmlns:a16="http://schemas.microsoft.com/office/drawing/2014/main" id="{7730E64D-24D6-00BC-C71D-0D18C723CD0C}"/>
                </a:ext>
              </a:extLst>
            </p:cNvPr>
            <p:cNvGrpSpPr/>
            <p:nvPr/>
          </p:nvGrpSpPr>
          <p:grpSpPr>
            <a:xfrm>
              <a:off x="10634701" y="3747959"/>
              <a:ext cx="419987" cy="529804"/>
              <a:chOff x="4061850" y="3952483"/>
              <a:chExt cx="419987" cy="529804"/>
            </a:xfrm>
          </p:grpSpPr>
          <p:sp>
            <p:nvSpPr>
              <p:cNvPr id="55" name="Star: 5 Points 54">
                <a:extLst>
                  <a:ext uri="{FF2B5EF4-FFF2-40B4-BE49-F238E27FC236}">
                    <a16:creationId xmlns:a16="http://schemas.microsoft.com/office/drawing/2014/main" id="{0AC3F144-32A7-F620-C937-3C608281B42A}"/>
                  </a:ext>
                </a:extLst>
              </p:cNvPr>
              <p:cNvSpPr/>
              <p:nvPr/>
            </p:nvSpPr>
            <p:spPr bwMode="gray">
              <a:xfrm>
                <a:off x="4212055" y="4189008"/>
                <a:ext cx="119578" cy="119578"/>
              </a:xfrm>
              <a:prstGeom prst="star5">
                <a:avLst/>
              </a:prstGeom>
              <a:solidFill>
                <a:srgbClr val="EE6541"/>
              </a:solidFill>
              <a:ln w="12700">
                <a:solidFill>
                  <a:srgbClr val="EE65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ln w="12700">
                    <a:solidFill>
                      <a:schemeClr val="bg2"/>
                    </a:solidFill>
                  </a:ln>
                  <a:solidFill>
                    <a:schemeClr val="accent2">
                      <a:lumMod val="50000"/>
                    </a:schemeClr>
                  </a:solidFill>
                </a:endParaRPr>
              </a:p>
            </p:txBody>
          </p:sp>
          <p:sp>
            <p:nvSpPr>
              <p:cNvPr id="56" name="TextBox 55">
                <a:extLst>
                  <a:ext uri="{FF2B5EF4-FFF2-40B4-BE49-F238E27FC236}">
                    <a16:creationId xmlns:a16="http://schemas.microsoft.com/office/drawing/2014/main" id="{B997D7A7-CC28-3E4D-F181-705E1CFA7C98}"/>
                  </a:ext>
                </a:extLst>
              </p:cNvPr>
              <p:cNvSpPr txBox="1"/>
              <p:nvPr/>
            </p:nvSpPr>
            <p:spPr bwMode="gray">
              <a:xfrm>
                <a:off x="4097918" y="4344044"/>
                <a:ext cx="347852" cy="138243"/>
              </a:xfrm>
              <a:prstGeom prst="rect">
                <a:avLst/>
              </a:prstGeom>
              <a:noFill/>
            </p:spPr>
            <p:txBody>
              <a:bodyPr wrap="none" lIns="0" tIns="0" rIns="0" bIns="0" rtlCol="0">
                <a:spAutoFit/>
              </a:bodyPr>
              <a:lstStyle/>
              <a:p>
                <a:pPr algn="ctr">
                  <a:lnSpc>
                    <a:spcPct val="140000"/>
                  </a:lnSpc>
                </a:pPr>
                <a:r>
                  <a:rPr lang="en-US" sz="700" b="1">
                    <a:solidFill>
                      <a:schemeClr val="bg2"/>
                    </a:solidFill>
                  </a:rPr>
                  <a:t>US NDA</a:t>
                </a:r>
              </a:p>
            </p:txBody>
          </p:sp>
          <p:sp>
            <p:nvSpPr>
              <p:cNvPr id="57" name="TextBox 56">
                <a:extLst>
                  <a:ext uri="{FF2B5EF4-FFF2-40B4-BE49-F238E27FC236}">
                    <a16:creationId xmlns:a16="http://schemas.microsoft.com/office/drawing/2014/main" id="{E480334A-7A74-D4A9-DB78-8FE47ACC712B}"/>
                  </a:ext>
                </a:extLst>
              </p:cNvPr>
              <p:cNvSpPr txBox="1"/>
              <p:nvPr/>
            </p:nvSpPr>
            <p:spPr bwMode="gray">
              <a:xfrm>
                <a:off x="4061850" y="3952483"/>
                <a:ext cx="419987" cy="138243"/>
              </a:xfrm>
              <a:prstGeom prst="rect">
                <a:avLst/>
              </a:prstGeom>
              <a:noFill/>
            </p:spPr>
            <p:txBody>
              <a:bodyPr wrap="none" lIns="0" tIns="0" rIns="0" bIns="0" rtlCol="0">
                <a:spAutoFit/>
              </a:bodyPr>
              <a:lstStyle/>
              <a:p>
                <a:pPr algn="ctr">
                  <a:lnSpc>
                    <a:spcPct val="140000"/>
                  </a:lnSpc>
                </a:pPr>
                <a:r>
                  <a:rPr lang="en-US" sz="700" b="1">
                    <a:solidFill>
                      <a:schemeClr val="bg2"/>
                    </a:solidFill>
                  </a:rPr>
                  <a:t>Mar 2029</a:t>
                </a:r>
              </a:p>
            </p:txBody>
          </p:sp>
        </p:grpSp>
        <p:grpSp>
          <p:nvGrpSpPr>
            <p:cNvPr id="51" name="Group 50">
              <a:extLst>
                <a:ext uri="{FF2B5EF4-FFF2-40B4-BE49-F238E27FC236}">
                  <a16:creationId xmlns:a16="http://schemas.microsoft.com/office/drawing/2014/main" id="{F8A41A95-1309-2C63-5448-79AF9081A1C1}"/>
                </a:ext>
              </a:extLst>
            </p:cNvPr>
            <p:cNvGrpSpPr/>
            <p:nvPr/>
          </p:nvGrpSpPr>
          <p:grpSpPr>
            <a:xfrm>
              <a:off x="11139707" y="3747959"/>
              <a:ext cx="541816" cy="533956"/>
              <a:chOff x="11375732" y="3100407"/>
              <a:chExt cx="541816" cy="533956"/>
            </a:xfrm>
          </p:grpSpPr>
          <p:pic>
            <p:nvPicPr>
              <p:cNvPr id="52" name="Graphic 51" descr="Flag with solid fill">
                <a:extLst>
                  <a:ext uri="{FF2B5EF4-FFF2-40B4-BE49-F238E27FC236}">
                    <a16:creationId xmlns:a16="http://schemas.microsoft.com/office/drawing/2014/main" id="{60D90B89-598C-3D7C-2C5C-933100EA1A6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547769" y="3297850"/>
                <a:ext cx="197742" cy="197742"/>
              </a:xfrm>
              <a:prstGeom prst="rect">
                <a:avLst/>
              </a:prstGeom>
            </p:spPr>
          </p:pic>
          <p:sp>
            <p:nvSpPr>
              <p:cNvPr id="53" name="TextBox 52">
                <a:extLst>
                  <a:ext uri="{FF2B5EF4-FFF2-40B4-BE49-F238E27FC236}">
                    <a16:creationId xmlns:a16="http://schemas.microsoft.com/office/drawing/2014/main" id="{1417281D-17BE-C2E5-E960-78EB3F6A8044}"/>
                  </a:ext>
                </a:extLst>
              </p:cNvPr>
              <p:cNvSpPr txBox="1"/>
              <p:nvPr/>
            </p:nvSpPr>
            <p:spPr bwMode="gray">
              <a:xfrm>
                <a:off x="11375732" y="3496120"/>
                <a:ext cx="541816" cy="138243"/>
              </a:xfrm>
              <a:prstGeom prst="rect">
                <a:avLst/>
              </a:prstGeom>
              <a:noFill/>
            </p:spPr>
            <p:txBody>
              <a:bodyPr wrap="none" lIns="0" tIns="0" rIns="0" bIns="0" rtlCol="0">
                <a:spAutoFit/>
              </a:bodyPr>
              <a:lstStyle/>
              <a:p>
                <a:pPr algn="ctr">
                  <a:lnSpc>
                    <a:spcPct val="140000"/>
                  </a:lnSpc>
                </a:pPr>
                <a:r>
                  <a:rPr lang="en-US" sz="700" b="1">
                    <a:solidFill>
                      <a:schemeClr val="bg2"/>
                    </a:solidFill>
                  </a:rPr>
                  <a:t>US Approval</a:t>
                </a:r>
              </a:p>
            </p:txBody>
          </p:sp>
          <p:sp>
            <p:nvSpPr>
              <p:cNvPr id="54" name="TextBox 53">
                <a:extLst>
                  <a:ext uri="{FF2B5EF4-FFF2-40B4-BE49-F238E27FC236}">
                    <a16:creationId xmlns:a16="http://schemas.microsoft.com/office/drawing/2014/main" id="{E8152449-89E0-22AE-960D-0D323C408181}"/>
                  </a:ext>
                </a:extLst>
              </p:cNvPr>
              <p:cNvSpPr txBox="1"/>
              <p:nvPr/>
            </p:nvSpPr>
            <p:spPr bwMode="gray">
              <a:xfrm>
                <a:off x="11415809" y="3100407"/>
                <a:ext cx="445635" cy="138243"/>
              </a:xfrm>
              <a:prstGeom prst="rect">
                <a:avLst/>
              </a:prstGeom>
              <a:noFill/>
            </p:spPr>
            <p:txBody>
              <a:bodyPr wrap="none" lIns="0" tIns="0" rIns="0" bIns="0" rtlCol="0">
                <a:spAutoFit/>
              </a:bodyPr>
              <a:lstStyle/>
              <a:p>
                <a:pPr algn="ctr">
                  <a:lnSpc>
                    <a:spcPct val="140000"/>
                  </a:lnSpc>
                </a:pPr>
                <a:r>
                  <a:rPr lang="en-US" altLang="zh-CN" sz="700" b="1">
                    <a:solidFill>
                      <a:schemeClr val="bg2"/>
                    </a:solidFill>
                  </a:rPr>
                  <a:t>Nov</a:t>
                </a:r>
                <a:r>
                  <a:rPr lang="en-US" sz="700" b="1">
                    <a:solidFill>
                      <a:schemeClr val="bg2"/>
                    </a:solidFill>
                  </a:rPr>
                  <a:t> 2029 </a:t>
                </a:r>
              </a:p>
            </p:txBody>
          </p:sp>
        </p:grpSp>
      </p:grpSp>
      <p:sp>
        <p:nvSpPr>
          <p:cNvPr id="61" name="TextBox 9">
            <a:extLst>
              <a:ext uri="{FF2B5EF4-FFF2-40B4-BE49-F238E27FC236}">
                <a16:creationId xmlns:a16="http://schemas.microsoft.com/office/drawing/2014/main" id="{777AB029-17C7-6DAE-FD12-4EB6E6631C00}"/>
              </a:ext>
            </a:extLst>
          </p:cNvPr>
          <p:cNvSpPr txBox="1"/>
          <p:nvPr/>
        </p:nvSpPr>
        <p:spPr>
          <a:xfrm>
            <a:off x="56497" y="2278649"/>
            <a:ext cx="630000" cy="246221"/>
          </a:xfrm>
          <a:prstGeom prst="rect">
            <a:avLst/>
          </a:prstGeom>
          <a:noFill/>
          <a:ln>
            <a:solidFill>
              <a:schemeClr val="accent1"/>
            </a:solidFill>
          </a:ln>
        </p:spPr>
        <p:txBody>
          <a:bodyPr wrap="square" lIns="0" tIns="0" rIns="0" bIns="0" rtlCol="0">
            <a:spAutoFit/>
          </a:bodyPr>
          <a:lstStyle>
            <a:defPPr>
              <a:defRPr lang="zh-CN"/>
            </a:defPPr>
            <a:lvl1pPr marR="0" lvl="0" indent="0" algn="ctr" defTabSz="1218960" fontAlgn="auto">
              <a:lnSpc>
                <a:spcPct val="100000"/>
              </a:lnSpc>
              <a:spcBef>
                <a:spcPts val="0"/>
              </a:spcBef>
              <a:spcAft>
                <a:spcPts val="0"/>
              </a:spcAft>
              <a:buClrTx/>
              <a:buSzTx/>
              <a:buFontTx/>
              <a:buNone/>
              <a:tabLst/>
              <a:defRPr kumimoji="0" sz="800" b="1" i="0" u="none" strike="noStrike" cap="none" spc="0" normalizeH="0" baseline="0">
                <a:ln>
                  <a:noFill/>
                </a:ln>
                <a:solidFill>
                  <a:schemeClr val="bg2"/>
                </a:solidFill>
                <a:effectLst/>
                <a:uLnTx/>
                <a:uFillTx/>
                <a:cs typeface="Calibri" panose="020F0502020204030204" pitchFamily="34" charset="0"/>
              </a:defRPr>
            </a:lvl1pPr>
          </a:lstStyle>
          <a:p>
            <a:r>
              <a:rPr lang="en-US"/>
              <a:t>Phase 3</a:t>
            </a:r>
          </a:p>
          <a:p>
            <a:r>
              <a:rPr lang="en-US"/>
              <a:t>1397-0018</a:t>
            </a:r>
          </a:p>
        </p:txBody>
      </p:sp>
      <p:pic>
        <p:nvPicPr>
          <p:cNvPr id="62" name="Picture 61">
            <a:extLst>
              <a:ext uri="{FF2B5EF4-FFF2-40B4-BE49-F238E27FC236}">
                <a16:creationId xmlns:a16="http://schemas.microsoft.com/office/drawing/2014/main" id="{AFDEB32B-654F-C12E-8A90-6C38C235A68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278" y="2648558"/>
            <a:ext cx="730437" cy="360000"/>
          </a:xfrm>
          <a:prstGeom prst="rect">
            <a:avLst/>
          </a:prstGeom>
        </p:spPr>
      </p:pic>
      <p:cxnSp>
        <p:nvCxnSpPr>
          <p:cNvPr id="63" name="Straight Connector 62">
            <a:extLst>
              <a:ext uri="{FF2B5EF4-FFF2-40B4-BE49-F238E27FC236}">
                <a16:creationId xmlns:a16="http://schemas.microsoft.com/office/drawing/2014/main" id="{A0A58259-ED8C-5559-8B78-A455998DF4A4}"/>
              </a:ext>
            </a:extLst>
          </p:cNvPr>
          <p:cNvCxnSpPr/>
          <p:nvPr/>
        </p:nvCxnSpPr>
        <p:spPr bwMode="gray">
          <a:xfrm>
            <a:off x="802742" y="2750178"/>
            <a:ext cx="11241211" cy="0"/>
          </a:xfrm>
          <a:prstGeom prst="line">
            <a:avLst/>
          </a:prstGeom>
          <a:ln w="19050">
            <a:solidFill>
              <a:schemeClr val="bg2"/>
            </a:solidFill>
            <a:prstDash val="lgDashDot"/>
          </a:ln>
        </p:spPr>
        <p:style>
          <a:lnRef idx="2">
            <a:schemeClr val="accent2"/>
          </a:lnRef>
          <a:fillRef idx="0">
            <a:schemeClr val="accent2"/>
          </a:fillRef>
          <a:effectRef idx="1">
            <a:schemeClr val="accent2"/>
          </a:effectRef>
          <a:fontRef idx="minor">
            <a:schemeClr val="tx1"/>
          </a:fontRef>
        </p:style>
      </p:cxnSp>
      <p:grpSp>
        <p:nvGrpSpPr>
          <p:cNvPr id="64" name="Group 63">
            <a:extLst>
              <a:ext uri="{FF2B5EF4-FFF2-40B4-BE49-F238E27FC236}">
                <a16:creationId xmlns:a16="http://schemas.microsoft.com/office/drawing/2014/main" id="{66BD4B96-1978-58E4-219D-DCD2BC133C8D}"/>
              </a:ext>
            </a:extLst>
          </p:cNvPr>
          <p:cNvGrpSpPr/>
          <p:nvPr/>
        </p:nvGrpSpPr>
        <p:grpSpPr>
          <a:xfrm>
            <a:off x="3725335" y="2773348"/>
            <a:ext cx="6707826" cy="637229"/>
            <a:chOff x="3725335" y="4891875"/>
            <a:chExt cx="6707826" cy="637229"/>
          </a:xfrm>
        </p:grpSpPr>
        <p:sp>
          <p:nvSpPr>
            <p:cNvPr id="65" name="OTLSHAPE_T_5a934a26f311425e8ebaa0f45e6533ad_Shape">
              <a:extLst>
                <a:ext uri="{FF2B5EF4-FFF2-40B4-BE49-F238E27FC236}">
                  <a16:creationId xmlns:a16="http://schemas.microsoft.com/office/drawing/2014/main" id="{1FC2999A-07DD-CC88-238E-9081B21BC7AD}"/>
                </a:ext>
              </a:extLst>
            </p:cNvPr>
            <p:cNvSpPr/>
            <p:nvPr/>
          </p:nvSpPr>
          <p:spPr bwMode="auto">
            <a:xfrm>
              <a:off x="5336770" y="5081785"/>
              <a:ext cx="5096391" cy="178049"/>
            </a:xfrm>
            <a:prstGeom prst="roundRect">
              <a:avLst/>
            </a:prstGeom>
            <a:solidFill>
              <a:schemeClr val="tx2"/>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8990">
                <a:defRPr/>
              </a:pPr>
              <a:r>
                <a:rPr lang="en-US" altLang="zh-CN" sz="900" b="1">
                  <a:solidFill>
                    <a:schemeClr val="bg2"/>
                  </a:solidFill>
                  <a:latin typeface="+mn-ea"/>
                  <a:cs typeface="Calibri" panose="020F0502020204030204" pitchFamily="34" charset="0"/>
                </a:rPr>
                <a:t>AIRTIVITY 1397-0014 Phase 3</a:t>
              </a:r>
            </a:p>
          </p:txBody>
        </p:sp>
        <p:sp>
          <p:nvSpPr>
            <p:cNvPr id="66" name="OTLSHAPE_T_e17f3958430f4cff8650518c93c7635e_Shape">
              <a:extLst>
                <a:ext uri="{FF2B5EF4-FFF2-40B4-BE49-F238E27FC236}">
                  <a16:creationId xmlns:a16="http://schemas.microsoft.com/office/drawing/2014/main" id="{81FFCF76-A1C8-23D7-BAA5-486825DAFDF7}"/>
                </a:ext>
              </a:extLst>
            </p:cNvPr>
            <p:cNvSpPr/>
            <p:nvPr>
              <p:custDataLst>
                <p:tags r:id="rId1"/>
              </p:custDataLst>
            </p:nvPr>
          </p:nvSpPr>
          <p:spPr bwMode="auto">
            <a:xfrm>
              <a:off x="4531854" y="5059679"/>
              <a:ext cx="804916" cy="201600"/>
            </a:xfrm>
            <a:prstGeom prst="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51435" tIns="25719" rIns="51435" bIns="25719" numCol="1" rtlCol="0" anchor="ctr" anchorCtr="0" compatLnSpc="1">
              <a:prstTxWarp prst="textNoShape">
                <a:avLst/>
              </a:prstTxWarp>
            </a:bodyPr>
            <a:lstStyle/>
            <a:p>
              <a:pPr algn="ctr" defTabSz="914265" eaLnBrk="0" fontAlgn="base" hangingPunct="0">
                <a:spcBef>
                  <a:spcPct val="0"/>
                </a:spcBef>
                <a:spcAft>
                  <a:spcPct val="0"/>
                </a:spcAft>
                <a:defRPr/>
              </a:pPr>
              <a:r>
                <a:rPr lang="en-US" altLang="zh-CN" sz="450" b="1">
                  <a:solidFill>
                    <a:schemeClr val="bg2"/>
                  </a:solidFill>
                  <a:latin typeface="+mn-ea"/>
                </a:rPr>
                <a:t>CTA Review + EC + HGRAC + 1</a:t>
              </a:r>
              <a:r>
                <a:rPr lang="en-US" altLang="zh-CN" sz="450" b="1" baseline="30000">
                  <a:solidFill>
                    <a:schemeClr val="bg2"/>
                  </a:solidFill>
                  <a:latin typeface="+mn-ea"/>
                </a:rPr>
                <a:t>st</a:t>
              </a:r>
              <a:r>
                <a:rPr lang="en-US" altLang="zh-CN" sz="450" b="1">
                  <a:solidFill>
                    <a:schemeClr val="bg2"/>
                  </a:solidFill>
                  <a:latin typeface="+mn-ea"/>
                </a:rPr>
                <a:t> SIV (6m) *</a:t>
              </a:r>
              <a:endParaRPr lang="zh-CN" altLang="en-US" sz="450" b="1">
                <a:solidFill>
                  <a:schemeClr val="bg2"/>
                </a:solidFill>
                <a:latin typeface="+mn-ea"/>
              </a:endParaRPr>
            </a:p>
          </p:txBody>
        </p:sp>
        <p:grpSp>
          <p:nvGrpSpPr>
            <p:cNvPr id="67" name="Group 66">
              <a:extLst>
                <a:ext uri="{FF2B5EF4-FFF2-40B4-BE49-F238E27FC236}">
                  <a16:creationId xmlns:a16="http://schemas.microsoft.com/office/drawing/2014/main" id="{4CECF917-BBA7-4276-4F0F-08C7BC6AAEB0}"/>
                </a:ext>
              </a:extLst>
            </p:cNvPr>
            <p:cNvGrpSpPr/>
            <p:nvPr/>
          </p:nvGrpSpPr>
          <p:grpSpPr>
            <a:xfrm>
              <a:off x="4296262" y="4891875"/>
              <a:ext cx="402354" cy="483993"/>
              <a:chOff x="3007621" y="5554699"/>
              <a:chExt cx="402354" cy="483993"/>
            </a:xfrm>
          </p:grpSpPr>
          <p:sp>
            <p:nvSpPr>
              <p:cNvPr id="76" name="Star: 5 Points 75">
                <a:extLst>
                  <a:ext uri="{FF2B5EF4-FFF2-40B4-BE49-F238E27FC236}">
                    <a16:creationId xmlns:a16="http://schemas.microsoft.com/office/drawing/2014/main" id="{AB82CD94-FF23-2A6F-0074-26DA4E708240}"/>
                  </a:ext>
                </a:extLst>
              </p:cNvPr>
              <p:cNvSpPr/>
              <p:nvPr/>
            </p:nvSpPr>
            <p:spPr bwMode="gray">
              <a:xfrm>
                <a:off x="3149008" y="5745413"/>
                <a:ext cx="119578" cy="119578"/>
              </a:xfrm>
              <a:prstGeom prst="star5">
                <a:avLst/>
              </a:prstGeom>
              <a:solidFill>
                <a:schemeClr val="bg1"/>
              </a:solidFill>
              <a:ln w="127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ln w="12700">
                    <a:solidFill>
                      <a:schemeClr val="bg2"/>
                    </a:solidFill>
                  </a:ln>
                  <a:solidFill>
                    <a:schemeClr val="accent2">
                      <a:lumMod val="50000"/>
                    </a:schemeClr>
                  </a:solidFill>
                </a:endParaRPr>
              </a:p>
            </p:txBody>
          </p:sp>
          <p:sp>
            <p:nvSpPr>
              <p:cNvPr id="77" name="TextBox 76">
                <a:extLst>
                  <a:ext uri="{FF2B5EF4-FFF2-40B4-BE49-F238E27FC236}">
                    <a16:creationId xmlns:a16="http://schemas.microsoft.com/office/drawing/2014/main" id="{06ABEE1D-9944-C7DF-09E6-E4FD90A0DA4B}"/>
                  </a:ext>
                </a:extLst>
              </p:cNvPr>
              <p:cNvSpPr txBox="1"/>
              <p:nvPr/>
            </p:nvSpPr>
            <p:spPr bwMode="gray">
              <a:xfrm>
                <a:off x="3113418" y="5900449"/>
                <a:ext cx="190758" cy="138243"/>
              </a:xfrm>
              <a:prstGeom prst="rect">
                <a:avLst/>
              </a:prstGeom>
              <a:noFill/>
            </p:spPr>
            <p:txBody>
              <a:bodyPr wrap="none" lIns="0" tIns="0" rIns="0" bIns="0" rtlCol="0">
                <a:spAutoFit/>
              </a:bodyPr>
              <a:lstStyle/>
              <a:p>
                <a:pPr algn="ctr">
                  <a:lnSpc>
                    <a:spcPct val="140000"/>
                  </a:lnSpc>
                </a:pPr>
                <a:r>
                  <a:rPr lang="en-US" sz="700" b="1">
                    <a:solidFill>
                      <a:schemeClr val="bg2"/>
                    </a:solidFill>
                  </a:rPr>
                  <a:t>CTA</a:t>
                </a:r>
              </a:p>
            </p:txBody>
          </p:sp>
          <p:sp>
            <p:nvSpPr>
              <p:cNvPr id="78" name="TextBox 77">
                <a:extLst>
                  <a:ext uri="{FF2B5EF4-FFF2-40B4-BE49-F238E27FC236}">
                    <a16:creationId xmlns:a16="http://schemas.microsoft.com/office/drawing/2014/main" id="{2203CDFD-0B53-1801-A3A3-78E6728E733A}"/>
                  </a:ext>
                </a:extLst>
              </p:cNvPr>
              <p:cNvSpPr txBox="1"/>
              <p:nvPr/>
            </p:nvSpPr>
            <p:spPr bwMode="gray">
              <a:xfrm>
                <a:off x="3007621" y="5554699"/>
                <a:ext cx="402354" cy="138243"/>
              </a:xfrm>
              <a:prstGeom prst="rect">
                <a:avLst/>
              </a:prstGeom>
              <a:noFill/>
            </p:spPr>
            <p:txBody>
              <a:bodyPr wrap="none" lIns="0" tIns="0" rIns="0" bIns="0" rtlCol="0">
                <a:spAutoFit/>
              </a:bodyPr>
              <a:lstStyle/>
              <a:p>
                <a:pPr algn="ctr">
                  <a:lnSpc>
                    <a:spcPct val="140000"/>
                  </a:lnSpc>
                </a:pPr>
                <a:r>
                  <a:rPr lang="en-US" altLang="zh-CN" sz="700" b="1">
                    <a:solidFill>
                      <a:schemeClr val="bg2"/>
                    </a:solidFill>
                  </a:rPr>
                  <a:t>Feb</a:t>
                </a:r>
                <a:r>
                  <a:rPr lang="en-US" sz="700" b="1">
                    <a:solidFill>
                      <a:schemeClr val="bg2"/>
                    </a:solidFill>
                  </a:rPr>
                  <a:t> 2025</a:t>
                </a:r>
              </a:p>
            </p:txBody>
          </p:sp>
        </p:grpSp>
        <p:grpSp>
          <p:nvGrpSpPr>
            <p:cNvPr id="68" name="Group 67">
              <a:extLst>
                <a:ext uri="{FF2B5EF4-FFF2-40B4-BE49-F238E27FC236}">
                  <a16:creationId xmlns:a16="http://schemas.microsoft.com/office/drawing/2014/main" id="{51B47BD0-236D-3EA7-0B11-2BAF93B0D180}"/>
                </a:ext>
              </a:extLst>
            </p:cNvPr>
            <p:cNvGrpSpPr/>
            <p:nvPr/>
          </p:nvGrpSpPr>
          <p:grpSpPr>
            <a:xfrm>
              <a:off x="5144206" y="4903011"/>
              <a:ext cx="379912" cy="596819"/>
              <a:chOff x="5144206" y="4903011"/>
              <a:chExt cx="379912" cy="596819"/>
            </a:xfrm>
          </p:grpSpPr>
          <p:sp>
            <p:nvSpPr>
              <p:cNvPr id="73" name="TextBox 72">
                <a:extLst>
                  <a:ext uri="{FF2B5EF4-FFF2-40B4-BE49-F238E27FC236}">
                    <a16:creationId xmlns:a16="http://schemas.microsoft.com/office/drawing/2014/main" id="{7E9D2EB1-584E-6481-53F9-0B3C4ACF792B}"/>
                  </a:ext>
                </a:extLst>
              </p:cNvPr>
              <p:cNvSpPr txBox="1"/>
              <p:nvPr/>
            </p:nvSpPr>
            <p:spPr bwMode="gray">
              <a:xfrm>
                <a:off x="5144206" y="4903011"/>
                <a:ext cx="379912" cy="138243"/>
              </a:xfrm>
              <a:prstGeom prst="rect">
                <a:avLst/>
              </a:prstGeom>
              <a:noFill/>
            </p:spPr>
            <p:txBody>
              <a:bodyPr wrap="none" lIns="0" tIns="0" rIns="0" bIns="0" rtlCol="0">
                <a:spAutoFit/>
              </a:bodyPr>
              <a:lstStyle/>
              <a:p>
                <a:pPr algn="ctr">
                  <a:lnSpc>
                    <a:spcPct val="140000"/>
                  </a:lnSpc>
                </a:pPr>
                <a:r>
                  <a:rPr lang="en-US" sz="700" b="1">
                    <a:solidFill>
                      <a:schemeClr val="bg2"/>
                    </a:solidFill>
                  </a:rPr>
                  <a:t>Jul 2025</a:t>
                </a:r>
              </a:p>
            </p:txBody>
          </p:sp>
          <p:sp>
            <p:nvSpPr>
              <p:cNvPr id="74" name="Star: 4 Points 73">
                <a:extLst>
                  <a:ext uri="{FF2B5EF4-FFF2-40B4-BE49-F238E27FC236}">
                    <a16:creationId xmlns:a16="http://schemas.microsoft.com/office/drawing/2014/main" id="{5613930B-B2B1-F3CC-72B7-6013A65C0DE2}"/>
                  </a:ext>
                </a:extLst>
              </p:cNvPr>
              <p:cNvSpPr/>
              <p:nvPr/>
            </p:nvSpPr>
            <p:spPr bwMode="gray">
              <a:xfrm>
                <a:off x="5258062" y="5184288"/>
                <a:ext cx="164900" cy="164900"/>
              </a:xfrm>
              <a:prstGeom prst="star4">
                <a:avLst/>
              </a:prstGeom>
              <a:solidFill>
                <a:srgbClr val="EE6541"/>
              </a:solidFill>
              <a:ln w="6350">
                <a:solidFill>
                  <a:srgbClr val="EE65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sp>
            <p:nvSpPr>
              <p:cNvPr id="75" name="TextBox 74">
                <a:extLst>
                  <a:ext uri="{FF2B5EF4-FFF2-40B4-BE49-F238E27FC236}">
                    <a16:creationId xmlns:a16="http://schemas.microsoft.com/office/drawing/2014/main" id="{4F7959D9-37CD-EC03-9975-5BB7C8199799}"/>
                  </a:ext>
                </a:extLst>
              </p:cNvPr>
              <p:cNvSpPr txBox="1"/>
              <p:nvPr/>
            </p:nvSpPr>
            <p:spPr bwMode="gray">
              <a:xfrm>
                <a:off x="5199447" y="5361587"/>
                <a:ext cx="282130" cy="138243"/>
              </a:xfrm>
              <a:prstGeom prst="rect">
                <a:avLst/>
              </a:prstGeom>
              <a:noFill/>
            </p:spPr>
            <p:txBody>
              <a:bodyPr wrap="none" lIns="0" tIns="0" rIns="0" bIns="0" rtlCol="0">
                <a:spAutoFit/>
              </a:bodyPr>
              <a:lstStyle/>
              <a:p>
                <a:pPr algn="ctr">
                  <a:lnSpc>
                    <a:spcPct val="140000"/>
                  </a:lnSpc>
                </a:pPr>
                <a:r>
                  <a:rPr lang="en-US" sz="700" b="1">
                    <a:solidFill>
                      <a:schemeClr val="bg2"/>
                    </a:solidFill>
                  </a:rPr>
                  <a:t>1</a:t>
                </a:r>
                <a:r>
                  <a:rPr lang="en-US" sz="700" b="1" baseline="30000">
                    <a:solidFill>
                      <a:schemeClr val="bg2"/>
                    </a:solidFill>
                  </a:rPr>
                  <a:t>st</a:t>
                </a:r>
                <a:r>
                  <a:rPr lang="en-US" sz="700" b="1">
                    <a:solidFill>
                      <a:schemeClr val="bg2"/>
                    </a:solidFill>
                  </a:rPr>
                  <a:t> SIV</a:t>
                </a:r>
              </a:p>
            </p:txBody>
          </p:sp>
        </p:grpSp>
        <p:grpSp>
          <p:nvGrpSpPr>
            <p:cNvPr id="69" name="Group 68">
              <a:extLst>
                <a:ext uri="{FF2B5EF4-FFF2-40B4-BE49-F238E27FC236}">
                  <a16:creationId xmlns:a16="http://schemas.microsoft.com/office/drawing/2014/main" id="{E17F8E34-DDAB-90E5-C899-72684B6F3AE6}"/>
                </a:ext>
              </a:extLst>
            </p:cNvPr>
            <p:cNvGrpSpPr/>
            <p:nvPr/>
          </p:nvGrpSpPr>
          <p:grpSpPr>
            <a:xfrm>
              <a:off x="3725335" y="4903010"/>
              <a:ext cx="487313" cy="626094"/>
              <a:chOff x="2213536" y="5563408"/>
              <a:chExt cx="487313" cy="626094"/>
            </a:xfrm>
          </p:grpSpPr>
          <p:sp>
            <p:nvSpPr>
              <p:cNvPr id="70" name="Star: 5 Points 69">
                <a:extLst>
                  <a:ext uri="{FF2B5EF4-FFF2-40B4-BE49-F238E27FC236}">
                    <a16:creationId xmlns:a16="http://schemas.microsoft.com/office/drawing/2014/main" id="{EFA564E2-147B-FE2B-0F78-9D5D312B8E73}"/>
                  </a:ext>
                </a:extLst>
              </p:cNvPr>
              <p:cNvSpPr/>
              <p:nvPr/>
            </p:nvSpPr>
            <p:spPr bwMode="gray">
              <a:xfrm>
                <a:off x="2397403" y="5745413"/>
                <a:ext cx="119578" cy="119578"/>
              </a:xfrm>
              <a:prstGeom prst="star5">
                <a:avLst/>
              </a:prstGeom>
              <a:solidFill>
                <a:schemeClr val="bg1"/>
              </a:solidFill>
              <a:ln w="127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ln w="12700">
                    <a:solidFill>
                      <a:schemeClr val="bg2"/>
                    </a:solidFill>
                  </a:ln>
                  <a:solidFill>
                    <a:schemeClr val="accent2">
                      <a:lumMod val="50000"/>
                    </a:schemeClr>
                  </a:solidFill>
                </a:endParaRPr>
              </a:p>
            </p:txBody>
          </p:sp>
          <p:sp>
            <p:nvSpPr>
              <p:cNvPr id="71" name="TextBox 70">
                <a:extLst>
                  <a:ext uri="{FF2B5EF4-FFF2-40B4-BE49-F238E27FC236}">
                    <a16:creationId xmlns:a16="http://schemas.microsoft.com/office/drawing/2014/main" id="{F161F5E7-7717-B8E1-E85E-5DC030CE11FF}"/>
                  </a:ext>
                </a:extLst>
              </p:cNvPr>
              <p:cNvSpPr txBox="1"/>
              <p:nvPr/>
            </p:nvSpPr>
            <p:spPr bwMode="gray">
              <a:xfrm>
                <a:off x="2213536" y="5900449"/>
                <a:ext cx="487313" cy="289053"/>
              </a:xfrm>
              <a:prstGeom prst="rect">
                <a:avLst/>
              </a:prstGeom>
              <a:noFill/>
            </p:spPr>
            <p:txBody>
              <a:bodyPr wrap="none" lIns="0" tIns="0" rIns="0" bIns="0" rtlCol="0">
                <a:spAutoFit/>
              </a:bodyPr>
              <a:lstStyle/>
              <a:p>
                <a:pPr algn="ctr">
                  <a:lnSpc>
                    <a:spcPct val="140000"/>
                  </a:lnSpc>
                </a:pPr>
                <a:r>
                  <a:rPr lang="en-US" sz="700" b="1">
                    <a:solidFill>
                      <a:schemeClr val="bg2"/>
                    </a:solidFill>
                  </a:rPr>
                  <a:t>EoP2 HAI</a:t>
                </a:r>
              </a:p>
              <a:p>
                <a:pPr algn="ctr">
                  <a:lnSpc>
                    <a:spcPct val="140000"/>
                  </a:lnSpc>
                </a:pPr>
                <a:r>
                  <a:rPr lang="en-US" sz="700" b="1">
                    <a:solidFill>
                      <a:schemeClr val="bg2"/>
                    </a:solidFill>
                  </a:rPr>
                  <a:t>Req. </a:t>
                </a:r>
                <a:r>
                  <a:rPr lang="en-US" sz="700" b="1" err="1">
                    <a:solidFill>
                      <a:schemeClr val="bg2"/>
                    </a:solidFill>
                  </a:rPr>
                  <a:t>Subm</a:t>
                </a:r>
                <a:r>
                  <a:rPr lang="en-US" sz="700" b="1">
                    <a:solidFill>
                      <a:schemeClr val="bg2"/>
                    </a:solidFill>
                  </a:rPr>
                  <a:t>.</a:t>
                </a:r>
              </a:p>
            </p:txBody>
          </p:sp>
          <p:sp>
            <p:nvSpPr>
              <p:cNvPr id="72" name="TextBox 71">
                <a:extLst>
                  <a:ext uri="{FF2B5EF4-FFF2-40B4-BE49-F238E27FC236}">
                    <a16:creationId xmlns:a16="http://schemas.microsoft.com/office/drawing/2014/main" id="{1D6952B5-46B2-420C-8221-EB844D1E5B8C}"/>
                  </a:ext>
                </a:extLst>
              </p:cNvPr>
              <p:cNvSpPr txBox="1"/>
              <p:nvPr/>
            </p:nvSpPr>
            <p:spPr bwMode="gray">
              <a:xfrm>
                <a:off x="2250406" y="5563408"/>
                <a:ext cx="413575" cy="138243"/>
              </a:xfrm>
              <a:prstGeom prst="rect">
                <a:avLst/>
              </a:prstGeom>
              <a:noFill/>
            </p:spPr>
            <p:txBody>
              <a:bodyPr wrap="none" lIns="0" tIns="0" rIns="0" bIns="0" rtlCol="0">
                <a:spAutoFit/>
              </a:bodyPr>
              <a:lstStyle/>
              <a:p>
                <a:pPr algn="ctr">
                  <a:lnSpc>
                    <a:spcPct val="140000"/>
                  </a:lnSpc>
                </a:pPr>
                <a:r>
                  <a:rPr lang="en-US" sz="700" b="1">
                    <a:solidFill>
                      <a:schemeClr val="bg2"/>
                    </a:solidFill>
                  </a:rPr>
                  <a:t>Sep 2024</a:t>
                </a:r>
              </a:p>
            </p:txBody>
          </p:sp>
        </p:grpSp>
      </p:grpSp>
      <p:grpSp>
        <p:nvGrpSpPr>
          <p:cNvPr id="79" name="Group 78">
            <a:extLst>
              <a:ext uri="{FF2B5EF4-FFF2-40B4-BE49-F238E27FC236}">
                <a16:creationId xmlns:a16="http://schemas.microsoft.com/office/drawing/2014/main" id="{C98B4AA0-AC11-164B-F8EA-E3BB9ED9AA28}"/>
              </a:ext>
            </a:extLst>
          </p:cNvPr>
          <p:cNvGrpSpPr/>
          <p:nvPr/>
        </p:nvGrpSpPr>
        <p:grpSpPr>
          <a:xfrm>
            <a:off x="11311744" y="2983008"/>
            <a:ext cx="670055" cy="693541"/>
            <a:chOff x="11017556" y="5074208"/>
            <a:chExt cx="670055" cy="693541"/>
          </a:xfrm>
        </p:grpSpPr>
        <p:sp>
          <p:nvSpPr>
            <p:cNvPr id="81" name="TextBox 80">
              <a:extLst>
                <a:ext uri="{FF2B5EF4-FFF2-40B4-BE49-F238E27FC236}">
                  <a16:creationId xmlns:a16="http://schemas.microsoft.com/office/drawing/2014/main" id="{680D149B-AD54-4992-E8E9-1A3BF7C3984F}"/>
                </a:ext>
              </a:extLst>
            </p:cNvPr>
            <p:cNvSpPr txBox="1"/>
            <p:nvPr/>
          </p:nvSpPr>
          <p:spPr bwMode="gray">
            <a:xfrm>
              <a:off x="11017556" y="5629506"/>
              <a:ext cx="670055" cy="138243"/>
            </a:xfrm>
            <a:prstGeom prst="rect">
              <a:avLst/>
            </a:prstGeom>
            <a:noFill/>
          </p:spPr>
          <p:txBody>
            <a:bodyPr wrap="none" lIns="0" tIns="0" rIns="0" bIns="0" rtlCol="0">
              <a:spAutoFit/>
            </a:bodyPr>
            <a:lstStyle/>
            <a:p>
              <a:pPr algn="ctr">
                <a:lnSpc>
                  <a:spcPct val="140000"/>
                </a:lnSpc>
              </a:pPr>
              <a:r>
                <a:rPr lang="en-US" sz="700" b="1">
                  <a:solidFill>
                    <a:schemeClr val="bg2"/>
                  </a:solidFill>
                </a:rPr>
                <a:t>China Approval</a:t>
              </a:r>
            </a:p>
          </p:txBody>
        </p:sp>
        <p:sp>
          <p:nvSpPr>
            <p:cNvPr id="82" name="TextBox 81">
              <a:extLst>
                <a:ext uri="{FF2B5EF4-FFF2-40B4-BE49-F238E27FC236}">
                  <a16:creationId xmlns:a16="http://schemas.microsoft.com/office/drawing/2014/main" id="{AFB4A9D1-ECC0-B7F7-6D55-3EFBC71C64A5}"/>
                </a:ext>
              </a:extLst>
            </p:cNvPr>
            <p:cNvSpPr txBox="1"/>
            <p:nvPr/>
          </p:nvSpPr>
          <p:spPr bwMode="gray">
            <a:xfrm>
              <a:off x="11030292" y="5074208"/>
              <a:ext cx="647614" cy="289053"/>
            </a:xfrm>
            <a:prstGeom prst="rect">
              <a:avLst/>
            </a:prstGeom>
            <a:noFill/>
          </p:spPr>
          <p:txBody>
            <a:bodyPr wrap="none" lIns="0" tIns="0" rIns="0" bIns="0" rtlCol="0">
              <a:spAutoFit/>
            </a:bodyPr>
            <a:lstStyle/>
            <a:p>
              <a:pPr algn="ctr">
                <a:lnSpc>
                  <a:spcPct val="140000"/>
                </a:lnSpc>
              </a:pPr>
              <a:r>
                <a:rPr lang="en-US" sz="700" b="1">
                  <a:solidFill>
                    <a:schemeClr val="bg2"/>
                  </a:solidFill>
                </a:rPr>
                <a:t>Best: Mar2030</a:t>
              </a:r>
            </a:p>
            <a:p>
              <a:pPr algn="ctr">
                <a:lnSpc>
                  <a:spcPct val="140000"/>
                </a:lnSpc>
              </a:pPr>
              <a:r>
                <a:rPr lang="en-US" sz="700" b="1">
                  <a:solidFill>
                    <a:schemeClr val="bg2"/>
                  </a:solidFill>
                </a:rPr>
                <a:t>Base: Sep2030</a:t>
              </a:r>
            </a:p>
          </p:txBody>
        </p:sp>
      </p:grpSp>
      <p:sp>
        <p:nvSpPr>
          <p:cNvPr id="83" name="TextBox 82">
            <a:extLst>
              <a:ext uri="{FF2B5EF4-FFF2-40B4-BE49-F238E27FC236}">
                <a16:creationId xmlns:a16="http://schemas.microsoft.com/office/drawing/2014/main" id="{3A80898D-5599-B6C3-BFBC-231BEE842938}"/>
              </a:ext>
            </a:extLst>
          </p:cNvPr>
          <p:cNvSpPr txBox="1"/>
          <p:nvPr/>
        </p:nvSpPr>
        <p:spPr>
          <a:xfrm>
            <a:off x="56497" y="3047629"/>
            <a:ext cx="630000" cy="246221"/>
          </a:xfrm>
          <a:prstGeom prst="rect">
            <a:avLst/>
          </a:prstGeom>
          <a:noFill/>
          <a:ln>
            <a:solidFill>
              <a:schemeClr val="accent1"/>
            </a:solidFill>
          </a:ln>
        </p:spPr>
        <p:txBody>
          <a:bodyPr wrap="square" lIns="0" tIns="0" rIns="0" bIns="0" rtlCol="0">
            <a:spAutoFit/>
          </a:bodyPr>
          <a:lstStyle>
            <a:defPPr>
              <a:defRPr lang="zh-CN"/>
            </a:defPPr>
            <a:lvl1pPr marR="0" lvl="0" indent="0" algn="ctr" defTabSz="1218960" fontAlgn="auto">
              <a:lnSpc>
                <a:spcPct val="100000"/>
              </a:lnSpc>
              <a:spcBef>
                <a:spcPts val="0"/>
              </a:spcBef>
              <a:spcAft>
                <a:spcPts val="0"/>
              </a:spcAft>
              <a:buClrTx/>
              <a:buSzTx/>
              <a:buFontTx/>
              <a:buNone/>
              <a:tabLst/>
              <a:defRPr kumimoji="0" sz="800" b="1" i="0" u="none" strike="noStrike" cap="none" spc="0" normalizeH="0" baseline="0">
                <a:ln>
                  <a:noFill/>
                </a:ln>
                <a:solidFill>
                  <a:schemeClr val="bg2"/>
                </a:solidFill>
                <a:effectLst/>
                <a:uLnTx/>
                <a:uFillTx/>
                <a:cs typeface="Calibri" panose="020F0502020204030204" pitchFamily="34" charset="0"/>
              </a:defRPr>
            </a:lvl1pPr>
          </a:lstStyle>
          <a:p>
            <a:r>
              <a:rPr lang="en-US"/>
              <a:t>Phase 3</a:t>
            </a:r>
          </a:p>
          <a:p>
            <a:r>
              <a:rPr lang="en-US"/>
              <a:t>1397-0014</a:t>
            </a:r>
          </a:p>
        </p:txBody>
      </p:sp>
      <p:cxnSp>
        <p:nvCxnSpPr>
          <p:cNvPr id="88" name="Straight Connector 87">
            <a:extLst>
              <a:ext uri="{FF2B5EF4-FFF2-40B4-BE49-F238E27FC236}">
                <a16:creationId xmlns:a16="http://schemas.microsoft.com/office/drawing/2014/main" id="{B4D89F61-5570-990C-6A3E-8BC4D9552BB5}"/>
              </a:ext>
            </a:extLst>
          </p:cNvPr>
          <p:cNvCxnSpPr>
            <a:cxnSpLocks/>
          </p:cNvCxnSpPr>
          <p:nvPr/>
        </p:nvCxnSpPr>
        <p:spPr bwMode="auto">
          <a:xfrm flipV="1">
            <a:off x="5715288" y="1474828"/>
            <a:ext cx="0" cy="4877818"/>
          </a:xfrm>
          <a:prstGeom prst="line">
            <a:avLst/>
          </a:prstGeom>
          <a:solidFill>
            <a:schemeClr val="accent1"/>
          </a:solidFill>
          <a:ln w="12700" cap="flat" cmpd="sng" algn="ctr">
            <a:solidFill>
              <a:srgbClr val="FF0000"/>
            </a:solidFill>
            <a:prstDash val="lgDashDotDot"/>
            <a:round/>
            <a:headEnd type="none" w="med" len="med"/>
            <a:tailEnd type="none" w="med" len="med"/>
          </a:ln>
          <a:effectLst/>
        </p:spPr>
      </p:cxnSp>
      <p:sp>
        <p:nvSpPr>
          <p:cNvPr id="89" name="TextBox 88">
            <a:extLst>
              <a:ext uri="{FF2B5EF4-FFF2-40B4-BE49-F238E27FC236}">
                <a16:creationId xmlns:a16="http://schemas.microsoft.com/office/drawing/2014/main" id="{98E690C4-81B7-74A9-65B8-7F21698F4661}"/>
              </a:ext>
            </a:extLst>
          </p:cNvPr>
          <p:cNvSpPr txBox="1"/>
          <p:nvPr/>
        </p:nvSpPr>
        <p:spPr bwMode="gray">
          <a:xfrm>
            <a:off x="5352867" y="6396486"/>
            <a:ext cx="764632" cy="207301"/>
          </a:xfrm>
          <a:prstGeom prst="rect">
            <a:avLst/>
          </a:prstGeom>
          <a:noFill/>
        </p:spPr>
        <p:txBody>
          <a:bodyPr wrap="none" lIns="0" tIns="0" rIns="0" bIns="0" rtlCol="0">
            <a:spAutoFit/>
          </a:bodyPr>
          <a:lstStyle/>
          <a:p>
            <a:pPr algn="ctr">
              <a:lnSpc>
                <a:spcPct val="140000"/>
              </a:lnSpc>
            </a:pPr>
            <a:r>
              <a:rPr lang="en-US" sz="1050" b="1">
                <a:solidFill>
                  <a:srgbClr val="FF0000"/>
                </a:solidFill>
              </a:rPr>
              <a:t>we are here</a:t>
            </a:r>
          </a:p>
        </p:txBody>
      </p:sp>
      <p:pic>
        <p:nvPicPr>
          <p:cNvPr id="102" name="Picture 101">
            <a:extLst>
              <a:ext uri="{FF2B5EF4-FFF2-40B4-BE49-F238E27FC236}">
                <a16:creationId xmlns:a16="http://schemas.microsoft.com/office/drawing/2014/main" id="{376FE3C3-2095-A942-47DB-0C09FE22371C}"/>
              </a:ext>
            </a:extLst>
          </p:cNvPr>
          <p:cNvPicPr>
            <a:picLocks noChangeAspect="1"/>
          </p:cNvPicPr>
          <p:nvPr/>
        </p:nvPicPr>
        <p:blipFill>
          <a:blip r:embed="rId7"/>
          <a:srcRect t="992" b="4795"/>
          <a:stretch/>
        </p:blipFill>
        <p:spPr>
          <a:xfrm>
            <a:off x="2358161" y="2845950"/>
            <a:ext cx="1225456" cy="479136"/>
          </a:xfrm>
          <a:prstGeom prst="rect">
            <a:avLst/>
          </a:prstGeom>
          <a:noFill/>
        </p:spPr>
      </p:pic>
      <p:sp>
        <p:nvSpPr>
          <p:cNvPr id="103" name="OTLSHAPE_T_5a934a26f311425e8ebaa0f45e6533ad_Shape">
            <a:extLst>
              <a:ext uri="{FF2B5EF4-FFF2-40B4-BE49-F238E27FC236}">
                <a16:creationId xmlns:a16="http://schemas.microsoft.com/office/drawing/2014/main" id="{7DA0F9E1-ECD4-7433-013C-D106541A2718}"/>
              </a:ext>
            </a:extLst>
          </p:cNvPr>
          <p:cNvSpPr/>
          <p:nvPr/>
        </p:nvSpPr>
        <p:spPr bwMode="auto">
          <a:xfrm>
            <a:off x="7549815" y="3334929"/>
            <a:ext cx="4512789" cy="223576"/>
          </a:xfrm>
          <a:prstGeom prst="roundRect">
            <a:avLst/>
          </a:prstGeom>
          <a:solidFill>
            <a:schemeClr val="tx2">
              <a:lumMod val="40000"/>
              <a:lumOff val="60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8990">
              <a:defRPr/>
            </a:pPr>
            <a:r>
              <a:rPr lang="en-US" altLang="zh-CN" sz="933" b="1">
                <a:solidFill>
                  <a:srgbClr val="000000"/>
                </a:solidFill>
                <a:latin typeface="Calibri" panose="020F0502020204030204" pitchFamily="34" charset="0"/>
                <a:cs typeface="Calibri" panose="020F0502020204030204" pitchFamily="34" charset="0"/>
              </a:rPr>
              <a:t>1397-0018 Phase 3 </a:t>
            </a:r>
            <a:r>
              <a:rPr lang="en-US" altLang="zh-CN" sz="933" b="1" err="1">
                <a:solidFill>
                  <a:srgbClr val="000000"/>
                </a:solidFill>
                <a:latin typeface="Calibri" panose="020F0502020204030204" pitchFamily="34" charset="0"/>
                <a:cs typeface="Calibri" panose="020F0502020204030204" pitchFamily="34" charset="0"/>
              </a:rPr>
              <a:t>nCFB</a:t>
            </a:r>
            <a:r>
              <a:rPr lang="en-US" altLang="zh-CN" sz="933" b="1">
                <a:solidFill>
                  <a:srgbClr val="000000"/>
                </a:solidFill>
                <a:latin typeface="Calibri" panose="020F0502020204030204" pitchFamily="34" charset="0"/>
                <a:cs typeface="Calibri" panose="020F0502020204030204" pitchFamily="34" charset="0"/>
              </a:rPr>
              <a:t>+/- CFB roll-over study </a:t>
            </a:r>
          </a:p>
        </p:txBody>
      </p:sp>
      <p:sp>
        <p:nvSpPr>
          <p:cNvPr id="104" name="TextBox 9">
            <a:extLst>
              <a:ext uri="{FF2B5EF4-FFF2-40B4-BE49-F238E27FC236}">
                <a16:creationId xmlns:a16="http://schemas.microsoft.com/office/drawing/2014/main" id="{6AEDFEFE-ECF0-FC63-4C28-48DF70843339}"/>
              </a:ext>
            </a:extLst>
          </p:cNvPr>
          <p:cNvSpPr txBox="1"/>
          <p:nvPr/>
        </p:nvSpPr>
        <p:spPr>
          <a:xfrm>
            <a:off x="56497" y="3398600"/>
            <a:ext cx="630000" cy="246221"/>
          </a:xfrm>
          <a:prstGeom prst="rect">
            <a:avLst/>
          </a:prstGeom>
          <a:noFill/>
          <a:ln>
            <a:solidFill>
              <a:schemeClr val="accent1"/>
            </a:solidFill>
          </a:ln>
        </p:spPr>
        <p:txBody>
          <a:bodyPr wrap="square" lIns="0" tIns="0" rIns="0" bIns="0" rtlCol="0">
            <a:spAutoFit/>
          </a:bodyPr>
          <a:lstStyle>
            <a:defPPr>
              <a:defRPr lang="zh-CN"/>
            </a:defPPr>
            <a:lvl1pPr marR="0" lvl="0" indent="0" algn="ctr" defTabSz="1218960" fontAlgn="auto">
              <a:lnSpc>
                <a:spcPct val="100000"/>
              </a:lnSpc>
              <a:spcBef>
                <a:spcPts val="0"/>
              </a:spcBef>
              <a:spcAft>
                <a:spcPts val="0"/>
              </a:spcAft>
              <a:buClrTx/>
              <a:buSzTx/>
              <a:buFontTx/>
              <a:buNone/>
              <a:tabLst/>
              <a:defRPr kumimoji="0" sz="800" b="1" i="0" u="none" strike="noStrike" cap="none" spc="0" normalizeH="0" baseline="0">
                <a:ln>
                  <a:noFill/>
                </a:ln>
                <a:solidFill>
                  <a:schemeClr val="bg2"/>
                </a:solidFill>
                <a:effectLst/>
                <a:uLnTx/>
                <a:uFillTx/>
                <a:cs typeface="Calibri" panose="020F0502020204030204" pitchFamily="34" charset="0"/>
              </a:defRPr>
            </a:lvl1pPr>
          </a:lstStyle>
          <a:p>
            <a:r>
              <a:rPr lang="en-US"/>
              <a:t>Phase 3</a:t>
            </a:r>
          </a:p>
          <a:p>
            <a:r>
              <a:rPr lang="en-US"/>
              <a:t>1397-0018</a:t>
            </a:r>
          </a:p>
        </p:txBody>
      </p:sp>
      <p:pic>
        <p:nvPicPr>
          <p:cNvPr id="8" name="Graphic 7" descr="Flag with solid fill">
            <a:extLst>
              <a:ext uri="{FF2B5EF4-FFF2-40B4-BE49-F238E27FC236}">
                <a16:creationId xmlns:a16="http://schemas.microsoft.com/office/drawing/2014/main" id="{66734390-A9BA-FB59-C317-CF893C21F6E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547900" y="3356501"/>
            <a:ext cx="197742" cy="197742"/>
          </a:xfrm>
          <a:prstGeom prst="rect">
            <a:avLst/>
          </a:prstGeom>
        </p:spPr>
      </p:pic>
      <p:sp>
        <p:nvSpPr>
          <p:cNvPr id="80" name="TextBox 11">
            <a:extLst>
              <a:ext uri="{FF2B5EF4-FFF2-40B4-BE49-F238E27FC236}">
                <a16:creationId xmlns:a16="http://schemas.microsoft.com/office/drawing/2014/main" id="{B6C7F547-8890-2FDF-C13F-2EBB60DE629C}"/>
              </a:ext>
            </a:extLst>
          </p:cNvPr>
          <p:cNvSpPr txBox="1"/>
          <p:nvPr/>
        </p:nvSpPr>
        <p:spPr bwMode="gray">
          <a:xfrm>
            <a:off x="5070636" y="6610299"/>
            <a:ext cx="1289304" cy="217175"/>
          </a:xfrm>
          <a:prstGeom prst="rect">
            <a:avLst/>
          </a:prstGeom>
          <a:noFill/>
          <a:ln>
            <a:noFill/>
          </a:ln>
        </p:spPr>
        <p:txBody>
          <a:bodyPr wrap="square" lIns="0" tIns="0" rIns="0" bIns="0" rtlCol="0" anchor="ctr">
            <a:spAutoFit/>
          </a:bodyPr>
          <a:lstStyle/>
          <a:p>
            <a:pPr algn="ctr">
              <a:lnSpc>
                <a:spcPct val="140000"/>
              </a:lnSpc>
            </a:pPr>
            <a:r>
              <a:rPr lang="en-US" altLang="zh-CN" sz="1100" b="1"/>
              <a:t>Nov </a:t>
            </a:r>
            <a:r>
              <a:rPr lang="en-US" sz="1100" b="1"/>
              <a:t>17, 2025</a:t>
            </a:r>
          </a:p>
        </p:txBody>
      </p:sp>
      <p:sp>
        <p:nvSpPr>
          <p:cNvPr id="85" name="OTLSHAPE_T_5a934a26f311425e8ebaa0f45e6533ad_Shape">
            <a:extLst>
              <a:ext uri="{FF2B5EF4-FFF2-40B4-BE49-F238E27FC236}">
                <a16:creationId xmlns:a16="http://schemas.microsoft.com/office/drawing/2014/main" id="{8B6C2B33-53AC-4E95-A90C-663320EB81A8}"/>
              </a:ext>
            </a:extLst>
          </p:cNvPr>
          <p:cNvSpPr/>
          <p:nvPr/>
        </p:nvSpPr>
        <p:spPr bwMode="auto">
          <a:xfrm>
            <a:off x="5022850" y="4175309"/>
            <a:ext cx="3472005" cy="217176"/>
          </a:xfrm>
          <a:prstGeom prst="roundRect">
            <a:avLst/>
          </a:prstGeom>
          <a:solidFill>
            <a:srgbClr val="074075"/>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8990">
              <a:defRPr/>
            </a:pPr>
            <a:r>
              <a:rPr lang="en-US" altLang="zh-CN" sz="900" b="1">
                <a:solidFill>
                  <a:schemeClr val="bg1"/>
                </a:solidFill>
                <a:latin typeface="+mn-ea"/>
                <a:cs typeface="Calibri" panose="020F0502020204030204" pitchFamily="34" charset="0"/>
              </a:rPr>
              <a:t>AIRTIVITY 1397-0014 Phase 3</a:t>
            </a:r>
          </a:p>
        </p:txBody>
      </p:sp>
      <p:sp>
        <p:nvSpPr>
          <p:cNvPr id="107" name="TextBox 106">
            <a:extLst>
              <a:ext uri="{FF2B5EF4-FFF2-40B4-BE49-F238E27FC236}">
                <a16:creationId xmlns:a16="http://schemas.microsoft.com/office/drawing/2014/main" id="{2D6BB6FC-59EA-3EA3-2279-6AF710146BB6}"/>
              </a:ext>
            </a:extLst>
          </p:cNvPr>
          <p:cNvSpPr txBox="1"/>
          <p:nvPr/>
        </p:nvSpPr>
        <p:spPr bwMode="gray">
          <a:xfrm>
            <a:off x="4673003" y="4021960"/>
            <a:ext cx="722955" cy="138243"/>
          </a:xfrm>
          <a:prstGeom prst="rect">
            <a:avLst/>
          </a:prstGeom>
          <a:noFill/>
        </p:spPr>
        <p:txBody>
          <a:bodyPr wrap="none" lIns="0" tIns="0" rIns="0" bIns="0" rtlCol="0">
            <a:spAutoFit/>
          </a:bodyPr>
          <a:lstStyle/>
          <a:p>
            <a:pPr algn="ctr">
              <a:lnSpc>
                <a:spcPct val="140000"/>
              </a:lnSpc>
            </a:pPr>
            <a:r>
              <a:rPr lang="en-US" sz="700" b="1">
                <a:solidFill>
                  <a:schemeClr val="bg2"/>
                </a:solidFill>
              </a:rPr>
              <a:t>16 Jun 2025 </a:t>
            </a:r>
            <a:r>
              <a:rPr lang="en-US" altLang="zh-CN" sz="700" b="1">
                <a:solidFill>
                  <a:schemeClr val="bg2"/>
                </a:solidFill>
              </a:rPr>
              <a:t>FSS</a:t>
            </a:r>
            <a:endParaRPr lang="en-US" sz="700" b="1">
              <a:solidFill>
                <a:schemeClr val="bg2"/>
              </a:solidFill>
            </a:endParaRPr>
          </a:p>
        </p:txBody>
      </p:sp>
      <p:sp>
        <p:nvSpPr>
          <p:cNvPr id="108" name="TextBox 107">
            <a:extLst>
              <a:ext uri="{FF2B5EF4-FFF2-40B4-BE49-F238E27FC236}">
                <a16:creationId xmlns:a16="http://schemas.microsoft.com/office/drawing/2014/main" id="{2A7BB4D9-92EF-C52E-9C56-7FB2867C262A}"/>
              </a:ext>
            </a:extLst>
          </p:cNvPr>
          <p:cNvSpPr txBox="1"/>
          <p:nvPr/>
        </p:nvSpPr>
        <p:spPr bwMode="gray">
          <a:xfrm>
            <a:off x="7954583" y="4021960"/>
            <a:ext cx="763030" cy="138243"/>
          </a:xfrm>
          <a:prstGeom prst="rect">
            <a:avLst/>
          </a:prstGeom>
          <a:noFill/>
        </p:spPr>
        <p:txBody>
          <a:bodyPr wrap="none" lIns="0" tIns="0" rIns="0" bIns="0" rtlCol="0">
            <a:spAutoFit/>
          </a:bodyPr>
          <a:lstStyle/>
          <a:p>
            <a:pPr algn="ctr">
              <a:lnSpc>
                <a:spcPct val="140000"/>
              </a:lnSpc>
            </a:pPr>
            <a:r>
              <a:rPr lang="en-US" sz="700" b="1">
                <a:solidFill>
                  <a:schemeClr val="bg2"/>
                </a:solidFill>
              </a:rPr>
              <a:t>20 Sep 2027, DBL</a:t>
            </a:r>
          </a:p>
        </p:txBody>
      </p:sp>
      <p:sp>
        <p:nvSpPr>
          <p:cNvPr id="109" name="Star: 5 Points 108">
            <a:extLst>
              <a:ext uri="{FF2B5EF4-FFF2-40B4-BE49-F238E27FC236}">
                <a16:creationId xmlns:a16="http://schemas.microsoft.com/office/drawing/2014/main" id="{B1A620C9-28E8-2022-95A8-1574E5694C83}"/>
              </a:ext>
            </a:extLst>
          </p:cNvPr>
          <p:cNvSpPr/>
          <p:nvPr/>
        </p:nvSpPr>
        <p:spPr bwMode="gray">
          <a:xfrm>
            <a:off x="8965631" y="4175390"/>
            <a:ext cx="119578" cy="119578"/>
          </a:xfrm>
          <a:prstGeom prst="star5">
            <a:avLst/>
          </a:prstGeom>
          <a:solidFill>
            <a:srgbClr val="EE6541"/>
          </a:solidFill>
          <a:ln w="12700">
            <a:solidFill>
              <a:srgbClr val="EE65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ln w="12700">
                <a:solidFill>
                  <a:schemeClr val="bg2"/>
                </a:solidFill>
              </a:ln>
              <a:solidFill>
                <a:schemeClr val="accent2">
                  <a:lumMod val="50000"/>
                </a:schemeClr>
              </a:solidFill>
            </a:endParaRPr>
          </a:p>
        </p:txBody>
      </p:sp>
      <p:sp>
        <p:nvSpPr>
          <p:cNvPr id="110" name="TextBox 109">
            <a:extLst>
              <a:ext uri="{FF2B5EF4-FFF2-40B4-BE49-F238E27FC236}">
                <a16:creationId xmlns:a16="http://schemas.microsoft.com/office/drawing/2014/main" id="{F329A954-B91C-A596-6B6A-49A7E66FF2ED}"/>
              </a:ext>
            </a:extLst>
          </p:cNvPr>
          <p:cNvSpPr txBox="1"/>
          <p:nvPr/>
        </p:nvSpPr>
        <p:spPr bwMode="gray">
          <a:xfrm>
            <a:off x="8988915" y="4358220"/>
            <a:ext cx="559449" cy="138243"/>
          </a:xfrm>
          <a:prstGeom prst="rect">
            <a:avLst/>
          </a:prstGeom>
          <a:noFill/>
        </p:spPr>
        <p:txBody>
          <a:bodyPr wrap="none" lIns="0" tIns="0" rIns="0" bIns="0" rtlCol="0">
            <a:spAutoFit/>
          </a:bodyPr>
          <a:lstStyle/>
          <a:p>
            <a:pPr algn="ctr">
              <a:lnSpc>
                <a:spcPct val="140000"/>
              </a:lnSpc>
            </a:pPr>
            <a:r>
              <a:rPr lang="en-US" sz="700" b="1">
                <a:solidFill>
                  <a:schemeClr val="bg2"/>
                </a:solidFill>
              </a:rPr>
              <a:t>US NDA </a:t>
            </a:r>
            <a:r>
              <a:rPr lang="en-US" altLang="zh-CN" sz="700" b="1">
                <a:solidFill>
                  <a:schemeClr val="bg2"/>
                </a:solidFill>
              </a:rPr>
              <a:t>Sub.</a:t>
            </a:r>
            <a:endParaRPr lang="en-US" sz="700" b="1">
              <a:solidFill>
                <a:schemeClr val="bg2"/>
              </a:solidFill>
            </a:endParaRPr>
          </a:p>
        </p:txBody>
      </p:sp>
      <p:sp>
        <p:nvSpPr>
          <p:cNvPr id="111" name="TextBox 110">
            <a:extLst>
              <a:ext uri="{FF2B5EF4-FFF2-40B4-BE49-F238E27FC236}">
                <a16:creationId xmlns:a16="http://schemas.microsoft.com/office/drawing/2014/main" id="{376382DE-501F-E6FA-8733-3DC0DEB7831D}"/>
              </a:ext>
            </a:extLst>
          </p:cNvPr>
          <p:cNvSpPr txBox="1"/>
          <p:nvPr/>
        </p:nvSpPr>
        <p:spPr bwMode="gray">
          <a:xfrm>
            <a:off x="8824242" y="3967440"/>
            <a:ext cx="402354" cy="138243"/>
          </a:xfrm>
          <a:prstGeom prst="rect">
            <a:avLst/>
          </a:prstGeom>
          <a:noFill/>
        </p:spPr>
        <p:txBody>
          <a:bodyPr wrap="none" lIns="0" tIns="0" rIns="0" bIns="0" rtlCol="0">
            <a:spAutoFit/>
          </a:bodyPr>
          <a:lstStyle/>
          <a:p>
            <a:pPr algn="ctr">
              <a:lnSpc>
                <a:spcPct val="140000"/>
              </a:lnSpc>
            </a:pPr>
            <a:r>
              <a:rPr lang="en-US" sz="700" b="1">
                <a:solidFill>
                  <a:schemeClr val="bg2"/>
                </a:solidFill>
              </a:rPr>
              <a:t>Feb 2028</a:t>
            </a:r>
          </a:p>
        </p:txBody>
      </p:sp>
      <p:pic>
        <p:nvPicPr>
          <p:cNvPr id="112" name="Graphic 111" descr="Flag with solid fill">
            <a:extLst>
              <a:ext uri="{FF2B5EF4-FFF2-40B4-BE49-F238E27FC236}">
                <a16:creationId xmlns:a16="http://schemas.microsoft.com/office/drawing/2014/main" id="{82741519-3AE8-5657-A41A-BA7D05E51A9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235419" y="4164883"/>
            <a:ext cx="197742" cy="197742"/>
          </a:xfrm>
          <a:prstGeom prst="rect">
            <a:avLst/>
          </a:prstGeom>
        </p:spPr>
      </p:pic>
      <p:sp>
        <p:nvSpPr>
          <p:cNvPr id="113" name="TextBox 112">
            <a:extLst>
              <a:ext uri="{FF2B5EF4-FFF2-40B4-BE49-F238E27FC236}">
                <a16:creationId xmlns:a16="http://schemas.microsoft.com/office/drawing/2014/main" id="{93E2D533-37C6-04F5-5529-54FB0B783494}"/>
              </a:ext>
            </a:extLst>
          </p:cNvPr>
          <p:cNvSpPr txBox="1"/>
          <p:nvPr/>
        </p:nvSpPr>
        <p:spPr bwMode="gray">
          <a:xfrm>
            <a:off x="10032966" y="4342625"/>
            <a:ext cx="1040704" cy="138243"/>
          </a:xfrm>
          <a:prstGeom prst="rect">
            <a:avLst/>
          </a:prstGeom>
          <a:noFill/>
        </p:spPr>
        <p:txBody>
          <a:bodyPr wrap="square" lIns="0" tIns="0" rIns="0" bIns="0" rtlCol="0">
            <a:spAutoFit/>
          </a:bodyPr>
          <a:lstStyle/>
          <a:p>
            <a:pPr algn="ctr">
              <a:lnSpc>
                <a:spcPct val="140000"/>
              </a:lnSpc>
            </a:pPr>
            <a:r>
              <a:rPr lang="en-US" sz="700" b="1">
                <a:solidFill>
                  <a:schemeClr val="bg2"/>
                </a:solidFill>
              </a:rPr>
              <a:t>US Approval</a:t>
            </a:r>
          </a:p>
        </p:txBody>
      </p:sp>
      <p:sp>
        <p:nvSpPr>
          <p:cNvPr id="114" name="TextBox 113">
            <a:extLst>
              <a:ext uri="{FF2B5EF4-FFF2-40B4-BE49-F238E27FC236}">
                <a16:creationId xmlns:a16="http://schemas.microsoft.com/office/drawing/2014/main" id="{5AAEBB38-6F79-F983-6D09-66155DFB48B5}"/>
              </a:ext>
            </a:extLst>
          </p:cNvPr>
          <p:cNvSpPr txBox="1"/>
          <p:nvPr/>
        </p:nvSpPr>
        <p:spPr bwMode="gray">
          <a:xfrm>
            <a:off x="10266338" y="3985579"/>
            <a:ext cx="424796" cy="138243"/>
          </a:xfrm>
          <a:prstGeom prst="rect">
            <a:avLst/>
          </a:prstGeom>
          <a:noFill/>
        </p:spPr>
        <p:txBody>
          <a:bodyPr wrap="none" lIns="0" tIns="0" rIns="0" bIns="0" rtlCol="0">
            <a:spAutoFit/>
          </a:bodyPr>
          <a:lstStyle/>
          <a:p>
            <a:pPr algn="ctr">
              <a:lnSpc>
                <a:spcPct val="140000"/>
              </a:lnSpc>
            </a:pPr>
            <a:r>
              <a:rPr lang="en-US" sz="700" b="1">
                <a:solidFill>
                  <a:schemeClr val="bg2"/>
                </a:solidFill>
              </a:rPr>
              <a:t>Oct 2028 </a:t>
            </a:r>
          </a:p>
        </p:txBody>
      </p:sp>
      <p:sp>
        <p:nvSpPr>
          <p:cNvPr id="117" name="Star: 5 Points 116">
            <a:extLst>
              <a:ext uri="{FF2B5EF4-FFF2-40B4-BE49-F238E27FC236}">
                <a16:creationId xmlns:a16="http://schemas.microsoft.com/office/drawing/2014/main" id="{555076F9-DE62-3040-30D4-F458A5C1CCF1}"/>
              </a:ext>
            </a:extLst>
          </p:cNvPr>
          <p:cNvSpPr/>
          <p:nvPr/>
        </p:nvSpPr>
        <p:spPr bwMode="gray">
          <a:xfrm>
            <a:off x="8975156" y="4937390"/>
            <a:ext cx="119578" cy="119578"/>
          </a:xfrm>
          <a:prstGeom prst="star5">
            <a:avLst/>
          </a:prstGeom>
          <a:solidFill>
            <a:srgbClr val="EE6541"/>
          </a:solidFill>
          <a:ln w="12700">
            <a:solidFill>
              <a:srgbClr val="EE65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ln w="12700">
                <a:solidFill>
                  <a:schemeClr val="bg2"/>
                </a:solidFill>
              </a:ln>
              <a:solidFill>
                <a:schemeClr val="accent2">
                  <a:lumMod val="50000"/>
                </a:schemeClr>
              </a:solidFill>
            </a:endParaRPr>
          </a:p>
        </p:txBody>
      </p:sp>
      <p:sp>
        <p:nvSpPr>
          <p:cNvPr id="118" name="TextBox 117">
            <a:extLst>
              <a:ext uri="{FF2B5EF4-FFF2-40B4-BE49-F238E27FC236}">
                <a16:creationId xmlns:a16="http://schemas.microsoft.com/office/drawing/2014/main" id="{4271CE1D-7DE1-D7F6-9E1D-5B7221299075}"/>
              </a:ext>
            </a:extLst>
          </p:cNvPr>
          <p:cNvSpPr txBox="1"/>
          <p:nvPr/>
        </p:nvSpPr>
        <p:spPr bwMode="gray">
          <a:xfrm>
            <a:off x="8994491" y="5100593"/>
            <a:ext cx="687689" cy="138243"/>
          </a:xfrm>
          <a:prstGeom prst="rect">
            <a:avLst/>
          </a:prstGeom>
          <a:noFill/>
        </p:spPr>
        <p:txBody>
          <a:bodyPr wrap="none" lIns="0" tIns="0" rIns="0" bIns="0" rtlCol="0">
            <a:spAutoFit/>
          </a:bodyPr>
          <a:lstStyle/>
          <a:p>
            <a:pPr algn="ctr">
              <a:lnSpc>
                <a:spcPct val="140000"/>
              </a:lnSpc>
            </a:pPr>
            <a:r>
              <a:rPr lang="en-US" sz="700" b="1">
                <a:solidFill>
                  <a:schemeClr val="bg2"/>
                </a:solidFill>
              </a:rPr>
              <a:t>China NDA Sub.</a:t>
            </a:r>
          </a:p>
        </p:txBody>
      </p:sp>
      <p:sp>
        <p:nvSpPr>
          <p:cNvPr id="119" name="TextBox 118">
            <a:extLst>
              <a:ext uri="{FF2B5EF4-FFF2-40B4-BE49-F238E27FC236}">
                <a16:creationId xmlns:a16="http://schemas.microsoft.com/office/drawing/2014/main" id="{84D55971-548C-1DD9-0F01-490F6585A167}"/>
              </a:ext>
            </a:extLst>
          </p:cNvPr>
          <p:cNvSpPr txBox="1"/>
          <p:nvPr/>
        </p:nvSpPr>
        <p:spPr bwMode="gray">
          <a:xfrm>
            <a:off x="8833767" y="4700865"/>
            <a:ext cx="402354" cy="138243"/>
          </a:xfrm>
          <a:prstGeom prst="rect">
            <a:avLst/>
          </a:prstGeom>
          <a:noFill/>
        </p:spPr>
        <p:txBody>
          <a:bodyPr wrap="none" lIns="0" tIns="0" rIns="0" bIns="0" rtlCol="0">
            <a:spAutoFit/>
          </a:bodyPr>
          <a:lstStyle/>
          <a:p>
            <a:pPr algn="ctr">
              <a:lnSpc>
                <a:spcPct val="140000"/>
              </a:lnSpc>
            </a:pPr>
            <a:r>
              <a:rPr lang="en-US" sz="700" b="1">
                <a:solidFill>
                  <a:schemeClr val="bg2"/>
                </a:solidFill>
              </a:rPr>
              <a:t>Feb 2028</a:t>
            </a:r>
          </a:p>
        </p:txBody>
      </p:sp>
      <p:pic>
        <p:nvPicPr>
          <p:cNvPr id="120" name="Graphic 119" descr="Flag with solid fill">
            <a:extLst>
              <a:ext uri="{FF2B5EF4-FFF2-40B4-BE49-F238E27FC236}">
                <a16:creationId xmlns:a16="http://schemas.microsoft.com/office/drawing/2014/main" id="{64A69A1F-BBE8-A611-DDCE-E202A0D9BF8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692619" y="4898308"/>
            <a:ext cx="197742" cy="197742"/>
          </a:xfrm>
          <a:prstGeom prst="rect">
            <a:avLst/>
          </a:prstGeom>
        </p:spPr>
      </p:pic>
      <p:sp>
        <p:nvSpPr>
          <p:cNvPr id="121" name="TextBox 120">
            <a:extLst>
              <a:ext uri="{FF2B5EF4-FFF2-40B4-BE49-F238E27FC236}">
                <a16:creationId xmlns:a16="http://schemas.microsoft.com/office/drawing/2014/main" id="{50FB93C4-9F54-238E-366B-32EFAE122101}"/>
              </a:ext>
            </a:extLst>
          </p:cNvPr>
          <p:cNvSpPr txBox="1"/>
          <p:nvPr/>
        </p:nvSpPr>
        <p:spPr bwMode="gray">
          <a:xfrm>
            <a:off x="10552470" y="5121001"/>
            <a:ext cx="1422938" cy="138243"/>
          </a:xfrm>
          <a:prstGeom prst="rect">
            <a:avLst/>
          </a:prstGeom>
          <a:noFill/>
        </p:spPr>
        <p:txBody>
          <a:bodyPr wrap="square" lIns="0" tIns="0" rIns="0" bIns="0" rtlCol="0">
            <a:spAutoFit/>
          </a:bodyPr>
          <a:lstStyle/>
          <a:p>
            <a:pPr algn="ctr">
              <a:lnSpc>
                <a:spcPct val="140000"/>
              </a:lnSpc>
            </a:pPr>
            <a:r>
              <a:rPr lang="en-US" sz="700" b="1">
                <a:solidFill>
                  <a:schemeClr val="bg2"/>
                </a:solidFill>
              </a:rPr>
              <a:t>CN Approval (best case)</a:t>
            </a:r>
          </a:p>
        </p:txBody>
      </p:sp>
      <p:sp>
        <p:nvSpPr>
          <p:cNvPr id="122" name="TextBox 121">
            <a:extLst>
              <a:ext uri="{FF2B5EF4-FFF2-40B4-BE49-F238E27FC236}">
                <a16:creationId xmlns:a16="http://schemas.microsoft.com/office/drawing/2014/main" id="{29BE7AEC-3623-C280-2CCF-6045108A1637}"/>
              </a:ext>
            </a:extLst>
          </p:cNvPr>
          <p:cNvSpPr txBox="1"/>
          <p:nvPr/>
        </p:nvSpPr>
        <p:spPr bwMode="gray">
          <a:xfrm>
            <a:off x="10715624" y="4747589"/>
            <a:ext cx="421590" cy="138243"/>
          </a:xfrm>
          <a:prstGeom prst="rect">
            <a:avLst/>
          </a:prstGeom>
          <a:noFill/>
        </p:spPr>
        <p:txBody>
          <a:bodyPr wrap="none" lIns="0" tIns="0" rIns="0" bIns="0" rtlCol="0">
            <a:spAutoFit/>
          </a:bodyPr>
          <a:lstStyle/>
          <a:p>
            <a:pPr algn="ctr">
              <a:lnSpc>
                <a:spcPct val="140000"/>
              </a:lnSpc>
            </a:pPr>
            <a:r>
              <a:rPr lang="en-US" altLang="zh-CN" sz="700" b="1">
                <a:solidFill>
                  <a:srgbClr val="0000FF"/>
                </a:solidFill>
              </a:rPr>
              <a:t>Feb</a:t>
            </a:r>
            <a:r>
              <a:rPr lang="en-US" sz="700" b="1">
                <a:solidFill>
                  <a:srgbClr val="0000FF"/>
                </a:solidFill>
              </a:rPr>
              <a:t> 2029 </a:t>
            </a:r>
          </a:p>
        </p:txBody>
      </p:sp>
      <p:pic>
        <p:nvPicPr>
          <p:cNvPr id="131" name="Graphic 130" descr="Flag with solid fill">
            <a:extLst>
              <a:ext uri="{FF2B5EF4-FFF2-40B4-BE49-F238E27FC236}">
                <a16:creationId xmlns:a16="http://schemas.microsoft.com/office/drawing/2014/main" id="{C8994362-1009-4E95-9E31-7EF03219EC9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035933" y="5434336"/>
            <a:ext cx="197742" cy="197742"/>
          </a:xfrm>
          <a:prstGeom prst="rect">
            <a:avLst/>
          </a:prstGeom>
        </p:spPr>
      </p:pic>
      <p:sp>
        <p:nvSpPr>
          <p:cNvPr id="132" name="TextBox 131">
            <a:extLst>
              <a:ext uri="{FF2B5EF4-FFF2-40B4-BE49-F238E27FC236}">
                <a16:creationId xmlns:a16="http://schemas.microsoft.com/office/drawing/2014/main" id="{99368D9B-28F1-8C98-D742-928B392E7338}"/>
              </a:ext>
            </a:extLst>
          </p:cNvPr>
          <p:cNvSpPr txBox="1"/>
          <p:nvPr/>
        </p:nvSpPr>
        <p:spPr bwMode="gray">
          <a:xfrm>
            <a:off x="11074397" y="5596442"/>
            <a:ext cx="1106073" cy="138243"/>
          </a:xfrm>
          <a:prstGeom prst="rect">
            <a:avLst/>
          </a:prstGeom>
          <a:noFill/>
        </p:spPr>
        <p:txBody>
          <a:bodyPr wrap="none" lIns="0" tIns="0" rIns="0" bIns="0" rtlCol="0">
            <a:spAutoFit/>
          </a:bodyPr>
          <a:lstStyle/>
          <a:p>
            <a:pPr algn="ctr">
              <a:lnSpc>
                <a:spcPct val="140000"/>
              </a:lnSpc>
            </a:pPr>
            <a:r>
              <a:rPr lang="en-US" altLang="zh-CN" sz="700" b="1">
                <a:solidFill>
                  <a:schemeClr val="bg2"/>
                </a:solidFill>
              </a:rPr>
              <a:t>CN Approval </a:t>
            </a:r>
            <a:r>
              <a:rPr lang="en-US" sz="700" b="1">
                <a:solidFill>
                  <a:schemeClr val="bg2"/>
                </a:solidFill>
              </a:rPr>
              <a:t>(base case) </a:t>
            </a:r>
          </a:p>
        </p:txBody>
      </p:sp>
      <p:sp>
        <p:nvSpPr>
          <p:cNvPr id="138" name="TextBox 137">
            <a:extLst>
              <a:ext uri="{FF2B5EF4-FFF2-40B4-BE49-F238E27FC236}">
                <a16:creationId xmlns:a16="http://schemas.microsoft.com/office/drawing/2014/main" id="{8FA60232-3AA4-76D0-39CF-402BBBC92184}"/>
              </a:ext>
            </a:extLst>
          </p:cNvPr>
          <p:cNvSpPr txBox="1"/>
          <p:nvPr/>
        </p:nvSpPr>
        <p:spPr bwMode="gray">
          <a:xfrm>
            <a:off x="11065484" y="5294139"/>
            <a:ext cx="437619" cy="138243"/>
          </a:xfrm>
          <a:prstGeom prst="rect">
            <a:avLst/>
          </a:prstGeom>
          <a:noFill/>
        </p:spPr>
        <p:txBody>
          <a:bodyPr wrap="none" lIns="0" tIns="0" rIns="0" bIns="0" rtlCol="0">
            <a:spAutoFit/>
          </a:bodyPr>
          <a:lstStyle/>
          <a:p>
            <a:pPr algn="ctr">
              <a:lnSpc>
                <a:spcPct val="140000"/>
              </a:lnSpc>
            </a:pPr>
            <a:r>
              <a:rPr lang="en-US" altLang="zh-CN" sz="700" b="1">
                <a:solidFill>
                  <a:srgbClr val="0000FF"/>
                </a:solidFill>
              </a:rPr>
              <a:t>Aug</a:t>
            </a:r>
            <a:r>
              <a:rPr lang="en-US" sz="700" b="1">
                <a:solidFill>
                  <a:srgbClr val="0000FF"/>
                </a:solidFill>
              </a:rPr>
              <a:t> 2029 </a:t>
            </a:r>
          </a:p>
        </p:txBody>
      </p:sp>
      <p:sp>
        <p:nvSpPr>
          <p:cNvPr id="139" name="OTLSHAPE_T_5a934a26f311425e8ebaa0f45e6533ad_Shape">
            <a:extLst>
              <a:ext uri="{FF2B5EF4-FFF2-40B4-BE49-F238E27FC236}">
                <a16:creationId xmlns:a16="http://schemas.microsoft.com/office/drawing/2014/main" id="{F72040B9-8E25-1797-1911-69FEAD821855}"/>
              </a:ext>
            </a:extLst>
          </p:cNvPr>
          <p:cNvSpPr/>
          <p:nvPr/>
        </p:nvSpPr>
        <p:spPr bwMode="auto">
          <a:xfrm>
            <a:off x="5336770" y="5069495"/>
            <a:ext cx="3158079" cy="223762"/>
          </a:xfrm>
          <a:prstGeom prst="roundRect">
            <a:avLst/>
          </a:prstGeom>
          <a:solidFill>
            <a:srgbClr val="FF0000"/>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8990">
              <a:defRPr/>
            </a:pPr>
            <a:r>
              <a:rPr lang="en-US" altLang="zh-CN" sz="900" b="1">
                <a:solidFill>
                  <a:schemeClr val="bg1"/>
                </a:solidFill>
                <a:latin typeface="+mn-ea"/>
                <a:cs typeface="Calibri" panose="020F0502020204030204" pitchFamily="34" charset="0"/>
              </a:rPr>
              <a:t>AIRTIVITY 1397-0014 Phase 3</a:t>
            </a:r>
          </a:p>
        </p:txBody>
      </p:sp>
      <p:sp>
        <p:nvSpPr>
          <p:cNvPr id="140" name="TextBox 139">
            <a:extLst>
              <a:ext uri="{FF2B5EF4-FFF2-40B4-BE49-F238E27FC236}">
                <a16:creationId xmlns:a16="http://schemas.microsoft.com/office/drawing/2014/main" id="{26648149-1B41-0423-A2CC-AD1DE4D8EC1D}"/>
              </a:ext>
            </a:extLst>
          </p:cNvPr>
          <p:cNvSpPr txBox="1"/>
          <p:nvPr/>
        </p:nvSpPr>
        <p:spPr bwMode="gray">
          <a:xfrm>
            <a:off x="7954583" y="4897759"/>
            <a:ext cx="763030" cy="138243"/>
          </a:xfrm>
          <a:prstGeom prst="rect">
            <a:avLst/>
          </a:prstGeom>
          <a:noFill/>
        </p:spPr>
        <p:txBody>
          <a:bodyPr wrap="none" lIns="0" tIns="0" rIns="0" bIns="0" rtlCol="0">
            <a:spAutoFit/>
          </a:bodyPr>
          <a:lstStyle/>
          <a:p>
            <a:pPr algn="ctr">
              <a:lnSpc>
                <a:spcPct val="140000"/>
              </a:lnSpc>
            </a:pPr>
            <a:r>
              <a:rPr lang="en-US" sz="700" b="1">
                <a:solidFill>
                  <a:schemeClr val="bg2"/>
                </a:solidFill>
              </a:rPr>
              <a:t>20 Sep 2027, DBL</a:t>
            </a:r>
          </a:p>
        </p:txBody>
      </p:sp>
      <p:cxnSp>
        <p:nvCxnSpPr>
          <p:cNvPr id="142" name="Straight Connector 141">
            <a:extLst>
              <a:ext uri="{FF2B5EF4-FFF2-40B4-BE49-F238E27FC236}">
                <a16:creationId xmlns:a16="http://schemas.microsoft.com/office/drawing/2014/main" id="{229B20B3-C7A0-5B28-8612-C0CDB3823D8D}"/>
              </a:ext>
            </a:extLst>
          </p:cNvPr>
          <p:cNvCxnSpPr>
            <a:cxnSpLocks/>
            <a:endCxn id="85" idx="1"/>
          </p:cNvCxnSpPr>
          <p:nvPr/>
        </p:nvCxnSpPr>
        <p:spPr bwMode="gray">
          <a:xfrm flipH="1">
            <a:off x="5022850" y="2033764"/>
            <a:ext cx="1" cy="2250133"/>
          </a:xfrm>
          <a:prstGeom prst="line">
            <a:avLst/>
          </a:prstGeom>
          <a:ln w="6350">
            <a:solidFill>
              <a:schemeClr val="tx1"/>
            </a:solidFill>
            <a:prstDash val="dashDot"/>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7F9F2315-1245-3EB5-0A95-61740DFA0799}"/>
              </a:ext>
            </a:extLst>
          </p:cNvPr>
          <p:cNvCxnSpPr>
            <a:cxnSpLocks/>
            <a:stCxn id="66" idx="3"/>
            <a:endCxn id="139" idx="1"/>
          </p:cNvCxnSpPr>
          <p:nvPr/>
        </p:nvCxnSpPr>
        <p:spPr bwMode="gray">
          <a:xfrm>
            <a:off x="5336770" y="3041952"/>
            <a:ext cx="0" cy="2139424"/>
          </a:xfrm>
          <a:prstGeom prst="line">
            <a:avLst/>
          </a:prstGeom>
          <a:ln w="6350">
            <a:solidFill>
              <a:schemeClr val="tx1"/>
            </a:solidFill>
            <a:prstDash val="dashDot"/>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1AC460CC-CFB1-6D6D-D2AA-3631EDA045B6}"/>
              </a:ext>
            </a:extLst>
          </p:cNvPr>
          <p:cNvCxnSpPr>
            <a:cxnSpLocks/>
          </p:cNvCxnSpPr>
          <p:nvPr/>
        </p:nvCxnSpPr>
        <p:spPr bwMode="gray">
          <a:xfrm>
            <a:off x="10433161" y="1912303"/>
            <a:ext cx="0" cy="3465571"/>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FD15B816-654F-DBCA-B40E-4EDB6F59D58B}"/>
              </a:ext>
            </a:extLst>
          </p:cNvPr>
          <p:cNvCxnSpPr>
            <a:cxnSpLocks/>
          </p:cNvCxnSpPr>
          <p:nvPr/>
        </p:nvCxnSpPr>
        <p:spPr bwMode="gray">
          <a:xfrm>
            <a:off x="8494855" y="4175309"/>
            <a:ext cx="0" cy="1187266"/>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62" name="Straight Arrow Connector 161">
            <a:extLst>
              <a:ext uri="{FF2B5EF4-FFF2-40B4-BE49-F238E27FC236}">
                <a16:creationId xmlns:a16="http://schemas.microsoft.com/office/drawing/2014/main" id="{F25E0B25-3E49-2E4A-8546-A525AEF26647}"/>
              </a:ext>
            </a:extLst>
          </p:cNvPr>
          <p:cNvCxnSpPr/>
          <p:nvPr/>
        </p:nvCxnSpPr>
        <p:spPr bwMode="gray">
          <a:xfrm>
            <a:off x="8494849" y="5362575"/>
            <a:ext cx="1938312" cy="0"/>
          </a:xfrm>
          <a:prstGeom prst="straightConnector1">
            <a:avLst/>
          </a:prstGeom>
          <a:ln w="63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63" name="TextBox 162">
            <a:extLst>
              <a:ext uri="{FF2B5EF4-FFF2-40B4-BE49-F238E27FC236}">
                <a16:creationId xmlns:a16="http://schemas.microsoft.com/office/drawing/2014/main" id="{0C48B583-D9B3-6177-26C9-881B1EAC6244}"/>
              </a:ext>
            </a:extLst>
          </p:cNvPr>
          <p:cNvSpPr txBox="1"/>
          <p:nvPr/>
        </p:nvSpPr>
        <p:spPr bwMode="gray">
          <a:xfrm>
            <a:off x="8886618" y="5407319"/>
            <a:ext cx="1067335" cy="157992"/>
          </a:xfrm>
          <a:prstGeom prst="rect">
            <a:avLst/>
          </a:prstGeom>
          <a:noFill/>
        </p:spPr>
        <p:txBody>
          <a:bodyPr wrap="square" lIns="0" tIns="0" rIns="0" bIns="0" rtlCol="0">
            <a:spAutoFit/>
          </a:bodyPr>
          <a:lstStyle/>
          <a:p>
            <a:pPr algn="ctr">
              <a:lnSpc>
                <a:spcPct val="140000"/>
              </a:lnSpc>
            </a:pPr>
            <a:r>
              <a:rPr lang="en-US" sz="800" b="1">
                <a:solidFill>
                  <a:srgbClr val="0000FF"/>
                </a:solidFill>
              </a:rPr>
              <a:t>DBL: - 14.7 months</a:t>
            </a:r>
          </a:p>
        </p:txBody>
      </p:sp>
      <p:cxnSp>
        <p:nvCxnSpPr>
          <p:cNvPr id="164" name="Straight Arrow Connector 163">
            <a:extLst>
              <a:ext uri="{FF2B5EF4-FFF2-40B4-BE49-F238E27FC236}">
                <a16:creationId xmlns:a16="http://schemas.microsoft.com/office/drawing/2014/main" id="{81361379-3A15-89D3-098B-73515E21A585}"/>
              </a:ext>
            </a:extLst>
          </p:cNvPr>
          <p:cNvCxnSpPr>
            <a:cxnSpLocks/>
          </p:cNvCxnSpPr>
          <p:nvPr/>
        </p:nvCxnSpPr>
        <p:spPr bwMode="gray">
          <a:xfrm>
            <a:off x="10715624" y="5905196"/>
            <a:ext cx="852968" cy="0"/>
          </a:xfrm>
          <a:prstGeom prst="straightConnector1">
            <a:avLst/>
          </a:prstGeom>
          <a:ln w="63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65" name="TextBox 164">
            <a:extLst>
              <a:ext uri="{FF2B5EF4-FFF2-40B4-BE49-F238E27FC236}">
                <a16:creationId xmlns:a16="http://schemas.microsoft.com/office/drawing/2014/main" id="{B4115EBE-B3B8-0117-41B6-F71BFDCBFE40}"/>
              </a:ext>
            </a:extLst>
          </p:cNvPr>
          <p:cNvSpPr txBox="1"/>
          <p:nvPr/>
        </p:nvSpPr>
        <p:spPr bwMode="gray">
          <a:xfrm>
            <a:off x="10567762" y="6022299"/>
            <a:ext cx="1398121" cy="330347"/>
          </a:xfrm>
          <a:prstGeom prst="rect">
            <a:avLst/>
          </a:prstGeom>
          <a:noFill/>
        </p:spPr>
        <p:txBody>
          <a:bodyPr wrap="square" lIns="0" tIns="0" rIns="0" bIns="0" rtlCol="0">
            <a:spAutoFit/>
          </a:bodyPr>
          <a:lstStyle>
            <a:defPPr>
              <a:defRPr lang="zh-CN"/>
            </a:defPPr>
            <a:lvl1pPr algn="ctr">
              <a:lnSpc>
                <a:spcPct val="140000"/>
              </a:lnSpc>
              <a:defRPr sz="800" b="1">
                <a:solidFill>
                  <a:srgbClr val="0000FF"/>
                </a:solidFill>
              </a:defRPr>
            </a:lvl1pPr>
          </a:lstStyle>
          <a:p>
            <a:r>
              <a:rPr lang="en-US"/>
              <a:t>CN Approval: - 13 months </a:t>
            </a:r>
          </a:p>
          <a:p>
            <a:r>
              <a:rPr lang="en-US"/>
              <a:t>(best or base case)</a:t>
            </a:r>
          </a:p>
        </p:txBody>
      </p:sp>
      <p:cxnSp>
        <p:nvCxnSpPr>
          <p:cNvPr id="171" name="Straight Connector 170">
            <a:extLst>
              <a:ext uri="{FF2B5EF4-FFF2-40B4-BE49-F238E27FC236}">
                <a16:creationId xmlns:a16="http://schemas.microsoft.com/office/drawing/2014/main" id="{0E2C1B6D-91DD-C6A1-7C78-D055DB656D18}"/>
              </a:ext>
            </a:extLst>
          </p:cNvPr>
          <p:cNvCxnSpPr>
            <a:cxnSpLocks/>
          </p:cNvCxnSpPr>
          <p:nvPr/>
        </p:nvCxnSpPr>
        <p:spPr bwMode="gray">
          <a:xfrm>
            <a:off x="10715624" y="4935563"/>
            <a:ext cx="0" cy="969633"/>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174" name="Straight Connector 173">
            <a:extLst>
              <a:ext uri="{FF2B5EF4-FFF2-40B4-BE49-F238E27FC236}">
                <a16:creationId xmlns:a16="http://schemas.microsoft.com/office/drawing/2014/main" id="{73080937-B697-142D-9ED5-D6ED9BD297A2}"/>
              </a:ext>
            </a:extLst>
          </p:cNvPr>
          <p:cNvCxnSpPr>
            <a:cxnSpLocks/>
          </p:cNvCxnSpPr>
          <p:nvPr/>
        </p:nvCxnSpPr>
        <p:spPr bwMode="gray">
          <a:xfrm>
            <a:off x="11568592" y="3381303"/>
            <a:ext cx="0" cy="2523893"/>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pic>
        <p:nvPicPr>
          <p:cNvPr id="186" name="Picture 185">
            <a:extLst>
              <a:ext uri="{FF2B5EF4-FFF2-40B4-BE49-F238E27FC236}">
                <a16:creationId xmlns:a16="http://schemas.microsoft.com/office/drawing/2014/main" id="{2DF03D1B-36C8-290E-3A7B-F89FB63721E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278" y="1427764"/>
            <a:ext cx="730436" cy="360000"/>
          </a:xfrm>
          <a:prstGeom prst="rect">
            <a:avLst/>
          </a:prstGeom>
        </p:spPr>
      </p:pic>
      <p:pic>
        <p:nvPicPr>
          <p:cNvPr id="187" name="Picture 186">
            <a:extLst>
              <a:ext uri="{FF2B5EF4-FFF2-40B4-BE49-F238E27FC236}">
                <a16:creationId xmlns:a16="http://schemas.microsoft.com/office/drawing/2014/main" id="{6DBEE9F2-6AE1-C00C-3556-89098635805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596061" y="5000373"/>
            <a:ext cx="730437" cy="360000"/>
          </a:xfrm>
          <a:prstGeom prst="rect">
            <a:avLst/>
          </a:prstGeom>
        </p:spPr>
      </p:pic>
      <p:pic>
        <p:nvPicPr>
          <p:cNvPr id="188" name="Picture 187">
            <a:extLst>
              <a:ext uri="{FF2B5EF4-FFF2-40B4-BE49-F238E27FC236}">
                <a16:creationId xmlns:a16="http://schemas.microsoft.com/office/drawing/2014/main" id="{87606B0F-EACD-DCD2-9B63-957DE195351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282142" y="4093239"/>
            <a:ext cx="730436" cy="360000"/>
          </a:xfrm>
          <a:prstGeom prst="rect">
            <a:avLst/>
          </a:prstGeom>
        </p:spPr>
      </p:pic>
      <p:cxnSp>
        <p:nvCxnSpPr>
          <p:cNvPr id="194" name="Straight Connector 193">
            <a:extLst>
              <a:ext uri="{FF2B5EF4-FFF2-40B4-BE49-F238E27FC236}">
                <a16:creationId xmlns:a16="http://schemas.microsoft.com/office/drawing/2014/main" id="{8578323F-748F-F880-50D1-70E2B09E6705}"/>
              </a:ext>
            </a:extLst>
          </p:cNvPr>
          <p:cNvCxnSpPr/>
          <p:nvPr/>
        </p:nvCxnSpPr>
        <p:spPr bwMode="gray">
          <a:xfrm>
            <a:off x="-2278" y="3891737"/>
            <a:ext cx="12194274" cy="0"/>
          </a:xfrm>
          <a:prstGeom prst="line">
            <a:avLst/>
          </a:prstGeom>
          <a:ln w="19050">
            <a:solidFill>
              <a:srgbClr val="5D4495"/>
            </a:solidFill>
            <a:prstDash val="dash"/>
          </a:ln>
        </p:spPr>
        <p:style>
          <a:lnRef idx="1">
            <a:schemeClr val="dk1"/>
          </a:lnRef>
          <a:fillRef idx="0">
            <a:schemeClr val="dk1"/>
          </a:fillRef>
          <a:effectRef idx="0">
            <a:schemeClr val="dk1"/>
          </a:effectRef>
          <a:fontRef idx="minor">
            <a:schemeClr val="tx1"/>
          </a:fontRef>
        </p:style>
      </p:cxnSp>
      <p:cxnSp>
        <p:nvCxnSpPr>
          <p:cNvPr id="196" name="Straight Arrow Connector 195">
            <a:extLst>
              <a:ext uri="{FF2B5EF4-FFF2-40B4-BE49-F238E27FC236}">
                <a16:creationId xmlns:a16="http://schemas.microsoft.com/office/drawing/2014/main" id="{9267918E-EF70-F243-245A-697EDDC6B5DD}"/>
              </a:ext>
            </a:extLst>
          </p:cNvPr>
          <p:cNvCxnSpPr>
            <a:cxnSpLocks/>
          </p:cNvCxnSpPr>
          <p:nvPr/>
        </p:nvCxnSpPr>
        <p:spPr bwMode="gray">
          <a:xfrm>
            <a:off x="2152650" y="3891737"/>
            <a:ext cx="0" cy="232085"/>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7" name="Straight Arrow Connector 196">
            <a:extLst>
              <a:ext uri="{FF2B5EF4-FFF2-40B4-BE49-F238E27FC236}">
                <a16:creationId xmlns:a16="http://schemas.microsoft.com/office/drawing/2014/main" id="{86278A74-570E-E17F-3FE8-B97EBD09E96B}"/>
              </a:ext>
            </a:extLst>
          </p:cNvPr>
          <p:cNvCxnSpPr>
            <a:cxnSpLocks/>
          </p:cNvCxnSpPr>
          <p:nvPr/>
        </p:nvCxnSpPr>
        <p:spPr bwMode="gray">
          <a:xfrm flipV="1">
            <a:off x="1485900" y="3618266"/>
            <a:ext cx="0" cy="273471"/>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6" name="TextBox 205">
            <a:extLst>
              <a:ext uri="{FF2B5EF4-FFF2-40B4-BE49-F238E27FC236}">
                <a16:creationId xmlns:a16="http://schemas.microsoft.com/office/drawing/2014/main" id="{EC6CCE23-E19B-EE39-487C-37B162EC9111}"/>
              </a:ext>
            </a:extLst>
          </p:cNvPr>
          <p:cNvSpPr txBox="1"/>
          <p:nvPr/>
        </p:nvSpPr>
        <p:spPr bwMode="gray">
          <a:xfrm>
            <a:off x="2152651" y="4135324"/>
            <a:ext cx="1259408" cy="207301"/>
          </a:xfrm>
          <a:prstGeom prst="rect">
            <a:avLst/>
          </a:prstGeom>
          <a:noFill/>
        </p:spPr>
        <p:txBody>
          <a:bodyPr wrap="square" lIns="0" tIns="0" rIns="0" bIns="0" rtlCol="0">
            <a:spAutoFit/>
          </a:bodyPr>
          <a:lstStyle/>
          <a:p>
            <a:pPr algn="l">
              <a:lnSpc>
                <a:spcPct val="140000"/>
              </a:lnSpc>
            </a:pPr>
            <a:r>
              <a:rPr lang="en-US" altLang="zh-CN" sz="1050" b="1">
                <a:solidFill>
                  <a:srgbClr val="164C7F"/>
                </a:solidFill>
              </a:rPr>
              <a:t>Updated timeline</a:t>
            </a:r>
            <a:endParaRPr lang="en-US" sz="1050" b="1">
              <a:solidFill>
                <a:srgbClr val="164C7F"/>
              </a:solidFill>
            </a:endParaRPr>
          </a:p>
        </p:txBody>
      </p:sp>
      <p:sp>
        <p:nvSpPr>
          <p:cNvPr id="207" name="TextBox 206">
            <a:extLst>
              <a:ext uri="{FF2B5EF4-FFF2-40B4-BE49-F238E27FC236}">
                <a16:creationId xmlns:a16="http://schemas.microsoft.com/office/drawing/2014/main" id="{1AD7B4E0-D43C-C2DA-7395-92682BE51DEF}"/>
              </a:ext>
            </a:extLst>
          </p:cNvPr>
          <p:cNvSpPr txBox="1"/>
          <p:nvPr/>
        </p:nvSpPr>
        <p:spPr bwMode="gray">
          <a:xfrm>
            <a:off x="1525433" y="3429264"/>
            <a:ext cx="1035674" cy="207301"/>
          </a:xfrm>
          <a:prstGeom prst="rect">
            <a:avLst/>
          </a:prstGeom>
          <a:noFill/>
        </p:spPr>
        <p:txBody>
          <a:bodyPr wrap="square" lIns="0" tIns="0" rIns="0" bIns="0" rtlCol="0">
            <a:spAutoFit/>
          </a:bodyPr>
          <a:lstStyle/>
          <a:p>
            <a:pPr algn="l">
              <a:lnSpc>
                <a:spcPct val="140000"/>
              </a:lnSpc>
            </a:pPr>
            <a:r>
              <a:rPr lang="en-US" altLang="zh-CN" sz="1050" b="1">
                <a:solidFill>
                  <a:schemeClr val="accent2">
                    <a:lumMod val="50000"/>
                  </a:schemeClr>
                </a:solidFill>
              </a:rPr>
              <a:t>Initial timeline</a:t>
            </a:r>
            <a:endParaRPr lang="en-US" sz="1050" b="1">
              <a:solidFill>
                <a:schemeClr val="accent2">
                  <a:lumMod val="50000"/>
                </a:schemeClr>
              </a:solidFill>
            </a:endParaRPr>
          </a:p>
        </p:txBody>
      </p:sp>
      <p:cxnSp>
        <p:nvCxnSpPr>
          <p:cNvPr id="208" name="Straight Connector 207">
            <a:extLst>
              <a:ext uri="{FF2B5EF4-FFF2-40B4-BE49-F238E27FC236}">
                <a16:creationId xmlns:a16="http://schemas.microsoft.com/office/drawing/2014/main" id="{4BE487B3-65D4-40DA-8DD1-500CCD6F8A17}"/>
              </a:ext>
            </a:extLst>
          </p:cNvPr>
          <p:cNvCxnSpPr>
            <a:cxnSpLocks/>
          </p:cNvCxnSpPr>
          <p:nvPr/>
        </p:nvCxnSpPr>
        <p:spPr bwMode="gray">
          <a:xfrm>
            <a:off x="11064872" y="5430236"/>
            <a:ext cx="0" cy="333024"/>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10" name="Straight Connector 209">
            <a:extLst>
              <a:ext uri="{FF2B5EF4-FFF2-40B4-BE49-F238E27FC236}">
                <a16:creationId xmlns:a16="http://schemas.microsoft.com/office/drawing/2014/main" id="{5E5780DC-DE01-A6EC-2B99-C2501A800BDA}"/>
              </a:ext>
            </a:extLst>
          </p:cNvPr>
          <p:cNvCxnSpPr>
            <a:cxnSpLocks/>
          </p:cNvCxnSpPr>
          <p:nvPr/>
        </p:nvCxnSpPr>
        <p:spPr bwMode="gray">
          <a:xfrm>
            <a:off x="11913975" y="3381303"/>
            <a:ext cx="0" cy="2381957"/>
          </a:xfrm>
          <a:prstGeom prst="line">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11" name="Straight Arrow Connector 210">
            <a:extLst>
              <a:ext uri="{FF2B5EF4-FFF2-40B4-BE49-F238E27FC236}">
                <a16:creationId xmlns:a16="http://schemas.microsoft.com/office/drawing/2014/main" id="{F9725DCD-5EC6-E677-6383-3F3456A3A4EF}"/>
              </a:ext>
            </a:extLst>
          </p:cNvPr>
          <p:cNvCxnSpPr>
            <a:cxnSpLocks/>
          </p:cNvCxnSpPr>
          <p:nvPr/>
        </p:nvCxnSpPr>
        <p:spPr bwMode="gray">
          <a:xfrm>
            <a:off x="11054241" y="5763260"/>
            <a:ext cx="852968" cy="0"/>
          </a:xfrm>
          <a:prstGeom prst="straightConnector1">
            <a:avLst/>
          </a:prstGeom>
          <a:ln w="63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215" name="Graphic 214" descr="Flag with solid fill">
            <a:extLst>
              <a:ext uri="{FF2B5EF4-FFF2-40B4-BE49-F238E27FC236}">
                <a16:creationId xmlns:a16="http://schemas.microsoft.com/office/drawing/2014/main" id="{D0B8BE65-44A0-4D0E-8B71-8E9FD2218C22}"/>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901100" y="3356501"/>
            <a:ext cx="197742" cy="197742"/>
          </a:xfrm>
          <a:prstGeom prst="rect">
            <a:avLst/>
          </a:prstGeom>
        </p:spPr>
      </p:pic>
      <p:graphicFrame>
        <p:nvGraphicFramePr>
          <p:cNvPr id="3" name="表格 2">
            <a:extLst>
              <a:ext uri="{FF2B5EF4-FFF2-40B4-BE49-F238E27FC236}">
                <a16:creationId xmlns:a16="http://schemas.microsoft.com/office/drawing/2014/main" id="{25EA3BD7-B3FB-1827-A401-D45FC509F448}"/>
              </a:ext>
            </a:extLst>
          </p:cNvPr>
          <p:cNvGraphicFramePr>
            <a:graphicFrameLocks noGrp="1"/>
          </p:cNvGraphicFramePr>
          <p:nvPr>
            <p:extLst>
              <p:ext uri="{D42A27DB-BD31-4B8C-83A1-F6EECF244321}">
                <p14:modId xmlns:p14="http://schemas.microsoft.com/office/powerpoint/2010/main" val="1119953543"/>
              </p:ext>
            </p:extLst>
          </p:nvPr>
        </p:nvGraphicFramePr>
        <p:xfrm>
          <a:off x="336186" y="4882706"/>
          <a:ext cx="3495675" cy="807720"/>
        </p:xfrm>
        <a:graphic>
          <a:graphicData uri="http://schemas.openxmlformats.org/drawingml/2006/table">
            <a:tbl>
              <a:tblPr firstRow="1" bandRow="1">
                <a:tableStyleId>{5C22544A-7EE6-4342-B048-85BDC9FD1C3A}</a:tableStyleId>
              </a:tblPr>
              <a:tblGrid>
                <a:gridCol w="1562100">
                  <a:extLst>
                    <a:ext uri="{9D8B030D-6E8A-4147-A177-3AD203B41FA5}">
                      <a16:colId xmlns:a16="http://schemas.microsoft.com/office/drawing/2014/main" val="2272756960"/>
                    </a:ext>
                  </a:extLst>
                </a:gridCol>
                <a:gridCol w="952500">
                  <a:extLst>
                    <a:ext uri="{9D8B030D-6E8A-4147-A177-3AD203B41FA5}">
                      <a16:colId xmlns:a16="http://schemas.microsoft.com/office/drawing/2014/main" val="924270403"/>
                    </a:ext>
                  </a:extLst>
                </a:gridCol>
                <a:gridCol w="981075">
                  <a:extLst>
                    <a:ext uri="{9D8B030D-6E8A-4147-A177-3AD203B41FA5}">
                      <a16:colId xmlns:a16="http://schemas.microsoft.com/office/drawing/2014/main" val="615418042"/>
                    </a:ext>
                  </a:extLst>
                </a:gridCol>
              </a:tblGrid>
              <a:tr h="0">
                <a:tc>
                  <a:txBody>
                    <a:bodyPr/>
                    <a:lstStyle/>
                    <a:p>
                      <a:pPr algn="ctr" fontAlgn="base">
                        <a:lnSpc>
                          <a:spcPts val="1425"/>
                        </a:lnSpc>
                        <a:buNone/>
                      </a:pPr>
                      <a:r>
                        <a:rPr lang="en-US" sz="1200" b="1">
                          <a:solidFill>
                            <a:srgbClr val="FFFFFF"/>
                          </a:solidFill>
                          <a:effectLst/>
                          <a:latin typeface="Boehringer Forward Text" panose="02000500000000020000"/>
                        </a:rPr>
                        <a:t>CN NDA Approval</a:t>
                      </a:r>
                      <a:endParaRPr lang="en-US" b="1">
                        <a:solidFill>
                          <a:srgbClr val="FFFFFF"/>
                        </a:solidFill>
                        <a:effectLst/>
                      </a:endParaRPr>
                    </a:p>
                  </a:txBody>
                  <a:tcPr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12059" cap="flat" cmpd="sng" algn="ctr">
                      <a:solidFill>
                        <a:srgbClr val="FFFFFF"/>
                      </a:solidFill>
                      <a:prstDash val="solid"/>
                      <a:round/>
                      <a:headEnd type="none" w="med" len="med"/>
                      <a:tailEnd type="none" w="med" len="med"/>
                    </a:lnT>
                    <a:lnB w="36195" cap="flat" cmpd="sng" algn="ctr">
                      <a:solidFill>
                        <a:srgbClr val="FFFFFF"/>
                      </a:solidFill>
                      <a:prstDash val="solid"/>
                      <a:round/>
                      <a:headEnd type="none" w="med" len="med"/>
                      <a:tailEnd type="none" w="med" len="med"/>
                    </a:lnB>
                  </a:tcPr>
                </a:tc>
                <a:tc>
                  <a:txBody>
                    <a:bodyPr/>
                    <a:lstStyle/>
                    <a:p>
                      <a:pPr algn="ctr" fontAlgn="base">
                        <a:lnSpc>
                          <a:spcPts val="1425"/>
                        </a:lnSpc>
                        <a:buNone/>
                      </a:pPr>
                      <a:r>
                        <a:rPr lang="en-US" sz="1200" b="1">
                          <a:solidFill>
                            <a:srgbClr val="FFFFFF"/>
                          </a:solidFill>
                          <a:effectLst/>
                          <a:latin typeface="Boehringer Forward Text" panose="02000500000000020000"/>
                        </a:rPr>
                        <a:t>Best Case</a:t>
                      </a:r>
                      <a:endParaRPr lang="en-US" b="1">
                        <a:solidFill>
                          <a:srgbClr val="FFFFFF"/>
                        </a:solidFill>
                        <a:effectLst/>
                      </a:endParaRPr>
                    </a:p>
                  </a:txBody>
                  <a:tcPr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12059" cap="flat" cmpd="sng" algn="ctr">
                      <a:solidFill>
                        <a:srgbClr val="FFFFFF"/>
                      </a:solidFill>
                      <a:prstDash val="solid"/>
                      <a:round/>
                      <a:headEnd type="none" w="med" len="med"/>
                      <a:tailEnd type="none" w="med" len="med"/>
                    </a:lnT>
                    <a:lnB w="36195" cap="flat" cmpd="sng" algn="ctr">
                      <a:solidFill>
                        <a:srgbClr val="FFFFFF"/>
                      </a:solidFill>
                      <a:prstDash val="solid"/>
                      <a:round/>
                      <a:headEnd type="none" w="med" len="med"/>
                      <a:tailEnd type="none" w="med" len="med"/>
                    </a:lnB>
                  </a:tcPr>
                </a:tc>
                <a:tc>
                  <a:txBody>
                    <a:bodyPr/>
                    <a:lstStyle/>
                    <a:p>
                      <a:pPr algn="ctr" fontAlgn="base">
                        <a:lnSpc>
                          <a:spcPts val="1425"/>
                        </a:lnSpc>
                        <a:buNone/>
                      </a:pPr>
                      <a:r>
                        <a:rPr lang="en-US" sz="1200" b="1">
                          <a:solidFill>
                            <a:srgbClr val="FFFFFF"/>
                          </a:solidFill>
                          <a:effectLst/>
                          <a:latin typeface="Boehringer Forward Text" panose="02000500000000020000"/>
                        </a:rPr>
                        <a:t>Base Case</a:t>
                      </a:r>
                      <a:endParaRPr lang="en-US" b="1">
                        <a:solidFill>
                          <a:srgbClr val="FFFFFF"/>
                        </a:solidFill>
                        <a:effectLst/>
                      </a:endParaRPr>
                    </a:p>
                  </a:txBody>
                  <a:tcPr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12059" cap="flat" cmpd="sng" algn="ctr">
                      <a:solidFill>
                        <a:srgbClr val="FFFFFF"/>
                      </a:solidFill>
                      <a:prstDash val="solid"/>
                      <a:round/>
                      <a:headEnd type="none" w="med" len="med"/>
                      <a:tailEnd type="none" w="med" len="med"/>
                    </a:lnT>
                    <a:lnB w="36195"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3607507994"/>
                  </a:ext>
                </a:extLst>
              </a:tr>
              <a:tr h="0">
                <a:tc>
                  <a:txBody>
                    <a:bodyPr/>
                    <a:lstStyle/>
                    <a:p>
                      <a:pPr algn="ctr" fontAlgn="base">
                        <a:lnSpc>
                          <a:spcPts val="1425"/>
                        </a:lnSpc>
                        <a:buNone/>
                      </a:pPr>
                      <a:r>
                        <a:rPr lang="en-US" sz="1200" b="1" kern="1200">
                          <a:solidFill>
                            <a:schemeClr val="accent2">
                              <a:lumMod val="50000"/>
                            </a:schemeClr>
                          </a:solidFill>
                          <a:latin typeface="+mn-lt"/>
                          <a:ea typeface="+mn-ea"/>
                          <a:cs typeface="+mn-cs"/>
                        </a:rPr>
                        <a:t>Initial timeline</a:t>
                      </a:r>
                    </a:p>
                  </a:txBody>
                  <a:tcPr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36195" cap="flat" cmpd="sng" algn="ctr">
                      <a:solidFill>
                        <a:srgbClr val="FFFFFF"/>
                      </a:solidFill>
                      <a:prstDash val="solid"/>
                      <a:round/>
                      <a:headEnd type="none" w="med" len="med"/>
                      <a:tailEnd type="none" w="med" len="med"/>
                    </a:lnT>
                    <a:lnB w="12059" cap="flat" cmpd="sng" algn="ctr">
                      <a:solidFill>
                        <a:srgbClr val="FFFFFF"/>
                      </a:solidFill>
                      <a:prstDash val="solid"/>
                      <a:round/>
                      <a:headEnd type="none" w="med" len="med"/>
                      <a:tailEnd type="none" w="med" len="med"/>
                    </a:lnB>
                  </a:tcPr>
                </a:tc>
                <a:tc>
                  <a:txBody>
                    <a:bodyPr/>
                    <a:lstStyle/>
                    <a:p>
                      <a:pPr algn="ctr" fontAlgn="base">
                        <a:lnSpc>
                          <a:spcPts val="1425"/>
                        </a:lnSpc>
                        <a:buNone/>
                      </a:pPr>
                      <a:r>
                        <a:rPr lang="en-US" sz="1200">
                          <a:effectLst/>
                          <a:latin typeface="Boehringer Forward Text" panose="02000500000000020000"/>
                        </a:rPr>
                        <a:t>Mar 2030</a:t>
                      </a:r>
                      <a:endParaRPr lang="en-US">
                        <a:effectLst/>
                      </a:endParaRPr>
                    </a:p>
                  </a:txBody>
                  <a:tcPr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36195" cap="flat" cmpd="sng" algn="ctr">
                      <a:solidFill>
                        <a:srgbClr val="FFFFFF"/>
                      </a:solidFill>
                      <a:prstDash val="solid"/>
                      <a:round/>
                      <a:headEnd type="none" w="med" len="med"/>
                      <a:tailEnd type="none" w="med" len="med"/>
                    </a:lnT>
                    <a:lnB w="12059" cap="flat" cmpd="sng" algn="ctr">
                      <a:solidFill>
                        <a:srgbClr val="FFFFFF"/>
                      </a:solidFill>
                      <a:prstDash val="solid"/>
                      <a:round/>
                      <a:headEnd type="none" w="med" len="med"/>
                      <a:tailEnd type="none" w="med" len="med"/>
                    </a:lnB>
                  </a:tcPr>
                </a:tc>
                <a:tc>
                  <a:txBody>
                    <a:bodyPr/>
                    <a:lstStyle/>
                    <a:p>
                      <a:pPr algn="ctr" fontAlgn="base">
                        <a:lnSpc>
                          <a:spcPts val="1425"/>
                        </a:lnSpc>
                        <a:buNone/>
                      </a:pPr>
                      <a:r>
                        <a:rPr lang="en-US" sz="1200">
                          <a:effectLst/>
                          <a:latin typeface="Boehringer Forward Text" panose="02000500000000020000"/>
                        </a:rPr>
                        <a:t>Sep 2030</a:t>
                      </a:r>
                      <a:endParaRPr lang="en-US">
                        <a:effectLst/>
                      </a:endParaRPr>
                    </a:p>
                  </a:txBody>
                  <a:tcPr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36195" cap="flat" cmpd="sng" algn="ctr">
                      <a:solidFill>
                        <a:srgbClr val="FFFFFF"/>
                      </a:solidFill>
                      <a:prstDash val="solid"/>
                      <a:round/>
                      <a:headEnd type="none" w="med" len="med"/>
                      <a:tailEnd type="none" w="med" len="med"/>
                    </a:lnT>
                    <a:lnB w="12059"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573060258"/>
                  </a:ext>
                </a:extLst>
              </a:tr>
              <a:tr h="0">
                <a:tc>
                  <a:txBody>
                    <a:bodyPr/>
                    <a:lstStyle/>
                    <a:p>
                      <a:pPr algn="ctr" fontAlgn="base">
                        <a:lnSpc>
                          <a:spcPts val="1425"/>
                        </a:lnSpc>
                        <a:buNone/>
                      </a:pPr>
                      <a:r>
                        <a:rPr lang="en-US" sz="1100" b="1" kern="1200">
                          <a:solidFill>
                            <a:srgbClr val="164C7F"/>
                          </a:solidFill>
                          <a:latin typeface="+mn-lt"/>
                          <a:ea typeface="+mn-ea"/>
                          <a:cs typeface="+mn-cs"/>
                        </a:rPr>
                        <a:t>Updated timeline</a:t>
                      </a:r>
                    </a:p>
                  </a:txBody>
                  <a:tcPr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12059" cap="flat" cmpd="sng" algn="ctr">
                      <a:solidFill>
                        <a:srgbClr val="FFFFFF"/>
                      </a:solidFill>
                      <a:prstDash val="solid"/>
                      <a:round/>
                      <a:headEnd type="none" w="med" len="med"/>
                      <a:tailEnd type="none" w="med" len="med"/>
                    </a:lnT>
                    <a:lnB w="12059" cap="flat" cmpd="sng" algn="ctr">
                      <a:solidFill>
                        <a:srgbClr val="FFFFFF"/>
                      </a:solidFill>
                      <a:prstDash val="solid"/>
                      <a:round/>
                      <a:headEnd type="none" w="med" len="med"/>
                      <a:tailEnd type="none" w="med" len="med"/>
                    </a:lnB>
                  </a:tcPr>
                </a:tc>
                <a:tc>
                  <a:txBody>
                    <a:bodyPr/>
                    <a:lstStyle/>
                    <a:p>
                      <a:pPr algn="ctr" fontAlgn="base">
                        <a:lnSpc>
                          <a:spcPts val="1425"/>
                        </a:lnSpc>
                        <a:buNone/>
                      </a:pPr>
                      <a:r>
                        <a:rPr lang="en-US" sz="1200">
                          <a:effectLst/>
                          <a:highlight>
                            <a:srgbClr val="00FF00"/>
                          </a:highlight>
                          <a:latin typeface="Boehringer Forward Text" panose="02000500000000020000"/>
                        </a:rPr>
                        <a:t>Feb 2029</a:t>
                      </a:r>
                      <a:endParaRPr lang="en-US">
                        <a:effectLst/>
                      </a:endParaRPr>
                    </a:p>
                  </a:txBody>
                  <a:tcPr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12059" cap="flat" cmpd="sng" algn="ctr">
                      <a:solidFill>
                        <a:srgbClr val="FFFFFF"/>
                      </a:solidFill>
                      <a:prstDash val="solid"/>
                      <a:round/>
                      <a:headEnd type="none" w="med" len="med"/>
                      <a:tailEnd type="none" w="med" len="med"/>
                    </a:lnT>
                    <a:lnB w="12059" cap="flat" cmpd="sng" algn="ctr">
                      <a:solidFill>
                        <a:srgbClr val="FFFFFF"/>
                      </a:solidFill>
                      <a:prstDash val="solid"/>
                      <a:round/>
                      <a:headEnd type="none" w="med" len="med"/>
                      <a:tailEnd type="none" w="med" len="med"/>
                    </a:lnB>
                  </a:tcPr>
                </a:tc>
                <a:tc>
                  <a:txBody>
                    <a:bodyPr/>
                    <a:lstStyle/>
                    <a:p>
                      <a:pPr algn="ctr" fontAlgn="base">
                        <a:lnSpc>
                          <a:spcPts val="1425"/>
                        </a:lnSpc>
                        <a:buNone/>
                      </a:pPr>
                      <a:r>
                        <a:rPr lang="en-US" sz="1200">
                          <a:effectLst/>
                          <a:highlight>
                            <a:srgbClr val="00FF00"/>
                          </a:highlight>
                          <a:latin typeface="Boehringer Forward Text" panose="02000500000000020000"/>
                        </a:rPr>
                        <a:t>Aug 2029</a:t>
                      </a:r>
                      <a:endParaRPr lang="en-US">
                        <a:effectLst/>
                      </a:endParaRPr>
                    </a:p>
                  </a:txBody>
                  <a:tcPr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12059" cap="flat" cmpd="sng" algn="ctr">
                      <a:solidFill>
                        <a:srgbClr val="FFFFFF"/>
                      </a:solidFill>
                      <a:prstDash val="solid"/>
                      <a:round/>
                      <a:headEnd type="none" w="med" len="med"/>
                      <a:tailEnd type="none" w="med" len="med"/>
                    </a:lnT>
                    <a:lnB w="12059" cap="flat" cmpd="sng" algn="ctr">
                      <a:solidFill>
                        <a:srgbClr val="FFFFFF"/>
                      </a:solidFill>
                      <a:prstDash val="solid"/>
                      <a:round/>
                      <a:headEnd type="none" w="med" len="med"/>
                      <a:tailEnd type="none" w="med" len="med"/>
                    </a:lnB>
                  </a:tcPr>
                </a:tc>
                <a:extLst>
                  <a:ext uri="{0D108BD9-81ED-4DB2-BD59-A6C34878D82A}">
                    <a16:rowId xmlns:a16="http://schemas.microsoft.com/office/drawing/2014/main" val="3443255917"/>
                  </a:ext>
                </a:extLst>
              </a:tr>
            </a:tbl>
          </a:graphicData>
        </a:graphic>
      </p:graphicFrame>
    </p:spTree>
    <p:extLst>
      <p:ext uri="{BB962C8B-B14F-4D97-AF65-F5344CB8AC3E}">
        <p14:creationId xmlns:p14="http://schemas.microsoft.com/office/powerpoint/2010/main" val="322912680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表格 7">
            <a:extLst>
              <a:ext uri="{FF2B5EF4-FFF2-40B4-BE49-F238E27FC236}">
                <a16:creationId xmlns:a16="http://schemas.microsoft.com/office/drawing/2014/main" id="{18AE44EA-72BE-CC46-6700-4CDAA24C5A8A}"/>
              </a:ext>
            </a:extLst>
          </p:cNvPr>
          <p:cNvGraphicFramePr>
            <a:graphicFrameLocks noGrp="1"/>
          </p:cNvGraphicFramePr>
          <p:nvPr/>
        </p:nvGraphicFramePr>
        <p:xfrm>
          <a:off x="254000" y="1367692"/>
          <a:ext cx="11499190" cy="4776921"/>
        </p:xfrm>
        <a:graphic>
          <a:graphicData uri="http://schemas.openxmlformats.org/drawingml/2006/table">
            <a:tbl>
              <a:tblPr bandRow="1">
                <a:tableStyleId>{5C22544A-7EE6-4342-B048-85BDC9FD1C3A}</a:tableStyleId>
              </a:tblPr>
              <a:tblGrid>
                <a:gridCol w="1028596">
                  <a:extLst>
                    <a:ext uri="{9D8B030D-6E8A-4147-A177-3AD203B41FA5}">
                      <a16:colId xmlns:a16="http://schemas.microsoft.com/office/drawing/2014/main" val="177404507"/>
                    </a:ext>
                  </a:extLst>
                </a:gridCol>
                <a:gridCol w="323031">
                  <a:extLst>
                    <a:ext uri="{9D8B030D-6E8A-4147-A177-3AD203B41FA5}">
                      <a16:colId xmlns:a16="http://schemas.microsoft.com/office/drawing/2014/main" val="2852922863"/>
                    </a:ext>
                  </a:extLst>
                </a:gridCol>
                <a:gridCol w="375273">
                  <a:extLst>
                    <a:ext uri="{9D8B030D-6E8A-4147-A177-3AD203B41FA5}">
                      <a16:colId xmlns:a16="http://schemas.microsoft.com/office/drawing/2014/main" val="3915197354"/>
                    </a:ext>
                  </a:extLst>
                </a:gridCol>
                <a:gridCol w="375273">
                  <a:extLst>
                    <a:ext uri="{9D8B030D-6E8A-4147-A177-3AD203B41FA5}">
                      <a16:colId xmlns:a16="http://schemas.microsoft.com/office/drawing/2014/main" val="794278796"/>
                    </a:ext>
                  </a:extLst>
                </a:gridCol>
                <a:gridCol w="375273">
                  <a:extLst>
                    <a:ext uri="{9D8B030D-6E8A-4147-A177-3AD203B41FA5}">
                      <a16:colId xmlns:a16="http://schemas.microsoft.com/office/drawing/2014/main" val="3937961855"/>
                    </a:ext>
                  </a:extLst>
                </a:gridCol>
                <a:gridCol w="375273">
                  <a:extLst>
                    <a:ext uri="{9D8B030D-6E8A-4147-A177-3AD203B41FA5}">
                      <a16:colId xmlns:a16="http://schemas.microsoft.com/office/drawing/2014/main" val="3461427949"/>
                    </a:ext>
                  </a:extLst>
                </a:gridCol>
                <a:gridCol w="375273">
                  <a:extLst>
                    <a:ext uri="{9D8B030D-6E8A-4147-A177-3AD203B41FA5}">
                      <a16:colId xmlns:a16="http://schemas.microsoft.com/office/drawing/2014/main" val="3470052157"/>
                    </a:ext>
                  </a:extLst>
                </a:gridCol>
                <a:gridCol w="375273">
                  <a:extLst>
                    <a:ext uri="{9D8B030D-6E8A-4147-A177-3AD203B41FA5}">
                      <a16:colId xmlns:a16="http://schemas.microsoft.com/office/drawing/2014/main" val="2255373395"/>
                    </a:ext>
                  </a:extLst>
                </a:gridCol>
                <a:gridCol w="375273">
                  <a:extLst>
                    <a:ext uri="{9D8B030D-6E8A-4147-A177-3AD203B41FA5}">
                      <a16:colId xmlns:a16="http://schemas.microsoft.com/office/drawing/2014/main" val="3732673608"/>
                    </a:ext>
                  </a:extLst>
                </a:gridCol>
                <a:gridCol w="375273">
                  <a:extLst>
                    <a:ext uri="{9D8B030D-6E8A-4147-A177-3AD203B41FA5}">
                      <a16:colId xmlns:a16="http://schemas.microsoft.com/office/drawing/2014/main" val="1582306584"/>
                    </a:ext>
                  </a:extLst>
                </a:gridCol>
                <a:gridCol w="375273">
                  <a:extLst>
                    <a:ext uri="{9D8B030D-6E8A-4147-A177-3AD203B41FA5}">
                      <a16:colId xmlns:a16="http://schemas.microsoft.com/office/drawing/2014/main" val="2947391478"/>
                    </a:ext>
                  </a:extLst>
                </a:gridCol>
                <a:gridCol w="422818">
                  <a:extLst>
                    <a:ext uri="{9D8B030D-6E8A-4147-A177-3AD203B41FA5}">
                      <a16:colId xmlns:a16="http://schemas.microsoft.com/office/drawing/2014/main" val="2817950917"/>
                    </a:ext>
                  </a:extLst>
                </a:gridCol>
                <a:gridCol w="327722">
                  <a:extLst>
                    <a:ext uri="{9D8B030D-6E8A-4147-A177-3AD203B41FA5}">
                      <a16:colId xmlns:a16="http://schemas.microsoft.com/office/drawing/2014/main" val="619635164"/>
                    </a:ext>
                  </a:extLst>
                </a:gridCol>
                <a:gridCol w="375273">
                  <a:extLst>
                    <a:ext uri="{9D8B030D-6E8A-4147-A177-3AD203B41FA5}">
                      <a16:colId xmlns:a16="http://schemas.microsoft.com/office/drawing/2014/main" val="1672524877"/>
                    </a:ext>
                  </a:extLst>
                </a:gridCol>
                <a:gridCol w="375273">
                  <a:extLst>
                    <a:ext uri="{9D8B030D-6E8A-4147-A177-3AD203B41FA5}">
                      <a16:colId xmlns:a16="http://schemas.microsoft.com/office/drawing/2014/main" val="2256772075"/>
                    </a:ext>
                  </a:extLst>
                </a:gridCol>
                <a:gridCol w="375273">
                  <a:extLst>
                    <a:ext uri="{9D8B030D-6E8A-4147-A177-3AD203B41FA5}">
                      <a16:colId xmlns:a16="http://schemas.microsoft.com/office/drawing/2014/main" val="995299607"/>
                    </a:ext>
                  </a:extLst>
                </a:gridCol>
                <a:gridCol w="431626">
                  <a:extLst>
                    <a:ext uri="{9D8B030D-6E8A-4147-A177-3AD203B41FA5}">
                      <a16:colId xmlns:a16="http://schemas.microsoft.com/office/drawing/2014/main" val="4276427018"/>
                    </a:ext>
                  </a:extLst>
                </a:gridCol>
                <a:gridCol w="369965">
                  <a:extLst>
                    <a:ext uri="{9D8B030D-6E8A-4147-A177-3AD203B41FA5}">
                      <a16:colId xmlns:a16="http://schemas.microsoft.com/office/drawing/2014/main" val="2655179064"/>
                    </a:ext>
                  </a:extLst>
                </a:gridCol>
                <a:gridCol w="339426">
                  <a:extLst>
                    <a:ext uri="{9D8B030D-6E8A-4147-A177-3AD203B41FA5}">
                      <a16:colId xmlns:a16="http://schemas.microsoft.com/office/drawing/2014/main" val="1698692556"/>
                    </a:ext>
                  </a:extLst>
                </a:gridCol>
                <a:gridCol w="375273">
                  <a:extLst>
                    <a:ext uri="{9D8B030D-6E8A-4147-A177-3AD203B41FA5}">
                      <a16:colId xmlns:a16="http://schemas.microsoft.com/office/drawing/2014/main" val="3701245824"/>
                    </a:ext>
                  </a:extLst>
                </a:gridCol>
                <a:gridCol w="375273">
                  <a:extLst>
                    <a:ext uri="{9D8B030D-6E8A-4147-A177-3AD203B41FA5}">
                      <a16:colId xmlns:a16="http://schemas.microsoft.com/office/drawing/2014/main" val="1379581659"/>
                    </a:ext>
                  </a:extLst>
                </a:gridCol>
                <a:gridCol w="375273">
                  <a:extLst>
                    <a:ext uri="{9D8B030D-6E8A-4147-A177-3AD203B41FA5}">
                      <a16:colId xmlns:a16="http://schemas.microsoft.com/office/drawing/2014/main" val="2447417914"/>
                    </a:ext>
                  </a:extLst>
                </a:gridCol>
                <a:gridCol w="375273">
                  <a:extLst>
                    <a:ext uri="{9D8B030D-6E8A-4147-A177-3AD203B41FA5}">
                      <a16:colId xmlns:a16="http://schemas.microsoft.com/office/drawing/2014/main" val="2876960549"/>
                    </a:ext>
                  </a:extLst>
                </a:gridCol>
                <a:gridCol w="375273">
                  <a:extLst>
                    <a:ext uri="{9D8B030D-6E8A-4147-A177-3AD203B41FA5}">
                      <a16:colId xmlns:a16="http://schemas.microsoft.com/office/drawing/2014/main" val="867431328"/>
                    </a:ext>
                  </a:extLst>
                </a:gridCol>
                <a:gridCol w="375273">
                  <a:extLst>
                    <a:ext uri="{9D8B030D-6E8A-4147-A177-3AD203B41FA5}">
                      <a16:colId xmlns:a16="http://schemas.microsoft.com/office/drawing/2014/main" val="2331603929"/>
                    </a:ext>
                  </a:extLst>
                </a:gridCol>
                <a:gridCol w="375273">
                  <a:extLst>
                    <a:ext uri="{9D8B030D-6E8A-4147-A177-3AD203B41FA5}">
                      <a16:colId xmlns:a16="http://schemas.microsoft.com/office/drawing/2014/main" val="2545782055"/>
                    </a:ext>
                  </a:extLst>
                </a:gridCol>
                <a:gridCol w="375273">
                  <a:extLst>
                    <a:ext uri="{9D8B030D-6E8A-4147-A177-3AD203B41FA5}">
                      <a16:colId xmlns:a16="http://schemas.microsoft.com/office/drawing/2014/main" val="4122037168"/>
                    </a:ext>
                  </a:extLst>
                </a:gridCol>
                <a:gridCol w="375273">
                  <a:extLst>
                    <a:ext uri="{9D8B030D-6E8A-4147-A177-3AD203B41FA5}">
                      <a16:colId xmlns:a16="http://schemas.microsoft.com/office/drawing/2014/main" val="3887998541"/>
                    </a:ext>
                  </a:extLst>
                </a:gridCol>
                <a:gridCol w="375273">
                  <a:extLst>
                    <a:ext uri="{9D8B030D-6E8A-4147-A177-3AD203B41FA5}">
                      <a16:colId xmlns:a16="http://schemas.microsoft.com/office/drawing/2014/main" val="1852625327"/>
                    </a:ext>
                  </a:extLst>
                </a:gridCol>
              </a:tblGrid>
              <a:tr h="298593">
                <a:tc>
                  <a:txBody>
                    <a:bodyPr/>
                    <a:lstStyle/>
                    <a:p>
                      <a:pPr algn="ctr" rtl="0" fontAlgn="base">
                        <a:lnSpc>
                          <a:spcPts val="1275"/>
                        </a:lnSpc>
                        <a:buNone/>
                      </a:pPr>
                      <a:endParaRPr lang="en-US" altLang="zh-CN" sz="1200">
                        <a:solidFill>
                          <a:schemeClr val="bg1"/>
                        </a:solidFill>
                      </a:endParaRPr>
                    </a:p>
                  </a:txBody>
                  <a:tcPr marL="86868" marR="86868" marT="43434" marB="43434"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12059" cap="flat" cmpd="sng" algn="ctr">
                      <a:solidFill>
                        <a:srgbClr val="FFFFFF"/>
                      </a:solidFill>
                      <a:prstDash val="solid"/>
                      <a:round/>
                      <a:headEnd type="none" w="med" len="med"/>
                      <a:tailEnd type="none" w="med" len="med"/>
                    </a:lnT>
                    <a:lnB w="36195" cap="flat" cmpd="sng" algn="ctr">
                      <a:solidFill>
                        <a:srgbClr val="FFFFFF"/>
                      </a:solidFill>
                      <a:prstDash val="solid"/>
                      <a:round/>
                      <a:headEnd type="none" w="med" len="med"/>
                      <a:tailEnd type="none" w="med" len="med"/>
                    </a:lnB>
                    <a:solidFill>
                      <a:srgbClr val="062520"/>
                    </a:solidFill>
                  </a:tcPr>
                </a:tc>
                <a:tc gridSpan="4">
                  <a:txBody>
                    <a:bodyPr/>
                    <a:lstStyle/>
                    <a:p>
                      <a:pPr lvl="0" algn="ctr">
                        <a:lnSpc>
                          <a:spcPts val="1275"/>
                        </a:lnSpc>
                        <a:buNone/>
                      </a:pPr>
                      <a:r>
                        <a:rPr lang="en-US" sz="1200" b="1" i="0" u="none" strike="noStrike" noProof="0">
                          <a:solidFill>
                            <a:schemeClr val="bg1"/>
                          </a:solidFill>
                          <a:latin typeface="Boehringer Forward Text"/>
                        </a:rPr>
                        <a:t>2027</a:t>
                      </a:r>
                      <a:endParaRPr lang="zh-CN" b="1"/>
                    </a:p>
                  </a:txBody>
                  <a:tcPr marL="86868" marR="86868" marT="43434" marB="43434"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12059" cap="flat" cmpd="sng" algn="ctr">
                      <a:solidFill>
                        <a:srgbClr val="FFFFFF"/>
                      </a:solidFill>
                      <a:prstDash val="solid"/>
                      <a:round/>
                      <a:headEnd type="none" w="med" len="med"/>
                      <a:tailEnd type="none" w="med" len="med"/>
                    </a:lnT>
                    <a:lnB w="36195" cap="flat" cmpd="sng" algn="ctr">
                      <a:solidFill>
                        <a:srgbClr val="FFFFFF"/>
                      </a:solidFill>
                      <a:prstDash val="solid"/>
                      <a:round/>
                      <a:headEnd type="none" w="med" len="med"/>
                      <a:tailEnd type="none" w="med" len="med"/>
                    </a:lnB>
                    <a:solidFill>
                      <a:srgbClr val="062520"/>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12">
                  <a:txBody>
                    <a:bodyPr/>
                    <a:lstStyle/>
                    <a:p>
                      <a:pPr lvl="0" algn="ctr">
                        <a:lnSpc>
                          <a:spcPts val="1275"/>
                        </a:lnSpc>
                        <a:buNone/>
                      </a:pPr>
                      <a:r>
                        <a:rPr lang="en-US" sz="1200" b="1" i="0" u="none" strike="noStrike" noProof="0">
                          <a:solidFill>
                            <a:schemeClr val="bg1"/>
                          </a:solidFill>
                          <a:latin typeface="Boehringer Forward Text"/>
                        </a:rPr>
                        <a:t>2028</a:t>
                      </a:r>
                      <a:endParaRPr lang="zh-CN" altLang="en-US" b="1"/>
                    </a:p>
                  </a:txBody>
                  <a:tcPr marL="86868" marR="86868" marT="43434" marB="43434"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12059" cap="flat" cmpd="sng" algn="ctr">
                      <a:solidFill>
                        <a:srgbClr val="FFFFFF"/>
                      </a:solidFill>
                      <a:prstDash val="solid"/>
                      <a:round/>
                      <a:headEnd type="none" w="med" len="med"/>
                      <a:tailEnd type="none" w="med" len="med"/>
                    </a:lnT>
                    <a:lnB w="36195" cap="flat" cmpd="sng" algn="ctr">
                      <a:solidFill>
                        <a:srgbClr val="FFFFFF"/>
                      </a:solidFill>
                      <a:prstDash val="solid"/>
                      <a:round/>
                      <a:headEnd type="none" w="med" len="med"/>
                      <a:tailEnd type="none" w="med" len="med"/>
                    </a:lnB>
                    <a:solidFill>
                      <a:srgbClr val="062520"/>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marL="86868" marR="86868" marT="43434" marB="43434"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12059" cap="flat" cmpd="sng" algn="ctr">
                      <a:solidFill>
                        <a:srgbClr val="FFFFFF"/>
                      </a:solidFill>
                      <a:prstDash val="solid"/>
                      <a:round/>
                      <a:headEnd type="none" w="med" len="med"/>
                      <a:tailEnd type="none" w="med" len="med"/>
                    </a:lnT>
                    <a:lnB w="36195" cap="flat" cmpd="sng" algn="ctr">
                      <a:solidFill>
                        <a:srgbClr val="FFFFFF"/>
                      </a:solidFill>
                      <a:prstDash val="solid"/>
                      <a:round/>
                      <a:headEnd type="none" w="med" len="med"/>
                      <a:tailEnd type="none" w="med" len="med"/>
                    </a:lnB>
                    <a:solidFill>
                      <a:srgbClr val="062520"/>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marL="86868" marR="86868" marT="43434" marB="43434"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12059" cap="flat" cmpd="sng" algn="ctr">
                      <a:solidFill>
                        <a:srgbClr val="FFFFFF"/>
                      </a:solidFill>
                      <a:prstDash val="solid"/>
                      <a:round/>
                      <a:headEnd type="none" w="med" len="med"/>
                      <a:tailEnd type="none" w="med" len="med"/>
                    </a:lnT>
                    <a:lnB w="36195" cap="flat" cmpd="sng" algn="ctr">
                      <a:solidFill>
                        <a:srgbClr val="FFFFFF"/>
                      </a:solidFill>
                      <a:prstDash val="solid"/>
                      <a:round/>
                      <a:headEnd type="none" w="med" len="med"/>
                      <a:tailEnd type="none" w="med" len="med"/>
                    </a:lnB>
                    <a:solidFill>
                      <a:srgbClr val="062520"/>
                    </a:solidFill>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gridSpan="12">
                  <a:txBody>
                    <a:bodyPr/>
                    <a:lstStyle/>
                    <a:p>
                      <a:pPr algn="ctr" rtl="0" fontAlgn="base">
                        <a:lnSpc>
                          <a:spcPts val="1275"/>
                        </a:lnSpc>
                        <a:buNone/>
                      </a:pPr>
                      <a:r>
                        <a:rPr lang="en-US" altLang="zh-CN" sz="1200" b="1">
                          <a:solidFill>
                            <a:schemeClr val="bg1"/>
                          </a:solidFill>
                        </a:rPr>
                        <a:t>2029</a:t>
                      </a:r>
                    </a:p>
                  </a:txBody>
                  <a:tcPr marL="86868" marR="86868" marT="43434" marB="43434" anchor="ctr">
                    <a:lnL w="12059" cap="flat" cmpd="sng" algn="ctr">
                      <a:solidFill>
                        <a:srgbClr val="FFFFFF"/>
                      </a:solidFill>
                      <a:prstDash val="solid"/>
                      <a:round/>
                      <a:headEnd type="none" w="med" len="med"/>
                      <a:tailEnd type="none" w="med" len="med"/>
                    </a:lnL>
                    <a:lnR w="12058">
                      <a:solidFill>
                        <a:srgbClr val="FFFFFF"/>
                      </a:solidFill>
                    </a:lnR>
                    <a:lnT w="12059" cap="flat" cmpd="sng" algn="ctr">
                      <a:solidFill>
                        <a:srgbClr val="FFFFFF"/>
                      </a:solidFill>
                      <a:prstDash val="solid"/>
                      <a:round/>
                      <a:headEnd type="none" w="med" len="med"/>
                      <a:tailEnd type="none" w="med" len="med"/>
                    </a:lnT>
                    <a:lnB w="36195" cap="flat" cmpd="sng" algn="ctr">
                      <a:solidFill>
                        <a:srgbClr val="FFFFFF"/>
                      </a:solidFill>
                      <a:prstDash val="solid"/>
                      <a:round/>
                      <a:headEnd type="none" w="med" len="med"/>
                      <a:tailEnd type="none" w="med" len="med"/>
                    </a:lnB>
                    <a:solidFill>
                      <a:srgbClr val="062520"/>
                    </a:solidFill>
                  </a:tcPr>
                </a:tc>
                <a:tc hMerge="1">
                  <a:txBody>
                    <a:bodyPr/>
                    <a:lstStyle/>
                    <a:p>
                      <a:endParaRPr lang="zh-CN" altLang="en-US"/>
                    </a:p>
                  </a:txBody>
                  <a:tcPr marL="86868" marR="86868" marT="43434" marB="43434" anchor="ctr">
                    <a:lnL w="12058">
                      <a:solidFill>
                        <a:srgbClr val="FFFFFF"/>
                      </a:solidFill>
                    </a:lnL>
                    <a:lnR w="12058">
                      <a:solidFill>
                        <a:srgbClr val="FFFFFF"/>
                      </a:solidFill>
                    </a:lnR>
                    <a:lnT w="12058">
                      <a:solidFill>
                        <a:srgbClr val="FFFFFF"/>
                      </a:solidFill>
                    </a:lnT>
                    <a:lnB w="36195">
                      <a:solidFill>
                        <a:srgbClr val="FFFFFF"/>
                      </a:solidFill>
                    </a:lnB>
                    <a:solidFill>
                      <a:srgbClr val="062520"/>
                    </a:solidFill>
                  </a:tcPr>
                </a:tc>
                <a:tc hMerge="1">
                  <a:txBody>
                    <a:bodyPr/>
                    <a:lstStyle/>
                    <a:p>
                      <a:endParaRPr lang="zh-CN" altLang="en-US"/>
                    </a:p>
                  </a:txBody>
                  <a:tcPr marL="86868" marR="86868" marT="43434" marB="43434" anchor="ctr">
                    <a:lnL w="12058">
                      <a:solidFill>
                        <a:srgbClr val="FFFFFF"/>
                      </a:solidFill>
                    </a:lnL>
                    <a:lnR w="12058">
                      <a:solidFill>
                        <a:srgbClr val="FFFFFF"/>
                      </a:solidFill>
                    </a:lnR>
                    <a:lnT w="12058">
                      <a:solidFill>
                        <a:srgbClr val="FFFFFF"/>
                      </a:solidFill>
                    </a:lnT>
                    <a:lnB w="36195">
                      <a:solidFill>
                        <a:srgbClr val="FFFFFF"/>
                      </a:solidFill>
                    </a:lnB>
                    <a:solidFill>
                      <a:srgbClr val="062520"/>
                    </a:solidFill>
                  </a:tcPr>
                </a:tc>
                <a:tc hMerge="1">
                  <a:txBody>
                    <a:bodyPr/>
                    <a:lstStyle/>
                    <a:p>
                      <a:endParaRPr lang="zh-CN" altLang="en-US"/>
                    </a:p>
                  </a:txBody>
                  <a:tcPr marL="86868" marR="86868" marT="43434" marB="43434" anchor="ctr">
                    <a:lnL w="12058">
                      <a:solidFill>
                        <a:srgbClr val="FFFFFF"/>
                      </a:solidFill>
                    </a:lnL>
                    <a:lnR w="12058">
                      <a:solidFill>
                        <a:srgbClr val="FFFFFF"/>
                      </a:solidFill>
                    </a:lnR>
                    <a:lnT w="12058">
                      <a:solidFill>
                        <a:srgbClr val="FFFFFF"/>
                      </a:solidFill>
                    </a:lnT>
                    <a:lnB w="36195">
                      <a:solidFill>
                        <a:srgbClr val="FFFFFF"/>
                      </a:solidFill>
                    </a:lnB>
                    <a:solidFill>
                      <a:srgbClr val="062520"/>
                    </a:solidFill>
                  </a:tcPr>
                </a:tc>
                <a:tc hMerge="1">
                  <a:txBody>
                    <a:bodyPr/>
                    <a:lstStyle/>
                    <a:p>
                      <a:endParaRPr lang="zh-CN" altLang="en-US"/>
                    </a:p>
                  </a:txBody>
                  <a:tcPr marL="86868" marR="86868" marT="43434" marB="43434" anchor="ctr">
                    <a:lnL w="12058">
                      <a:solidFill>
                        <a:srgbClr val="FFFFFF"/>
                      </a:solidFill>
                    </a:lnL>
                    <a:lnR w="12058">
                      <a:solidFill>
                        <a:srgbClr val="FFFFFF"/>
                      </a:solidFill>
                    </a:lnR>
                    <a:lnT w="12058">
                      <a:solidFill>
                        <a:srgbClr val="FFFFFF"/>
                      </a:solidFill>
                    </a:lnT>
                    <a:lnB w="36195">
                      <a:solidFill>
                        <a:srgbClr val="FFFFFF"/>
                      </a:solidFill>
                    </a:lnB>
                    <a:solidFill>
                      <a:srgbClr val="062520"/>
                    </a:solidFill>
                  </a:tcPr>
                </a:tc>
                <a:tc hMerge="1">
                  <a:txBody>
                    <a:bodyPr/>
                    <a:lstStyle/>
                    <a:p>
                      <a:endParaRPr lang="zh-CN" altLang="en-US"/>
                    </a:p>
                  </a:txBody>
                  <a:tcPr marL="86868" marR="86868" marT="43434" marB="43434" anchor="ctr">
                    <a:lnL w="12058">
                      <a:solidFill>
                        <a:srgbClr val="FFFFFF"/>
                      </a:solidFill>
                    </a:lnL>
                    <a:lnR w="12058">
                      <a:solidFill>
                        <a:srgbClr val="FFFFFF"/>
                      </a:solidFill>
                    </a:lnR>
                    <a:lnT w="12058">
                      <a:solidFill>
                        <a:srgbClr val="FFFFFF"/>
                      </a:solidFill>
                    </a:lnT>
                    <a:lnB w="36195">
                      <a:solidFill>
                        <a:srgbClr val="FFFFFF"/>
                      </a:solidFill>
                    </a:lnB>
                    <a:solidFill>
                      <a:srgbClr val="062520"/>
                    </a:solidFill>
                  </a:tcPr>
                </a:tc>
                <a:tc hMerge="1">
                  <a:txBody>
                    <a:bodyPr/>
                    <a:lstStyle/>
                    <a:p>
                      <a:endParaRPr lang="zh-CN" altLang="en-US"/>
                    </a:p>
                  </a:txBody>
                  <a:tcPr marL="86868" marR="86868" marT="43434" marB="43434" anchor="ctr">
                    <a:lnL w="12058">
                      <a:solidFill>
                        <a:srgbClr val="FFFFFF"/>
                      </a:solidFill>
                    </a:lnL>
                    <a:lnR w="12058">
                      <a:solidFill>
                        <a:srgbClr val="FFFFFF"/>
                      </a:solidFill>
                    </a:lnR>
                    <a:lnT w="12058">
                      <a:solidFill>
                        <a:srgbClr val="FFFFFF"/>
                      </a:solidFill>
                    </a:lnT>
                    <a:lnB w="36195">
                      <a:solidFill>
                        <a:srgbClr val="FFFFFF"/>
                      </a:solidFill>
                    </a:lnB>
                    <a:solidFill>
                      <a:srgbClr val="062520"/>
                    </a:solidFill>
                  </a:tcPr>
                </a:tc>
                <a:tc hMerge="1">
                  <a:txBody>
                    <a:bodyPr/>
                    <a:lstStyle/>
                    <a:p>
                      <a:endParaRPr lang="zh-CN" altLang="en-US"/>
                    </a:p>
                  </a:txBody>
                  <a:tcPr marL="86868" marR="86868" marT="43434" marB="43434" anchor="ctr">
                    <a:lnL w="12058">
                      <a:solidFill>
                        <a:srgbClr val="FFFFFF"/>
                      </a:solidFill>
                    </a:lnL>
                    <a:lnR w="12058">
                      <a:solidFill>
                        <a:srgbClr val="FFFFFF"/>
                      </a:solidFill>
                    </a:lnR>
                    <a:lnT w="12058">
                      <a:solidFill>
                        <a:srgbClr val="FFFFFF"/>
                      </a:solidFill>
                    </a:lnT>
                    <a:lnB w="36195">
                      <a:solidFill>
                        <a:srgbClr val="FFFFFF"/>
                      </a:solidFill>
                    </a:lnB>
                    <a:solidFill>
                      <a:srgbClr val="062520"/>
                    </a:solidFill>
                  </a:tcPr>
                </a:tc>
                <a:tc hMerge="1">
                  <a:txBody>
                    <a:bodyPr/>
                    <a:lstStyle/>
                    <a:p>
                      <a:endParaRPr lang="zh-CN" altLang="en-US"/>
                    </a:p>
                  </a:txBody>
                  <a:tcPr marL="86868" marR="86868" marT="43434" marB="43434" anchor="ctr">
                    <a:lnL w="12058">
                      <a:solidFill>
                        <a:srgbClr val="FFFFFF"/>
                      </a:solidFill>
                    </a:lnL>
                    <a:lnR w="12058" cap="flat" cmpd="sng" algn="ctr">
                      <a:solidFill>
                        <a:srgbClr val="FFFFFF"/>
                      </a:solidFill>
                      <a:prstDash val="solid"/>
                      <a:round/>
                      <a:headEnd type="none" w="med" len="med"/>
                      <a:tailEnd type="none" w="med" len="med"/>
                    </a:lnR>
                    <a:lnT w="12058">
                      <a:solidFill>
                        <a:srgbClr val="FFFFFF"/>
                      </a:solidFill>
                    </a:lnT>
                    <a:lnB w="36195">
                      <a:solidFill>
                        <a:srgbClr val="FFFFFF"/>
                      </a:solidFill>
                    </a:lnB>
                    <a:solidFill>
                      <a:srgbClr val="062520"/>
                    </a:solidFill>
                  </a:tcPr>
                </a:tc>
                <a:tc hMerge="1">
                  <a:txBody>
                    <a:bodyPr/>
                    <a:lstStyle/>
                    <a:p>
                      <a:endParaRPr lang="zh-CN" altLang="en-US"/>
                    </a:p>
                  </a:txBody>
                  <a:tcPr marL="86868" marR="86868" marT="43434" marB="43434" anchor="ctr">
                    <a:lnL w="12058">
                      <a:solidFill>
                        <a:srgbClr val="FFFFFF"/>
                      </a:solidFill>
                    </a:lnL>
                    <a:lnR w="12058" cap="flat" cmpd="sng" algn="ctr">
                      <a:solidFill>
                        <a:srgbClr val="FFFFFF"/>
                      </a:solidFill>
                      <a:prstDash val="solid"/>
                      <a:round/>
                      <a:headEnd type="none" w="med" len="med"/>
                      <a:tailEnd type="none" w="med" len="med"/>
                    </a:lnR>
                    <a:lnT w="12058">
                      <a:solidFill>
                        <a:srgbClr val="FFFFFF"/>
                      </a:solidFill>
                    </a:lnT>
                    <a:lnB w="36195">
                      <a:solidFill>
                        <a:srgbClr val="FFFFFF"/>
                      </a:solidFill>
                    </a:lnB>
                    <a:solidFill>
                      <a:srgbClr val="062520"/>
                    </a:solidFill>
                  </a:tcPr>
                </a:tc>
                <a:tc hMerge="1">
                  <a:txBody>
                    <a:bodyPr/>
                    <a:lstStyle/>
                    <a:p>
                      <a:endParaRPr lang="zh-CN" altLang="en-US"/>
                    </a:p>
                  </a:txBody>
                  <a:tcPr marL="86868" marR="86868" marT="43434" marB="43434" anchor="ctr">
                    <a:lnL w="12058">
                      <a:solidFill>
                        <a:srgbClr val="FFFFFF"/>
                      </a:solidFill>
                    </a:lnL>
                    <a:lnR w="12058" cap="flat" cmpd="sng" algn="ctr">
                      <a:solidFill>
                        <a:srgbClr val="FFFFFF"/>
                      </a:solidFill>
                      <a:prstDash val="solid"/>
                      <a:round/>
                      <a:headEnd type="none" w="med" len="med"/>
                      <a:tailEnd type="none" w="med" len="med"/>
                    </a:lnR>
                    <a:lnT w="12058">
                      <a:solidFill>
                        <a:srgbClr val="FFFFFF"/>
                      </a:solidFill>
                    </a:lnT>
                    <a:lnB w="36195">
                      <a:solidFill>
                        <a:srgbClr val="FFFFFF"/>
                      </a:solidFill>
                    </a:lnB>
                    <a:solidFill>
                      <a:srgbClr val="062520"/>
                    </a:solidFill>
                  </a:tcPr>
                </a:tc>
                <a:tc hMerge="1">
                  <a:txBody>
                    <a:bodyPr/>
                    <a:lstStyle/>
                    <a:p>
                      <a:endParaRPr lang="zh-CN" altLang="en-US"/>
                    </a:p>
                  </a:txBody>
                  <a:tcPr marL="86868" marR="86868" marT="43434" marB="43434" anchor="ctr">
                    <a:lnL w="12058">
                      <a:solidFill>
                        <a:srgbClr val="FFFFFF"/>
                      </a:solidFill>
                    </a:lnL>
                    <a:lnR w="12058">
                      <a:solidFill>
                        <a:srgbClr val="FFFFFF"/>
                      </a:solidFill>
                    </a:lnR>
                    <a:lnT w="12058">
                      <a:solidFill>
                        <a:srgbClr val="FFFFFF"/>
                      </a:solidFill>
                    </a:lnT>
                    <a:lnB w="36195">
                      <a:solidFill>
                        <a:srgbClr val="FFFFFF"/>
                      </a:solidFill>
                    </a:lnB>
                    <a:solidFill>
                      <a:srgbClr val="062520"/>
                    </a:solidFill>
                  </a:tcPr>
                </a:tc>
                <a:extLst>
                  <a:ext uri="{0D108BD9-81ED-4DB2-BD59-A6C34878D82A}">
                    <a16:rowId xmlns:a16="http://schemas.microsoft.com/office/drawing/2014/main" val="2145936266"/>
                  </a:ext>
                </a:extLst>
              </a:tr>
              <a:tr h="308546">
                <a:tc>
                  <a:txBody>
                    <a:bodyPr/>
                    <a:lstStyle/>
                    <a:p>
                      <a:pPr algn="ctr" rtl="0" fontAlgn="base">
                        <a:lnSpc>
                          <a:spcPts val="1275"/>
                        </a:lnSpc>
                        <a:buNone/>
                      </a:pPr>
                      <a:endParaRPr lang="en-US" sz="1200"/>
                    </a:p>
                  </a:txBody>
                  <a:tcPr marL="86868" marR="86868" marT="43434" marB="43434"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36195" cap="flat" cmpd="sng" algn="ctr">
                      <a:solidFill>
                        <a:srgbClr val="FFFFFF"/>
                      </a:solidFill>
                      <a:prstDash val="solid"/>
                      <a:round/>
                      <a:headEnd type="none" w="med" len="med"/>
                      <a:tailEnd type="none" w="med" len="med"/>
                    </a:lnT>
                    <a:lnB w="36195" cap="flat" cmpd="sng" algn="ctr">
                      <a:solidFill>
                        <a:srgbClr val="FFFFFF"/>
                      </a:solidFill>
                      <a:prstDash val="solid"/>
                      <a:round/>
                      <a:headEnd type="none" w="med" len="med"/>
                      <a:tailEnd type="none" w="med" len="med"/>
                    </a:lnB>
                    <a:solidFill>
                      <a:schemeClr val="bg1">
                        <a:lumMod val="85000"/>
                      </a:schemeClr>
                    </a:solidFill>
                  </a:tcPr>
                </a:tc>
                <a:tc>
                  <a:txBody>
                    <a:bodyPr/>
                    <a:lstStyle/>
                    <a:p>
                      <a:pPr lvl="0" algn="ctr">
                        <a:lnSpc>
                          <a:spcPts val="1275"/>
                        </a:lnSpc>
                        <a:buNone/>
                      </a:pPr>
                      <a:r>
                        <a:rPr lang="en-US" sz="1200"/>
                        <a:t>9</a:t>
                      </a:r>
                      <a:endParaRPr lang="zh-CN"/>
                    </a:p>
                  </a:txBody>
                  <a:tcPr marL="86868" marR="86868" marT="43434" marB="43434"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36195" cap="flat" cmpd="sng" algn="ctr">
                      <a:solidFill>
                        <a:srgbClr val="FFFFFF"/>
                      </a:solidFill>
                      <a:prstDash val="solid"/>
                      <a:round/>
                      <a:headEnd type="none" w="med" len="med"/>
                      <a:tailEnd type="none" w="med" len="med"/>
                    </a:lnT>
                    <a:lnB w="36195" cap="flat" cmpd="sng" algn="ctr">
                      <a:solidFill>
                        <a:srgbClr val="FFFFFF"/>
                      </a:solidFill>
                      <a:prstDash val="solid"/>
                      <a:round/>
                      <a:headEnd type="none" w="med" len="med"/>
                      <a:tailEnd type="none" w="med" len="med"/>
                    </a:lnB>
                    <a:solidFill>
                      <a:schemeClr val="bg1">
                        <a:lumMod val="85000"/>
                      </a:schemeClr>
                    </a:solidFill>
                  </a:tcPr>
                </a:tc>
                <a:tc>
                  <a:txBody>
                    <a:bodyPr/>
                    <a:lstStyle/>
                    <a:p>
                      <a:pPr algn="ctr" rtl="0" fontAlgn="base">
                        <a:lnSpc>
                          <a:spcPts val="1275"/>
                        </a:lnSpc>
                        <a:buNone/>
                      </a:pPr>
                      <a:r>
                        <a:rPr lang="en-US" sz="1200" b="1"/>
                        <a:t>10</a:t>
                      </a:r>
                      <a:endParaRPr lang="zh-CN" sz="1200" b="1"/>
                    </a:p>
                  </a:txBody>
                  <a:tcPr marL="86868" marR="86868" marT="43434" marB="43434"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36195" cap="flat" cmpd="sng" algn="ctr">
                      <a:solidFill>
                        <a:srgbClr val="FFFFFF"/>
                      </a:solidFill>
                      <a:prstDash val="solid"/>
                      <a:round/>
                      <a:headEnd type="none" w="med" len="med"/>
                      <a:tailEnd type="none" w="med" len="med"/>
                    </a:lnT>
                    <a:lnB w="36195" cap="flat" cmpd="sng" algn="ctr">
                      <a:solidFill>
                        <a:srgbClr val="FFFFFF"/>
                      </a:solidFill>
                      <a:prstDash val="solid"/>
                      <a:round/>
                      <a:headEnd type="none" w="med" len="med"/>
                      <a:tailEnd type="none" w="med" len="med"/>
                    </a:lnB>
                    <a:solidFill>
                      <a:schemeClr val="bg1">
                        <a:lumMod val="85000"/>
                      </a:schemeClr>
                    </a:solidFill>
                  </a:tcPr>
                </a:tc>
                <a:tc>
                  <a:txBody>
                    <a:bodyPr/>
                    <a:lstStyle/>
                    <a:p>
                      <a:pPr lvl="0" algn="ctr">
                        <a:lnSpc>
                          <a:spcPts val="1275"/>
                        </a:lnSpc>
                        <a:buNone/>
                      </a:pPr>
                      <a:r>
                        <a:rPr lang="en-US" sz="1200" b="1"/>
                        <a:t>11</a:t>
                      </a:r>
                      <a:endParaRPr lang="zh-CN" b="1"/>
                    </a:p>
                  </a:txBody>
                  <a:tcPr marL="86868" marR="86868" marT="43434" marB="43434"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36195" cap="flat" cmpd="sng" algn="ctr">
                      <a:solidFill>
                        <a:srgbClr val="FFFFFF"/>
                      </a:solidFill>
                      <a:prstDash val="solid"/>
                      <a:round/>
                      <a:headEnd type="none" w="med" len="med"/>
                      <a:tailEnd type="none" w="med" len="med"/>
                    </a:lnT>
                    <a:lnB w="36195" cap="flat" cmpd="sng" algn="ctr">
                      <a:solidFill>
                        <a:srgbClr val="FFFFFF"/>
                      </a:solidFill>
                      <a:prstDash val="solid"/>
                      <a:round/>
                      <a:headEnd type="none" w="med" len="med"/>
                      <a:tailEnd type="none" w="med" len="med"/>
                    </a:lnB>
                    <a:solidFill>
                      <a:schemeClr val="bg1">
                        <a:lumMod val="85000"/>
                      </a:schemeClr>
                    </a:solidFill>
                  </a:tcPr>
                </a:tc>
                <a:tc>
                  <a:txBody>
                    <a:bodyPr/>
                    <a:lstStyle/>
                    <a:p>
                      <a:pPr algn="ctr" rtl="0" fontAlgn="base">
                        <a:lnSpc>
                          <a:spcPts val="1275"/>
                        </a:lnSpc>
                        <a:buNone/>
                      </a:pPr>
                      <a:r>
                        <a:rPr lang="en-US" sz="1200" b="1"/>
                        <a:t>12</a:t>
                      </a:r>
                      <a:endParaRPr lang="zh-CN" sz="1200" b="1"/>
                    </a:p>
                  </a:txBody>
                  <a:tcPr marL="86868" marR="86868" marT="43434" marB="43434"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36195" cap="flat" cmpd="sng" algn="ctr">
                      <a:solidFill>
                        <a:srgbClr val="FFFFFF"/>
                      </a:solidFill>
                      <a:prstDash val="solid"/>
                      <a:round/>
                      <a:headEnd type="none" w="med" len="med"/>
                      <a:tailEnd type="none" w="med" len="med"/>
                    </a:lnT>
                    <a:lnB w="36195" cap="flat" cmpd="sng" algn="ctr">
                      <a:solidFill>
                        <a:srgbClr val="FFFFFF"/>
                      </a:solidFill>
                      <a:prstDash val="solid"/>
                      <a:round/>
                      <a:headEnd type="none" w="med" len="med"/>
                      <a:tailEnd type="none" w="med" len="med"/>
                    </a:lnB>
                    <a:solidFill>
                      <a:schemeClr val="bg1">
                        <a:lumMod val="85000"/>
                      </a:schemeClr>
                    </a:solidFill>
                  </a:tcPr>
                </a:tc>
                <a:tc>
                  <a:txBody>
                    <a:bodyPr/>
                    <a:lstStyle/>
                    <a:p>
                      <a:pPr algn="ctr" rtl="0" fontAlgn="base">
                        <a:lnSpc>
                          <a:spcPts val="1275"/>
                        </a:lnSpc>
                        <a:buNone/>
                      </a:pPr>
                      <a:r>
                        <a:rPr lang="en-US" sz="1200" b="1"/>
                        <a:t>1</a:t>
                      </a:r>
                      <a:endParaRPr lang="zh-CN" sz="1200" b="1"/>
                    </a:p>
                  </a:txBody>
                  <a:tcPr marL="86868" marR="86868" marT="43434" marB="43434"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36195" cap="flat" cmpd="sng" algn="ctr">
                      <a:solidFill>
                        <a:srgbClr val="FFFFFF"/>
                      </a:solidFill>
                      <a:prstDash val="solid"/>
                      <a:round/>
                      <a:headEnd type="none" w="med" len="med"/>
                      <a:tailEnd type="none" w="med" len="med"/>
                    </a:lnT>
                    <a:lnB w="36195" cap="flat" cmpd="sng" algn="ctr">
                      <a:solidFill>
                        <a:srgbClr val="FFFFFF"/>
                      </a:solidFill>
                      <a:prstDash val="solid"/>
                      <a:round/>
                      <a:headEnd type="none" w="med" len="med"/>
                      <a:tailEnd type="none" w="med" len="med"/>
                    </a:lnB>
                    <a:solidFill>
                      <a:schemeClr val="bg1">
                        <a:lumMod val="85000"/>
                      </a:schemeClr>
                    </a:solidFill>
                  </a:tcPr>
                </a:tc>
                <a:tc>
                  <a:txBody>
                    <a:bodyPr/>
                    <a:lstStyle/>
                    <a:p>
                      <a:pPr algn="ctr" rtl="0" fontAlgn="base">
                        <a:lnSpc>
                          <a:spcPts val="1275"/>
                        </a:lnSpc>
                        <a:buNone/>
                      </a:pPr>
                      <a:r>
                        <a:rPr lang="en-US" sz="1200" b="1"/>
                        <a:t>2</a:t>
                      </a:r>
                      <a:endParaRPr lang="zh-CN" sz="1200" b="1"/>
                    </a:p>
                  </a:txBody>
                  <a:tcPr marL="86868" marR="86868" marT="43434" marB="43434"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36195" cap="flat" cmpd="sng" algn="ctr">
                      <a:solidFill>
                        <a:srgbClr val="FFFFFF"/>
                      </a:solidFill>
                      <a:prstDash val="solid"/>
                      <a:round/>
                      <a:headEnd type="none" w="med" len="med"/>
                      <a:tailEnd type="none" w="med" len="med"/>
                    </a:lnT>
                    <a:lnB w="36195" cap="flat" cmpd="sng" algn="ctr">
                      <a:solidFill>
                        <a:srgbClr val="FFFFFF"/>
                      </a:solidFill>
                      <a:prstDash val="solid"/>
                      <a:round/>
                      <a:headEnd type="none" w="med" len="med"/>
                      <a:tailEnd type="none" w="med" len="med"/>
                    </a:lnB>
                    <a:solidFill>
                      <a:schemeClr val="bg1">
                        <a:lumMod val="85000"/>
                      </a:schemeClr>
                    </a:solidFill>
                  </a:tcPr>
                </a:tc>
                <a:tc>
                  <a:txBody>
                    <a:bodyPr/>
                    <a:lstStyle/>
                    <a:p>
                      <a:pPr algn="ctr" rtl="0" fontAlgn="base">
                        <a:lnSpc>
                          <a:spcPts val="1275"/>
                        </a:lnSpc>
                        <a:buNone/>
                      </a:pPr>
                      <a:r>
                        <a:rPr lang="en-US" sz="1200" b="1"/>
                        <a:t>3</a:t>
                      </a:r>
                      <a:endParaRPr lang="zh-CN" sz="1200" b="1"/>
                    </a:p>
                  </a:txBody>
                  <a:tcPr marL="86868" marR="86868" marT="43434" marB="43434"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36195" cap="flat" cmpd="sng" algn="ctr">
                      <a:solidFill>
                        <a:srgbClr val="FFFFFF"/>
                      </a:solidFill>
                      <a:prstDash val="solid"/>
                      <a:round/>
                      <a:headEnd type="none" w="med" len="med"/>
                      <a:tailEnd type="none" w="med" len="med"/>
                    </a:lnT>
                    <a:lnB w="36195" cap="flat" cmpd="sng" algn="ctr">
                      <a:solidFill>
                        <a:srgbClr val="FFFFFF"/>
                      </a:solidFill>
                      <a:prstDash val="solid"/>
                      <a:round/>
                      <a:headEnd type="none" w="med" len="med"/>
                      <a:tailEnd type="none" w="med" len="med"/>
                    </a:lnB>
                    <a:solidFill>
                      <a:schemeClr val="bg1">
                        <a:lumMod val="85000"/>
                      </a:schemeClr>
                    </a:solidFill>
                  </a:tcPr>
                </a:tc>
                <a:tc>
                  <a:txBody>
                    <a:bodyPr/>
                    <a:lstStyle/>
                    <a:p>
                      <a:pPr algn="ctr" rtl="0" fontAlgn="base">
                        <a:lnSpc>
                          <a:spcPts val="1275"/>
                        </a:lnSpc>
                        <a:buNone/>
                      </a:pPr>
                      <a:r>
                        <a:rPr lang="en-US" sz="1200" b="1"/>
                        <a:t>4</a:t>
                      </a:r>
                      <a:endParaRPr lang="zh-CN" sz="1200" b="1"/>
                    </a:p>
                  </a:txBody>
                  <a:tcPr marL="86868" marR="86868" marT="43434" marB="43434"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36195" cap="flat" cmpd="sng" algn="ctr">
                      <a:solidFill>
                        <a:srgbClr val="FFFFFF"/>
                      </a:solidFill>
                      <a:prstDash val="solid"/>
                      <a:round/>
                      <a:headEnd type="none" w="med" len="med"/>
                      <a:tailEnd type="none" w="med" len="med"/>
                    </a:lnT>
                    <a:lnB w="36195" cap="flat" cmpd="sng" algn="ctr">
                      <a:solidFill>
                        <a:srgbClr val="FFFFFF"/>
                      </a:solidFill>
                      <a:prstDash val="solid"/>
                      <a:round/>
                      <a:headEnd type="none" w="med" len="med"/>
                      <a:tailEnd type="none" w="med" len="med"/>
                    </a:lnB>
                    <a:solidFill>
                      <a:schemeClr val="bg1">
                        <a:lumMod val="85000"/>
                      </a:schemeClr>
                    </a:solidFill>
                  </a:tcPr>
                </a:tc>
                <a:tc>
                  <a:txBody>
                    <a:bodyPr/>
                    <a:lstStyle/>
                    <a:p>
                      <a:pPr algn="ctr" rtl="0" fontAlgn="base">
                        <a:lnSpc>
                          <a:spcPts val="1275"/>
                        </a:lnSpc>
                        <a:buNone/>
                      </a:pPr>
                      <a:r>
                        <a:rPr lang="en-US" sz="1200" b="1"/>
                        <a:t>5</a:t>
                      </a:r>
                      <a:endParaRPr lang="en-US" altLang="zh-CN" sz="1200" b="1"/>
                    </a:p>
                  </a:txBody>
                  <a:tcPr marL="86868" marR="86868" marT="43434" marB="43434"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36195" cap="flat" cmpd="sng" algn="ctr">
                      <a:solidFill>
                        <a:srgbClr val="FFFFFF"/>
                      </a:solidFill>
                      <a:prstDash val="solid"/>
                      <a:round/>
                      <a:headEnd type="none" w="med" len="med"/>
                      <a:tailEnd type="none" w="med" len="med"/>
                    </a:lnT>
                    <a:lnB w="36195" cap="flat" cmpd="sng" algn="ctr">
                      <a:solidFill>
                        <a:srgbClr val="FFFFFF"/>
                      </a:solidFill>
                      <a:prstDash val="solid"/>
                      <a:round/>
                      <a:headEnd type="none" w="med" len="med"/>
                      <a:tailEnd type="none" w="med" len="med"/>
                    </a:lnB>
                    <a:solidFill>
                      <a:schemeClr val="bg1">
                        <a:lumMod val="85000"/>
                      </a:schemeClr>
                    </a:solidFill>
                  </a:tcPr>
                </a:tc>
                <a:tc>
                  <a:txBody>
                    <a:bodyPr/>
                    <a:lstStyle/>
                    <a:p>
                      <a:pPr algn="ctr" rtl="0" fontAlgn="base">
                        <a:lnSpc>
                          <a:spcPts val="1275"/>
                        </a:lnSpc>
                        <a:buNone/>
                      </a:pPr>
                      <a:r>
                        <a:rPr lang="en-US" sz="1200" b="1"/>
                        <a:t>6</a:t>
                      </a:r>
                      <a:endParaRPr lang="en-US" altLang="zh-CN" sz="1200" b="1"/>
                    </a:p>
                  </a:txBody>
                  <a:tcPr marL="86868" marR="86868" marT="43434" marB="43434"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36195" cap="flat" cmpd="sng" algn="ctr">
                      <a:solidFill>
                        <a:srgbClr val="FFFFFF"/>
                      </a:solidFill>
                      <a:prstDash val="solid"/>
                      <a:round/>
                      <a:headEnd type="none" w="med" len="med"/>
                      <a:tailEnd type="none" w="med" len="med"/>
                    </a:lnT>
                    <a:lnB w="36195" cap="flat" cmpd="sng" algn="ctr">
                      <a:solidFill>
                        <a:srgbClr val="FFFFFF"/>
                      </a:solidFill>
                      <a:prstDash val="solid"/>
                      <a:round/>
                      <a:headEnd type="none" w="med" len="med"/>
                      <a:tailEnd type="none" w="med" len="med"/>
                    </a:lnB>
                    <a:solidFill>
                      <a:schemeClr val="bg1">
                        <a:lumMod val="85000"/>
                      </a:schemeClr>
                    </a:solidFill>
                  </a:tcPr>
                </a:tc>
                <a:tc>
                  <a:txBody>
                    <a:bodyPr/>
                    <a:lstStyle/>
                    <a:p>
                      <a:pPr algn="ctr" rtl="0" fontAlgn="base">
                        <a:lnSpc>
                          <a:spcPts val="1275"/>
                        </a:lnSpc>
                        <a:buNone/>
                      </a:pPr>
                      <a:r>
                        <a:rPr lang="en-US" altLang="zh-CN" sz="1200" b="1"/>
                        <a:t>7</a:t>
                      </a:r>
                    </a:p>
                  </a:txBody>
                  <a:tcPr marL="86868" marR="86868" marT="43434" marB="43434"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36195" cap="flat" cmpd="sng" algn="ctr">
                      <a:solidFill>
                        <a:srgbClr val="FFFFFF"/>
                      </a:solidFill>
                      <a:prstDash val="solid"/>
                      <a:round/>
                      <a:headEnd type="none" w="med" len="med"/>
                      <a:tailEnd type="none" w="med" len="med"/>
                    </a:lnT>
                    <a:lnB w="36195" cap="flat" cmpd="sng" algn="ctr">
                      <a:solidFill>
                        <a:srgbClr val="FFFFFF"/>
                      </a:solidFill>
                      <a:prstDash val="solid"/>
                      <a:round/>
                      <a:headEnd type="none" w="med" len="med"/>
                      <a:tailEnd type="none" w="med" len="med"/>
                    </a:lnB>
                    <a:solidFill>
                      <a:schemeClr val="bg1">
                        <a:lumMod val="85000"/>
                      </a:schemeClr>
                    </a:solidFill>
                  </a:tcPr>
                </a:tc>
                <a:tc>
                  <a:txBody>
                    <a:bodyPr/>
                    <a:lstStyle/>
                    <a:p>
                      <a:pPr algn="ctr" rtl="0" fontAlgn="base">
                        <a:lnSpc>
                          <a:spcPts val="1275"/>
                        </a:lnSpc>
                        <a:buNone/>
                      </a:pPr>
                      <a:r>
                        <a:rPr lang="en-US" altLang="zh-CN" sz="1200" b="1"/>
                        <a:t>8</a:t>
                      </a:r>
                    </a:p>
                  </a:txBody>
                  <a:tcPr marL="86868" marR="86868" marT="43434" marB="43434"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36195" cap="flat" cmpd="sng" algn="ctr">
                      <a:solidFill>
                        <a:srgbClr val="FFFFFF"/>
                      </a:solidFill>
                      <a:prstDash val="solid"/>
                      <a:round/>
                      <a:headEnd type="none" w="med" len="med"/>
                      <a:tailEnd type="none" w="med" len="med"/>
                    </a:lnT>
                    <a:lnB w="36195" cap="flat" cmpd="sng" algn="ctr">
                      <a:solidFill>
                        <a:srgbClr val="FFFFFF"/>
                      </a:solidFill>
                      <a:prstDash val="solid"/>
                      <a:round/>
                      <a:headEnd type="none" w="med" len="med"/>
                      <a:tailEnd type="none" w="med" len="med"/>
                    </a:lnB>
                    <a:solidFill>
                      <a:schemeClr val="bg1">
                        <a:lumMod val="85000"/>
                      </a:schemeClr>
                    </a:solidFill>
                  </a:tcPr>
                </a:tc>
                <a:tc>
                  <a:txBody>
                    <a:bodyPr/>
                    <a:lstStyle/>
                    <a:p>
                      <a:pPr algn="ctr" rtl="0" fontAlgn="base">
                        <a:lnSpc>
                          <a:spcPts val="1275"/>
                        </a:lnSpc>
                        <a:buNone/>
                      </a:pPr>
                      <a:r>
                        <a:rPr lang="en-US" altLang="zh-CN" sz="1200" b="1"/>
                        <a:t>9</a:t>
                      </a:r>
                    </a:p>
                  </a:txBody>
                  <a:tcPr marL="86868" marR="86868" marT="43434" marB="43434"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36195" cap="flat" cmpd="sng" algn="ctr">
                      <a:solidFill>
                        <a:srgbClr val="FFFFFF"/>
                      </a:solidFill>
                      <a:prstDash val="solid"/>
                      <a:round/>
                      <a:headEnd type="none" w="med" len="med"/>
                      <a:tailEnd type="none" w="med" len="med"/>
                    </a:lnT>
                    <a:lnB w="36195" cap="flat" cmpd="sng" algn="ctr">
                      <a:solidFill>
                        <a:srgbClr val="FFFFFF"/>
                      </a:solidFill>
                      <a:prstDash val="solid"/>
                      <a:round/>
                      <a:headEnd type="none" w="med" len="med"/>
                      <a:tailEnd type="none" w="med" len="med"/>
                    </a:lnB>
                    <a:solidFill>
                      <a:schemeClr val="bg1">
                        <a:lumMod val="85000"/>
                      </a:schemeClr>
                    </a:solidFill>
                  </a:tcPr>
                </a:tc>
                <a:tc>
                  <a:txBody>
                    <a:bodyPr/>
                    <a:lstStyle/>
                    <a:p>
                      <a:pPr algn="ctr" rtl="0" fontAlgn="base">
                        <a:lnSpc>
                          <a:spcPts val="1275"/>
                        </a:lnSpc>
                        <a:buNone/>
                      </a:pPr>
                      <a:r>
                        <a:rPr lang="en-US" altLang="zh-CN" sz="1200" b="1"/>
                        <a:t>10</a:t>
                      </a:r>
                    </a:p>
                  </a:txBody>
                  <a:tcPr marL="86868" marR="86868" marT="43434" marB="43434"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36195" cap="flat" cmpd="sng" algn="ctr">
                      <a:solidFill>
                        <a:srgbClr val="FFFFFF"/>
                      </a:solidFill>
                      <a:prstDash val="solid"/>
                      <a:round/>
                      <a:headEnd type="none" w="med" len="med"/>
                      <a:tailEnd type="none" w="med" len="med"/>
                    </a:lnT>
                    <a:lnB w="36195" cap="flat" cmpd="sng" algn="ctr">
                      <a:solidFill>
                        <a:srgbClr val="FFFFFF"/>
                      </a:solidFill>
                      <a:prstDash val="solid"/>
                      <a:round/>
                      <a:headEnd type="none" w="med" len="med"/>
                      <a:tailEnd type="none" w="med" len="med"/>
                    </a:lnB>
                    <a:solidFill>
                      <a:schemeClr val="bg1">
                        <a:lumMod val="85000"/>
                      </a:schemeClr>
                    </a:solidFill>
                  </a:tcPr>
                </a:tc>
                <a:tc>
                  <a:txBody>
                    <a:bodyPr/>
                    <a:lstStyle/>
                    <a:p>
                      <a:pPr algn="ctr" rtl="0" fontAlgn="base">
                        <a:lnSpc>
                          <a:spcPts val="1275"/>
                        </a:lnSpc>
                        <a:buNone/>
                      </a:pPr>
                      <a:r>
                        <a:rPr lang="en-US" altLang="zh-CN" sz="1200" b="1"/>
                        <a:t>11</a:t>
                      </a:r>
                    </a:p>
                  </a:txBody>
                  <a:tcPr marL="86868" marR="86868" marT="43434" marB="43434"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36195" cap="flat" cmpd="sng" algn="ctr">
                      <a:solidFill>
                        <a:srgbClr val="FFFFFF"/>
                      </a:solidFill>
                      <a:prstDash val="solid"/>
                      <a:round/>
                      <a:headEnd type="none" w="med" len="med"/>
                      <a:tailEnd type="none" w="med" len="med"/>
                    </a:lnT>
                    <a:lnB w="36195" cap="flat" cmpd="sng" algn="ctr">
                      <a:solidFill>
                        <a:srgbClr val="FFFFFF"/>
                      </a:solidFill>
                      <a:prstDash val="solid"/>
                      <a:round/>
                      <a:headEnd type="none" w="med" len="med"/>
                      <a:tailEnd type="none" w="med" len="med"/>
                    </a:lnB>
                    <a:solidFill>
                      <a:schemeClr val="bg1">
                        <a:lumMod val="85000"/>
                      </a:schemeClr>
                    </a:solidFill>
                  </a:tcPr>
                </a:tc>
                <a:tc>
                  <a:txBody>
                    <a:bodyPr/>
                    <a:lstStyle/>
                    <a:p>
                      <a:pPr algn="ctr" rtl="0" fontAlgn="base">
                        <a:lnSpc>
                          <a:spcPts val="1275"/>
                        </a:lnSpc>
                        <a:buNone/>
                      </a:pPr>
                      <a:r>
                        <a:rPr lang="en-US" altLang="zh-CN" sz="1200" b="1"/>
                        <a:t>12</a:t>
                      </a:r>
                    </a:p>
                  </a:txBody>
                  <a:tcPr marL="86868" marR="86868" marT="43434" marB="43434"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36195" cap="flat" cmpd="sng" algn="ctr">
                      <a:solidFill>
                        <a:srgbClr val="FFFFFF"/>
                      </a:solidFill>
                      <a:prstDash val="solid"/>
                      <a:round/>
                      <a:headEnd type="none" w="med" len="med"/>
                      <a:tailEnd type="none" w="med" len="med"/>
                    </a:lnT>
                    <a:lnB w="36195" cap="flat" cmpd="sng" algn="ctr">
                      <a:solidFill>
                        <a:srgbClr val="FFFFFF"/>
                      </a:solidFill>
                      <a:prstDash val="solid"/>
                      <a:round/>
                      <a:headEnd type="none" w="med" len="med"/>
                      <a:tailEnd type="none" w="med" len="med"/>
                    </a:lnB>
                    <a:solidFill>
                      <a:schemeClr val="bg1">
                        <a:lumMod val="85000"/>
                      </a:schemeClr>
                    </a:solidFill>
                  </a:tcPr>
                </a:tc>
                <a:tc>
                  <a:txBody>
                    <a:bodyPr/>
                    <a:lstStyle/>
                    <a:p>
                      <a:pPr algn="ctr" rtl="0" fontAlgn="base">
                        <a:lnSpc>
                          <a:spcPts val="1275"/>
                        </a:lnSpc>
                        <a:buNone/>
                      </a:pPr>
                      <a:r>
                        <a:rPr lang="en-US" altLang="zh-CN" sz="1200" b="1"/>
                        <a:t>1</a:t>
                      </a:r>
                    </a:p>
                  </a:txBody>
                  <a:tcPr marL="86868" marR="86868" marT="43434" marB="43434" anchor="ctr">
                    <a:lnL w="12059" cap="flat" cmpd="sng" algn="ctr">
                      <a:solidFill>
                        <a:srgbClr val="FFFFFF"/>
                      </a:solidFill>
                      <a:prstDash val="solid"/>
                      <a:round/>
                      <a:headEnd type="none" w="med" len="med"/>
                      <a:tailEnd type="none" w="med" len="med"/>
                    </a:lnL>
                    <a:lnR w="12059" cap="flat" cmpd="sng" algn="ctr">
                      <a:solidFill>
                        <a:srgbClr val="FFFFFF"/>
                      </a:solidFill>
                      <a:prstDash val="solid"/>
                      <a:round/>
                      <a:headEnd type="none" w="med" len="med"/>
                      <a:tailEnd type="none" w="med" len="med"/>
                    </a:lnR>
                    <a:lnT w="36195" cap="flat" cmpd="sng" algn="ctr">
                      <a:solidFill>
                        <a:srgbClr val="FFFFFF"/>
                      </a:solidFill>
                      <a:prstDash val="solid"/>
                      <a:round/>
                      <a:headEnd type="none" w="med" len="med"/>
                      <a:tailEnd type="none" w="med" len="med"/>
                    </a:lnT>
                    <a:lnB w="36195" cap="flat" cmpd="sng" algn="ctr">
                      <a:solidFill>
                        <a:srgbClr val="FFFFFF"/>
                      </a:solidFill>
                      <a:prstDash val="solid"/>
                      <a:round/>
                      <a:headEnd type="none" w="med" len="med"/>
                      <a:tailEnd type="none" w="med" len="med"/>
                    </a:lnB>
                    <a:solidFill>
                      <a:schemeClr val="bg1">
                        <a:lumMod val="85000"/>
                      </a:schemeClr>
                    </a:solidFill>
                  </a:tcPr>
                </a:tc>
                <a:tc>
                  <a:txBody>
                    <a:bodyPr/>
                    <a:lstStyle/>
                    <a:p>
                      <a:pPr lvl="0" algn="ctr">
                        <a:lnSpc>
                          <a:spcPts val="1275"/>
                        </a:lnSpc>
                        <a:buNone/>
                      </a:pPr>
                      <a:r>
                        <a:rPr lang="zh-CN" altLang="en-US" sz="1200" b="1"/>
                        <a:t>2</a:t>
                      </a:r>
                    </a:p>
                  </a:txBody>
                  <a:tcPr marL="86868" marR="86868" marT="43434" marB="43434" anchor="ctr">
                    <a:lnL w="12059" cap="flat" cmpd="sng" algn="ctr">
                      <a:solidFill>
                        <a:srgbClr val="FFFFFF"/>
                      </a:solidFill>
                      <a:prstDash val="solid"/>
                      <a:round/>
                      <a:headEnd type="none" w="med" len="med"/>
                      <a:tailEnd type="none" w="med" len="med"/>
                    </a:lnL>
                    <a:lnR w="12058">
                      <a:solidFill>
                        <a:srgbClr val="FFFFFF"/>
                      </a:solidFill>
                    </a:lnR>
                    <a:lnT w="36195">
                      <a:solidFill>
                        <a:srgbClr val="FFFFFF"/>
                      </a:solidFill>
                    </a:lnT>
                    <a:lnB w="36195">
                      <a:solidFill>
                        <a:srgbClr val="FFFFFF"/>
                      </a:solidFill>
                    </a:lnB>
                    <a:solidFill>
                      <a:schemeClr val="bg1">
                        <a:lumMod val="85000"/>
                      </a:schemeClr>
                    </a:solidFill>
                  </a:tcPr>
                </a:tc>
                <a:tc>
                  <a:txBody>
                    <a:bodyPr/>
                    <a:lstStyle/>
                    <a:p>
                      <a:pPr lvl="0" algn="ctr">
                        <a:lnSpc>
                          <a:spcPts val="1275"/>
                        </a:lnSpc>
                        <a:buNone/>
                      </a:pPr>
                      <a:r>
                        <a:rPr lang="en-US" sz="1200" b="1"/>
                        <a:t>3</a:t>
                      </a:r>
                      <a:endParaRPr lang="zh-CN" altLang="en-US" sz="1200" b="1"/>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85000"/>
                      </a:schemeClr>
                    </a:solidFill>
                  </a:tcPr>
                </a:tc>
                <a:tc>
                  <a:txBody>
                    <a:bodyPr/>
                    <a:lstStyle/>
                    <a:p>
                      <a:pPr lvl="0" algn="ctr">
                        <a:lnSpc>
                          <a:spcPts val="1275"/>
                        </a:lnSpc>
                        <a:buNone/>
                      </a:pPr>
                      <a:r>
                        <a:rPr lang="en-US" sz="1200" b="1"/>
                        <a:t>4</a:t>
                      </a:r>
                      <a:endParaRPr lang="zh-CN" altLang="en-US" sz="1200" b="1"/>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85000"/>
                      </a:schemeClr>
                    </a:solidFill>
                  </a:tcPr>
                </a:tc>
                <a:tc>
                  <a:txBody>
                    <a:bodyPr/>
                    <a:lstStyle/>
                    <a:p>
                      <a:pPr lvl="0" algn="ctr">
                        <a:lnSpc>
                          <a:spcPts val="1275"/>
                        </a:lnSpc>
                        <a:buNone/>
                      </a:pPr>
                      <a:r>
                        <a:rPr lang="en-US" sz="1200" b="1"/>
                        <a:t>5</a:t>
                      </a:r>
                      <a:endParaRPr lang="zh-CN" altLang="en-US" sz="1200" b="1"/>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85000"/>
                      </a:schemeClr>
                    </a:solidFill>
                  </a:tcPr>
                </a:tc>
                <a:tc>
                  <a:txBody>
                    <a:bodyPr/>
                    <a:lstStyle/>
                    <a:p>
                      <a:pPr lvl="0" algn="ctr">
                        <a:lnSpc>
                          <a:spcPts val="1275"/>
                        </a:lnSpc>
                        <a:buNone/>
                      </a:pPr>
                      <a:r>
                        <a:rPr lang="en-US" sz="1200" b="1"/>
                        <a:t>6</a:t>
                      </a:r>
                      <a:endParaRPr lang="zh-CN" altLang="en-US" sz="1200" b="1"/>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85000"/>
                      </a:schemeClr>
                    </a:solidFill>
                  </a:tcPr>
                </a:tc>
                <a:tc>
                  <a:txBody>
                    <a:bodyPr/>
                    <a:lstStyle/>
                    <a:p>
                      <a:pPr lvl="0" algn="ctr">
                        <a:lnSpc>
                          <a:spcPts val="1275"/>
                        </a:lnSpc>
                        <a:buNone/>
                      </a:pPr>
                      <a:r>
                        <a:rPr lang="en-US" sz="1200" b="1"/>
                        <a:t>7</a:t>
                      </a:r>
                      <a:endParaRPr lang="zh-CN" altLang="en-US" sz="1200" b="1"/>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85000"/>
                      </a:schemeClr>
                    </a:solidFill>
                  </a:tcPr>
                </a:tc>
                <a:tc>
                  <a:txBody>
                    <a:bodyPr/>
                    <a:lstStyle/>
                    <a:p>
                      <a:pPr lvl="0" algn="ctr">
                        <a:lnSpc>
                          <a:spcPts val="1275"/>
                        </a:lnSpc>
                        <a:buNone/>
                      </a:pPr>
                      <a:r>
                        <a:rPr lang="en-US" sz="1200" b="1"/>
                        <a:t>8</a:t>
                      </a:r>
                      <a:endParaRPr lang="zh-CN" altLang="en-US" sz="1200" b="1"/>
                    </a:p>
                  </a:txBody>
                  <a:tcPr marL="86868" marR="86868" marT="43434" marB="43434" anchor="ctr">
                    <a:lnL w="12058">
                      <a:solidFill>
                        <a:srgbClr val="FFFFFF"/>
                      </a:solidFill>
                    </a:lnL>
                    <a:lnR w="12058" cap="flat" cmpd="sng" algn="ctr">
                      <a:solidFill>
                        <a:srgbClr val="FFFFFF"/>
                      </a:solidFill>
                      <a:prstDash val="solid"/>
                      <a:round/>
                      <a:headEnd type="none" w="med" len="med"/>
                      <a:tailEnd type="none" w="med" len="med"/>
                    </a:lnR>
                    <a:lnT w="36195">
                      <a:solidFill>
                        <a:srgbClr val="FFFFFF"/>
                      </a:solidFill>
                    </a:lnT>
                    <a:lnB w="36195">
                      <a:solidFill>
                        <a:srgbClr val="FFFFFF"/>
                      </a:solidFill>
                    </a:lnB>
                    <a:solidFill>
                      <a:schemeClr val="bg1">
                        <a:lumMod val="85000"/>
                      </a:schemeClr>
                    </a:solidFill>
                  </a:tcPr>
                </a:tc>
                <a:tc>
                  <a:txBody>
                    <a:bodyPr/>
                    <a:lstStyle/>
                    <a:p>
                      <a:pPr lvl="0" algn="ctr">
                        <a:lnSpc>
                          <a:spcPts val="1275"/>
                        </a:lnSpc>
                        <a:buNone/>
                      </a:pPr>
                      <a:r>
                        <a:rPr lang="en-US" altLang="zh-CN" sz="1200" b="1"/>
                        <a:t>9</a:t>
                      </a:r>
                    </a:p>
                  </a:txBody>
                  <a:tcPr marL="86868" marR="86868" marT="43434" marB="43434" anchor="ctr">
                    <a:lnL w="12058">
                      <a:solidFill>
                        <a:srgbClr val="FFFFFF"/>
                      </a:solidFill>
                    </a:lnL>
                    <a:lnR w="12058" cap="flat" cmpd="sng" algn="ctr">
                      <a:solidFill>
                        <a:srgbClr val="FFFFFF"/>
                      </a:solidFill>
                      <a:prstDash val="solid"/>
                      <a:round/>
                      <a:headEnd type="none" w="med" len="med"/>
                      <a:tailEnd type="none" w="med" len="med"/>
                    </a:lnR>
                    <a:lnT w="36195">
                      <a:solidFill>
                        <a:srgbClr val="FFFFFF"/>
                      </a:solidFill>
                    </a:lnT>
                    <a:lnB w="36195">
                      <a:solidFill>
                        <a:srgbClr val="FFFFFF"/>
                      </a:solidFill>
                    </a:lnB>
                    <a:solidFill>
                      <a:schemeClr val="bg1">
                        <a:lumMod val="85000"/>
                      </a:schemeClr>
                    </a:solidFill>
                  </a:tcPr>
                </a:tc>
                <a:tc>
                  <a:txBody>
                    <a:bodyPr/>
                    <a:lstStyle/>
                    <a:p>
                      <a:pPr lvl="0" algn="ctr">
                        <a:lnSpc>
                          <a:spcPts val="1275"/>
                        </a:lnSpc>
                        <a:buNone/>
                      </a:pPr>
                      <a:r>
                        <a:rPr lang="en-US" altLang="zh-CN" sz="1200" b="1"/>
                        <a:t>10</a:t>
                      </a:r>
                    </a:p>
                  </a:txBody>
                  <a:tcPr marL="86868" marR="86868" marT="43434" marB="43434" anchor="ctr">
                    <a:lnL w="12058">
                      <a:solidFill>
                        <a:srgbClr val="FFFFFF"/>
                      </a:solidFill>
                    </a:lnL>
                    <a:lnR w="12058" cap="flat" cmpd="sng" algn="ctr">
                      <a:solidFill>
                        <a:srgbClr val="FFFFFF"/>
                      </a:solidFill>
                      <a:prstDash val="solid"/>
                      <a:round/>
                      <a:headEnd type="none" w="med" len="med"/>
                      <a:tailEnd type="none" w="med" len="med"/>
                    </a:lnR>
                    <a:lnT w="36195">
                      <a:solidFill>
                        <a:srgbClr val="FFFFFF"/>
                      </a:solidFill>
                    </a:lnT>
                    <a:lnB w="36195">
                      <a:solidFill>
                        <a:srgbClr val="FFFFFF"/>
                      </a:solidFill>
                    </a:lnB>
                    <a:solidFill>
                      <a:schemeClr val="bg1">
                        <a:lumMod val="85000"/>
                      </a:schemeClr>
                    </a:solidFill>
                  </a:tcPr>
                </a:tc>
                <a:tc>
                  <a:txBody>
                    <a:bodyPr/>
                    <a:lstStyle/>
                    <a:p>
                      <a:pPr lvl="0" algn="ctr">
                        <a:lnSpc>
                          <a:spcPts val="1275"/>
                        </a:lnSpc>
                        <a:buNone/>
                      </a:pPr>
                      <a:r>
                        <a:rPr lang="en-US" altLang="zh-CN" sz="1200" b="1"/>
                        <a:t>11</a:t>
                      </a:r>
                    </a:p>
                  </a:txBody>
                  <a:tcPr marL="86868" marR="86868" marT="43434" marB="43434" anchor="ctr">
                    <a:lnL w="12058">
                      <a:solidFill>
                        <a:srgbClr val="FFFFFF"/>
                      </a:solidFill>
                    </a:lnL>
                    <a:lnR w="12058" cap="flat" cmpd="sng" algn="ctr">
                      <a:solidFill>
                        <a:srgbClr val="FFFFFF"/>
                      </a:solidFill>
                      <a:prstDash val="solid"/>
                      <a:round/>
                      <a:headEnd type="none" w="med" len="med"/>
                      <a:tailEnd type="none" w="med" len="med"/>
                    </a:lnR>
                    <a:lnT w="36195">
                      <a:solidFill>
                        <a:srgbClr val="FFFFFF"/>
                      </a:solidFill>
                    </a:lnT>
                    <a:lnB w="36195">
                      <a:solidFill>
                        <a:srgbClr val="FFFFFF"/>
                      </a:solidFill>
                    </a:lnB>
                    <a:solidFill>
                      <a:schemeClr val="bg1">
                        <a:lumMod val="85000"/>
                      </a:schemeClr>
                    </a:solidFill>
                  </a:tcPr>
                </a:tc>
                <a:tc>
                  <a:txBody>
                    <a:bodyPr/>
                    <a:lstStyle/>
                    <a:p>
                      <a:pPr lvl="0" algn="ctr">
                        <a:lnSpc>
                          <a:spcPts val="1275"/>
                        </a:lnSpc>
                        <a:buNone/>
                      </a:pPr>
                      <a:r>
                        <a:rPr lang="en-US" altLang="zh-CN" sz="1200" b="1"/>
                        <a:t>12</a:t>
                      </a:r>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85000"/>
                      </a:schemeClr>
                    </a:solidFill>
                  </a:tcPr>
                </a:tc>
                <a:extLst>
                  <a:ext uri="{0D108BD9-81ED-4DB2-BD59-A6C34878D82A}">
                    <a16:rowId xmlns:a16="http://schemas.microsoft.com/office/drawing/2014/main" val="1010893703"/>
                  </a:ext>
                </a:extLst>
              </a:tr>
              <a:tr h="565169">
                <a:tc>
                  <a:txBody>
                    <a:bodyPr/>
                    <a:lstStyle/>
                    <a:p>
                      <a:pPr lvl="0" algn="ctr">
                        <a:lnSpc>
                          <a:spcPts val="1275"/>
                        </a:lnSpc>
                        <a:buNone/>
                      </a:pPr>
                      <a:r>
                        <a:rPr lang="en-US" sz="1200" b="1"/>
                        <a:t>Milestone</a:t>
                      </a:r>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cap="flat" cmpd="sng" algn="ctr">
                      <a:solidFill>
                        <a:srgbClr val="FFFFFF"/>
                      </a:solidFill>
                      <a:prstDash val="solid"/>
                      <a:round/>
                      <a:headEnd type="none" w="med" len="med"/>
                      <a:tailEnd type="none" w="med" len="med"/>
                    </a:lnL>
                    <a:lnR w="12058">
                      <a:solidFill>
                        <a:srgbClr val="FFFFFF"/>
                      </a:solidFill>
                    </a:lnR>
                    <a:lnT w="36195" cap="flat" cmpd="sng" algn="ctr">
                      <a:solidFill>
                        <a:srgbClr val="FFFFFF"/>
                      </a:solidFill>
                      <a:prstDash val="solid"/>
                      <a:round/>
                      <a:headEnd type="none" w="med" len="med"/>
                      <a:tailEnd type="none" w="med" len="med"/>
                    </a:lnT>
                    <a:lnB w="36195" cap="flat" cmpd="sng" algn="ctr">
                      <a:solidFill>
                        <a:srgbClr val="FFFFFF"/>
                      </a:solidFill>
                      <a:prstDash val="solid"/>
                      <a:round/>
                      <a:headEnd type="none" w="med" len="med"/>
                      <a:tailEnd type="none" w="med" len="med"/>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zh-CN" altLang="en-US"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extLst>
                  <a:ext uri="{0D108BD9-81ED-4DB2-BD59-A6C34878D82A}">
                    <a16:rowId xmlns:a16="http://schemas.microsoft.com/office/drawing/2014/main" val="868396186"/>
                  </a:ext>
                </a:extLst>
              </a:tr>
              <a:tr h="1849120">
                <a:tc>
                  <a:txBody>
                    <a:bodyPr/>
                    <a:lstStyle/>
                    <a:p>
                      <a:pPr lvl="0" algn="ctr">
                        <a:lnSpc>
                          <a:spcPts val="1275"/>
                        </a:lnSpc>
                        <a:buNone/>
                      </a:pPr>
                      <a:r>
                        <a:rPr lang="en-US" sz="1200" b="1"/>
                        <a:t>Best Submission</a:t>
                      </a:r>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85000"/>
                      </a:schemeClr>
                    </a:solidFill>
                  </a:tcPr>
                </a:tc>
                <a:tc>
                  <a:txBody>
                    <a:bodyPr/>
                    <a:lstStyle/>
                    <a:p>
                      <a:pPr lvl="0" algn="ctr">
                        <a:lnSpc>
                          <a:spcPts val="1275"/>
                        </a:lnSpc>
                        <a:buNone/>
                      </a:pPr>
                      <a:endParaRPr lang="en-US" altLang="zh-CN" sz="1200"/>
                    </a:p>
                  </a:txBody>
                  <a:tcPr marL="86868" marR="86868" marT="43434" marB="43434" anchor="ctr">
                    <a:lnL w="12058" cap="flat" cmpd="sng" algn="ctr">
                      <a:solidFill>
                        <a:srgbClr val="FFFFFF"/>
                      </a:solidFill>
                      <a:prstDash val="solid"/>
                      <a:round/>
                      <a:headEnd type="none" w="med" len="med"/>
                      <a:tailEnd type="none" w="med" len="med"/>
                    </a:lnL>
                    <a:lnR w="12058">
                      <a:solidFill>
                        <a:srgbClr val="FFFFFF"/>
                      </a:solidFill>
                    </a:lnR>
                    <a:lnT w="36195" cap="flat" cmpd="sng" algn="ctr">
                      <a:solidFill>
                        <a:srgbClr val="FFFFFF"/>
                      </a:solidFill>
                      <a:prstDash val="solid"/>
                      <a:round/>
                      <a:headEnd type="none" w="med" len="med"/>
                      <a:tailEnd type="none" w="med" len="med"/>
                    </a:lnT>
                    <a:lnB w="36195" cap="flat" cmpd="sng" algn="ctr">
                      <a:solidFill>
                        <a:srgbClr val="FFFFFF"/>
                      </a:solidFill>
                      <a:prstDash val="solid"/>
                      <a:round/>
                      <a:headEnd type="none" w="med" len="med"/>
                      <a:tailEnd type="none" w="med" len="med"/>
                    </a:lnB>
                    <a:solidFill>
                      <a:schemeClr val="bg1">
                        <a:lumMod val="8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8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8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8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8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8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8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85000"/>
                      </a:schemeClr>
                    </a:solidFill>
                  </a:tcPr>
                </a:tc>
                <a:tc>
                  <a:txBody>
                    <a:bodyPr/>
                    <a:lstStyle/>
                    <a:p>
                      <a:pPr lvl="0" algn="ctr">
                        <a:lnSpc>
                          <a:spcPts val="1275"/>
                        </a:lnSpc>
                        <a:buNone/>
                      </a:pPr>
                      <a:endParaRPr lang="en-US"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85000"/>
                      </a:schemeClr>
                    </a:solidFill>
                  </a:tcPr>
                </a:tc>
                <a:tc>
                  <a:txBody>
                    <a:bodyPr/>
                    <a:lstStyle/>
                    <a:p>
                      <a:pPr lvl="0" algn="ctr">
                        <a:lnSpc>
                          <a:spcPts val="1275"/>
                        </a:lnSpc>
                        <a:buNone/>
                      </a:pPr>
                      <a:endParaRPr lang="en-US"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8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8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8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8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8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8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8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85000"/>
                      </a:schemeClr>
                    </a:solidFill>
                  </a:tcPr>
                </a:tc>
                <a:tc>
                  <a:txBody>
                    <a:bodyPr/>
                    <a:lstStyle/>
                    <a:p>
                      <a:pPr lvl="0" algn="ctr">
                        <a:lnSpc>
                          <a:spcPts val="1275"/>
                        </a:lnSpc>
                        <a:buNone/>
                      </a:pPr>
                      <a:endParaRPr lang="zh-CN" altLang="en-US"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8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8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8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8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8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8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8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8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8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8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85000"/>
                      </a:schemeClr>
                    </a:solidFill>
                  </a:tcPr>
                </a:tc>
                <a:extLst>
                  <a:ext uri="{0D108BD9-81ED-4DB2-BD59-A6C34878D82A}">
                    <a16:rowId xmlns:a16="http://schemas.microsoft.com/office/drawing/2014/main" val="2811603814"/>
                  </a:ext>
                </a:extLst>
              </a:tr>
              <a:tr h="1755493">
                <a:tc>
                  <a:txBody>
                    <a:bodyPr/>
                    <a:lstStyle/>
                    <a:p>
                      <a:pPr lvl="0" algn="ctr">
                        <a:lnSpc>
                          <a:spcPts val="1275"/>
                        </a:lnSpc>
                        <a:buNone/>
                      </a:pPr>
                      <a:r>
                        <a:rPr lang="en-US" sz="1200" b="1"/>
                        <a:t>Base Submission</a:t>
                      </a:r>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cap="flat" cmpd="sng" algn="ctr">
                      <a:solidFill>
                        <a:srgbClr val="FFFFFF"/>
                      </a:solidFill>
                      <a:prstDash val="solid"/>
                      <a:round/>
                      <a:headEnd type="none" w="med" len="med"/>
                      <a:tailEnd type="none" w="med" len="med"/>
                    </a:lnL>
                    <a:lnR w="12058">
                      <a:solidFill>
                        <a:srgbClr val="FFFFFF"/>
                      </a:solidFill>
                    </a:lnR>
                    <a:lnT w="36195" cap="flat" cmpd="sng" algn="ctr">
                      <a:solidFill>
                        <a:srgbClr val="FFFFFF"/>
                      </a:solidFill>
                      <a:prstDash val="solid"/>
                      <a:round/>
                      <a:headEnd type="none" w="med" len="med"/>
                      <a:tailEnd type="none" w="med" len="med"/>
                    </a:lnT>
                    <a:lnB w="36195" cap="flat" cmpd="sng" algn="ctr">
                      <a:solidFill>
                        <a:srgbClr val="FFFFFF"/>
                      </a:solidFill>
                      <a:prstDash val="solid"/>
                      <a:round/>
                      <a:headEnd type="none" w="med" len="med"/>
                      <a:tailEnd type="none" w="med" len="med"/>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zh-CN" altLang="en-US"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tc>
                  <a:txBody>
                    <a:bodyPr/>
                    <a:lstStyle/>
                    <a:p>
                      <a:pPr lvl="0" algn="ctr">
                        <a:lnSpc>
                          <a:spcPts val="1275"/>
                        </a:lnSpc>
                        <a:buNone/>
                      </a:pPr>
                      <a:endParaRPr lang="en-US" altLang="zh-CN" sz="1200"/>
                    </a:p>
                  </a:txBody>
                  <a:tcPr marL="86868" marR="86868" marT="43434" marB="43434" anchor="ctr">
                    <a:lnL w="12058">
                      <a:solidFill>
                        <a:srgbClr val="FFFFFF"/>
                      </a:solidFill>
                    </a:lnL>
                    <a:lnR w="12058">
                      <a:solidFill>
                        <a:srgbClr val="FFFFFF"/>
                      </a:solidFill>
                    </a:lnR>
                    <a:lnT w="36195">
                      <a:solidFill>
                        <a:srgbClr val="FFFFFF"/>
                      </a:solidFill>
                    </a:lnT>
                    <a:lnB w="36195">
                      <a:solidFill>
                        <a:srgbClr val="FFFFFF"/>
                      </a:solidFill>
                    </a:lnB>
                    <a:solidFill>
                      <a:schemeClr val="bg1">
                        <a:lumMod val="95000"/>
                      </a:schemeClr>
                    </a:solidFill>
                  </a:tcPr>
                </a:tc>
                <a:extLst>
                  <a:ext uri="{0D108BD9-81ED-4DB2-BD59-A6C34878D82A}">
                    <a16:rowId xmlns:a16="http://schemas.microsoft.com/office/drawing/2014/main" val="157023489"/>
                  </a:ext>
                </a:extLst>
              </a:tr>
            </a:tbl>
          </a:graphicData>
        </a:graphic>
      </p:graphicFrame>
      <p:sp>
        <p:nvSpPr>
          <p:cNvPr id="2" name="标题 1">
            <a:extLst>
              <a:ext uri="{FF2B5EF4-FFF2-40B4-BE49-F238E27FC236}">
                <a16:creationId xmlns:a16="http://schemas.microsoft.com/office/drawing/2014/main" id="{4C6E436C-26DC-D12A-C036-B7CFC26C3AE5}"/>
              </a:ext>
            </a:extLst>
          </p:cNvPr>
          <p:cNvSpPr>
            <a:spLocks noGrp="1"/>
          </p:cNvSpPr>
          <p:nvPr>
            <p:ph type="title"/>
          </p:nvPr>
        </p:nvSpPr>
        <p:spPr>
          <a:xfrm>
            <a:off x="321236" y="297358"/>
            <a:ext cx="11233151" cy="720000"/>
          </a:xfrm>
        </p:spPr>
        <p:txBody>
          <a:bodyPr/>
          <a:lstStyle/>
          <a:p>
            <a:r>
              <a:rPr lang="en-US" altLang="zh-CN"/>
              <a:t>Verducatib – Approval timeline in focus countries (adults + adols)</a:t>
            </a:r>
            <a:br>
              <a:rPr lang="en-US" altLang="zh-CN"/>
            </a:br>
            <a:r>
              <a:rPr lang="en-US" altLang="zh-CN"/>
              <a:t>(</a:t>
            </a:r>
            <a:r>
              <a:rPr lang="en-US" altLang="zh-CN" b="0">
                <a:solidFill>
                  <a:srgbClr val="FF0000"/>
                </a:solidFill>
              </a:rPr>
              <a:t>not finalized for socialization</a:t>
            </a:r>
            <a:r>
              <a:rPr lang="en-US" altLang="zh-CN"/>
              <a:t>)</a:t>
            </a:r>
            <a:endParaRPr lang="zh-CN" altLang="en-US"/>
          </a:p>
        </p:txBody>
      </p:sp>
      <p:sp>
        <p:nvSpPr>
          <p:cNvPr id="5" name="页脚占位符 4">
            <a:extLst>
              <a:ext uri="{FF2B5EF4-FFF2-40B4-BE49-F238E27FC236}">
                <a16:creationId xmlns:a16="http://schemas.microsoft.com/office/drawing/2014/main" id="{222BD855-6E46-F9B7-9BD1-061D528E2A9A}"/>
              </a:ext>
            </a:extLst>
          </p:cNvPr>
          <p:cNvSpPr>
            <a:spLocks noGrp="1"/>
          </p:cNvSpPr>
          <p:nvPr>
            <p:ph type="ftr" sz="quarter" idx="19"/>
          </p:nvPr>
        </p:nvSpPr>
        <p:spPr/>
        <p:txBody>
          <a:bodyPr/>
          <a:lstStyle/>
          <a:p>
            <a:r>
              <a:rPr lang="en-US" altLang="zh-CN"/>
              <a:t>TA PEC  Update|    ONLY FOR INTERNAL USE</a:t>
            </a:r>
          </a:p>
        </p:txBody>
      </p:sp>
      <p:sp>
        <p:nvSpPr>
          <p:cNvPr id="6" name="灯片编号占位符 5">
            <a:extLst>
              <a:ext uri="{FF2B5EF4-FFF2-40B4-BE49-F238E27FC236}">
                <a16:creationId xmlns:a16="http://schemas.microsoft.com/office/drawing/2014/main" id="{49EB683F-3C98-3A2C-6FD9-1C01B3FBA8F9}"/>
              </a:ext>
            </a:extLst>
          </p:cNvPr>
          <p:cNvSpPr>
            <a:spLocks noGrp="1"/>
          </p:cNvSpPr>
          <p:nvPr>
            <p:ph type="sldNum" sz="quarter" idx="20"/>
          </p:nvPr>
        </p:nvSpPr>
        <p:spPr/>
        <p:txBody>
          <a:bodyPr/>
          <a:lstStyle/>
          <a:p>
            <a:fld id="{DF4E8F9F-5B1F-4F5B-BE49-3245D8C18D9F}" type="slidenum">
              <a:rPr lang="en-US" smtClean="0"/>
              <a:pPr/>
              <a:t>56</a:t>
            </a:fld>
            <a:endParaRPr lang="en-US"/>
          </a:p>
        </p:txBody>
      </p:sp>
      <p:sp>
        <p:nvSpPr>
          <p:cNvPr id="9" name="星形: 五角 8">
            <a:extLst>
              <a:ext uri="{FF2B5EF4-FFF2-40B4-BE49-F238E27FC236}">
                <a16:creationId xmlns:a16="http://schemas.microsoft.com/office/drawing/2014/main" id="{E47EC088-63F3-844C-73F4-3AD83D6CA6D6}"/>
              </a:ext>
            </a:extLst>
          </p:cNvPr>
          <p:cNvSpPr/>
          <p:nvPr/>
        </p:nvSpPr>
        <p:spPr bwMode="gray">
          <a:xfrm>
            <a:off x="1291493" y="2141415"/>
            <a:ext cx="289170" cy="298939"/>
          </a:xfrm>
          <a:prstGeom prst="star5">
            <a:avLst/>
          </a:prstGeom>
          <a:solidFill>
            <a:schemeClr val="accent4">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10" name="文本框 9">
            <a:extLst>
              <a:ext uri="{FF2B5EF4-FFF2-40B4-BE49-F238E27FC236}">
                <a16:creationId xmlns:a16="http://schemas.microsoft.com/office/drawing/2014/main" id="{E4632A17-E743-9279-4FFF-48190B1DC986}"/>
              </a:ext>
            </a:extLst>
          </p:cNvPr>
          <p:cNvSpPr txBox="1"/>
          <p:nvPr/>
        </p:nvSpPr>
        <p:spPr bwMode="gray">
          <a:xfrm>
            <a:off x="1580663" y="2345715"/>
            <a:ext cx="1162538" cy="123111"/>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r>
              <a:rPr lang="en-US" sz="800" b="1" baseline="0">
                <a:solidFill>
                  <a:srgbClr val="08312A"/>
                </a:solidFill>
                <a:latin typeface="Boehringer Forward Text"/>
              </a:rPr>
              <a:t>DBL</a:t>
            </a:r>
            <a:r>
              <a:rPr lang="en-US" sz="800" b="1">
                <a:solidFill>
                  <a:srgbClr val="08312A"/>
                </a:solidFill>
                <a:latin typeface="Boehringer Forward Text"/>
              </a:rPr>
              <a:t>, 20 Sep 2027</a:t>
            </a:r>
            <a:r>
              <a:rPr sz="800">
                <a:latin typeface="Boehringer Forward Text"/>
                <a:ea typeface="Boehringer Forward Text"/>
                <a:cs typeface="Boehringer Forward Text"/>
              </a:rPr>
              <a:t>​</a:t>
            </a:r>
            <a:endParaRPr lang="zh-CN" altLang="en-US" sz="2000"/>
          </a:p>
        </p:txBody>
      </p:sp>
      <p:sp>
        <p:nvSpPr>
          <p:cNvPr id="11" name="等腰三角形 10">
            <a:extLst>
              <a:ext uri="{FF2B5EF4-FFF2-40B4-BE49-F238E27FC236}">
                <a16:creationId xmlns:a16="http://schemas.microsoft.com/office/drawing/2014/main" id="{66603E9E-C9EF-979B-1B0C-86A6C9B77160}"/>
              </a:ext>
            </a:extLst>
          </p:cNvPr>
          <p:cNvSpPr/>
          <p:nvPr/>
        </p:nvSpPr>
        <p:spPr bwMode="gray">
          <a:xfrm>
            <a:off x="2312494" y="2697871"/>
            <a:ext cx="288934" cy="240324"/>
          </a:xfrm>
          <a:prstGeom prst="triangle">
            <a:avLst/>
          </a:prstGeom>
          <a:solidFill>
            <a:srgbClr val="1E359F"/>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12" name="等腰三角形 11">
            <a:extLst>
              <a:ext uri="{FF2B5EF4-FFF2-40B4-BE49-F238E27FC236}">
                <a16:creationId xmlns:a16="http://schemas.microsoft.com/office/drawing/2014/main" id="{CBB05ED4-AECE-F97B-DAB1-3CD57EA99D10}"/>
              </a:ext>
            </a:extLst>
          </p:cNvPr>
          <p:cNvSpPr/>
          <p:nvPr/>
        </p:nvSpPr>
        <p:spPr bwMode="gray">
          <a:xfrm>
            <a:off x="3259231" y="3424926"/>
            <a:ext cx="288934" cy="240324"/>
          </a:xfrm>
          <a:prstGeom prst="triangle">
            <a:avLst/>
          </a:prstGeom>
          <a:solidFill>
            <a:srgbClr val="346AAB"/>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14" name="等腰三角形 13">
            <a:extLst>
              <a:ext uri="{FF2B5EF4-FFF2-40B4-BE49-F238E27FC236}">
                <a16:creationId xmlns:a16="http://schemas.microsoft.com/office/drawing/2014/main" id="{2678011B-0178-0AC7-8641-335DFE288110}"/>
              </a:ext>
            </a:extLst>
          </p:cNvPr>
          <p:cNvSpPr/>
          <p:nvPr/>
        </p:nvSpPr>
        <p:spPr bwMode="gray">
          <a:xfrm>
            <a:off x="2312494" y="3985944"/>
            <a:ext cx="288934" cy="240324"/>
          </a:xfrm>
          <a:prstGeom prst="triangle">
            <a:avLst/>
          </a:prstGeom>
          <a:solidFill>
            <a:srgbClr val="D80B0C"/>
          </a:solidFill>
          <a:ln w="6350">
            <a:solidFill>
              <a:srgbClr val="E1B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pic>
        <p:nvPicPr>
          <p:cNvPr id="15" name="图片 14" descr="徽标, 公司名称&#10;&#10;AI 生成的内容可能不正确。">
            <a:extLst>
              <a:ext uri="{FF2B5EF4-FFF2-40B4-BE49-F238E27FC236}">
                <a16:creationId xmlns:a16="http://schemas.microsoft.com/office/drawing/2014/main" id="{33DB51BB-596A-2E13-5A50-F134BB0AC3FB}"/>
              </a:ext>
            </a:extLst>
          </p:cNvPr>
          <p:cNvPicPr>
            <a:picLocks noChangeAspect="1"/>
          </p:cNvPicPr>
          <p:nvPr/>
        </p:nvPicPr>
        <p:blipFill>
          <a:blip r:embed="rId2"/>
          <a:srcRect l="-48" t="-242" r="80574" b="-821"/>
          <a:stretch>
            <a:fillRect/>
          </a:stretch>
        </p:blipFill>
        <p:spPr>
          <a:xfrm>
            <a:off x="1317884" y="2637790"/>
            <a:ext cx="459477" cy="353906"/>
          </a:xfrm>
          <a:prstGeom prst="rect">
            <a:avLst/>
          </a:prstGeom>
        </p:spPr>
      </p:pic>
      <p:pic>
        <p:nvPicPr>
          <p:cNvPr id="16" name="图片 15" descr="图标&#10;&#10;AI 生成的内容可能不正确。">
            <a:extLst>
              <a:ext uri="{FF2B5EF4-FFF2-40B4-BE49-F238E27FC236}">
                <a16:creationId xmlns:a16="http://schemas.microsoft.com/office/drawing/2014/main" id="{EA47EDE1-744C-BA55-6036-EDE1642FDE3F}"/>
              </a:ext>
            </a:extLst>
          </p:cNvPr>
          <p:cNvPicPr>
            <a:picLocks noChangeAspect="1"/>
          </p:cNvPicPr>
          <p:nvPr/>
        </p:nvPicPr>
        <p:blipFill>
          <a:blip r:embed="rId3"/>
          <a:stretch>
            <a:fillRect/>
          </a:stretch>
        </p:blipFill>
        <p:spPr>
          <a:xfrm>
            <a:off x="1321970" y="3446848"/>
            <a:ext cx="795088" cy="234116"/>
          </a:xfrm>
          <a:prstGeom prst="rect">
            <a:avLst/>
          </a:prstGeom>
        </p:spPr>
      </p:pic>
      <p:pic>
        <p:nvPicPr>
          <p:cNvPr id="17" name="图片 16">
            <a:extLst>
              <a:ext uri="{FF2B5EF4-FFF2-40B4-BE49-F238E27FC236}">
                <a16:creationId xmlns:a16="http://schemas.microsoft.com/office/drawing/2014/main" id="{D8918C55-7F21-18BE-A330-57796735C39D}"/>
              </a:ext>
            </a:extLst>
          </p:cNvPr>
          <p:cNvPicPr>
            <a:picLocks noChangeAspect="1"/>
          </p:cNvPicPr>
          <p:nvPr/>
        </p:nvPicPr>
        <p:blipFill>
          <a:blip r:embed="rId4"/>
          <a:srcRect l="690" t="2417" r="-1913" b="4401"/>
          <a:stretch>
            <a:fillRect/>
          </a:stretch>
        </p:blipFill>
        <p:spPr>
          <a:xfrm>
            <a:off x="1780221" y="2629228"/>
            <a:ext cx="347549" cy="354325"/>
          </a:xfrm>
          <a:prstGeom prst="rect">
            <a:avLst/>
          </a:prstGeom>
        </p:spPr>
      </p:pic>
      <p:pic>
        <p:nvPicPr>
          <p:cNvPr id="18" name="图片 17" descr="卡通人物&#10;&#10;AI 生成的内容可能不正确。">
            <a:extLst>
              <a:ext uri="{FF2B5EF4-FFF2-40B4-BE49-F238E27FC236}">
                <a16:creationId xmlns:a16="http://schemas.microsoft.com/office/drawing/2014/main" id="{EBEA8400-A316-4041-FD5E-4C4B4734430F}"/>
              </a:ext>
            </a:extLst>
          </p:cNvPr>
          <p:cNvPicPr>
            <a:picLocks noChangeAspect="1"/>
          </p:cNvPicPr>
          <p:nvPr/>
        </p:nvPicPr>
        <p:blipFill>
          <a:blip r:embed="rId5"/>
          <a:srcRect l="5953" r="-4965" b="-993"/>
          <a:stretch>
            <a:fillRect/>
          </a:stretch>
        </p:blipFill>
        <p:spPr>
          <a:xfrm>
            <a:off x="1336717" y="3852687"/>
            <a:ext cx="381141" cy="379309"/>
          </a:xfrm>
          <a:prstGeom prst="rect">
            <a:avLst/>
          </a:prstGeom>
        </p:spPr>
      </p:pic>
      <p:pic>
        <p:nvPicPr>
          <p:cNvPr id="19" name="图片 18" descr="徽标, 公司名称&#10;&#10;AI 生成的内容可能不正确。">
            <a:extLst>
              <a:ext uri="{FF2B5EF4-FFF2-40B4-BE49-F238E27FC236}">
                <a16:creationId xmlns:a16="http://schemas.microsoft.com/office/drawing/2014/main" id="{16E15394-2E4C-3E68-F339-E773CAA1A6FE}"/>
              </a:ext>
            </a:extLst>
          </p:cNvPr>
          <p:cNvPicPr>
            <a:picLocks noChangeAspect="1"/>
          </p:cNvPicPr>
          <p:nvPr/>
        </p:nvPicPr>
        <p:blipFill>
          <a:blip r:embed="rId2"/>
          <a:srcRect l="-48" t="-242" r="80574" b="-821"/>
          <a:stretch>
            <a:fillRect/>
          </a:stretch>
        </p:blipFill>
        <p:spPr>
          <a:xfrm>
            <a:off x="1335007" y="4511567"/>
            <a:ext cx="459477" cy="353906"/>
          </a:xfrm>
          <a:prstGeom prst="rect">
            <a:avLst/>
          </a:prstGeom>
        </p:spPr>
      </p:pic>
      <p:pic>
        <p:nvPicPr>
          <p:cNvPr id="20" name="图片 19" descr="图标&#10;&#10;AI 生成的内容可能不正确。">
            <a:extLst>
              <a:ext uri="{FF2B5EF4-FFF2-40B4-BE49-F238E27FC236}">
                <a16:creationId xmlns:a16="http://schemas.microsoft.com/office/drawing/2014/main" id="{67D31D60-5483-1344-CCB1-FCD6FAF574E4}"/>
              </a:ext>
            </a:extLst>
          </p:cNvPr>
          <p:cNvPicPr>
            <a:picLocks noChangeAspect="1"/>
          </p:cNvPicPr>
          <p:nvPr/>
        </p:nvPicPr>
        <p:blipFill>
          <a:blip r:embed="rId3"/>
          <a:stretch>
            <a:fillRect/>
          </a:stretch>
        </p:blipFill>
        <p:spPr>
          <a:xfrm>
            <a:off x="1339093" y="5056465"/>
            <a:ext cx="795088" cy="234116"/>
          </a:xfrm>
          <a:prstGeom prst="rect">
            <a:avLst/>
          </a:prstGeom>
        </p:spPr>
      </p:pic>
      <p:pic>
        <p:nvPicPr>
          <p:cNvPr id="21" name="图片 20">
            <a:extLst>
              <a:ext uri="{FF2B5EF4-FFF2-40B4-BE49-F238E27FC236}">
                <a16:creationId xmlns:a16="http://schemas.microsoft.com/office/drawing/2014/main" id="{4537B673-7DBD-3300-ABB8-C9D9296DC694}"/>
              </a:ext>
            </a:extLst>
          </p:cNvPr>
          <p:cNvPicPr>
            <a:picLocks noChangeAspect="1"/>
          </p:cNvPicPr>
          <p:nvPr/>
        </p:nvPicPr>
        <p:blipFill>
          <a:blip r:embed="rId4"/>
          <a:srcRect l="690" t="2417" r="-1913" b="4401"/>
          <a:stretch>
            <a:fillRect/>
          </a:stretch>
        </p:blipFill>
        <p:spPr>
          <a:xfrm>
            <a:off x="1797344" y="4503005"/>
            <a:ext cx="347549" cy="354325"/>
          </a:xfrm>
          <a:prstGeom prst="rect">
            <a:avLst/>
          </a:prstGeom>
        </p:spPr>
      </p:pic>
      <p:pic>
        <p:nvPicPr>
          <p:cNvPr id="23" name="图形 22" descr="标志 纯色填充">
            <a:extLst>
              <a:ext uri="{FF2B5EF4-FFF2-40B4-BE49-F238E27FC236}">
                <a16:creationId xmlns:a16="http://schemas.microsoft.com/office/drawing/2014/main" id="{A2326CCA-D1C5-7488-6A0E-AC944BFCA66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424755" y="2630584"/>
            <a:ext cx="332198" cy="306514"/>
          </a:xfrm>
          <a:prstGeom prst="rect">
            <a:avLst/>
          </a:prstGeom>
        </p:spPr>
      </p:pic>
      <p:pic>
        <p:nvPicPr>
          <p:cNvPr id="24" name="图形 23" descr="标志 纯色填充">
            <a:extLst>
              <a:ext uri="{FF2B5EF4-FFF2-40B4-BE49-F238E27FC236}">
                <a16:creationId xmlns:a16="http://schemas.microsoft.com/office/drawing/2014/main" id="{1E29DC47-97D7-957F-0ED0-F232733D91F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846013" y="2601667"/>
            <a:ext cx="332198" cy="306514"/>
          </a:xfrm>
          <a:prstGeom prst="rect">
            <a:avLst/>
          </a:prstGeom>
        </p:spPr>
      </p:pic>
      <p:pic>
        <p:nvPicPr>
          <p:cNvPr id="25" name="图形 24" descr="标志 纯色填充">
            <a:extLst>
              <a:ext uri="{FF2B5EF4-FFF2-40B4-BE49-F238E27FC236}">
                <a16:creationId xmlns:a16="http://schemas.microsoft.com/office/drawing/2014/main" id="{951FDC6B-5F5A-2FE8-BBB1-7792DA98E1C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094305" y="3357081"/>
            <a:ext cx="332198" cy="306514"/>
          </a:xfrm>
          <a:prstGeom prst="rect">
            <a:avLst/>
          </a:prstGeom>
        </p:spPr>
      </p:pic>
      <p:pic>
        <p:nvPicPr>
          <p:cNvPr id="26" name="图形 25" descr="标志 纯色填充">
            <a:extLst>
              <a:ext uri="{FF2B5EF4-FFF2-40B4-BE49-F238E27FC236}">
                <a16:creationId xmlns:a16="http://schemas.microsoft.com/office/drawing/2014/main" id="{00B79986-A206-76AB-EDC1-E721B61AC8B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804934" y="3357081"/>
            <a:ext cx="332198" cy="306514"/>
          </a:xfrm>
          <a:prstGeom prst="rect">
            <a:avLst/>
          </a:prstGeom>
        </p:spPr>
      </p:pic>
      <p:pic>
        <p:nvPicPr>
          <p:cNvPr id="27" name="图形 26" descr="标志 纯色填充">
            <a:extLst>
              <a:ext uri="{FF2B5EF4-FFF2-40B4-BE49-F238E27FC236}">
                <a16:creationId xmlns:a16="http://schemas.microsoft.com/office/drawing/2014/main" id="{E3E442BD-260C-D143-C496-50EDFF77892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683339" y="3947845"/>
            <a:ext cx="332198" cy="306514"/>
          </a:xfrm>
          <a:prstGeom prst="rect">
            <a:avLst/>
          </a:prstGeom>
        </p:spPr>
      </p:pic>
      <p:pic>
        <p:nvPicPr>
          <p:cNvPr id="28" name="图形 27" descr="标志 纯色填充">
            <a:extLst>
              <a:ext uri="{FF2B5EF4-FFF2-40B4-BE49-F238E27FC236}">
                <a16:creationId xmlns:a16="http://schemas.microsoft.com/office/drawing/2014/main" id="{449B3218-3777-03A7-469A-2B07E186C2B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089204" y="3898999"/>
            <a:ext cx="332198" cy="306514"/>
          </a:xfrm>
          <a:prstGeom prst="rect">
            <a:avLst/>
          </a:prstGeom>
        </p:spPr>
      </p:pic>
      <p:sp>
        <p:nvSpPr>
          <p:cNvPr id="29" name="等腰三角形 28">
            <a:extLst>
              <a:ext uri="{FF2B5EF4-FFF2-40B4-BE49-F238E27FC236}">
                <a16:creationId xmlns:a16="http://schemas.microsoft.com/office/drawing/2014/main" id="{D24A21D3-D29A-254F-ADB0-7457627B3537}"/>
              </a:ext>
            </a:extLst>
          </p:cNvPr>
          <p:cNvSpPr/>
          <p:nvPr/>
        </p:nvSpPr>
        <p:spPr bwMode="gray">
          <a:xfrm>
            <a:off x="3271415" y="4528839"/>
            <a:ext cx="288934" cy="240324"/>
          </a:xfrm>
          <a:prstGeom prst="triangle">
            <a:avLst/>
          </a:prstGeom>
          <a:solidFill>
            <a:srgbClr val="1E359F"/>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30" name="等腰三角形 29">
            <a:extLst>
              <a:ext uri="{FF2B5EF4-FFF2-40B4-BE49-F238E27FC236}">
                <a16:creationId xmlns:a16="http://schemas.microsoft.com/office/drawing/2014/main" id="{0C5575B6-48EE-B06D-55CB-FBC81BF0D7A9}"/>
              </a:ext>
            </a:extLst>
          </p:cNvPr>
          <p:cNvSpPr/>
          <p:nvPr/>
        </p:nvSpPr>
        <p:spPr bwMode="gray">
          <a:xfrm>
            <a:off x="4012669" y="5051667"/>
            <a:ext cx="288934" cy="240324"/>
          </a:xfrm>
          <a:prstGeom prst="triangle">
            <a:avLst/>
          </a:prstGeom>
          <a:solidFill>
            <a:srgbClr val="346AAB"/>
          </a:solid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31" name="等腰三角形 30">
            <a:extLst>
              <a:ext uri="{FF2B5EF4-FFF2-40B4-BE49-F238E27FC236}">
                <a16:creationId xmlns:a16="http://schemas.microsoft.com/office/drawing/2014/main" id="{E3457BBB-43C6-F47D-CC26-19623DB21C3E}"/>
              </a:ext>
            </a:extLst>
          </p:cNvPr>
          <p:cNvSpPr/>
          <p:nvPr/>
        </p:nvSpPr>
        <p:spPr bwMode="gray">
          <a:xfrm>
            <a:off x="3271415" y="5552752"/>
            <a:ext cx="288934" cy="240324"/>
          </a:xfrm>
          <a:prstGeom prst="triangle">
            <a:avLst/>
          </a:prstGeom>
          <a:solidFill>
            <a:srgbClr val="D80B0C"/>
          </a:solidFill>
          <a:ln w="6350">
            <a:solidFill>
              <a:srgbClr val="E1B9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pic>
        <p:nvPicPr>
          <p:cNvPr id="32" name="图形 31" descr="标志 纯色填充">
            <a:extLst>
              <a:ext uri="{FF2B5EF4-FFF2-40B4-BE49-F238E27FC236}">
                <a16:creationId xmlns:a16="http://schemas.microsoft.com/office/drawing/2014/main" id="{C3901EC6-7FA7-B533-6B27-759B3DDE10E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238126" y="4470115"/>
            <a:ext cx="332198" cy="306514"/>
          </a:xfrm>
          <a:prstGeom prst="rect">
            <a:avLst/>
          </a:prstGeom>
        </p:spPr>
      </p:pic>
      <p:pic>
        <p:nvPicPr>
          <p:cNvPr id="35" name="图形 34" descr="标志 纯色填充">
            <a:extLst>
              <a:ext uri="{FF2B5EF4-FFF2-40B4-BE49-F238E27FC236}">
                <a16:creationId xmlns:a16="http://schemas.microsoft.com/office/drawing/2014/main" id="{48D979A0-E5C2-90D8-409C-DDA0D25CFE9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060058" y="4932452"/>
            <a:ext cx="332198" cy="306514"/>
          </a:xfrm>
          <a:prstGeom prst="rect">
            <a:avLst/>
          </a:prstGeom>
        </p:spPr>
      </p:pic>
      <p:pic>
        <p:nvPicPr>
          <p:cNvPr id="36" name="图形 35" descr="标志 纯色填充">
            <a:extLst>
              <a:ext uri="{FF2B5EF4-FFF2-40B4-BE49-F238E27FC236}">
                <a16:creationId xmlns:a16="http://schemas.microsoft.com/office/drawing/2014/main" id="{E2FF1962-1E5B-E8F0-82DC-5AC22226C18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770687" y="4932452"/>
            <a:ext cx="332198" cy="306514"/>
          </a:xfrm>
          <a:prstGeom prst="rect">
            <a:avLst/>
          </a:prstGeom>
        </p:spPr>
      </p:pic>
      <p:pic>
        <p:nvPicPr>
          <p:cNvPr id="37" name="图形 36" descr="标志 纯色填充">
            <a:extLst>
              <a:ext uri="{FF2B5EF4-FFF2-40B4-BE49-F238E27FC236}">
                <a16:creationId xmlns:a16="http://schemas.microsoft.com/office/drawing/2014/main" id="{C496937A-B22B-CCF1-8DE1-8AC097DE9C9B}"/>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787810" y="5540339"/>
            <a:ext cx="332198" cy="306514"/>
          </a:xfrm>
          <a:prstGeom prst="rect">
            <a:avLst/>
          </a:prstGeom>
        </p:spPr>
      </p:pic>
      <p:pic>
        <p:nvPicPr>
          <p:cNvPr id="38" name="图形 37" descr="标志 纯色填充">
            <a:extLst>
              <a:ext uri="{FF2B5EF4-FFF2-40B4-BE49-F238E27FC236}">
                <a16:creationId xmlns:a16="http://schemas.microsoft.com/office/drawing/2014/main" id="{BF5D15EA-8C6B-FFBB-581B-E8E2CEC2E2B2}"/>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193675" y="5540339"/>
            <a:ext cx="332198" cy="306514"/>
          </a:xfrm>
          <a:prstGeom prst="rect">
            <a:avLst/>
          </a:prstGeom>
        </p:spPr>
      </p:pic>
      <p:sp>
        <p:nvSpPr>
          <p:cNvPr id="39" name="文本框 38">
            <a:extLst>
              <a:ext uri="{FF2B5EF4-FFF2-40B4-BE49-F238E27FC236}">
                <a16:creationId xmlns:a16="http://schemas.microsoft.com/office/drawing/2014/main" id="{54322711-0B34-A873-166E-649A3D1A5E4A}"/>
              </a:ext>
            </a:extLst>
          </p:cNvPr>
          <p:cNvSpPr txBox="1"/>
          <p:nvPr/>
        </p:nvSpPr>
        <p:spPr bwMode="gray">
          <a:xfrm>
            <a:off x="2621202" y="2762055"/>
            <a:ext cx="1575369" cy="21717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40000"/>
              </a:lnSpc>
            </a:pPr>
            <a:r>
              <a:rPr lang="zh-CN" altLang="en-US" sz="1100"/>
              <a:t>US/EU NDA Subm</a:t>
            </a:r>
          </a:p>
        </p:txBody>
      </p:sp>
      <p:sp>
        <p:nvSpPr>
          <p:cNvPr id="3" name="文本框 38">
            <a:extLst>
              <a:ext uri="{FF2B5EF4-FFF2-40B4-BE49-F238E27FC236}">
                <a16:creationId xmlns:a16="http://schemas.microsoft.com/office/drawing/2014/main" id="{31E74352-0C26-138B-C14B-9974D50C75DA}"/>
              </a:ext>
            </a:extLst>
          </p:cNvPr>
          <p:cNvSpPr txBox="1"/>
          <p:nvPr/>
        </p:nvSpPr>
        <p:spPr bwMode="gray">
          <a:xfrm>
            <a:off x="3599382" y="3463789"/>
            <a:ext cx="1575369" cy="21717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40000"/>
              </a:lnSpc>
            </a:pPr>
            <a:r>
              <a:rPr lang="en-US" altLang="zh-CN" sz="1100"/>
              <a:t>JP </a:t>
            </a:r>
            <a:r>
              <a:rPr lang="zh-CN" altLang="en-US" sz="1100"/>
              <a:t>NDA Subm</a:t>
            </a:r>
          </a:p>
        </p:txBody>
      </p:sp>
      <p:sp>
        <p:nvSpPr>
          <p:cNvPr id="4" name="文本框 38">
            <a:extLst>
              <a:ext uri="{FF2B5EF4-FFF2-40B4-BE49-F238E27FC236}">
                <a16:creationId xmlns:a16="http://schemas.microsoft.com/office/drawing/2014/main" id="{DEE39779-EC8B-36A3-2B3A-01DFC6063B12}"/>
              </a:ext>
            </a:extLst>
          </p:cNvPr>
          <p:cNvSpPr txBox="1"/>
          <p:nvPr/>
        </p:nvSpPr>
        <p:spPr bwMode="gray">
          <a:xfrm>
            <a:off x="2621202" y="4028321"/>
            <a:ext cx="1575369" cy="21717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40000"/>
              </a:lnSpc>
            </a:pPr>
            <a:r>
              <a:rPr lang="en-US" altLang="zh-CN" sz="1100"/>
              <a:t>CN </a:t>
            </a:r>
            <a:r>
              <a:rPr lang="zh-CN" altLang="en-US" sz="1100"/>
              <a:t>NDA Subm</a:t>
            </a:r>
          </a:p>
        </p:txBody>
      </p:sp>
      <p:sp>
        <p:nvSpPr>
          <p:cNvPr id="7" name="文本框 38">
            <a:extLst>
              <a:ext uri="{FF2B5EF4-FFF2-40B4-BE49-F238E27FC236}">
                <a16:creationId xmlns:a16="http://schemas.microsoft.com/office/drawing/2014/main" id="{CFE8389C-B78B-513F-3C3D-3E69D51E33C6}"/>
              </a:ext>
            </a:extLst>
          </p:cNvPr>
          <p:cNvSpPr txBox="1"/>
          <p:nvPr/>
        </p:nvSpPr>
        <p:spPr bwMode="gray">
          <a:xfrm>
            <a:off x="4784357" y="2975447"/>
            <a:ext cx="1855983" cy="21717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40000"/>
              </a:lnSpc>
            </a:pPr>
            <a:r>
              <a:rPr lang="zh-CN" altLang="en-US" sz="1100"/>
              <a:t>US </a:t>
            </a:r>
            <a:r>
              <a:rPr lang="en-US" altLang="zh-CN" sz="1100"/>
              <a:t>approval &amp; launch (best)</a:t>
            </a:r>
            <a:endParaRPr lang="zh-CN" altLang="en-US" sz="1100"/>
          </a:p>
        </p:txBody>
      </p:sp>
      <p:sp>
        <p:nvSpPr>
          <p:cNvPr id="13" name="文本框 38">
            <a:extLst>
              <a:ext uri="{FF2B5EF4-FFF2-40B4-BE49-F238E27FC236}">
                <a16:creationId xmlns:a16="http://schemas.microsoft.com/office/drawing/2014/main" id="{8CDE808B-73E4-C81F-8B4F-38F7A1A2CABE}"/>
              </a:ext>
            </a:extLst>
          </p:cNvPr>
          <p:cNvSpPr txBox="1"/>
          <p:nvPr/>
        </p:nvSpPr>
        <p:spPr bwMode="gray">
          <a:xfrm>
            <a:off x="3619085" y="4592853"/>
            <a:ext cx="1575369" cy="21717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40000"/>
              </a:lnSpc>
            </a:pPr>
            <a:r>
              <a:rPr lang="zh-CN" altLang="en-US" sz="1100"/>
              <a:t>US/EU NDA Subm</a:t>
            </a:r>
          </a:p>
        </p:txBody>
      </p:sp>
      <p:sp>
        <p:nvSpPr>
          <p:cNvPr id="33" name="文本框 38">
            <a:extLst>
              <a:ext uri="{FF2B5EF4-FFF2-40B4-BE49-F238E27FC236}">
                <a16:creationId xmlns:a16="http://schemas.microsoft.com/office/drawing/2014/main" id="{1305030D-894D-77F4-7F15-BE9EEA4460C3}"/>
              </a:ext>
            </a:extLst>
          </p:cNvPr>
          <p:cNvSpPr txBox="1"/>
          <p:nvPr/>
        </p:nvSpPr>
        <p:spPr bwMode="gray">
          <a:xfrm>
            <a:off x="4362443" y="5104500"/>
            <a:ext cx="1575369" cy="21717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40000"/>
              </a:lnSpc>
            </a:pPr>
            <a:r>
              <a:rPr lang="en-US" altLang="zh-CN" sz="1100"/>
              <a:t>JP </a:t>
            </a:r>
            <a:r>
              <a:rPr lang="zh-CN" altLang="en-US" sz="1100"/>
              <a:t>NDA Subm</a:t>
            </a:r>
          </a:p>
        </p:txBody>
      </p:sp>
      <p:sp>
        <p:nvSpPr>
          <p:cNvPr id="34" name="文本框 38">
            <a:extLst>
              <a:ext uri="{FF2B5EF4-FFF2-40B4-BE49-F238E27FC236}">
                <a16:creationId xmlns:a16="http://schemas.microsoft.com/office/drawing/2014/main" id="{AE95A460-364D-7317-A985-70AF95C7F5AC}"/>
              </a:ext>
            </a:extLst>
          </p:cNvPr>
          <p:cNvSpPr txBox="1"/>
          <p:nvPr/>
        </p:nvSpPr>
        <p:spPr bwMode="gray">
          <a:xfrm>
            <a:off x="3616506" y="5629678"/>
            <a:ext cx="1575369" cy="21717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40000"/>
              </a:lnSpc>
            </a:pPr>
            <a:r>
              <a:rPr lang="en-US" altLang="zh-CN" sz="1100"/>
              <a:t>CN </a:t>
            </a:r>
            <a:r>
              <a:rPr lang="zh-CN" altLang="en-US" sz="1100"/>
              <a:t>NDA Subm</a:t>
            </a:r>
          </a:p>
        </p:txBody>
      </p:sp>
      <p:pic>
        <p:nvPicPr>
          <p:cNvPr id="41" name="Graphic 40" descr="Rocket outline">
            <a:extLst>
              <a:ext uri="{FF2B5EF4-FFF2-40B4-BE49-F238E27FC236}">
                <a16:creationId xmlns:a16="http://schemas.microsoft.com/office/drawing/2014/main" id="{F00E2B77-35D7-A522-E947-7F6D02457EDD}"/>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502362" y="2797991"/>
            <a:ext cx="254220" cy="194456"/>
          </a:xfrm>
          <a:prstGeom prst="rect">
            <a:avLst/>
          </a:prstGeom>
        </p:spPr>
      </p:pic>
      <p:pic>
        <p:nvPicPr>
          <p:cNvPr id="42" name="Graphic 41" descr="Rocket outline">
            <a:extLst>
              <a:ext uri="{FF2B5EF4-FFF2-40B4-BE49-F238E27FC236}">
                <a16:creationId xmlns:a16="http://schemas.microsoft.com/office/drawing/2014/main" id="{90DAD6C9-6A40-7A75-2302-1477C0CAA0FB}"/>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027013" y="2720284"/>
            <a:ext cx="198191" cy="220603"/>
          </a:xfrm>
          <a:prstGeom prst="rect">
            <a:avLst/>
          </a:prstGeom>
        </p:spPr>
      </p:pic>
      <p:pic>
        <p:nvPicPr>
          <p:cNvPr id="43" name="Graphic 42" descr="Rocket outline">
            <a:extLst>
              <a:ext uri="{FF2B5EF4-FFF2-40B4-BE49-F238E27FC236}">
                <a16:creationId xmlns:a16="http://schemas.microsoft.com/office/drawing/2014/main" id="{50D341D0-35AD-6CDC-27EC-4AF7F1BB3C5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062732" y="3343889"/>
            <a:ext cx="306514" cy="306514"/>
          </a:xfrm>
          <a:prstGeom prst="rect">
            <a:avLst/>
          </a:prstGeom>
        </p:spPr>
      </p:pic>
      <p:pic>
        <p:nvPicPr>
          <p:cNvPr id="44" name="Graphic 43" descr="Rocket outline">
            <a:extLst>
              <a:ext uri="{FF2B5EF4-FFF2-40B4-BE49-F238E27FC236}">
                <a16:creationId xmlns:a16="http://schemas.microsoft.com/office/drawing/2014/main" id="{5D130AF5-2FD3-D2FE-C52D-5B750BE90A6F}"/>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762855" y="3368324"/>
            <a:ext cx="263109" cy="287223"/>
          </a:xfrm>
          <a:prstGeom prst="rect">
            <a:avLst/>
          </a:prstGeom>
        </p:spPr>
      </p:pic>
      <p:pic>
        <p:nvPicPr>
          <p:cNvPr id="45" name="Graphic 44" descr="Rocket outline">
            <a:extLst>
              <a:ext uri="{FF2B5EF4-FFF2-40B4-BE49-F238E27FC236}">
                <a16:creationId xmlns:a16="http://schemas.microsoft.com/office/drawing/2014/main" id="{5A1EF79C-26C2-B099-AF98-4CC8DA28DD8E}"/>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763767" y="3938318"/>
            <a:ext cx="234173" cy="263109"/>
          </a:xfrm>
          <a:prstGeom prst="rect">
            <a:avLst/>
          </a:prstGeom>
        </p:spPr>
      </p:pic>
      <p:pic>
        <p:nvPicPr>
          <p:cNvPr id="46" name="Graphic 45" descr="Rocket outline">
            <a:extLst>
              <a:ext uri="{FF2B5EF4-FFF2-40B4-BE49-F238E27FC236}">
                <a16:creationId xmlns:a16="http://schemas.microsoft.com/office/drawing/2014/main" id="{6D8B81D0-FF3C-74C8-A21B-72889D20C02D}"/>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0322860" y="3938695"/>
            <a:ext cx="235544" cy="265427"/>
          </a:xfrm>
          <a:prstGeom prst="rect">
            <a:avLst/>
          </a:prstGeom>
        </p:spPr>
      </p:pic>
      <p:sp>
        <p:nvSpPr>
          <p:cNvPr id="50" name="文本框 38">
            <a:extLst>
              <a:ext uri="{FF2B5EF4-FFF2-40B4-BE49-F238E27FC236}">
                <a16:creationId xmlns:a16="http://schemas.microsoft.com/office/drawing/2014/main" id="{1615B826-9670-F765-3968-47722E59F8F5}"/>
              </a:ext>
            </a:extLst>
          </p:cNvPr>
          <p:cNvSpPr txBox="1"/>
          <p:nvPr/>
        </p:nvSpPr>
        <p:spPr bwMode="gray">
          <a:xfrm>
            <a:off x="6934619" y="2940909"/>
            <a:ext cx="2084798" cy="21717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40000"/>
              </a:lnSpc>
            </a:pPr>
            <a:r>
              <a:rPr lang="zh-CN" altLang="en-US" sz="1100"/>
              <a:t>US </a:t>
            </a:r>
            <a:r>
              <a:rPr lang="en-US" altLang="zh-CN" sz="1100"/>
              <a:t>approval &amp; launch (base)</a:t>
            </a:r>
            <a:endParaRPr lang="zh-CN" altLang="en-US" sz="1100"/>
          </a:p>
        </p:txBody>
      </p:sp>
      <p:sp>
        <p:nvSpPr>
          <p:cNvPr id="51" name="文本框 38">
            <a:extLst>
              <a:ext uri="{FF2B5EF4-FFF2-40B4-BE49-F238E27FC236}">
                <a16:creationId xmlns:a16="http://schemas.microsoft.com/office/drawing/2014/main" id="{04ED1945-AD40-05FE-8426-D72DF8319A8B}"/>
              </a:ext>
            </a:extLst>
          </p:cNvPr>
          <p:cNvSpPr txBox="1"/>
          <p:nvPr/>
        </p:nvSpPr>
        <p:spPr bwMode="gray">
          <a:xfrm>
            <a:off x="6251375" y="3624364"/>
            <a:ext cx="1334543" cy="21717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40000"/>
              </a:lnSpc>
            </a:pPr>
            <a:r>
              <a:rPr lang="en-US" altLang="zh-CN" sz="1100"/>
              <a:t>JP approval (best)</a:t>
            </a:r>
            <a:endParaRPr lang="zh-CN" altLang="en-US" sz="1100"/>
          </a:p>
        </p:txBody>
      </p:sp>
      <p:sp>
        <p:nvSpPr>
          <p:cNvPr id="52" name="文本框 38">
            <a:extLst>
              <a:ext uri="{FF2B5EF4-FFF2-40B4-BE49-F238E27FC236}">
                <a16:creationId xmlns:a16="http://schemas.microsoft.com/office/drawing/2014/main" id="{C9E6F8A6-3146-868F-AA2B-59CD232A288A}"/>
              </a:ext>
            </a:extLst>
          </p:cNvPr>
          <p:cNvSpPr txBox="1"/>
          <p:nvPr/>
        </p:nvSpPr>
        <p:spPr bwMode="gray">
          <a:xfrm>
            <a:off x="7667739" y="3654926"/>
            <a:ext cx="1334543" cy="21717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40000"/>
              </a:lnSpc>
            </a:pPr>
            <a:r>
              <a:rPr lang="en-US" altLang="zh-CN" sz="1100"/>
              <a:t>JP approval (base)</a:t>
            </a:r>
            <a:endParaRPr lang="zh-CN" altLang="en-US" sz="1100"/>
          </a:p>
        </p:txBody>
      </p:sp>
      <p:sp>
        <p:nvSpPr>
          <p:cNvPr id="53" name="文本框 38">
            <a:extLst>
              <a:ext uri="{FF2B5EF4-FFF2-40B4-BE49-F238E27FC236}">
                <a16:creationId xmlns:a16="http://schemas.microsoft.com/office/drawing/2014/main" id="{9C81ECC6-9394-405C-E23F-898C1C6C0AC7}"/>
              </a:ext>
            </a:extLst>
          </p:cNvPr>
          <p:cNvSpPr txBox="1"/>
          <p:nvPr/>
        </p:nvSpPr>
        <p:spPr bwMode="gray">
          <a:xfrm>
            <a:off x="6232521" y="4133171"/>
            <a:ext cx="1901158" cy="21717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40000"/>
              </a:lnSpc>
            </a:pPr>
            <a:r>
              <a:rPr lang="en-US" altLang="zh-CN" sz="1100"/>
              <a:t>CN approval &amp; Lanuch (best)</a:t>
            </a:r>
            <a:endParaRPr lang="zh-CN" altLang="en-US" sz="1100"/>
          </a:p>
        </p:txBody>
      </p:sp>
      <p:sp>
        <p:nvSpPr>
          <p:cNvPr id="54" name="文本框 38">
            <a:extLst>
              <a:ext uri="{FF2B5EF4-FFF2-40B4-BE49-F238E27FC236}">
                <a16:creationId xmlns:a16="http://schemas.microsoft.com/office/drawing/2014/main" id="{476AFB3A-48DF-EC01-5AF0-8CD19AC5A32E}"/>
              </a:ext>
            </a:extLst>
          </p:cNvPr>
          <p:cNvSpPr txBox="1"/>
          <p:nvPr/>
        </p:nvSpPr>
        <p:spPr bwMode="gray">
          <a:xfrm>
            <a:off x="8758299" y="4188359"/>
            <a:ext cx="1910929" cy="21717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40000"/>
              </a:lnSpc>
            </a:pPr>
            <a:r>
              <a:rPr lang="en-US" altLang="zh-CN" sz="1100"/>
              <a:t>CN approval &amp; Launch (base)</a:t>
            </a:r>
            <a:endParaRPr lang="zh-CN" altLang="en-US" sz="1100"/>
          </a:p>
        </p:txBody>
      </p:sp>
      <p:sp>
        <p:nvSpPr>
          <p:cNvPr id="55" name="文本框 38">
            <a:extLst>
              <a:ext uri="{FF2B5EF4-FFF2-40B4-BE49-F238E27FC236}">
                <a16:creationId xmlns:a16="http://schemas.microsoft.com/office/drawing/2014/main" id="{C29D4D93-0285-F922-A53F-E2FBC410FDB3}"/>
              </a:ext>
            </a:extLst>
          </p:cNvPr>
          <p:cNvSpPr txBox="1"/>
          <p:nvPr/>
        </p:nvSpPr>
        <p:spPr bwMode="gray">
          <a:xfrm>
            <a:off x="5932872" y="4707897"/>
            <a:ext cx="1885291" cy="21717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40000"/>
              </a:lnSpc>
            </a:pPr>
            <a:r>
              <a:rPr lang="zh-CN" altLang="en-US" sz="1100"/>
              <a:t>US </a:t>
            </a:r>
            <a:r>
              <a:rPr lang="en-US" altLang="zh-CN" sz="1100"/>
              <a:t>approval &amp; launch (best)</a:t>
            </a:r>
            <a:endParaRPr lang="zh-CN" altLang="en-US" sz="1100"/>
          </a:p>
        </p:txBody>
      </p:sp>
      <p:cxnSp>
        <p:nvCxnSpPr>
          <p:cNvPr id="40" name="直接箭头连接符 39">
            <a:extLst>
              <a:ext uri="{FF2B5EF4-FFF2-40B4-BE49-F238E27FC236}">
                <a16:creationId xmlns:a16="http://schemas.microsoft.com/office/drawing/2014/main" id="{DA1DD2C6-9195-4DCC-9B51-741FAC545324}"/>
              </a:ext>
            </a:extLst>
          </p:cNvPr>
          <p:cNvCxnSpPr/>
          <p:nvPr/>
        </p:nvCxnSpPr>
        <p:spPr bwMode="gray">
          <a:xfrm flipV="1">
            <a:off x="1271954" y="3280508"/>
            <a:ext cx="10468706" cy="3907"/>
          </a:xfrm>
          <a:prstGeom prst="straightConnector1">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直接箭头连接符 47">
            <a:extLst>
              <a:ext uri="{FF2B5EF4-FFF2-40B4-BE49-F238E27FC236}">
                <a16:creationId xmlns:a16="http://schemas.microsoft.com/office/drawing/2014/main" id="{27448E82-8A94-BBB2-3DB9-3439CCD7B3FD}"/>
              </a:ext>
            </a:extLst>
          </p:cNvPr>
          <p:cNvCxnSpPr>
            <a:cxnSpLocks/>
          </p:cNvCxnSpPr>
          <p:nvPr/>
        </p:nvCxnSpPr>
        <p:spPr bwMode="gray">
          <a:xfrm flipV="1">
            <a:off x="1301262" y="4921739"/>
            <a:ext cx="10468706" cy="3907"/>
          </a:xfrm>
          <a:prstGeom prst="straightConnector1">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箭头连接符 48">
            <a:extLst>
              <a:ext uri="{FF2B5EF4-FFF2-40B4-BE49-F238E27FC236}">
                <a16:creationId xmlns:a16="http://schemas.microsoft.com/office/drawing/2014/main" id="{03F15C2C-424C-F059-CE9E-3E9A425F586D}"/>
              </a:ext>
            </a:extLst>
          </p:cNvPr>
          <p:cNvCxnSpPr>
            <a:cxnSpLocks/>
          </p:cNvCxnSpPr>
          <p:nvPr/>
        </p:nvCxnSpPr>
        <p:spPr bwMode="gray">
          <a:xfrm flipV="1">
            <a:off x="1281723" y="5390662"/>
            <a:ext cx="10468706" cy="3907"/>
          </a:xfrm>
          <a:prstGeom prst="straightConnector1">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pic>
        <p:nvPicPr>
          <p:cNvPr id="57" name="Graphic 40" descr="Rocket outline">
            <a:extLst>
              <a:ext uri="{FF2B5EF4-FFF2-40B4-BE49-F238E27FC236}">
                <a16:creationId xmlns:a16="http://schemas.microsoft.com/office/drawing/2014/main" id="{A35913D4-5225-CB18-A814-6827BBA86548}"/>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487617" y="4436428"/>
            <a:ext cx="306514" cy="306514"/>
          </a:xfrm>
          <a:prstGeom prst="rect">
            <a:avLst/>
          </a:prstGeom>
        </p:spPr>
      </p:pic>
      <p:pic>
        <p:nvPicPr>
          <p:cNvPr id="58" name="Graphic 42" descr="Rocket outline">
            <a:extLst>
              <a:ext uri="{FF2B5EF4-FFF2-40B4-BE49-F238E27FC236}">
                <a16:creationId xmlns:a16="http://schemas.microsoft.com/office/drawing/2014/main" id="{29B9A33A-E817-E9A0-091E-FBA73940D87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062732" y="4936273"/>
            <a:ext cx="306514" cy="306514"/>
          </a:xfrm>
          <a:prstGeom prst="rect">
            <a:avLst/>
          </a:prstGeom>
        </p:spPr>
      </p:pic>
      <p:pic>
        <p:nvPicPr>
          <p:cNvPr id="59" name="Graphic 43" descr="Rocket outline">
            <a:extLst>
              <a:ext uri="{FF2B5EF4-FFF2-40B4-BE49-F238E27FC236}">
                <a16:creationId xmlns:a16="http://schemas.microsoft.com/office/drawing/2014/main" id="{C1D1F22F-42C6-2FEC-8959-170850FACBD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762855" y="4921507"/>
            <a:ext cx="306514" cy="306514"/>
          </a:xfrm>
          <a:prstGeom prst="rect">
            <a:avLst/>
          </a:prstGeom>
        </p:spPr>
      </p:pic>
      <p:sp>
        <p:nvSpPr>
          <p:cNvPr id="60" name="文本框 38">
            <a:extLst>
              <a:ext uri="{FF2B5EF4-FFF2-40B4-BE49-F238E27FC236}">
                <a16:creationId xmlns:a16="http://schemas.microsoft.com/office/drawing/2014/main" id="{B1250529-B4C3-41FA-2FD8-5BAF5F733CA1}"/>
              </a:ext>
            </a:extLst>
          </p:cNvPr>
          <p:cNvSpPr txBox="1"/>
          <p:nvPr/>
        </p:nvSpPr>
        <p:spPr bwMode="gray">
          <a:xfrm>
            <a:off x="6095067" y="5187440"/>
            <a:ext cx="1334543" cy="21717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40000"/>
              </a:lnSpc>
            </a:pPr>
            <a:r>
              <a:rPr lang="en-US" altLang="zh-CN" sz="1100"/>
              <a:t>JP approval (best)</a:t>
            </a:r>
            <a:endParaRPr lang="zh-CN" altLang="en-US" sz="1100"/>
          </a:p>
        </p:txBody>
      </p:sp>
      <p:sp>
        <p:nvSpPr>
          <p:cNvPr id="61" name="文本框 38">
            <a:extLst>
              <a:ext uri="{FF2B5EF4-FFF2-40B4-BE49-F238E27FC236}">
                <a16:creationId xmlns:a16="http://schemas.microsoft.com/office/drawing/2014/main" id="{4ACFA8E5-9835-DDAA-229A-11D9354D2C17}"/>
              </a:ext>
            </a:extLst>
          </p:cNvPr>
          <p:cNvSpPr txBox="1"/>
          <p:nvPr/>
        </p:nvSpPr>
        <p:spPr bwMode="gray">
          <a:xfrm>
            <a:off x="7658143" y="5187440"/>
            <a:ext cx="1334543" cy="21717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40000"/>
              </a:lnSpc>
            </a:pPr>
            <a:r>
              <a:rPr lang="en-US" altLang="zh-CN" sz="1100"/>
              <a:t>JP approval (base)</a:t>
            </a:r>
            <a:endParaRPr lang="zh-CN" altLang="en-US" sz="1100"/>
          </a:p>
        </p:txBody>
      </p:sp>
      <p:sp>
        <p:nvSpPr>
          <p:cNvPr id="62" name="文本框 38">
            <a:extLst>
              <a:ext uri="{FF2B5EF4-FFF2-40B4-BE49-F238E27FC236}">
                <a16:creationId xmlns:a16="http://schemas.microsoft.com/office/drawing/2014/main" id="{43B31B63-0A87-DCCD-669D-AC76261BFFBC}"/>
              </a:ext>
            </a:extLst>
          </p:cNvPr>
          <p:cNvSpPr txBox="1"/>
          <p:nvPr/>
        </p:nvSpPr>
        <p:spPr bwMode="gray">
          <a:xfrm>
            <a:off x="7443905" y="5920940"/>
            <a:ext cx="1901158" cy="21717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40000"/>
              </a:lnSpc>
            </a:pPr>
            <a:r>
              <a:rPr lang="en-US" altLang="zh-CN" sz="1100"/>
              <a:t>CN approval &amp; Launch (best)</a:t>
            </a:r>
            <a:endParaRPr lang="zh-CN" altLang="en-US" sz="1100"/>
          </a:p>
        </p:txBody>
      </p:sp>
      <p:sp>
        <p:nvSpPr>
          <p:cNvPr id="63" name="文本框 38">
            <a:extLst>
              <a:ext uri="{FF2B5EF4-FFF2-40B4-BE49-F238E27FC236}">
                <a16:creationId xmlns:a16="http://schemas.microsoft.com/office/drawing/2014/main" id="{2894BA0F-4117-7583-E65A-67B598D7AEB2}"/>
              </a:ext>
            </a:extLst>
          </p:cNvPr>
          <p:cNvSpPr txBox="1"/>
          <p:nvPr/>
        </p:nvSpPr>
        <p:spPr bwMode="gray">
          <a:xfrm>
            <a:off x="9832914" y="5897975"/>
            <a:ext cx="2125851" cy="21717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40000"/>
              </a:lnSpc>
            </a:pPr>
            <a:r>
              <a:rPr lang="en-US" altLang="zh-CN" sz="1100"/>
              <a:t>CN approval &amp; Launch (base)</a:t>
            </a:r>
            <a:endParaRPr lang="zh-CN" altLang="en-US" sz="1100"/>
          </a:p>
        </p:txBody>
      </p:sp>
      <p:pic>
        <p:nvPicPr>
          <p:cNvPr id="64" name="Graphic 45" descr="Rocket outline">
            <a:extLst>
              <a:ext uri="{FF2B5EF4-FFF2-40B4-BE49-F238E27FC236}">
                <a16:creationId xmlns:a16="http://schemas.microsoft.com/office/drawing/2014/main" id="{5C4A8EEA-923D-E222-59E8-4CE16316A8F9}"/>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1351789" y="5531366"/>
            <a:ext cx="306514" cy="306514"/>
          </a:xfrm>
          <a:prstGeom prst="rect">
            <a:avLst/>
          </a:prstGeom>
        </p:spPr>
      </p:pic>
      <p:pic>
        <p:nvPicPr>
          <p:cNvPr id="65" name="Graphic 45" descr="Rocket outline">
            <a:extLst>
              <a:ext uri="{FF2B5EF4-FFF2-40B4-BE49-F238E27FC236}">
                <a16:creationId xmlns:a16="http://schemas.microsoft.com/office/drawing/2014/main" id="{5277B494-296A-E134-D98E-C8A2767B664E}"/>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8782481" y="5550904"/>
            <a:ext cx="306514" cy="306514"/>
          </a:xfrm>
          <a:prstGeom prst="rect">
            <a:avLst/>
          </a:prstGeom>
        </p:spPr>
      </p:pic>
      <p:sp>
        <p:nvSpPr>
          <p:cNvPr id="66" name="矩形 65">
            <a:extLst>
              <a:ext uri="{FF2B5EF4-FFF2-40B4-BE49-F238E27FC236}">
                <a16:creationId xmlns:a16="http://schemas.microsoft.com/office/drawing/2014/main" id="{6D2872D3-C2C7-E5D3-40F4-F3CC6893F265}"/>
              </a:ext>
            </a:extLst>
          </p:cNvPr>
          <p:cNvSpPr/>
          <p:nvPr/>
        </p:nvSpPr>
        <p:spPr bwMode="gray">
          <a:xfrm>
            <a:off x="144828" y="2474852"/>
            <a:ext cx="11720159" cy="1935221"/>
          </a:xfrm>
          <a:prstGeom prst="rect">
            <a:avLst/>
          </a:prstGeom>
          <a:noFill/>
          <a:ln w="28575">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pic>
        <p:nvPicPr>
          <p:cNvPr id="56" name="图形 55" descr="燃料 纯色填充">
            <a:extLst>
              <a:ext uri="{FF2B5EF4-FFF2-40B4-BE49-F238E27FC236}">
                <a16:creationId xmlns:a16="http://schemas.microsoft.com/office/drawing/2014/main" id="{6EBD6BA4-863F-06A5-E56A-CA4801B8FE0C}"/>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491565" y="2605741"/>
            <a:ext cx="619312" cy="604372"/>
          </a:xfrm>
          <a:prstGeom prst="rect">
            <a:avLst/>
          </a:prstGeom>
        </p:spPr>
      </p:pic>
      <p:grpSp>
        <p:nvGrpSpPr>
          <p:cNvPr id="71" name="组合 70">
            <a:extLst>
              <a:ext uri="{FF2B5EF4-FFF2-40B4-BE49-F238E27FC236}">
                <a16:creationId xmlns:a16="http://schemas.microsoft.com/office/drawing/2014/main" id="{CD3E1A06-A58A-FA71-6473-A718C3DA45DC}"/>
              </a:ext>
            </a:extLst>
          </p:cNvPr>
          <p:cNvGrpSpPr/>
          <p:nvPr/>
        </p:nvGrpSpPr>
        <p:grpSpPr>
          <a:xfrm>
            <a:off x="1306512" y="5501381"/>
            <a:ext cx="942975" cy="616479"/>
            <a:chOff x="1306512" y="5501381"/>
            <a:chExt cx="942975" cy="616479"/>
          </a:xfrm>
        </p:grpSpPr>
        <p:pic>
          <p:nvPicPr>
            <p:cNvPr id="22" name="图片 21" descr="卡通人物&#10;&#10;AI 生成的内容可能不正确。">
              <a:extLst>
                <a:ext uri="{FF2B5EF4-FFF2-40B4-BE49-F238E27FC236}">
                  <a16:creationId xmlns:a16="http://schemas.microsoft.com/office/drawing/2014/main" id="{2AE3B4CD-1F4D-80C3-2361-927FF6ACEF7E}"/>
                </a:ext>
              </a:extLst>
            </p:cNvPr>
            <p:cNvPicPr>
              <a:picLocks noChangeAspect="1"/>
            </p:cNvPicPr>
            <p:nvPr/>
          </p:nvPicPr>
          <p:blipFill>
            <a:blip r:embed="rId5"/>
            <a:srcRect l="5953" r="-4965" b="-993"/>
            <a:stretch>
              <a:fillRect/>
            </a:stretch>
          </p:blipFill>
          <p:spPr>
            <a:xfrm>
              <a:off x="1334302" y="5501381"/>
              <a:ext cx="429986" cy="428155"/>
            </a:xfrm>
            <a:prstGeom prst="rect">
              <a:avLst/>
            </a:prstGeom>
          </p:spPr>
        </p:pic>
        <p:pic>
          <p:nvPicPr>
            <p:cNvPr id="68" name="图片 67" descr="文本&#10;&#10;AI 生成的内容可能不正确。">
              <a:extLst>
                <a:ext uri="{FF2B5EF4-FFF2-40B4-BE49-F238E27FC236}">
                  <a16:creationId xmlns:a16="http://schemas.microsoft.com/office/drawing/2014/main" id="{5E991057-7AEF-A07E-7628-9E70C8BE35F2}"/>
                </a:ext>
              </a:extLst>
            </p:cNvPr>
            <p:cNvPicPr>
              <a:picLocks noChangeAspect="1"/>
            </p:cNvPicPr>
            <p:nvPr/>
          </p:nvPicPr>
          <p:blipFill>
            <a:blip r:embed="rId13"/>
            <a:stretch>
              <a:fillRect/>
            </a:stretch>
          </p:blipFill>
          <p:spPr>
            <a:xfrm>
              <a:off x="1306512" y="5908065"/>
              <a:ext cx="942975" cy="209795"/>
            </a:xfrm>
            <a:prstGeom prst="rect">
              <a:avLst/>
            </a:prstGeom>
          </p:spPr>
        </p:pic>
      </p:grpSp>
      <p:grpSp>
        <p:nvGrpSpPr>
          <p:cNvPr id="70" name="组合 69">
            <a:extLst>
              <a:ext uri="{FF2B5EF4-FFF2-40B4-BE49-F238E27FC236}">
                <a16:creationId xmlns:a16="http://schemas.microsoft.com/office/drawing/2014/main" id="{9120C37E-112A-3883-2BBE-64F22DACC1E9}"/>
              </a:ext>
            </a:extLst>
          </p:cNvPr>
          <p:cNvGrpSpPr/>
          <p:nvPr/>
        </p:nvGrpSpPr>
        <p:grpSpPr>
          <a:xfrm>
            <a:off x="1232877" y="3876430"/>
            <a:ext cx="10468706" cy="522045"/>
            <a:chOff x="1232877" y="3876430"/>
            <a:chExt cx="10468706" cy="522045"/>
          </a:xfrm>
        </p:grpSpPr>
        <p:cxnSp>
          <p:nvCxnSpPr>
            <p:cNvPr id="47" name="直接箭头连接符 46">
              <a:extLst>
                <a:ext uri="{FF2B5EF4-FFF2-40B4-BE49-F238E27FC236}">
                  <a16:creationId xmlns:a16="http://schemas.microsoft.com/office/drawing/2014/main" id="{B35C39C0-99E1-A12A-487A-6D9656C57934}"/>
                </a:ext>
              </a:extLst>
            </p:cNvPr>
            <p:cNvCxnSpPr>
              <a:cxnSpLocks/>
            </p:cNvCxnSpPr>
            <p:nvPr/>
          </p:nvCxnSpPr>
          <p:spPr bwMode="gray">
            <a:xfrm flipV="1">
              <a:off x="1232877" y="3876430"/>
              <a:ext cx="10468706" cy="3907"/>
            </a:xfrm>
            <a:prstGeom prst="straightConnector1">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pic>
          <p:nvPicPr>
            <p:cNvPr id="69" name="图片 68" descr="文本&#10;&#10;AI 生成的内容可能不正确。">
              <a:extLst>
                <a:ext uri="{FF2B5EF4-FFF2-40B4-BE49-F238E27FC236}">
                  <a16:creationId xmlns:a16="http://schemas.microsoft.com/office/drawing/2014/main" id="{4F4BBAC2-7CA5-EEEB-A146-D3BDAC8E35C7}"/>
                </a:ext>
              </a:extLst>
            </p:cNvPr>
            <p:cNvPicPr>
              <a:picLocks noChangeAspect="1"/>
            </p:cNvPicPr>
            <p:nvPr/>
          </p:nvPicPr>
          <p:blipFill>
            <a:blip r:embed="rId13"/>
            <a:stretch>
              <a:fillRect/>
            </a:stretch>
          </p:blipFill>
          <p:spPr>
            <a:xfrm>
              <a:off x="1277204" y="4188680"/>
              <a:ext cx="942975" cy="209795"/>
            </a:xfrm>
            <a:prstGeom prst="rect">
              <a:avLst/>
            </a:prstGeom>
          </p:spPr>
        </p:pic>
      </p:grpSp>
    </p:spTree>
    <p:extLst>
      <p:ext uri="{BB962C8B-B14F-4D97-AF65-F5344CB8AC3E}">
        <p14:creationId xmlns:p14="http://schemas.microsoft.com/office/powerpoint/2010/main" val="60305678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B719B7-A310-E82C-3F27-69030468D138}"/>
              </a:ext>
            </a:extLst>
          </p:cNvPr>
          <p:cNvSpPr>
            <a:spLocks noGrp="1"/>
          </p:cNvSpPr>
          <p:nvPr>
            <p:ph type="title"/>
          </p:nvPr>
        </p:nvSpPr>
        <p:spPr/>
        <p:txBody>
          <a:bodyPr/>
          <a:lstStyle/>
          <a:p>
            <a:endParaRPr lang="zh-CN" altLang="en-US"/>
          </a:p>
        </p:txBody>
      </p:sp>
      <p:sp>
        <p:nvSpPr>
          <p:cNvPr id="4" name="页脚占位符 3">
            <a:extLst>
              <a:ext uri="{FF2B5EF4-FFF2-40B4-BE49-F238E27FC236}">
                <a16:creationId xmlns:a16="http://schemas.microsoft.com/office/drawing/2014/main" id="{9E035487-9B40-1223-BC49-20BBCE5086EC}"/>
              </a:ext>
            </a:extLst>
          </p:cNvPr>
          <p:cNvSpPr>
            <a:spLocks noGrp="1"/>
          </p:cNvSpPr>
          <p:nvPr>
            <p:ph type="ftr" sz="quarter" idx="11"/>
          </p:nvPr>
        </p:nvSpPr>
        <p:spPr/>
        <p:txBody>
          <a:bodyPr/>
          <a:lstStyle/>
          <a:p>
            <a:endParaRPr lang="en-US"/>
          </a:p>
        </p:txBody>
      </p:sp>
      <p:sp>
        <p:nvSpPr>
          <p:cNvPr id="5" name="灯片编号占位符 4">
            <a:extLst>
              <a:ext uri="{FF2B5EF4-FFF2-40B4-BE49-F238E27FC236}">
                <a16:creationId xmlns:a16="http://schemas.microsoft.com/office/drawing/2014/main" id="{15C4453F-A393-1D40-C5A3-F6E2235D42AD}"/>
              </a:ext>
            </a:extLst>
          </p:cNvPr>
          <p:cNvSpPr>
            <a:spLocks noGrp="1"/>
          </p:cNvSpPr>
          <p:nvPr>
            <p:ph type="sldNum" sz="quarter" idx="12"/>
          </p:nvPr>
        </p:nvSpPr>
        <p:spPr/>
        <p:txBody>
          <a:bodyPr/>
          <a:lstStyle/>
          <a:p>
            <a:fld id="{AF225C8E-132A-4293-BF1D-E348182D543A}" type="slidenum">
              <a:rPr lang="en-US" smtClean="0"/>
              <a:t>57</a:t>
            </a:fld>
            <a:endParaRPr lang="en-US"/>
          </a:p>
        </p:txBody>
      </p:sp>
      <p:pic>
        <p:nvPicPr>
          <p:cNvPr id="6" name="图片 5" descr="图形用户界面&#10;&#10;AI 生成的内容可能不正确。">
            <a:extLst>
              <a:ext uri="{FF2B5EF4-FFF2-40B4-BE49-F238E27FC236}">
                <a16:creationId xmlns:a16="http://schemas.microsoft.com/office/drawing/2014/main" id="{FC95D172-6D77-9B7C-5F91-E90D5785BCE6}"/>
              </a:ext>
            </a:extLst>
          </p:cNvPr>
          <p:cNvPicPr>
            <a:picLocks noChangeAspect="1"/>
          </p:cNvPicPr>
          <p:nvPr/>
        </p:nvPicPr>
        <p:blipFill>
          <a:blip r:embed="rId2"/>
          <a:stretch>
            <a:fillRect/>
          </a:stretch>
        </p:blipFill>
        <p:spPr>
          <a:xfrm>
            <a:off x="0" y="98670"/>
            <a:ext cx="12020550" cy="6755910"/>
          </a:xfrm>
          <a:prstGeom prst="rect">
            <a:avLst/>
          </a:prstGeom>
        </p:spPr>
      </p:pic>
    </p:spTree>
    <p:extLst>
      <p:ext uri="{BB962C8B-B14F-4D97-AF65-F5344CB8AC3E}">
        <p14:creationId xmlns:p14="http://schemas.microsoft.com/office/powerpoint/2010/main" val="365269609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DC02D27F-D690-1104-E970-987934AE8651}"/>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2E98CEC-AC02-3EBE-086C-B592A486FE31}"/>
              </a:ext>
            </a:extLst>
          </p:cNvPr>
          <p:cNvSpPr>
            <a:spLocks noGrp="1"/>
          </p:cNvSpPr>
          <p:nvPr>
            <p:ph type="title"/>
          </p:nvPr>
        </p:nvSpPr>
        <p:spPr/>
        <p:txBody>
          <a:bodyPr/>
          <a:lstStyle/>
          <a:p>
            <a:r>
              <a:rPr lang="zh-CN" altLang="en-US"/>
              <a:t>NDA scenario analysis</a:t>
            </a:r>
          </a:p>
        </p:txBody>
      </p:sp>
      <p:sp>
        <p:nvSpPr>
          <p:cNvPr id="4" name="页脚占位符 3">
            <a:extLst>
              <a:ext uri="{FF2B5EF4-FFF2-40B4-BE49-F238E27FC236}">
                <a16:creationId xmlns:a16="http://schemas.microsoft.com/office/drawing/2014/main" id="{EE104805-A289-A30F-9108-84CA895C9AF3}"/>
              </a:ext>
            </a:extLst>
          </p:cNvPr>
          <p:cNvSpPr>
            <a:spLocks noGrp="1"/>
          </p:cNvSpPr>
          <p:nvPr>
            <p:ph type="ftr" sz="quarter" idx="11"/>
          </p:nvPr>
        </p:nvSpPr>
        <p:spPr/>
        <p:txBody>
          <a:bodyPr/>
          <a:lstStyle/>
          <a:p>
            <a:endParaRPr lang="en-US"/>
          </a:p>
        </p:txBody>
      </p:sp>
      <p:sp>
        <p:nvSpPr>
          <p:cNvPr id="5" name="灯片编号占位符 4">
            <a:extLst>
              <a:ext uri="{FF2B5EF4-FFF2-40B4-BE49-F238E27FC236}">
                <a16:creationId xmlns:a16="http://schemas.microsoft.com/office/drawing/2014/main" id="{6149C28B-8BC2-485B-CCA8-8F1993372DC1}"/>
              </a:ext>
            </a:extLst>
          </p:cNvPr>
          <p:cNvSpPr>
            <a:spLocks noGrp="1"/>
          </p:cNvSpPr>
          <p:nvPr>
            <p:ph type="sldNum" sz="quarter" idx="12"/>
          </p:nvPr>
        </p:nvSpPr>
        <p:spPr/>
        <p:txBody>
          <a:bodyPr/>
          <a:lstStyle/>
          <a:p>
            <a:fld id="{AF225C8E-132A-4293-BF1D-E348182D543A}" type="slidenum">
              <a:rPr lang="en-US" smtClean="0"/>
              <a:t>58</a:t>
            </a:fld>
            <a:endParaRPr lang="en-US"/>
          </a:p>
        </p:txBody>
      </p:sp>
      <p:graphicFrame>
        <p:nvGraphicFramePr>
          <p:cNvPr id="9" name="内容占位符 8">
            <a:extLst>
              <a:ext uri="{FF2B5EF4-FFF2-40B4-BE49-F238E27FC236}">
                <a16:creationId xmlns:a16="http://schemas.microsoft.com/office/drawing/2014/main" id="{78FEBED3-9D5C-0CF7-5C90-013F821A4616}"/>
              </a:ext>
            </a:extLst>
          </p:cNvPr>
          <p:cNvGraphicFramePr>
            <a:graphicFrameLocks noGrp="1"/>
          </p:cNvGraphicFramePr>
          <p:nvPr>
            <p:ph idx="1"/>
          </p:nvPr>
        </p:nvGraphicFramePr>
        <p:xfrm>
          <a:off x="293783" y="1046602"/>
          <a:ext cx="11692416" cy="4846320"/>
        </p:xfrm>
        <a:graphic>
          <a:graphicData uri="http://schemas.openxmlformats.org/drawingml/2006/table">
            <a:tbl>
              <a:tblPr firstRow="1" bandRow="1">
                <a:tableStyleId>{5C22544A-7EE6-4342-B048-85BDC9FD1C3A}</a:tableStyleId>
              </a:tblPr>
              <a:tblGrid>
                <a:gridCol w="4483651">
                  <a:extLst>
                    <a:ext uri="{9D8B030D-6E8A-4147-A177-3AD203B41FA5}">
                      <a16:colId xmlns:a16="http://schemas.microsoft.com/office/drawing/2014/main" val="2450244322"/>
                    </a:ext>
                  </a:extLst>
                </a:gridCol>
                <a:gridCol w="3125304">
                  <a:extLst>
                    <a:ext uri="{9D8B030D-6E8A-4147-A177-3AD203B41FA5}">
                      <a16:colId xmlns:a16="http://schemas.microsoft.com/office/drawing/2014/main" val="396881246"/>
                    </a:ext>
                  </a:extLst>
                </a:gridCol>
                <a:gridCol w="2656839">
                  <a:extLst>
                    <a:ext uri="{9D8B030D-6E8A-4147-A177-3AD203B41FA5}">
                      <a16:colId xmlns:a16="http://schemas.microsoft.com/office/drawing/2014/main" val="2541616781"/>
                    </a:ext>
                  </a:extLst>
                </a:gridCol>
                <a:gridCol w="1426622">
                  <a:extLst>
                    <a:ext uri="{9D8B030D-6E8A-4147-A177-3AD203B41FA5}">
                      <a16:colId xmlns:a16="http://schemas.microsoft.com/office/drawing/2014/main" val="714488861"/>
                    </a:ext>
                  </a:extLst>
                </a:gridCol>
              </a:tblGrid>
              <a:tr h="478602">
                <a:tc>
                  <a:txBody>
                    <a:bodyPr/>
                    <a:lstStyle/>
                    <a:p>
                      <a:r>
                        <a:rPr lang="zh-CN" altLang="en-US" sz="1400"/>
                        <a:t>Scenarios</a:t>
                      </a:r>
                    </a:p>
                  </a:txBody>
                  <a:tcPr anchor="ctr"/>
                </a:tc>
                <a:tc>
                  <a:txBody>
                    <a:bodyPr/>
                    <a:lstStyle/>
                    <a:p>
                      <a:pPr algn="ctr"/>
                      <a:r>
                        <a:rPr lang="zh-CN" altLang="en-US" sz="1400"/>
                        <a:t>Pros</a:t>
                      </a:r>
                    </a:p>
                  </a:txBody>
                  <a:tcPr anchor="ctr"/>
                </a:tc>
                <a:tc>
                  <a:txBody>
                    <a:bodyPr/>
                    <a:lstStyle/>
                    <a:p>
                      <a:pPr algn="ctr"/>
                      <a:r>
                        <a:rPr lang="zh-CN" altLang="en-US" sz="1400"/>
                        <a:t>Cons</a:t>
                      </a:r>
                    </a:p>
                  </a:txBody>
                  <a:tcPr anchor="ctr"/>
                </a:tc>
                <a:tc>
                  <a:txBody>
                    <a:bodyPr/>
                    <a:lstStyle/>
                    <a:p>
                      <a:pPr lvl="0" algn="ctr">
                        <a:buNone/>
                      </a:pPr>
                      <a:r>
                        <a:rPr lang="zh-CN" altLang="en-US" sz="1400"/>
                        <a:t>MItagation plan</a:t>
                      </a:r>
                    </a:p>
                  </a:txBody>
                  <a:tcPr anchor="ctr"/>
                </a:tc>
                <a:extLst>
                  <a:ext uri="{0D108BD9-81ED-4DB2-BD59-A6C34878D82A}">
                    <a16:rowId xmlns:a16="http://schemas.microsoft.com/office/drawing/2014/main" val="2450205874"/>
                  </a:ext>
                </a:extLst>
              </a:tr>
              <a:tr h="1467015">
                <a:tc>
                  <a:txBody>
                    <a:bodyPr/>
                    <a:lstStyle/>
                    <a:p>
                      <a:pPr lvl="0">
                        <a:buNone/>
                      </a:pPr>
                      <a:r>
                        <a:rPr lang="zh-CN" sz="1400" b="1" i="0" u="none" strike="noStrike" baseline="0" noProof="0">
                          <a:solidFill>
                            <a:schemeClr val="tx1"/>
                          </a:solidFill>
                          <a:latin typeface="Boehringer Forward Text"/>
                        </a:rPr>
                        <a:t>Scenario </a:t>
                      </a:r>
                      <a:r>
                        <a:rPr lang="en-US" altLang="zh-CN" sz="1400" b="1" i="0" u="none" strike="noStrike" baseline="0" noProof="0">
                          <a:solidFill>
                            <a:schemeClr val="tx1"/>
                          </a:solidFill>
                          <a:latin typeface="Boehringer Forward Text"/>
                        </a:rPr>
                        <a:t>#1 (Global Goal): </a:t>
                      </a:r>
                    </a:p>
                    <a:p>
                      <a:pPr lvl="0">
                        <a:buNone/>
                      </a:pPr>
                      <a:r>
                        <a:rPr lang="en-US" altLang="zh-CN" sz="1400" b="0" i="0" u="none" strike="noStrike" baseline="0" noProof="0">
                          <a:solidFill>
                            <a:srgbClr val="000000"/>
                          </a:solidFill>
                          <a:latin typeface="Boehringer Forward Text"/>
                        </a:rPr>
                        <a:t>Adolescent and adult recruitment completes simultaneously; and the labelled population includes 12 year and older patients with BE (</a:t>
                      </a:r>
                      <a:r>
                        <a:rPr lang="en-US" altLang="zh-CN" sz="1400" b="1" i="0" u="none" strike="noStrike" baseline="0" noProof="0">
                          <a:solidFill>
                            <a:srgbClr val="7030A0"/>
                          </a:solidFill>
                          <a:latin typeface="Boehringer Forward Text"/>
                        </a:rPr>
                        <a:t>no sNDA</a:t>
                      </a:r>
                      <a:r>
                        <a:rPr lang="en-US" altLang="zh-CN" sz="1400" b="0" i="0" u="none" strike="noStrike" baseline="0" noProof="0">
                          <a:solidFill>
                            <a:srgbClr val="000000"/>
                          </a:solidFill>
                          <a:latin typeface="Boehringer Forward Text"/>
                        </a:rPr>
                        <a:t>).</a:t>
                      </a:r>
                    </a:p>
                  </a:txBody>
                  <a:tcPr anchor="ctr"/>
                </a:tc>
                <a:tc>
                  <a:txBody>
                    <a:bodyPr/>
                    <a:lstStyle/>
                    <a:p>
                      <a:pPr marL="285750" lvl="0" indent="-285750">
                        <a:buFont typeface="Arial"/>
                        <a:buChar char="•"/>
                      </a:pPr>
                      <a:r>
                        <a:rPr lang="en-US" altLang="zh-CN" sz="1400" b="0" i="0" u="none" strike="noStrike" baseline="0" noProof="0">
                          <a:solidFill>
                            <a:srgbClr val="000000"/>
                          </a:solidFill>
                          <a:latin typeface="Boehringer Forward Text"/>
                        </a:rPr>
                        <a:t>S</a:t>
                      </a:r>
                      <a:r>
                        <a:rPr lang="zh-CN" sz="1400" b="0" i="0" u="none" strike="noStrike" baseline="0" noProof="0">
                          <a:solidFill>
                            <a:srgbClr val="000000"/>
                          </a:solidFill>
                          <a:latin typeface="Boehringer Forward Text"/>
                        </a:rPr>
                        <a:t>imultaneous </a:t>
                      </a:r>
                      <a:r>
                        <a:rPr lang="en-US" altLang="zh-CN" sz="1400" b="0" i="0" u="none" strike="noStrike" baseline="0" noProof="0">
                          <a:solidFill>
                            <a:srgbClr val="000000"/>
                          </a:solidFill>
                          <a:latin typeface="Boehringer Forward Text"/>
                        </a:rPr>
                        <a:t>completion</a:t>
                      </a:r>
                      <a:r>
                        <a:rPr lang="zh-CN" sz="1400" b="0" i="0" u="none" strike="noStrike" baseline="0" noProof="0">
                          <a:solidFill>
                            <a:srgbClr val="000000"/>
                          </a:solidFill>
                          <a:latin typeface="Boehringer Forward Text"/>
                        </a:rPr>
                        <a:t> of re</a:t>
                      </a:r>
                      <a:r>
                        <a:rPr lang="en-US" altLang="zh-CN" sz="1400" b="0" i="0" u="none" strike="noStrike" baseline="0" noProof="0">
                          <a:solidFill>
                            <a:srgbClr val="000000"/>
                          </a:solidFill>
                          <a:latin typeface="Boehringer Forward Text"/>
                        </a:rPr>
                        <a:t>cruitment,</a:t>
                      </a:r>
                      <a:r>
                        <a:rPr lang="zh-CN" sz="1400" b="0" i="0" u="none" strike="noStrike" baseline="0" noProof="0">
                          <a:solidFill>
                            <a:srgbClr val="000000"/>
                          </a:solidFill>
                          <a:latin typeface="Boehringer Forward Text"/>
                        </a:rPr>
                        <a:t> </a:t>
                      </a:r>
                      <a:r>
                        <a:rPr lang="en-US" altLang="zh-CN" sz="1400" b="0" i="0" u="none" strike="noStrike" baseline="0" noProof="0">
                          <a:solidFill>
                            <a:srgbClr val="000000"/>
                          </a:solidFill>
                          <a:latin typeface="Boehringer Forward Text"/>
                        </a:rPr>
                        <a:t>saving</a:t>
                      </a:r>
                      <a:r>
                        <a:rPr lang="zh-CN" sz="1400" b="0" i="0" u="none" strike="noStrike" baseline="0" noProof="0">
                          <a:solidFill>
                            <a:srgbClr val="000000"/>
                          </a:solidFill>
                          <a:latin typeface="Boehringer Forward Text"/>
                        </a:rPr>
                        <a:t> c</a:t>
                      </a:r>
                      <a:r>
                        <a:rPr lang="en-US" altLang="zh-CN" sz="1400" b="0" i="0" u="none" strike="noStrike" baseline="0" noProof="0">
                          <a:solidFill>
                            <a:srgbClr val="000000"/>
                          </a:solidFill>
                          <a:latin typeface="Boehringer Forward Text"/>
                        </a:rPr>
                        <a:t>ost</a:t>
                      </a:r>
                      <a:r>
                        <a:rPr lang="zh-CN" sz="1400" b="0" i="0" u="none" strike="noStrike" baseline="0" noProof="0">
                          <a:solidFill>
                            <a:srgbClr val="000000"/>
                          </a:solidFill>
                          <a:latin typeface="Boehringer Forward Text"/>
                        </a:rPr>
                        <a:t> </a:t>
                      </a:r>
                      <a:r>
                        <a:rPr lang="en-US" altLang="zh-CN" sz="1400" b="0" i="0" u="none" strike="noStrike" baseline="0" noProof="0">
                          <a:solidFill>
                            <a:srgbClr val="000000"/>
                          </a:solidFill>
                          <a:latin typeface="Boehringer Forward Text"/>
                        </a:rPr>
                        <a:t>and</a:t>
                      </a:r>
                      <a:r>
                        <a:rPr lang="zh-CN" sz="1400" b="0" i="0" u="none" strike="noStrike" baseline="0" noProof="0">
                          <a:solidFill>
                            <a:srgbClr val="000000"/>
                          </a:solidFill>
                          <a:latin typeface="Boehringer Forward Text"/>
                        </a:rPr>
                        <a:t> b</a:t>
                      </a:r>
                      <a:r>
                        <a:rPr lang="en-US" altLang="zh-CN" sz="1400" b="0" i="0" u="none" strike="noStrike" baseline="0" noProof="0">
                          <a:solidFill>
                            <a:srgbClr val="000000"/>
                          </a:solidFill>
                          <a:latin typeface="Boehringer Forward Text"/>
                        </a:rPr>
                        <a:t>udget;</a:t>
                      </a:r>
                    </a:p>
                    <a:p>
                      <a:pPr marL="285750" lvl="0" indent="-285750">
                        <a:buFont typeface="Arial"/>
                        <a:buChar char="•"/>
                      </a:pPr>
                      <a:r>
                        <a:rPr lang="en-US" altLang="zh-CN" sz="1400" b="0" i="0" u="none" strike="noStrike" baseline="0" noProof="0">
                          <a:solidFill>
                            <a:srgbClr val="000000"/>
                          </a:solidFill>
                          <a:latin typeface="Boehringer Forward Text"/>
                        </a:rPr>
                        <a:t>One DBL + One NDA + Broader Population (12y and older)</a:t>
                      </a:r>
                    </a:p>
                    <a:p>
                      <a:pPr marL="285750" lvl="0" indent="-285750">
                        <a:buFont typeface="Arial"/>
                        <a:buChar char="•"/>
                      </a:pPr>
                      <a:r>
                        <a:rPr lang="en-US" altLang="zh-CN" sz="1400" b="0" i="0" u="none" strike="noStrike" baseline="0" noProof="0">
                          <a:solidFill>
                            <a:srgbClr val="000000"/>
                          </a:solidFill>
                          <a:latin typeface="Boehringer Forward Text"/>
                        </a:rPr>
                        <a:t>(China) Priority review, NRDL premium pricing</a:t>
                      </a:r>
                    </a:p>
                  </a:txBody>
                  <a:tcPr anchor="ctr"/>
                </a:tc>
                <a:tc>
                  <a:txBody>
                    <a:bodyPr/>
                    <a:lstStyle/>
                    <a:p>
                      <a:pPr marL="285750" indent="-285750">
                        <a:buFont typeface="Arial"/>
                        <a:buChar char="•"/>
                      </a:pPr>
                      <a:r>
                        <a:rPr lang="zh-CN" altLang="en-US" sz="1400"/>
                        <a:t>NA</a:t>
                      </a:r>
                    </a:p>
                  </a:txBody>
                  <a:tcPr anchor="ctr"/>
                </a:tc>
                <a:tc>
                  <a:txBody>
                    <a:bodyPr/>
                    <a:lstStyle/>
                    <a:p>
                      <a:r>
                        <a:rPr lang="zh-CN" altLang="en-US" sz="1400" b="1"/>
                        <a:t>NA</a:t>
                      </a:r>
                    </a:p>
                  </a:txBody>
                  <a:tcPr anchor="ctr"/>
                </a:tc>
                <a:extLst>
                  <a:ext uri="{0D108BD9-81ED-4DB2-BD59-A6C34878D82A}">
                    <a16:rowId xmlns:a16="http://schemas.microsoft.com/office/drawing/2014/main" val="449504537"/>
                  </a:ext>
                </a:extLst>
              </a:tr>
              <a:tr h="1269337">
                <a:tc>
                  <a:txBody>
                    <a:bodyPr/>
                    <a:lstStyle/>
                    <a:p>
                      <a:pPr lvl="0">
                        <a:buNone/>
                      </a:pPr>
                      <a:r>
                        <a:rPr lang="zh-CN" sz="1400" b="1" i="0" u="none" strike="noStrike" noProof="0">
                          <a:solidFill>
                            <a:srgbClr val="000000"/>
                          </a:solidFill>
                          <a:latin typeface="Boehringer Forward Text"/>
                        </a:rPr>
                        <a:t>Scenario </a:t>
                      </a:r>
                      <a:r>
                        <a:rPr lang="en-US" altLang="zh-CN" sz="1400" b="1" i="0" u="none" strike="noStrike" noProof="0">
                          <a:solidFill>
                            <a:srgbClr val="000000"/>
                          </a:solidFill>
                          <a:latin typeface="Boehringer Forward Text"/>
                        </a:rPr>
                        <a:t>#2:</a:t>
                      </a:r>
                      <a:endParaRPr lang="en-US" altLang="zh-CN" sz="1400" b="0" i="0" u="none" strike="noStrike" noProof="0">
                        <a:solidFill>
                          <a:srgbClr val="000000"/>
                        </a:solidFill>
                        <a:latin typeface="Boehringer Forward Text"/>
                      </a:endParaRPr>
                    </a:p>
                    <a:p>
                      <a:pPr lvl="0">
                        <a:buNone/>
                      </a:pPr>
                      <a:r>
                        <a:rPr lang="en-US" altLang="zh-CN" sz="1400" b="0" i="0" u="none" strike="noStrike" noProof="0">
                          <a:solidFill>
                            <a:srgbClr val="000000"/>
                          </a:solidFill>
                          <a:latin typeface="Boehringer Forward Text"/>
                        </a:rPr>
                        <a:t>Adolescent recruitment completes much later than adult recruitment (DBL 1 for adults and DBL 2 for adols.); but the available adolescent data at DBL 1 is sufficient to support label inclusion of adols (</a:t>
                      </a:r>
                      <a:r>
                        <a:rPr lang="en-US" altLang="zh-CN" sz="1400" b="1" i="0" u="none" strike="noStrike" noProof="0">
                          <a:solidFill>
                            <a:srgbClr val="7030A0"/>
                          </a:solidFill>
                          <a:latin typeface="Boehringer Forward Text"/>
                        </a:rPr>
                        <a:t>no sNDA</a:t>
                      </a:r>
                      <a:r>
                        <a:rPr lang="en-US" altLang="zh-CN" sz="1400" b="0" i="0" u="none" strike="noStrike" noProof="0">
                          <a:solidFill>
                            <a:srgbClr val="000000"/>
                          </a:solidFill>
                          <a:latin typeface="Boehringer Forward Text"/>
                        </a:rPr>
                        <a:t>).</a:t>
                      </a:r>
                    </a:p>
                  </a:txBody>
                  <a:tcPr anchor="ctr"/>
                </a:tc>
                <a:tc>
                  <a:txBody>
                    <a:bodyPr/>
                    <a:lstStyle/>
                    <a:p>
                      <a:pPr marL="285750" indent="-285750">
                        <a:buFont typeface="Arial"/>
                        <a:buChar char="•"/>
                      </a:pPr>
                      <a:r>
                        <a:rPr lang="zh-CN" altLang="en-US" sz="1400"/>
                        <a:t>Same as above</a:t>
                      </a:r>
                    </a:p>
                  </a:txBody>
                  <a:tcPr anchor="ctr"/>
                </a:tc>
                <a:tc>
                  <a:txBody>
                    <a:bodyPr/>
                    <a:lstStyle/>
                    <a:p>
                      <a:pPr marL="285750" indent="-285750">
                        <a:buFont typeface="Arial"/>
                        <a:buChar char="•"/>
                      </a:pPr>
                      <a:r>
                        <a:rPr lang="zh-CN" altLang="en-US" sz="1400"/>
                        <a:t>Medium to high risk of sNDA, depending on the data totality;</a:t>
                      </a:r>
                    </a:p>
                    <a:p>
                      <a:pPr marL="285750" lvl="0" indent="-285750">
                        <a:buFont typeface="Arial"/>
                        <a:buChar char="•"/>
                      </a:pPr>
                      <a:r>
                        <a:rPr lang="zh-CN" altLang="en-US" sz="1400"/>
                        <a:t>China HA may have objections as well</a:t>
                      </a:r>
                    </a:p>
                  </a:txBody>
                  <a:tcPr anchor="ctr"/>
                </a:tc>
                <a:tc rowSpan="2">
                  <a:txBody>
                    <a:bodyPr/>
                    <a:lstStyle/>
                    <a:p>
                      <a:r>
                        <a:rPr lang="zh-CN" altLang="en-US" sz="1400"/>
                        <a:t>China contribution more adols. &amp; CF patients. (see next slide)</a:t>
                      </a:r>
                    </a:p>
                  </a:txBody>
                  <a:tcPr anchor="ctr"/>
                </a:tc>
                <a:extLst>
                  <a:ext uri="{0D108BD9-81ED-4DB2-BD59-A6C34878D82A}">
                    <a16:rowId xmlns:a16="http://schemas.microsoft.com/office/drawing/2014/main" val="2701116199"/>
                  </a:ext>
                </a:extLst>
              </a:tr>
              <a:tr h="1269337">
                <a:tc>
                  <a:txBody>
                    <a:bodyPr/>
                    <a:lstStyle/>
                    <a:p>
                      <a:pPr lvl="0">
                        <a:buNone/>
                      </a:pPr>
                      <a:r>
                        <a:rPr lang="zh-CN" sz="1400" b="1" i="0" u="none" strike="noStrike" noProof="0">
                          <a:solidFill>
                            <a:srgbClr val="000000"/>
                          </a:solidFill>
                          <a:latin typeface="Boehringer Forward Text"/>
                        </a:rPr>
                        <a:t>Scenario </a:t>
                      </a:r>
                      <a:r>
                        <a:rPr lang="en-US" altLang="zh-CN" sz="1400" b="1" i="0" u="none" strike="noStrike" noProof="0">
                          <a:solidFill>
                            <a:srgbClr val="000000"/>
                          </a:solidFill>
                          <a:latin typeface="Boehringer Forward Text"/>
                        </a:rPr>
                        <a:t>#3:</a:t>
                      </a:r>
                    </a:p>
                    <a:p>
                      <a:pPr lvl="0">
                        <a:buNone/>
                      </a:pPr>
                      <a:r>
                        <a:rPr lang="en-US" sz="1400" b="0" i="0" u="none" strike="noStrike" noProof="0">
                          <a:solidFill>
                            <a:srgbClr val="000000"/>
                          </a:solidFill>
                          <a:latin typeface="Boehringer Forward Text"/>
                        </a:rPr>
                        <a:t>Adolescent recruitment completes much later than adult recruitment (DBL 1 for adults and DBL 2 for adols.); but the available adolescent data at DBL 1 is </a:t>
                      </a:r>
                      <a:r>
                        <a:rPr lang="en-US" sz="1400" b="1" i="0" u="none" strike="noStrike" noProof="0">
                          <a:solidFill>
                            <a:srgbClr val="000000"/>
                          </a:solidFill>
                          <a:latin typeface="Boehringer Forward Text"/>
                        </a:rPr>
                        <a:t>NOT</a:t>
                      </a:r>
                      <a:r>
                        <a:rPr lang="en-US" sz="1400" b="0" i="0" u="none" strike="noStrike" noProof="0">
                          <a:solidFill>
                            <a:srgbClr val="000000"/>
                          </a:solidFill>
                          <a:latin typeface="Boehringer Forward Text"/>
                        </a:rPr>
                        <a:t>sufficient to support label inclusion of adols (</a:t>
                      </a:r>
                      <a:r>
                        <a:rPr lang="en-US" sz="1400" b="1" i="0" u="none" strike="noStrike" noProof="0">
                          <a:solidFill>
                            <a:srgbClr val="FF0000"/>
                          </a:solidFill>
                          <a:latin typeface="Boehringer Forward Text"/>
                        </a:rPr>
                        <a:t>sNDA</a:t>
                      </a:r>
                      <a:r>
                        <a:rPr lang="en-US" sz="1400" b="0" i="0" u="none" strike="noStrike" noProof="0">
                          <a:solidFill>
                            <a:srgbClr val="000000"/>
                          </a:solidFill>
                          <a:latin typeface="Boehringer Forward Text"/>
                        </a:rPr>
                        <a:t>).</a:t>
                      </a:r>
                      <a:endParaRPr lang="en-US"/>
                    </a:p>
                  </a:txBody>
                  <a:tcPr anchor="ctr"/>
                </a:tc>
                <a:tc>
                  <a:txBody>
                    <a:bodyPr/>
                    <a:lstStyle/>
                    <a:p>
                      <a:pPr marL="285750" indent="-285750">
                        <a:buFont typeface="Arial"/>
                        <a:buChar char="•"/>
                      </a:pPr>
                      <a:r>
                        <a:rPr lang="zh-CN" altLang="en-US" sz="1400"/>
                        <a:t>NA</a:t>
                      </a:r>
                    </a:p>
                  </a:txBody>
                  <a:tcPr anchor="ctr"/>
                </a:tc>
                <a:tc>
                  <a:txBody>
                    <a:bodyPr/>
                    <a:lstStyle/>
                    <a:p>
                      <a:pPr marL="285750" lvl="0" indent="-285750">
                        <a:buFont typeface="Arial"/>
                        <a:buChar char="•"/>
                      </a:pPr>
                      <a:r>
                        <a:rPr lang="en-US" altLang="zh-CN" sz="1400" b="0" i="0" u="none" strike="noStrike" noProof="0">
                          <a:solidFill>
                            <a:srgbClr val="000000"/>
                          </a:solidFill>
                          <a:latin typeface="Boehringer Forward Text"/>
                        </a:rPr>
                        <a:t>(China)Chance for Priority review, NRDL premium pricing will be much lower</a:t>
                      </a:r>
                      <a:endParaRPr lang="zh-CN"/>
                    </a:p>
                  </a:txBody>
                  <a:tcPr anchor="ctr"/>
                </a:tc>
                <a:tc vMerge="1">
                  <a:txBody>
                    <a:bodyPr/>
                    <a:lstStyle/>
                    <a:p>
                      <a:endParaRPr lang="zh-CN"/>
                    </a:p>
                  </a:txBody>
                  <a:tcPr anchor="ctr"/>
                </a:tc>
                <a:extLst>
                  <a:ext uri="{0D108BD9-81ED-4DB2-BD59-A6C34878D82A}">
                    <a16:rowId xmlns:a16="http://schemas.microsoft.com/office/drawing/2014/main" val="1150561702"/>
                  </a:ext>
                </a:extLst>
              </a:tr>
            </a:tbl>
          </a:graphicData>
        </a:graphic>
      </p:graphicFrame>
    </p:spTree>
    <p:extLst>
      <p:ext uri="{BB962C8B-B14F-4D97-AF65-F5344CB8AC3E}">
        <p14:creationId xmlns:p14="http://schemas.microsoft.com/office/powerpoint/2010/main" val="60536876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CF5406-4EE7-020F-FCB4-0C2B6C37581E}"/>
              </a:ext>
            </a:extLst>
          </p:cNvPr>
          <p:cNvSpPr>
            <a:spLocks noGrp="1"/>
          </p:cNvSpPr>
          <p:nvPr>
            <p:ph type="title"/>
          </p:nvPr>
        </p:nvSpPr>
        <p:spPr>
          <a:xfrm>
            <a:off x="479426" y="431096"/>
            <a:ext cx="11233151" cy="720000"/>
          </a:xfrm>
        </p:spPr>
        <p:txBody>
          <a:bodyPr/>
          <a:lstStyle/>
          <a:p>
            <a:r>
              <a:rPr lang="zh-CN" altLang="en-US"/>
              <a:t>Next step actions – mitagation plan</a:t>
            </a:r>
            <a:br>
              <a:rPr lang="zh-CN" altLang="en-US"/>
            </a:br>
            <a:r>
              <a:rPr lang="zh-CN" altLang="en-US" sz="1800">
                <a:solidFill>
                  <a:srgbClr val="7030A0"/>
                </a:solidFill>
              </a:rPr>
              <a:t>To support global adolescent (and CF) recruitment</a:t>
            </a:r>
            <a:endParaRPr lang="zh-CN" altLang="en-US" sz="1800">
              <a:solidFill>
                <a:srgbClr val="FF0000"/>
              </a:solidFill>
            </a:endParaRPr>
          </a:p>
        </p:txBody>
      </p:sp>
      <p:sp>
        <p:nvSpPr>
          <p:cNvPr id="4" name="页脚占位符 3">
            <a:extLst>
              <a:ext uri="{FF2B5EF4-FFF2-40B4-BE49-F238E27FC236}">
                <a16:creationId xmlns:a16="http://schemas.microsoft.com/office/drawing/2014/main" id="{AFF94689-686E-A8E7-20A1-20E2ABFC40DF}"/>
              </a:ext>
            </a:extLst>
          </p:cNvPr>
          <p:cNvSpPr>
            <a:spLocks noGrp="1"/>
          </p:cNvSpPr>
          <p:nvPr>
            <p:ph type="ftr" sz="quarter" idx="11"/>
          </p:nvPr>
        </p:nvSpPr>
        <p:spPr/>
        <p:txBody>
          <a:bodyPr/>
          <a:lstStyle/>
          <a:p>
            <a:endParaRPr lang="en-US"/>
          </a:p>
        </p:txBody>
      </p:sp>
      <p:sp>
        <p:nvSpPr>
          <p:cNvPr id="5" name="灯片编号占位符 4">
            <a:extLst>
              <a:ext uri="{FF2B5EF4-FFF2-40B4-BE49-F238E27FC236}">
                <a16:creationId xmlns:a16="http://schemas.microsoft.com/office/drawing/2014/main" id="{B6517111-1396-B9E1-8E74-F3DE69C7831C}"/>
              </a:ext>
            </a:extLst>
          </p:cNvPr>
          <p:cNvSpPr>
            <a:spLocks noGrp="1"/>
          </p:cNvSpPr>
          <p:nvPr>
            <p:ph type="sldNum" sz="quarter" idx="12"/>
          </p:nvPr>
        </p:nvSpPr>
        <p:spPr/>
        <p:txBody>
          <a:bodyPr/>
          <a:lstStyle/>
          <a:p>
            <a:fld id="{AF225C8E-132A-4293-BF1D-E348182D543A}" type="slidenum">
              <a:rPr lang="en-US" smtClean="0"/>
              <a:t>59</a:t>
            </a:fld>
            <a:endParaRPr lang="en-US"/>
          </a:p>
        </p:txBody>
      </p:sp>
      <p:graphicFrame>
        <p:nvGraphicFramePr>
          <p:cNvPr id="10" name="表格 9">
            <a:extLst>
              <a:ext uri="{FF2B5EF4-FFF2-40B4-BE49-F238E27FC236}">
                <a16:creationId xmlns:a16="http://schemas.microsoft.com/office/drawing/2014/main" id="{AEB0FC8E-55AC-EB36-C7FA-778A628AB65D}"/>
              </a:ext>
            </a:extLst>
          </p:cNvPr>
          <p:cNvGraphicFramePr>
            <a:graphicFrameLocks noGrp="1"/>
          </p:cNvGraphicFramePr>
          <p:nvPr/>
        </p:nvGraphicFramePr>
        <p:xfrm>
          <a:off x="717198" y="1392569"/>
          <a:ext cx="3286883" cy="3986695"/>
        </p:xfrm>
        <a:graphic>
          <a:graphicData uri="http://schemas.openxmlformats.org/drawingml/2006/table">
            <a:tbl>
              <a:tblPr firstRow="1" bandRow="1">
                <a:tableStyleId>{5C22544A-7EE6-4342-B048-85BDC9FD1C3A}</a:tableStyleId>
              </a:tblPr>
              <a:tblGrid>
                <a:gridCol w="3286883">
                  <a:extLst>
                    <a:ext uri="{9D8B030D-6E8A-4147-A177-3AD203B41FA5}">
                      <a16:colId xmlns:a16="http://schemas.microsoft.com/office/drawing/2014/main" val="2210221125"/>
                    </a:ext>
                  </a:extLst>
                </a:gridCol>
              </a:tblGrid>
              <a:tr h="1049130">
                <a:tc>
                  <a:txBody>
                    <a:bodyPr/>
                    <a:lstStyle/>
                    <a:p>
                      <a:pPr algn="ctr"/>
                      <a:r>
                        <a:rPr lang="zh-CN" altLang="en-US" sz="1600"/>
                        <a:t>#1: Submit for EC/GCP Approval at Existing Sites</a:t>
                      </a:r>
                    </a:p>
                  </a:txBody>
                  <a:tcPr anchor="ctr">
                    <a:solidFill>
                      <a:schemeClr val="accent5">
                        <a:lumMod val="75000"/>
                      </a:schemeClr>
                    </a:solidFill>
                  </a:tcPr>
                </a:tc>
                <a:extLst>
                  <a:ext uri="{0D108BD9-81ED-4DB2-BD59-A6C34878D82A}">
                    <a16:rowId xmlns:a16="http://schemas.microsoft.com/office/drawing/2014/main" val="3358123346"/>
                  </a:ext>
                </a:extLst>
              </a:tr>
              <a:tr h="2937565">
                <a:tc>
                  <a:txBody>
                    <a:bodyPr/>
                    <a:lstStyle/>
                    <a:p>
                      <a:pPr marL="285750" indent="-285750">
                        <a:buFont typeface="Arial"/>
                        <a:buChar char="•"/>
                      </a:pPr>
                      <a:r>
                        <a:rPr lang="zh-CN" altLang="en-US" sz="1600"/>
                        <a:t>Currently, two sites were seleced and added for adols recruitment</a:t>
                      </a:r>
                    </a:p>
                    <a:p>
                      <a:pPr marL="285750" lvl="0" indent="-285750">
                        <a:buFont typeface="Arial"/>
                        <a:buChar char="•"/>
                      </a:pPr>
                      <a:r>
                        <a:rPr lang="zh-CN" altLang="en-US" sz="1600"/>
                        <a:t>More sites from the exisitng site list that are capable of adols recruitment could be considered.</a:t>
                      </a:r>
                    </a:p>
                  </a:txBody>
                  <a:tcPr anchor="ctr">
                    <a:solidFill>
                      <a:schemeClr val="accent5">
                        <a:lumMod val="20000"/>
                        <a:lumOff val="80000"/>
                      </a:schemeClr>
                    </a:solidFill>
                  </a:tcPr>
                </a:tc>
                <a:extLst>
                  <a:ext uri="{0D108BD9-81ED-4DB2-BD59-A6C34878D82A}">
                    <a16:rowId xmlns:a16="http://schemas.microsoft.com/office/drawing/2014/main" val="7976186"/>
                  </a:ext>
                </a:extLst>
              </a:tr>
            </a:tbl>
          </a:graphicData>
        </a:graphic>
      </p:graphicFrame>
      <p:graphicFrame>
        <p:nvGraphicFramePr>
          <p:cNvPr id="13" name="表格 12">
            <a:extLst>
              <a:ext uri="{FF2B5EF4-FFF2-40B4-BE49-F238E27FC236}">
                <a16:creationId xmlns:a16="http://schemas.microsoft.com/office/drawing/2014/main" id="{B4C33770-3805-C22A-EC21-1B74C9B40D1D}"/>
              </a:ext>
            </a:extLst>
          </p:cNvPr>
          <p:cNvGraphicFramePr>
            <a:graphicFrameLocks noGrp="1"/>
          </p:cNvGraphicFramePr>
          <p:nvPr/>
        </p:nvGraphicFramePr>
        <p:xfrm>
          <a:off x="4453752" y="1392568"/>
          <a:ext cx="3286883" cy="3997746"/>
        </p:xfrm>
        <a:graphic>
          <a:graphicData uri="http://schemas.openxmlformats.org/drawingml/2006/table">
            <a:tbl>
              <a:tblPr firstRow="1" bandRow="1">
                <a:tableStyleId>{5C22544A-7EE6-4342-B048-85BDC9FD1C3A}</a:tableStyleId>
              </a:tblPr>
              <a:tblGrid>
                <a:gridCol w="3286883">
                  <a:extLst>
                    <a:ext uri="{9D8B030D-6E8A-4147-A177-3AD203B41FA5}">
                      <a16:colId xmlns:a16="http://schemas.microsoft.com/office/drawing/2014/main" val="2210221125"/>
                    </a:ext>
                  </a:extLst>
                </a:gridCol>
              </a:tblGrid>
              <a:tr h="1058558">
                <a:tc>
                  <a:txBody>
                    <a:bodyPr/>
                    <a:lstStyle/>
                    <a:p>
                      <a:pPr lvl="0" algn="ctr">
                        <a:buNone/>
                      </a:pPr>
                      <a:r>
                        <a:rPr lang="zh-CN" altLang="en-US" sz="1600"/>
                        <a:t>#2: Engage The Two Adols. Sites for Recruitment</a:t>
                      </a:r>
                    </a:p>
                  </a:txBody>
                  <a:tcPr anchor="ctr">
                    <a:solidFill>
                      <a:schemeClr val="accent3">
                        <a:lumMod val="50000"/>
                      </a:schemeClr>
                    </a:solidFill>
                  </a:tcPr>
                </a:tc>
                <a:extLst>
                  <a:ext uri="{0D108BD9-81ED-4DB2-BD59-A6C34878D82A}">
                    <a16:rowId xmlns:a16="http://schemas.microsoft.com/office/drawing/2014/main" val="3358123346"/>
                  </a:ext>
                </a:extLst>
              </a:tr>
              <a:tr h="2939188">
                <a:tc>
                  <a:txBody>
                    <a:bodyPr/>
                    <a:lstStyle/>
                    <a:p>
                      <a:pPr marL="342900" indent="-342900">
                        <a:buClr>
                          <a:srgbClr val="000000"/>
                        </a:buClr>
                        <a:buFont typeface="Arial"/>
                        <a:buChar char="•"/>
                      </a:pPr>
                      <a:r>
                        <a:rPr lang="zh-CN" sz="1600" b="0" i="0" u="none" strike="noStrike" noProof="0">
                          <a:solidFill>
                            <a:srgbClr val="000000"/>
                          </a:solidFill>
                          <a:latin typeface="Boehringer Forward Text"/>
                        </a:rPr>
                        <a:t>Proactively communicate start of adols. Recruitment per country (globa and local IMs, CTM/CRA/CRC site communication)</a:t>
                      </a:r>
                      <a:endParaRPr lang="en-US" altLang="zh-CN" sz="1600" b="0" i="0" u="none" strike="noStrike" noProof="0">
                        <a:solidFill>
                          <a:srgbClr val="000000"/>
                        </a:solidFill>
                        <a:latin typeface="Boehringer Forward Text"/>
                      </a:endParaRPr>
                    </a:p>
                    <a:p>
                      <a:pPr marL="342900" lvl="0" indent="-342900">
                        <a:buClr>
                          <a:srgbClr val="000000"/>
                        </a:buClr>
                        <a:buFont typeface="Arial"/>
                        <a:buChar char="•"/>
                      </a:pPr>
                      <a:r>
                        <a:rPr lang="zh-CN" sz="1600" b="0" i="0" u="none" strike="noStrike" noProof="0">
                          <a:solidFill>
                            <a:srgbClr val="000000"/>
                          </a:solidFill>
                          <a:latin typeface="Boehringer Forward Text"/>
                        </a:rPr>
                        <a:t>Line up of adol. Patients</a:t>
                      </a:r>
                      <a:endParaRPr lang="en-US" altLang="zh-CN" sz="1600" b="0" i="0" u="none" strike="noStrike" noProof="0">
                        <a:solidFill>
                          <a:srgbClr val="000000"/>
                        </a:solidFill>
                        <a:latin typeface="Boehringer Forward Text"/>
                      </a:endParaRPr>
                    </a:p>
                    <a:p>
                      <a:pPr marL="342900" lvl="0" indent="-342900">
                        <a:buClr>
                          <a:srgbClr val="000000"/>
                        </a:buClr>
                        <a:buFont typeface="Arial"/>
                        <a:buChar char="•"/>
                      </a:pPr>
                      <a:r>
                        <a:rPr lang="zh-CN" sz="1600" b="0" i="0" u="none" strike="noStrike" noProof="0">
                          <a:solidFill>
                            <a:srgbClr val="000000"/>
                          </a:solidFill>
                          <a:latin typeface="Boehringer Forward Text"/>
                        </a:rPr>
                        <a:t>Regular f/u with sites on progress/challenges of adol recruitment</a:t>
                      </a:r>
                    </a:p>
                  </a:txBody>
                  <a:tcPr anchor="ctr">
                    <a:solidFill>
                      <a:schemeClr val="accent3"/>
                    </a:solidFill>
                  </a:tcPr>
                </a:tc>
                <a:extLst>
                  <a:ext uri="{0D108BD9-81ED-4DB2-BD59-A6C34878D82A}">
                    <a16:rowId xmlns:a16="http://schemas.microsoft.com/office/drawing/2014/main" val="7976186"/>
                  </a:ext>
                </a:extLst>
              </a:tr>
            </a:tbl>
          </a:graphicData>
        </a:graphic>
      </p:graphicFrame>
      <p:graphicFrame>
        <p:nvGraphicFramePr>
          <p:cNvPr id="14" name="表格 13">
            <a:extLst>
              <a:ext uri="{FF2B5EF4-FFF2-40B4-BE49-F238E27FC236}">
                <a16:creationId xmlns:a16="http://schemas.microsoft.com/office/drawing/2014/main" id="{3D1166C3-6B63-171B-ECA5-60BD502478A5}"/>
              </a:ext>
            </a:extLst>
          </p:cNvPr>
          <p:cNvGraphicFramePr>
            <a:graphicFrameLocks noGrp="1"/>
          </p:cNvGraphicFramePr>
          <p:nvPr/>
        </p:nvGraphicFramePr>
        <p:xfrm>
          <a:off x="8135221" y="1392567"/>
          <a:ext cx="3286883" cy="3986695"/>
        </p:xfrm>
        <a:graphic>
          <a:graphicData uri="http://schemas.openxmlformats.org/drawingml/2006/table">
            <a:tbl>
              <a:tblPr firstRow="1" bandRow="1">
                <a:tableStyleId>{5C22544A-7EE6-4342-B048-85BDC9FD1C3A}</a:tableStyleId>
              </a:tblPr>
              <a:tblGrid>
                <a:gridCol w="3286883">
                  <a:extLst>
                    <a:ext uri="{9D8B030D-6E8A-4147-A177-3AD203B41FA5}">
                      <a16:colId xmlns:a16="http://schemas.microsoft.com/office/drawing/2014/main" val="2210221125"/>
                    </a:ext>
                  </a:extLst>
                </a:gridCol>
              </a:tblGrid>
              <a:tr h="1027043">
                <a:tc>
                  <a:txBody>
                    <a:bodyPr/>
                    <a:lstStyle/>
                    <a:p>
                      <a:pPr lvl="0" algn="ctr">
                        <a:buNone/>
                      </a:pPr>
                      <a:r>
                        <a:rPr lang="zh-CN" altLang="en-US" sz="1600"/>
                        <a:t>Others</a:t>
                      </a:r>
                    </a:p>
                  </a:txBody>
                  <a:tcPr anchor="ctr">
                    <a:solidFill>
                      <a:srgbClr val="0070C0"/>
                    </a:solidFill>
                  </a:tcPr>
                </a:tc>
                <a:extLst>
                  <a:ext uri="{0D108BD9-81ED-4DB2-BD59-A6C34878D82A}">
                    <a16:rowId xmlns:a16="http://schemas.microsoft.com/office/drawing/2014/main" val="3358123346"/>
                  </a:ext>
                </a:extLst>
              </a:tr>
              <a:tr h="2959652">
                <a:tc>
                  <a:txBody>
                    <a:bodyPr/>
                    <a:lstStyle/>
                    <a:p>
                      <a:pPr marL="342900" indent="-342900">
                        <a:buAutoNum type="arabicPeriod"/>
                      </a:pPr>
                      <a:endParaRPr lang="zh-CN" altLang="en-US" sz="1600"/>
                    </a:p>
                  </a:txBody>
                  <a:tcPr anchor="ctr">
                    <a:solidFill>
                      <a:srgbClr val="00B0F0"/>
                    </a:solidFill>
                  </a:tcPr>
                </a:tc>
                <a:extLst>
                  <a:ext uri="{0D108BD9-81ED-4DB2-BD59-A6C34878D82A}">
                    <a16:rowId xmlns:a16="http://schemas.microsoft.com/office/drawing/2014/main" val="7976186"/>
                  </a:ext>
                </a:extLst>
              </a:tr>
            </a:tbl>
          </a:graphicData>
        </a:graphic>
      </p:graphicFrame>
      <p:sp>
        <p:nvSpPr>
          <p:cNvPr id="6" name="矩形: 圆角 5">
            <a:extLst>
              <a:ext uri="{FF2B5EF4-FFF2-40B4-BE49-F238E27FC236}">
                <a16:creationId xmlns:a16="http://schemas.microsoft.com/office/drawing/2014/main" id="{505A6D9B-783B-530E-6114-DBEEFA566693}"/>
              </a:ext>
            </a:extLst>
          </p:cNvPr>
          <p:cNvSpPr/>
          <p:nvPr/>
        </p:nvSpPr>
        <p:spPr bwMode="gray">
          <a:xfrm>
            <a:off x="9301908" y="291028"/>
            <a:ext cx="2585289" cy="657338"/>
          </a:xfrm>
          <a:prstGeom prst="roundRect">
            <a:avLst/>
          </a:prstGeom>
          <a:solidFill>
            <a:srgbClr val="FFFF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zh-CN" altLang="en-US" b="1">
                <a:solidFill>
                  <a:schemeClr val="tx1"/>
                </a:solidFill>
              </a:rPr>
              <a:t>To be updated</a:t>
            </a:r>
          </a:p>
        </p:txBody>
      </p:sp>
    </p:spTree>
    <p:extLst>
      <p:ext uri="{BB962C8B-B14F-4D97-AF65-F5344CB8AC3E}">
        <p14:creationId xmlns:p14="http://schemas.microsoft.com/office/powerpoint/2010/main" val="159096312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 name="Rectangle: Rounded Corners 1064">
            <a:extLst>
              <a:ext uri="{FF2B5EF4-FFF2-40B4-BE49-F238E27FC236}">
                <a16:creationId xmlns:a16="http://schemas.microsoft.com/office/drawing/2014/main" id="{F7DA5857-02B2-936B-3D14-5E33DE10609E}"/>
              </a:ext>
            </a:extLst>
          </p:cNvPr>
          <p:cNvSpPr/>
          <p:nvPr/>
        </p:nvSpPr>
        <p:spPr bwMode="gray">
          <a:xfrm>
            <a:off x="253273" y="1608358"/>
            <a:ext cx="11624885" cy="852773"/>
          </a:xfrm>
          <a:prstGeom prst="roundRect">
            <a:avLst/>
          </a:prstGeom>
          <a:solidFill>
            <a:srgbClr val="7565AD"/>
          </a:solidFill>
          <a:ln w="19050">
            <a:solidFill>
              <a:schemeClr val="accent3">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lnSpc>
                <a:spcPct val="140000"/>
              </a:lnSpc>
            </a:pPr>
            <a:endParaRPr lang="en-US" altLang="zh-CN" sz="1600">
              <a:solidFill>
                <a:schemeClr val="tx1"/>
              </a:solidFill>
            </a:endParaRPr>
          </a:p>
        </p:txBody>
      </p:sp>
      <p:sp>
        <p:nvSpPr>
          <p:cNvPr id="29" name="Rectangle: Rounded Corners 1064">
            <a:extLst>
              <a:ext uri="{FF2B5EF4-FFF2-40B4-BE49-F238E27FC236}">
                <a16:creationId xmlns:a16="http://schemas.microsoft.com/office/drawing/2014/main" id="{6096C437-0A0F-6789-F9D4-428F2E316536}"/>
              </a:ext>
            </a:extLst>
          </p:cNvPr>
          <p:cNvSpPr/>
          <p:nvPr/>
        </p:nvSpPr>
        <p:spPr bwMode="gray">
          <a:xfrm>
            <a:off x="239689" y="2518740"/>
            <a:ext cx="11638470" cy="1248441"/>
          </a:xfrm>
          <a:prstGeom prst="roundRect">
            <a:avLst/>
          </a:prstGeom>
          <a:solidFill>
            <a:srgbClr val="004C3F"/>
          </a:solidFill>
          <a:ln w="19050">
            <a:solidFill>
              <a:srgbClr val="004C3F"/>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lnSpc>
                <a:spcPct val="140000"/>
              </a:lnSpc>
            </a:pPr>
            <a:endParaRPr lang="en-US" altLang="zh-CN" sz="1600">
              <a:solidFill>
                <a:schemeClr val="tx1"/>
              </a:solidFill>
            </a:endParaRPr>
          </a:p>
        </p:txBody>
      </p:sp>
      <p:sp>
        <p:nvSpPr>
          <p:cNvPr id="24" name="Rectangle: Rounded Corners 23">
            <a:extLst>
              <a:ext uri="{FF2B5EF4-FFF2-40B4-BE49-F238E27FC236}">
                <a16:creationId xmlns:a16="http://schemas.microsoft.com/office/drawing/2014/main" id="{3CE05B55-F579-67A4-BCAF-83472CEC7615}"/>
              </a:ext>
            </a:extLst>
          </p:cNvPr>
          <p:cNvSpPr/>
          <p:nvPr/>
        </p:nvSpPr>
        <p:spPr>
          <a:xfrm>
            <a:off x="239688" y="5096937"/>
            <a:ext cx="11638470" cy="969864"/>
          </a:xfrm>
          <a:prstGeom prst="roundRect">
            <a:avLst/>
          </a:prstGeom>
          <a:solidFill>
            <a:srgbClr val="A3E5EE"/>
          </a:solidFill>
          <a:ln w="3175">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7" name="Rectangle: Rounded Corners 2056">
            <a:extLst>
              <a:ext uri="{FF2B5EF4-FFF2-40B4-BE49-F238E27FC236}">
                <a16:creationId xmlns:a16="http://schemas.microsoft.com/office/drawing/2014/main" id="{8EA72C6E-14DA-7F57-ADE4-AD7981C4AD9F}"/>
              </a:ext>
            </a:extLst>
          </p:cNvPr>
          <p:cNvSpPr/>
          <p:nvPr/>
        </p:nvSpPr>
        <p:spPr>
          <a:xfrm>
            <a:off x="239688" y="3837586"/>
            <a:ext cx="11647042" cy="1192560"/>
          </a:xfrm>
          <a:prstGeom prst="roundRect">
            <a:avLst/>
          </a:prstGeom>
          <a:solidFill>
            <a:srgbClr val="213F89"/>
          </a:solidFill>
          <a:ln w="3175">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Rounded Corners 47">
            <a:extLst>
              <a:ext uri="{FF2B5EF4-FFF2-40B4-BE49-F238E27FC236}">
                <a16:creationId xmlns:a16="http://schemas.microsoft.com/office/drawing/2014/main" id="{AD762465-077C-635E-526D-3F010767B0DC}"/>
              </a:ext>
            </a:extLst>
          </p:cNvPr>
          <p:cNvSpPr/>
          <p:nvPr/>
        </p:nvSpPr>
        <p:spPr>
          <a:xfrm>
            <a:off x="4233378" y="525129"/>
            <a:ext cx="45719" cy="5792502"/>
          </a:xfrm>
          <a:prstGeom prst="roundRect">
            <a:avLst/>
          </a:prstGeom>
          <a:solidFill>
            <a:srgbClr val="F62B2B"/>
          </a:solidFill>
          <a:ln w="12700">
            <a:solidFill>
              <a:srgbClr val="7030A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5" name="think-cell data - do not delete" hidden="1">
            <a:extLst>
              <a:ext uri="{FF2B5EF4-FFF2-40B4-BE49-F238E27FC236}">
                <a16:creationId xmlns:a16="http://schemas.microsoft.com/office/drawing/2014/main" id="{AA6C5812-3023-C701-AEE9-7A65270CA3C9}"/>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Folie" r:id="rId4" imgW="426" imgH="426" progId="TCLayout.ActiveDocument.1">
                  <p:embed/>
                </p:oleObj>
              </mc:Choice>
              <mc:Fallback>
                <p:oleObj name="think-cell Folie" r:id="rId4" imgW="426" imgH="426" progId="TCLayout.ActiveDocument.1">
                  <p:embed/>
                  <p:pic>
                    <p:nvPicPr>
                      <p:cNvPr id="15" name="think-cell data - do not delete" hidden="1">
                        <a:extLst>
                          <a:ext uri="{FF2B5EF4-FFF2-40B4-BE49-F238E27FC236}">
                            <a16:creationId xmlns:a16="http://schemas.microsoft.com/office/drawing/2014/main" id="{AA6C5812-3023-C701-AEE9-7A65270CA3C9}"/>
                          </a:ext>
                        </a:extLst>
                      </p:cNvPr>
                      <p:cNvPicPr/>
                      <p:nvPr/>
                    </p:nvPicPr>
                    <p:blipFill>
                      <a:blip r:embed="rId5"/>
                      <a:stretch>
                        <a:fillRect/>
                      </a:stretch>
                    </p:blipFill>
                    <p:spPr>
                      <a:xfrm>
                        <a:off x="1589" y="1589"/>
                        <a:ext cx="1588" cy="1588"/>
                      </a:xfrm>
                      <a:prstGeom prst="rect">
                        <a:avLst/>
                      </a:prstGeom>
                    </p:spPr>
                  </p:pic>
                </p:oleObj>
              </mc:Fallback>
            </mc:AlternateContent>
          </a:graphicData>
        </a:graphic>
      </p:graphicFrame>
      <p:grpSp>
        <p:nvGrpSpPr>
          <p:cNvPr id="8" name="Group 7">
            <a:extLst>
              <a:ext uri="{FF2B5EF4-FFF2-40B4-BE49-F238E27FC236}">
                <a16:creationId xmlns:a16="http://schemas.microsoft.com/office/drawing/2014/main" id="{7382F1F3-B007-C740-30AA-3C65FDEF0190}"/>
              </a:ext>
            </a:extLst>
          </p:cNvPr>
          <p:cNvGrpSpPr/>
          <p:nvPr/>
        </p:nvGrpSpPr>
        <p:grpSpPr>
          <a:xfrm>
            <a:off x="3226634" y="617426"/>
            <a:ext cx="6559677" cy="5467690"/>
            <a:chOff x="2012374" y="2265383"/>
            <a:chExt cx="6559677" cy="1872000"/>
          </a:xfrm>
        </p:grpSpPr>
        <p:cxnSp>
          <p:nvCxnSpPr>
            <p:cNvPr id="9" name="Straight Connector 8">
              <a:extLst>
                <a:ext uri="{FF2B5EF4-FFF2-40B4-BE49-F238E27FC236}">
                  <a16:creationId xmlns:a16="http://schemas.microsoft.com/office/drawing/2014/main" id="{26726258-8809-C64E-DA2C-7FF7F4FB6AF3}"/>
                </a:ext>
              </a:extLst>
            </p:cNvPr>
            <p:cNvCxnSpPr>
              <a:cxnSpLocks/>
            </p:cNvCxnSpPr>
            <p:nvPr/>
          </p:nvCxnSpPr>
          <p:spPr>
            <a:xfrm>
              <a:off x="2012374" y="2265383"/>
              <a:ext cx="0" cy="187200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76251B5-9F94-0722-4A09-60DCA0ECEEC1}"/>
                </a:ext>
              </a:extLst>
            </p:cNvPr>
            <p:cNvCxnSpPr>
              <a:cxnSpLocks/>
            </p:cNvCxnSpPr>
            <p:nvPr/>
          </p:nvCxnSpPr>
          <p:spPr>
            <a:xfrm>
              <a:off x="3098425" y="2265383"/>
              <a:ext cx="0" cy="187200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95B53763-6A7F-8AFE-59C0-12363B903124}"/>
                </a:ext>
              </a:extLst>
            </p:cNvPr>
            <p:cNvCxnSpPr>
              <a:cxnSpLocks/>
            </p:cNvCxnSpPr>
            <p:nvPr/>
          </p:nvCxnSpPr>
          <p:spPr>
            <a:xfrm>
              <a:off x="4190489" y="2265383"/>
              <a:ext cx="0" cy="187200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5E8F743-B152-ABCA-1F55-5A0ACE89FC88}"/>
                </a:ext>
              </a:extLst>
            </p:cNvPr>
            <p:cNvCxnSpPr>
              <a:cxnSpLocks/>
            </p:cNvCxnSpPr>
            <p:nvPr/>
          </p:nvCxnSpPr>
          <p:spPr>
            <a:xfrm>
              <a:off x="5296420" y="2265383"/>
              <a:ext cx="0" cy="187200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63A89FD0-C3C6-43B9-161B-22171C501632}"/>
                </a:ext>
              </a:extLst>
            </p:cNvPr>
            <p:cNvCxnSpPr>
              <a:cxnSpLocks/>
            </p:cNvCxnSpPr>
            <p:nvPr/>
          </p:nvCxnSpPr>
          <p:spPr>
            <a:xfrm>
              <a:off x="6375846" y="2265383"/>
              <a:ext cx="0" cy="187200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DF13B30F-CEF4-2FCB-CCB1-E78D44C616FF}"/>
                </a:ext>
              </a:extLst>
            </p:cNvPr>
            <p:cNvCxnSpPr>
              <a:cxnSpLocks/>
            </p:cNvCxnSpPr>
            <p:nvPr/>
          </p:nvCxnSpPr>
          <p:spPr>
            <a:xfrm>
              <a:off x="7479474" y="2265383"/>
              <a:ext cx="0" cy="187200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2C6F420-6550-DD96-5014-F08C5A39CDE5}"/>
                </a:ext>
              </a:extLst>
            </p:cNvPr>
            <p:cNvCxnSpPr>
              <a:cxnSpLocks/>
            </p:cNvCxnSpPr>
            <p:nvPr/>
          </p:nvCxnSpPr>
          <p:spPr>
            <a:xfrm>
              <a:off x="8572051" y="2265383"/>
              <a:ext cx="0" cy="187200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grpSp>
      <p:sp>
        <p:nvSpPr>
          <p:cNvPr id="20" name="Rectangle 19">
            <a:extLst>
              <a:ext uri="{FF2B5EF4-FFF2-40B4-BE49-F238E27FC236}">
                <a16:creationId xmlns:a16="http://schemas.microsoft.com/office/drawing/2014/main" id="{AB32F919-B5C2-C26B-2338-DC531327F2F7}"/>
              </a:ext>
            </a:extLst>
          </p:cNvPr>
          <p:cNvSpPr/>
          <p:nvPr/>
        </p:nvSpPr>
        <p:spPr>
          <a:xfrm>
            <a:off x="644292" y="1016445"/>
            <a:ext cx="1388629" cy="487696"/>
          </a:xfrm>
          <a:prstGeom prst="rect">
            <a:avLst/>
          </a:prstGeom>
          <a:solidFill>
            <a:schemeClr val="tx2"/>
          </a:solidFill>
          <a:ln w="12700">
            <a:noFill/>
          </a:ln>
          <a:effectLst/>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ctr"/>
          <a:lstStyle/>
          <a:p>
            <a:pPr algn="ctr"/>
            <a:r>
              <a:rPr lang="en-US" sz="1600" b="1">
                <a:solidFill>
                  <a:schemeClr val="bg1"/>
                </a:solidFill>
              </a:rPr>
              <a:t>BI 1291583</a:t>
            </a:r>
          </a:p>
        </p:txBody>
      </p:sp>
      <p:pic>
        <p:nvPicPr>
          <p:cNvPr id="43" name="Picture 42" descr="A green and yellow logo&#10;&#10;Description automatically generated with low confidence">
            <a:extLst>
              <a:ext uri="{FF2B5EF4-FFF2-40B4-BE49-F238E27FC236}">
                <a16:creationId xmlns:a16="http://schemas.microsoft.com/office/drawing/2014/main" id="{71F62E3B-60AC-CA79-E87E-70CFCB8FA68C}"/>
              </a:ext>
            </a:extLst>
          </p:cNvPr>
          <p:cNvPicPr>
            <a:picLocks noChangeAspect="1"/>
          </p:cNvPicPr>
          <p:nvPr/>
        </p:nvPicPr>
        <p:blipFill rotWithShape="1">
          <a:blip r:embed="rId6"/>
          <a:srcRect t="19534" b="20221"/>
          <a:stretch/>
        </p:blipFill>
        <p:spPr>
          <a:xfrm>
            <a:off x="882651" y="2606740"/>
            <a:ext cx="822315" cy="291631"/>
          </a:xfrm>
          <a:prstGeom prst="rect">
            <a:avLst/>
          </a:prstGeom>
          <a:solidFill>
            <a:schemeClr val="bg1"/>
          </a:solidFill>
          <a:ln>
            <a:solidFill>
              <a:schemeClr val="bg1"/>
            </a:solidFill>
          </a:ln>
        </p:spPr>
      </p:pic>
      <p:pic>
        <p:nvPicPr>
          <p:cNvPr id="45" name="Picture 44">
            <a:extLst>
              <a:ext uri="{FF2B5EF4-FFF2-40B4-BE49-F238E27FC236}">
                <a16:creationId xmlns:a16="http://schemas.microsoft.com/office/drawing/2014/main" id="{E3004FF9-D43D-6535-E2FB-7108DBDF045D}"/>
              </a:ext>
            </a:extLst>
          </p:cNvPr>
          <p:cNvPicPr>
            <a:picLocks noChangeAspect="1"/>
          </p:cNvPicPr>
          <p:nvPr/>
        </p:nvPicPr>
        <p:blipFill>
          <a:blip r:embed="rId7"/>
          <a:stretch>
            <a:fillRect/>
          </a:stretch>
        </p:blipFill>
        <p:spPr>
          <a:xfrm>
            <a:off x="981590" y="3064462"/>
            <a:ext cx="723362" cy="345921"/>
          </a:xfrm>
          <a:prstGeom prst="rect">
            <a:avLst/>
          </a:prstGeom>
          <a:solidFill>
            <a:schemeClr val="bg1"/>
          </a:solidFill>
        </p:spPr>
      </p:pic>
      <p:sp>
        <p:nvSpPr>
          <p:cNvPr id="2" name="Title 1">
            <a:extLst>
              <a:ext uri="{FF2B5EF4-FFF2-40B4-BE49-F238E27FC236}">
                <a16:creationId xmlns:a16="http://schemas.microsoft.com/office/drawing/2014/main" id="{4A3C406C-7B42-19FC-1A85-9F1520C4816E}"/>
              </a:ext>
            </a:extLst>
          </p:cNvPr>
          <p:cNvSpPr>
            <a:spLocks noGrp="1"/>
          </p:cNvSpPr>
          <p:nvPr>
            <p:ph type="title"/>
          </p:nvPr>
        </p:nvSpPr>
        <p:spPr>
          <a:xfrm>
            <a:off x="209885" y="153108"/>
            <a:ext cx="11253203" cy="369079"/>
          </a:xfrm>
        </p:spPr>
        <p:txBody>
          <a:bodyPr vert="horz"/>
          <a:lstStyle/>
          <a:p>
            <a:r>
              <a:rPr lang="en-US">
                <a:solidFill>
                  <a:schemeClr val="tx1"/>
                </a:solidFill>
              </a:rPr>
              <a:t>In-Class Competitor</a:t>
            </a:r>
            <a:r>
              <a:rPr lang="en-US" kern="1200">
                <a:solidFill>
                  <a:schemeClr val="tx1"/>
                </a:solidFill>
                <a:latin typeface="+mj-lt"/>
                <a:ea typeface="+mj-ea"/>
                <a:cs typeface="+mj-cs"/>
              </a:rPr>
              <a:t> landscape in NCFBE/ ‘One’ BE</a:t>
            </a:r>
          </a:p>
        </p:txBody>
      </p:sp>
      <p:sp>
        <p:nvSpPr>
          <p:cNvPr id="2048" name="Diamond 2047">
            <a:extLst>
              <a:ext uri="{FF2B5EF4-FFF2-40B4-BE49-F238E27FC236}">
                <a16:creationId xmlns:a16="http://schemas.microsoft.com/office/drawing/2014/main" id="{DD9B5FA3-8796-0B53-9AAC-FBCCA23F9844}"/>
              </a:ext>
            </a:extLst>
          </p:cNvPr>
          <p:cNvSpPr/>
          <p:nvPr/>
        </p:nvSpPr>
        <p:spPr bwMode="gray">
          <a:xfrm>
            <a:off x="3778989" y="1936154"/>
            <a:ext cx="174449" cy="174449"/>
          </a:xfrm>
          <a:prstGeom prst="diamond">
            <a:avLst/>
          </a:prstGeom>
          <a:solidFill>
            <a:schemeClr val="bg1"/>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lnSpc>
                <a:spcPct val="140000"/>
              </a:lnSpc>
              <a:defRPr/>
            </a:pPr>
            <a:endParaRPr lang="en-US" sz="1600">
              <a:solidFill>
                <a:schemeClr val="bg1"/>
              </a:solidFill>
              <a:latin typeface="Boehringer Forward Text"/>
            </a:endParaRPr>
          </a:p>
        </p:txBody>
      </p:sp>
      <p:sp>
        <p:nvSpPr>
          <p:cNvPr id="2058" name="Diamond 2057">
            <a:extLst>
              <a:ext uri="{FF2B5EF4-FFF2-40B4-BE49-F238E27FC236}">
                <a16:creationId xmlns:a16="http://schemas.microsoft.com/office/drawing/2014/main" id="{4128BFC1-EA2A-1DA5-3D3E-476BD271234B}"/>
              </a:ext>
            </a:extLst>
          </p:cNvPr>
          <p:cNvSpPr/>
          <p:nvPr/>
        </p:nvSpPr>
        <p:spPr bwMode="gray">
          <a:xfrm>
            <a:off x="4630869" y="1936154"/>
            <a:ext cx="174449" cy="174449"/>
          </a:xfrm>
          <a:prstGeom prst="diamond">
            <a:avLst/>
          </a:prstGeom>
          <a:solidFill>
            <a:schemeClr val="bg1"/>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lnSpc>
                <a:spcPct val="140000"/>
              </a:lnSpc>
              <a:defRPr/>
            </a:pPr>
            <a:endParaRPr lang="en-US" sz="1600">
              <a:solidFill>
                <a:schemeClr val="bg1"/>
              </a:solidFill>
              <a:latin typeface="Boehringer Forward Text"/>
            </a:endParaRPr>
          </a:p>
        </p:txBody>
      </p:sp>
      <p:sp>
        <p:nvSpPr>
          <p:cNvPr id="2073" name="Diamond 2072">
            <a:extLst>
              <a:ext uri="{FF2B5EF4-FFF2-40B4-BE49-F238E27FC236}">
                <a16:creationId xmlns:a16="http://schemas.microsoft.com/office/drawing/2014/main" id="{7642B0FA-CF52-BA9F-D4CD-F64E142AE3B3}"/>
              </a:ext>
            </a:extLst>
          </p:cNvPr>
          <p:cNvSpPr/>
          <p:nvPr/>
        </p:nvSpPr>
        <p:spPr bwMode="gray">
          <a:xfrm>
            <a:off x="2563721" y="1936154"/>
            <a:ext cx="174449" cy="174449"/>
          </a:xfrm>
          <a:prstGeom prst="diamond">
            <a:avLst/>
          </a:prstGeom>
          <a:solidFill>
            <a:schemeClr val="bg1"/>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lnSpc>
                <a:spcPct val="140000"/>
              </a:lnSpc>
              <a:defRPr/>
            </a:pPr>
            <a:endParaRPr lang="en-US" sz="1600">
              <a:solidFill>
                <a:schemeClr val="bg1"/>
              </a:solidFill>
              <a:latin typeface="Boehringer Forward Text"/>
            </a:endParaRPr>
          </a:p>
        </p:txBody>
      </p:sp>
      <p:sp>
        <p:nvSpPr>
          <p:cNvPr id="2084" name="Diamond 2083">
            <a:extLst>
              <a:ext uri="{FF2B5EF4-FFF2-40B4-BE49-F238E27FC236}">
                <a16:creationId xmlns:a16="http://schemas.microsoft.com/office/drawing/2014/main" id="{E90D358B-6D2E-7004-D40D-6B05007E9DC1}"/>
              </a:ext>
            </a:extLst>
          </p:cNvPr>
          <p:cNvSpPr/>
          <p:nvPr/>
        </p:nvSpPr>
        <p:spPr bwMode="gray">
          <a:xfrm>
            <a:off x="8445417" y="1096307"/>
            <a:ext cx="153167" cy="153167"/>
          </a:xfrm>
          <a:prstGeom prst="diamond">
            <a:avLst/>
          </a:prstGeom>
          <a:solidFill>
            <a:schemeClr val="tx2"/>
          </a:solidFill>
          <a:ln w="9525" cap="flat" cmpd="sng" algn="ctr">
            <a:solidFill>
              <a:schemeClr val="tx1"/>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lnSpc>
                <a:spcPct val="140000"/>
              </a:lnSpc>
              <a:defRPr/>
            </a:pPr>
            <a:endParaRPr lang="en-US" sz="1600">
              <a:solidFill>
                <a:prstClr val="black"/>
              </a:solidFill>
              <a:latin typeface="Boehringer Forward Text"/>
            </a:endParaRPr>
          </a:p>
        </p:txBody>
      </p:sp>
      <p:sp>
        <p:nvSpPr>
          <p:cNvPr id="2061" name="TextBox 2060">
            <a:extLst>
              <a:ext uri="{FF2B5EF4-FFF2-40B4-BE49-F238E27FC236}">
                <a16:creationId xmlns:a16="http://schemas.microsoft.com/office/drawing/2014/main" id="{8A0E0D79-832C-845E-1149-0BE58396CA93}"/>
              </a:ext>
            </a:extLst>
          </p:cNvPr>
          <p:cNvSpPr txBox="1"/>
          <p:nvPr/>
        </p:nvSpPr>
        <p:spPr bwMode="gray">
          <a:xfrm>
            <a:off x="7634969" y="1290371"/>
            <a:ext cx="1768113" cy="246221"/>
          </a:xfrm>
          <a:prstGeom prst="rect">
            <a:avLst/>
          </a:prstGeom>
          <a:noFill/>
        </p:spPr>
        <p:txBody>
          <a:bodyPr wrap="none" lIns="0" tIns="0" rIns="0" bIns="0" rtlCol="0">
            <a:spAutoFit/>
          </a:bodyPr>
          <a:lstStyle/>
          <a:p>
            <a:pPr algn="l"/>
            <a:r>
              <a:rPr lang="en-US" sz="1600" b="1"/>
              <a:t>Launch US</a:t>
            </a:r>
            <a:r>
              <a:rPr lang="en-US" sz="1600" b="1">
                <a:sym typeface="Wingdings" panose="05000000000000000000" pitchFamily="2" charset="2"/>
              </a:rPr>
              <a:t>      CN</a:t>
            </a:r>
            <a:endParaRPr lang="en-US" sz="1600" b="1"/>
          </a:p>
        </p:txBody>
      </p:sp>
      <p:grpSp>
        <p:nvGrpSpPr>
          <p:cNvPr id="2105" name="Group 2104">
            <a:extLst>
              <a:ext uri="{FF2B5EF4-FFF2-40B4-BE49-F238E27FC236}">
                <a16:creationId xmlns:a16="http://schemas.microsoft.com/office/drawing/2014/main" id="{F1D6A21F-22FE-6FF4-A9D0-A1D8A0814510}"/>
              </a:ext>
            </a:extLst>
          </p:cNvPr>
          <p:cNvGrpSpPr/>
          <p:nvPr/>
        </p:nvGrpSpPr>
        <p:grpSpPr>
          <a:xfrm>
            <a:off x="704021" y="1841421"/>
            <a:ext cx="1274871" cy="503321"/>
            <a:chOff x="663896" y="4073506"/>
            <a:chExt cx="665459" cy="262724"/>
          </a:xfrm>
          <a:solidFill>
            <a:schemeClr val="bg1"/>
          </a:solidFill>
        </p:grpSpPr>
        <p:sp>
          <p:nvSpPr>
            <p:cNvPr id="58" name="TextBox 57">
              <a:extLst>
                <a:ext uri="{FF2B5EF4-FFF2-40B4-BE49-F238E27FC236}">
                  <a16:creationId xmlns:a16="http://schemas.microsoft.com/office/drawing/2014/main" id="{9DAFFB7A-F5FC-2BBD-D563-1CF43A5A8604}"/>
                </a:ext>
              </a:extLst>
            </p:cNvPr>
            <p:cNvSpPr txBox="1"/>
            <p:nvPr/>
          </p:nvSpPr>
          <p:spPr>
            <a:xfrm>
              <a:off x="672016" y="4257912"/>
              <a:ext cx="649217" cy="78318"/>
            </a:xfrm>
            <a:prstGeom prst="rect">
              <a:avLst/>
            </a:prstGeom>
            <a:grpFill/>
          </p:spPr>
          <p:txBody>
            <a:bodyPr wrap="square" lIns="0" tIns="0" rIns="0" bIns="0" rtlCol="0">
              <a:spAutoFit/>
            </a:bodyPr>
            <a:lstStyle/>
            <a:p>
              <a:pPr algn="ctr" defTabSz="685783">
                <a:defRPr/>
              </a:pPr>
              <a:r>
                <a:rPr lang="en-US" sz="975">
                  <a:solidFill>
                    <a:srgbClr val="463191"/>
                  </a:solidFill>
                  <a:latin typeface="BISansOpti"/>
                </a:rPr>
                <a:t>Brensocatib</a:t>
              </a:r>
            </a:p>
          </p:txBody>
        </p:sp>
        <p:pic>
          <p:nvPicPr>
            <p:cNvPr id="2081" name="Picture 2080" descr="A picture containing graphics, font, screenshot, graphic design&#10;&#10;Description automatically generated">
              <a:extLst>
                <a:ext uri="{FF2B5EF4-FFF2-40B4-BE49-F238E27FC236}">
                  <a16:creationId xmlns:a16="http://schemas.microsoft.com/office/drawing/2014/main" id="{682425AA-DDFA-1E03-E451-DECBB2AE06B4}"/>
                </a:ext>
              </a:extLst>
            </p:cNvPr>
            <p:cNvPicPr>
              <a:picLocks noChangeAspect="1"/>
            </p:cNvPicPr>
            <p:nvPr/>
          </p:nvPicPr>
          <p:blipFill>
            <a:blip r:embed="rId8"/>
            <a:stretch>
              <a:fillRect/>
            </a:stretch>
          </p:blipFill>
          <p:spPr>
            <a:xfrm>
              <a:off x="663896" y="4073506"/>
              <a:ext cx="665459" cy="192287"/>
            </a:xfrm>
            <a:prstGeom prst="rect">
              <a:avLst/>
            </a:prstGeom>
            <a:grpFill/>
          </p:spPr>
        </p:pic>
      </p:grpSp>
      <p:sp>
        <p:nvSpPr>
          <p:cNvPr id="2092" name="TextBox 2091">
            <a:extLst>
              <a:ext uri="{FF2B5EF4-FFF2-40B4-BE49-F238E27FC236}">
                <a16:creationId xmlns:a16="http://schemas.microsoft.com/office/drawing/2014/main" id="{687A5D01-02FA-EBF7-BA37-7B9CAE619B9D}"/>
              </a:ext>
            </a:extLst>
          </p:cNvPr>
          <p:cNvSpPr txBox="1"/>
          <p:nvPr/>
        </p:nvSpPr>
        <p:spPr bwMode="gray">
          <a:xfrm>
            <a:off x="3277794" y="2105595"/>
            <a:ext cx="2238883" cy="246221"/>
          </a:xfrm>
          <a:prstGeom prst="rect">
            <a:avLst/>
          </a:prstGeom>
          <a:noFill/>
        </p:spPr>
        <p:txBody>
          <a:bodyPr wrap="none" lIns="0" tIns="0" rIns="0" bIns="0" rtlCol="0">
            <a:spAutoFit/>
          </a:bodyPr>
          <a:lstStyle/>
          <a:p>
            <a:r>
              <a:rPr lang="en-US" sz="1600">
                <a:solidFill>
                  <a:schemeClr val="bg1"/>
                </a:solidFill>
              </a:rPr>
              <a:t>Launch US, EU/JP in NCFBE</a:t>
            </a:r>
          </a:p>
        </p:txBody>
      </p:sp>
      <p:sp>
        <p:nvSpPr>
          <p:cNvPr id="2094" name="TextBox 2093">
            <a:extLst>
              <a:ext uri="{FF2B5EF4-FFF2-40B4-BE49-F238E27FC236}">
                <a16:creationId xmlns:a16="http://schemas.microsoft.com/office/drawing/2014/main" id="{3375036D-9C97-ECEF-2D93-C22BA2FF8225}"/>
              </a:ext>
            </a:extLst>
          </p:cNvPr>
          <p:cNvSpPr txBox="1"/>
          <p:nvPr/>
        </p:nvSpPr>
        <p:spPr bwMode="gray">
          <a:xfrm>
            <a:off x="2258852" y="2105595"/>
            <a:ext cx="827534" cy="246221"/>
          </a:xfrm>
          <a:prstGeom prst="rect">
            <a:avLst/>
          </a:prstGeom>
          <a:noFill/>
        </p:spPr>
        <p:txBody>
          <a:bodyPr wrap="none" lIns="0" tIns="0" rIns="0" bIns="0" rtlCol="0">
            <a:spAutoFit/>
          </a:bodyPr>
          <a:lstStyle/>
          <a:p>
            <a:pPr algn="l"/>
            <a:r>
              <a:rPr lang="en-US" sz="1600">
                <a:solidFill>
                  <a:schemeClr val="bg1"/>
                </a:solidFill>
              </a:rPr>
              <a:t>Ph III data</a:t>
            </a:r>
          </a:p>
        </p:txBody>
      </p:sp>
      <p:sp>
        <p:nvSpPr>
          <p:cNvPr id="2095" name="Diamond 2094">
            <a:extLst>
              <a:ext uri="{FF2B5EF4-FFF2-40B4-BE49-F238E27FC236}">
                <a16:creationId xmlns:a16="http://schemas.microsoft.com/office/drawing/2014/main" id="{7BD31B65-061B-4163-3F4E-BE34DF401F7E}"/>
              </a:ext>
            </a:extLst>
          </p:cNvPr>
          <p:cNvSpPr/>
          <p:nvPr/>
        </p:nvSpPr>
        <p:spPr bwMode="gray">
          <a:xfrm>
            <a:off x="2599961" y="2617842"/>
            <a:ext cx="174449" cy="174449"/>
          </a:xfrm>
          <a:prstGeom prst="diamond">
            <a:avLst/>
          </a:prstGeom>
          <a:solidFill>
            <a:schemeClr val="bg1">
              <a:lumMod val="65000"/>
            </a:schemeClr>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lnSpc>
                <a:spcPct val="140000"/>
              </a:lnSpc>
              <a:defRPr/>
            </a:pPr>
            <a:endParaRPr lang="en-US" sz="1600">
              <a:solidFill>
                <a:prstClr val="black"/>
              </a:solidFill>
              <a:latin typeface="Boehringer Forward Text"/>
            </a:endParaRPr>
          </a:p>
        </p:txBody>
      </p:sp>
      <p:sp>
        <p:nvSpPr>
          <p:cNvPr id="2096" name="TextBox 2095">
            <a:extLst>
              <a:ext uri="{FF2B5EF4-FFF2-40B4-BE49-F238E27FC236}">
                <a16:creationId xmlns:a16="http://schemas.microsoft.com/office/drawing/2014/main" id="{3025F797-A4C2-6690-4CCD-F786A6BB62F4}"/>
              </a:ext>
            </a:extLst>
          </p:cNvPr>
          <p:cNvSpPr txBox="1"/>
          <p:nvPr/>
        </p:nvSpPr>
        <p:spPr bwMode="gray">
          <a:xfrm>
            <a:off x="2276929" y="2830929"/>
            <a:ext cx="682238" cy="215444"/>
          </a:xfrm>
          <a:prstGeom prst="rect">
            <a:avLst/>
          </a:prstGeom>
          <a:noFill/>
        </p:spPr>
        <p:txBody>
          <a:bodyPr wrap="none" lIns="0" tIns="0" rIns="0" bIns="0" rtlCol="0">
            <a:spAutoFit/>
          </a:bodyPr>
          <a:lstStyle/>
          <a:p>
            <a:pPr algn="l"/>
            <a:r>
              <a:rPr lang="en-US" sz="1400">
                <a:solidFill>
                  <a:schemeClr val="bg1"/>
                </a:solidFill>
              </a:rPr>
              <a:t>Ph II data</a:t>
            </a:r>
          </a:p>
        </p:txBody>
      </p:sp>
      <p:sp>
        <p:nvSpPr>
          <p:cNvPr id="2099" name="Diamond 2098">
            <a:extLst>
              <a:ext uri="{FF2B5EF4-FFF2-40B4-BE49-F238E27FC236}">
                <a16:creationId xmlns:a16="http://schemas.microsoft.com/office/drawing/2014/main" id="{BFFA28F7-9566-2F74-8091-B9B90C7DFD2B}"/>
              </a:ext>
            </a:extLst>
          </p:cNvPr>
          <p:cNvSpPr/>
          <p:nvPr/>
        </p:nvSpPr>
        <p:spPr bwMode="gray">
          <a:xfrm>
            <a:off x="6718340" y="2557554"/>
            <a:ext cx="174449" cy="174449"/>
          </a:xfrm>
          <a:prstGeom prst="diamond">
            <a:avLst/>
          </a:prstGeom>
          <a:solidFill>
            <a:schemeClr val="bg1"/>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lnSpc>
                <a:spcPct val="140000"/>
              </a:lnSpc>
              <a:defRPr/>
            </a:pPr>
            <a:endParaRPr lang="en-US" sz="1600">
              <a:solidFill>
                <a:prstClr val="black"/>
              </a:solidFill>
              <a:latin typeface="Boehringer Forward Text"/>
            </a:endParaRPr>
          </a:p>
        </p:txBody>
      </p:sp>
      <p:sp>
        <p:nvSpPr>
          <p:cNvPr id="2100" name="TextBox 2099">
            <a:extLst>
              <a:ext uri="{FF2B5EF4-FFF2-40B4-BE49-F238E27FC236}">
                <a16:creationId xmlns:a16="http://schemas.microsoft.com/office/drawing/2014/main" id="{71F51A00-F90E-E6F6-A786-5BBCB9A2281B}"/>
              </a:ext>
            </a:extLst>
          </p:cNvPr>
          <p:cNvSpPr txBox="1"/>
          <p:nvPr/>
        </p:nvSpPr>
        <p:spPr bwMode="gray">
          <a:xfrm>
            <a:off x="6179625" y="2774366"/>
            <a:ext cx="1049967" cy="246221"/>
          </a:xfrm>
          <a:prstGeom prst="rect">
            <a:avLst/>
          </a:prstGeom>
          <a:noFill/>
        </p:spPr>
        <p:txBody>
          <a:bodyPr wrap="square" lIns="0" tIns="0" rIns="0" bIns="0" rtlCol="0">
            <a:spAutoFit/>
          </a:bodyPr>
          <a:lstStyle/>
          <a:p>
            <a:pPr algn="l"/>
            <a:r>
              <a:rPr lang="en-US" sz="1600">
                <a:solidFill>
                  <a:schemeClr val="bg1"/>
                </a:solidFill>
              </a:rPr>
              <a:t>Launch CN</a:t>
            </a:r>
          </a:p>
        </p:txBody>
      </p:sp>
      <p:sp>
        <p:nvSpPr>
          <p:cNvPr id="2101" name="Diamond 2100">
            <a:extLst>
              <a:ext uri="{FF2B5EF4-FFF2-40B4-BE49-F238E27FC236}">
                <a16:creationId xmlns:a16="http://schemas.microsoft.com/office/drawing/2014/main" id="{427421C2-21EF-1465-DDEF-E9EF2B3D3AAF}"/>
              </a:ext>
            </a:extLst>
          </p:cNvPr>
          <p:cNvSpPr/>
          <p:nvPr/>
        </p:nvSpPr>
        <p:spPr bwMode="gray">
          <a:xfrm>
            <a:off x="8445841" y="3171749"/>
            <a:ext cx="174449" cy="174449"/>
          </a:xfrm>
          <a:prstGeom prst="diamond">
            <a:avLst/>
          </a:prstGeom>
          <a:solidFill>
            <a:schemeClr val="bg1"/>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lnSpc>
                <a:spcPct val="140000"/>
              </a:lnSpc>
              <a:defRPr/>
            </a:pPr>
            <a:endParaRPr lang="en-US" sz="1600">
              <a:solidFill>
                <a:prstClr val="black"/>
              </a:solidFill>
              <a:latin typeface="Boehringer Forward Text"/>
            </a:endParaRPr>
          </a:p>
        </p:txBody>
      </p:sp>
      <p:sp>
        <p:nvSpPr>
          <p:cNvPr id="2102" name="TextBox 2101">
            <a:extLst>
              <a:ext uri="{FF2B5EF4-FFF2-40B4-BE49-F238E27FC236}">
                <a16:creationId xmlns:a16="http://schemas.microsoft.com/office/drawing/2014/main" id="{2EC6C525-AA4A-4A2F-2017-FFD20EC58320}"/>
              </a:ext>
            </a:extLst>
          </p:cNvPr>
          <p:cNvSpPr txBox="1"/>
          <p:nvPr/>
        </p:nvSpPr>
        <p:spPr bwMode="gray">
          <a:xfrm>
            <a:off x="7761900" y="3349142"/>
            <a:ext cx="1488677" cy="246221"/>
          </a:xfrm>
          <a:prstGeom prst="rect">
            <a:avLst/>
          </a:prstGeom>
          <a:noFill/>
        </p:spPr>
        <p:txBody>
          <a:bodyPr wrap="none" lIns="0" tIns="0" rIns="0" bIns="0" rtlCol="0">
            <a:spAutoFit/>
          </a:bodyPr>
          <a:lstStyle/>
          <a:p>
            <a:pPr algn="l"/>
            <a:r>
              <a:rPr lang="en-US" sz="1600">
                <a:solidFill>
                  <a:schemeClr val="bg1"/>
                </a:solidFill>
              </a:rPr>
              <a:t>Launch US, EU/JP </a:t>
            </a:r>
          </a:p>
        </p:txBody>
      </p:sp>
      <p:sp>
        <p:nvSpPr>
          <p:cNvPr id="2103" name="Diamond 2102">
            <a:extLst>
              <a:ext uri="{FF2B5EF4-FFF2-40B4-BE49-F238E27FC236}">
                <a16:creationId xmlns:a16="http://schemas.microsoft.com/office/drawing/2014/main" id="{EF029A77-A0F6-5F5B-807C-7DDECF4B0870}"/>
              </a:ext>
            </a:extLst>
          </p:cNvPr>
          <p:cNvSpPr/>
          <p:nvPr/>
        </p:nvSpPr>
        <p:spPr bwMode="gray">
          <a:xfrm>
            <a:off x="8984806" y="3171749"/>
            <a:ext cx="174449" cy="174449"/>
          </a:xfrm>
          <a:prstGeom prst="diamond">
            <a:avLst/>
          </a:prstGeom>
          <a:solidFill>
            <a:schemeClr val="bg1"/>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lnSpc>
                <a:spcPct val="140000"/>
              </a:lnSpc>
              <a:defRPr/>
            </a:pPr>
            <a:endParaRPr lang="en-US" sz="1600">
              <a:solidFill>
                <a:prstClr val="black"/>
              </a:solidFill>
              <a:latin typeface="Boehringer Forward Text"/>
            </a:endParaRPr>
          </a:p>
        </p:txBody>
      </p:sp>
      <p:sp>
        <p:nvSpPr>
          <p:cNvPr id="2109" name="Diamond 2108">
            <a:extLst>
              <a:ext uri="{FF2B5EF4-FFF2-40B4-BE49-F238E27FC236}">
                <a16:creationId xmlns:a16="http://schemas.microsoft.com/office/drawing/2014/main" id="{1D75C5D3-6333-A662-0ECD-781B936AF4D8}"/>
              </a:ext>
            </a:extLst>
          </p:cNvPr>
          <p:cNvSpPr/>
          <p:nvPr/>
        </p:nvSpPr>
        <p:spPr bwMode="gray">
          <a:xfrm>
            <a:off x="9104190" y="1096307"/>
            <a:ext cx="153167" cy="153167"/>
          </a:xfrm>
          <a:prstGeom prst="diamond">
            <a:avLst/>
          </a:prstGeom>
          <a:solidFill>
            <a:srgbClr val="FF0000"/>
          </a:solidFill>
          <a:ln w="9525" cap="flat" cmpd="sng" algn="ctr">
            <a:solidFill>
              <a:schemeClr val="tx1"/>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lnSpc>
                <a:spcPct val="140000"/>
              </a:lnSpc>
              <a:defRPr/>
            </a:pPr>
            <a:endParaRPr lang="en-US" sz="1600">
              <a:solidFill>
                <a:prstClr val="black"/>
              </a:solidFill>
              <a:latin typeface="Boehringer Forward Text"/>
            </a:endParaRPr>
          </a:p>
        </p:txBody>
      </p:sp>
      <p:sp>
        <p:nvSpPr>
          <p:cNvPr id="5" name="Arrow: Pentagon 4">
            <a:extLst>
              <a:ext uri="{FF2B5EF4-FFF2-40B4-BE49-F238E27FC236}">
                <a16:creationId xmlns:a16="http://schemas.microsoft.com/office/drawing/2014/main" id="{F59E32B0-4882-1BAB-3065-3ACBA789750F}"/>
              </a:ext>
            </a:extLst>
          </p:cNvPr>
          <p:cNvSpPr/>
          <p:nvPr/>
        </p:nvSpPr>
        <p:spPr bwMode="gray">
          <a:xfrm>
            <a:off x="3775327" y="1068885"/>
            <a:ext cx="3775599" cy="353672"/>
          </a:xfrm>
          <a:prstGeom prst="homePlate">
            <a:avLst/>
          </a:prstGeom>
          <a:solidFill>
            <a:srgbClr val="05F284"/>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defTabSz="1218806" eaLnBrk="0" fontAlgn="base" hangingPunct="0">
              <a:spcBef>
                <a:spcPct val="0"/>
              </a:spcBef>
              <a:spcAft>
                <a:spcPct val="0"/>
              </a:spcAft>
              <a:defRPr/>
            </a:pPr>
            <a:r>
              <a:rPr lang="en-US" sz="1400" b="1">
                <a:solidFill>
                  <a:schemeClr val="tx1"/>
                </a:solidFill>
                <a:latin typeface="Boehringer Forward Text"/>
              </a:rPr>
              <a:t>Ph III: AIRTIVITY® (‘One’ BE)</a:t>
            </a:r>
          </a:p>
        </p:txBody>
      </p:sp>
      <p:cxnSp>
        <p:nvCxnSpPr>
          <p:cNvPr id="54" name="Connector: Elbow 53">
            <a:extLst>
              <a:ext uri="{FF2B5EF4-FFF2-40B4-BE49-F238E27FC236}">
                <a16:creationId xmlns:a16="http://schemas.microsoft.com/office/drawing/2014/main" id="{673C9274-A8A3-B974-55BC-8431B9319EFC}"/>
              </a:ext>
            </a:extLst>
          </p:cNvPr>
          <p:cNvCxnSpPr>
            <a:cxnSpLocks/>
          </p:cNvCxnSpPr>
          <p:nvPr/>
        </p:nvCxnSpPr>
        <p:spPr bwMode="gray">
          <a:xfrm rot="5400000" flipH="1" flipV="1">
            <a:off x="5850767" y="-735079"/>
            <a:ext cx="686680" cy="4655787"/>
          </a:xfrm>
          <a:prstGeom prst="bentConnector3">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AF98EC77-BECF-C192-E874-97CA1330B1F5}"/>
              </a:ext>
            </a:extLst>
          </p:cNvPr>
          <p:cNvSpPr txBox="1"/>
          <p:nvPr/>
        </p:nvSpPr>
        <p:spPr bwMode="gray">
          <a:xfrm>
            <a:off x="5123356" y="1846754"/>
            <a:ext cx="1127629" cy="184666"/>
          </a:xfrm>
          <a:prstGeom prst="rect">
            <a:avLst/>
          </a:prstGeom>
          <a:noFill/>
        </p:spPr>
        <p:txBody>
          <a:bodyPr wrap="square" lIns="0" tIns="0" rIns="0" bIns="0" rtlCol="0">
            <a:spAutoFit/>
          </a:bodyPr>
          <a:lstStyle/>
          <a:p>
            <a:pPr algn="l"/>
            <a:r>
              <a:rPr lang="en-US" sz="1200">
                <a:solidFill>
                  <a:schemeClr val="bg1"/>
                </a:solidFill>
              </a:rPr>
              <a:t>~4.5 years gap</a:t>
            </a:r>
          </a:p>
        </p:txBody>
      </p:sp>
      <p:cxnSp>
        <p:nvCxnSpPr>
          <p:cNvPr id="61" name="Straight Connector 60">
            <a:extLst>
              <a:ext uri="{FF2B5EF4-FFF2-40B4-BE49-F238E27FC236}">
                <a16:creationId xmlns:a16="http://schemas.microsoft.com/office/drawing/2014/main" id="{1805A010-B8DC-5FE9-FF8D-1E165CFE992F}"/>
              </a:ext>
            </a:extLst>
          </p:cNvPr>
          <p:cNvCxnSpPr>
            <a:cxnSpLocks/>
          </p:cNvCxnSpPr>
          <p:nvPr/>
        </p:nvCxnSpPr>
        <p:spPr bwMode="gray">
          <a:xfrm flipH="1" flipV="1">
            <a:off x="5074382" y="1986989"/>
            <a:ext cx="11065" cy="1922275"/>
          </a:xfrm>
          <a:prstGeom prst="line">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051" name="TextBox 2050">
            <a:extLst>
              <a:ext uri="{FF2B5EF4-FFF2-40B4-BE49-F238E27FC236}">
                <a16:creationId xmlns:a16="http://schemas.microsoft.com/office/drawing/2014/main" id="{493501FE-4218-06F6-30D2-46CE65E564B6}"/>
              </a:ext>
            </a:extLst>
          </p:cNvPr>
          <p:cNvSpPr txBox="1"/>
          <p:nvPr/>
        </p:nvSpPr>
        <p:spPr bwMode="gray">
          <a:xfrm>
            <a:off x="8799065" y="2550565"/>
            <a:ext cx="1166251" cy="369332"/>
          </a:xfrm>
          <a:prstGeom prst="rect">
            <a:avLst/>
          </a:prstGeom>
          <a:noFill/>
        </p:spPr>
        <p:txBody>
          <a:bodyPr wrap="square" lIns="0" tIns="0" rIns="0" bIns="0" rtlCol="0">
            <a:spAutoFit/>
          </a:bodyPr>
          <a:lstStyle/>
          <a:p>
            <a:pPr algn="l"/>
            <a:r>
              <a:rPr lang="en-US" sz="1200">
                <a:solidFill>
                  <a:schemeClr val="bg1"/>
                </a:solidFill>
              </a:rPr>
              <a:t>Similar time of entry</a:t>
            </a:r>
          </a:p>
        </p:txBody>
      </p:sp>
      <p:sp>
        <p:nvSpPr>
          <p:cNvPr id="2072" name="Arrow: Pentagon 2071">
            <a:extLst>
              <a:ext uri="{FF2B5EF4-FFF2-40B4-BE49-F238E27FC236}">
                <a16:creationId xmlns:a16="http://schemas.microsoft.com/office/drawing/2014/main" id="{0D5BAF44-9C2F-20FB-59B7-094959D5859A}"/>
              </a:ext>
            </a:extLst>
          </p:cNvPr>
          <p:cNvSpPr/>
          <p:nvPr/>
        </p:nvSpPr>
        <p:spPr bwMode="gray">
          <a:xfrm>
            <a:off x="3390351" y="3132738"/>
            <a:ext cx="4171909" cy="339511"/>
          </a:xfrm>
          <a:prstGeom prst="homePlate">
            <a:avLst/>
          </a:prstGeom>
          <a:solidFill>
            <a:srgbClr val="BBBBBB"/>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defTabSz="1218806" eaLnBrk="0" fontAlgn="base" hangingPunct="0">
              <a:spcBef>
                <a:spcPct val="0"/>
              </a:spcBef>
              <a:spcAft>
                <a:spcPct val="0"/>
              </a:spcAft>
              <a:defRPr/>
            </a:pPr>
            <a:r>
              <a:rPr lang="en-US" sz="1400" b="1">
                <a:solidFill>
                  <a:schemeClr val="tx1"/>
                </a:solidFill>
                <a:latin typeface="Boehringer Forward Text"/>
              </a:rPr>
              <a:t>Ph IIb/ III: outside China – </a:t>
            </a:r>
            <a:r>
              <a:rPr lang="en-US" sz="1400" b="1" err="1">
                <a:solidFill>
                  <a:schemeClr val="tx1"/>
                </a:solidFill>
                <a:latin typeface="Boehringer Forward Text"/>
              </a:rPr>
              <a:t>tbd</a:t>
            </a:r>
            <a:r>
              <a:rPr lang="en-US" sz="1400" b="1">
                <a:solidFill>
                  <a:schemeClr val="tx1"/>
                </a:solidFill>
                <a:latin typeface="Boehringer Forward Text"/>
              </a:rPr>
              <a:t>*</a:t>
            </a:r>
          </a:p>
        </p:txBody>
      </p:sp>
      <p:sp>
        <p:nvSpPr>
          <p:cNvPr id="2074" name="Arrow: Pentagon 2073">
            <a:extLst>
              <a:ext uri="{FF2B5EF4-FFF2-40B4-BE49-F238E27FC236}">
                <a16:creationId xmlns:a16="http://schemas.microsoft.com/office/drawing/2014/main" id="{FA27485F-DC3F-04BA-0990-23547912E26C}"/>
              </a:ext>
            </a:extLst>
          </p:cNvPr>
          <p:cNvSpPr/>
          <p:nvPr/>
        </p:nvSpPr>
        <p:spPr bwMode="gray">
          <a:xfrm>
            <a:off x="3062917" y="2602899"/>
            <a:ext cx="2273680" cy="353672"/>
          </a:xfrm>
          <a:prstGeom prst="homePlat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defTabSz="1218806" eaLnBrk="0" fontAlgn="base" hangingPunct="0">
              <a:spcBef>
                <a:spcPct val="0"/>
              </a:spcBef>
              <a:spcAft>
                <a:spcPct val="0"/>
              </a:spcAft>
              <a:defRPr/>
            </a:pPr>
            <a:r>
              <a:rPr lang="en-US" sz="1400" b="1">
                <a:solidFill>
                  <a:schemeClr val="tx1"/>
                </a:solidFill>
                <a:latin typeface="Boehringer Forward Text"/>
              </a:rPr>
              <a:t>Ph III: China only</a:t>
            </a:r>
          </a:p>
        </p:txBody>
      </p:sp>
      <p:cxnSp>
        <p:nvCxnSpPr>
          <p:cNvPr id="2077" name="Connector: Elbow 2076">
            <a:extLst>
              <a:ext uri="{FF2B5EF4-FFF2-40B4-BE49-F238E27FC236}">
                <a16:creationId xmlns:a16="http://schemas.microsoft.com/office/drawing/2014/main" id="{D1BBBC87-5427-F597-050E-E5EE803226E7}"/>
              </a:ext>
            </a:extLst>
          </p:cNvPr>
          <p:cNvCxnSpPr>
            <a:cxnSpLocks/>
          </p:cNvCxnSpPr>
          <p:nvPr/>
        </p:nvCxnSpPr>
        <p:spPr bwMode="gray">
          <a:xfrm>
            <a:off x="2664537" y="2803719"/>
            <a:ext cx="725813" cy="498775"/>
          </a:xfrm>
          <a:prstGeom prst="bentConnector3">
            <a:avLst>
              <a:gd name="adj1" fmla="val -1224"/>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B38BF9E8-8464-20D2-29B5-9E4E1C7F43DE}"/>
              </a:ext>
            </a:extLst>
          </p:cNvPr>
          <p:cNvSpPr txBox="1"/>
          <p:nvPr/>
        </p:nvSpPr>
        <p:spPr bwMode="gray">
          <a:xfrm>
            <a:off x="9355187" y="6198775"/>
            <a:ext cx="2637990" cy="205121"/>
          </a:xfrm>
          <a:prstGeom prst="rect">
            <a:avLst/>
          </a:prstGeom>
          <a:noFill/>
        </p:spPr>
        <p:txBody>
          <a:bodyPr wrap="square" lIns="0" tIns="0" rIns="0" bIns="0" rtlCol="0" anchor="t">
            <a:spAutoFit/>
          </a:bodyPr>
          <a:lstStyle/>
          <a:p>
            <a:r>
              <a:rPr lang="en-US" sz="1300" baseline="30000"/>
              <a:t>* Little knowledge about this program currently</a:t>
            </a:r>
            <a:endParaRPr lang="en-US" sz="1333"/>
          </a:p>
        </p:txBody>
      </p:sp>
      <p:grpSp>
        <p:nvGrpSpPr>
          <p:cNvPr id="28" name="Group 27">
            <a:extLst>
              <a:ext uri="{FF2B5EF4-FFF2-40B4-BE49-F238E27FC236}">
                <a16:creationId xmlns:a16="http://schemas.microsoft.com/office/drawing/2014/main" id="{09424EC0-B1C7-CE83-8FB9-1D443B8B0665}"/>
              </a:ext>
            </a:extLst>
          </p:cNvPr>
          <p:cNvGrpSpPr/>
          <p:nvPr/>
        </p:nvGrpSpPr>
        <p:grpSpPr>
          <a:xfrm>
            <a:off x="2144542" y="613371"/>
            <a:ext cx="8818167" cy="296383"/>
            <a:chOff x="2365596" y="1575621"/>
            <a:chExt cx="8818167" cy="296383"/>
          </a:xfrm>
        </p:grpSpPr>
        <p:grpSp>
          <p:nvGrpSpPr>
            <p:cNvPr id="23" name="Group 22">
              <a:extLst>
                <a:ext uri="{FF2B5EF4-FFF2-40B4-BE49-F238E27FC236}">
                  <a16:creationId xmlns:a16="http://schemas.microsoft.com/office/drawing/2014/main" id="{E7895814-932C-50DA-D17C-2DA5F546B0EC}"/>
                </a:ext>
              </a:extLst>
            </p:cNvPr>
            <p:cNvGrpSpPr/>
            <p:nvPr/>
          </p:nvGrpSpPr>
          <p:grpSpPr>
            <a:xfrm>
              <a:off x="3460279" y="1575621"/>
              <a:ext cx="7723484" cy="287323"/>
              <a:chOff x="2922944" y="2061784"/>
              <a:chExt cx="7723484" cy="287323"/>
            </a:xfrm>
          </p:grpSpPr>
          <p:sp>
            <p:nvSpPr>
              <p:cNvPr id="25" name="Arrow: Chevron 24">
                <a:extLst>
                  <a:ext uri="{FF2B5EF4-FFF2-40B4-BE49-F238E27FC236}">
                    <a16:creationId xmlns:a16="http://schemas.microsoft.com/office/drawing/2014/main" id="{BF960E2F-1315-F4E6-9A24-5A8C22710081}"/>
                  </a:ext>
                </a:extLst>
              </p:cNvPr>
              <p:cNvSpPr/>
              <p:nvPr/>
            </p:nvSpPr>
            <p:spPr>
              <a:xfrm>
                <a:off x="2922944" y="2061784"/>
                <a:ext cx="1166612" cy="287323"/>
              </a:xfrm>
              <a:prstGeom prst="chevron">
                <a:avLst/>
              </a:prstGeom>
              <a:solidFill>
                <a:schemeClr val="accent2">
                  <a:lumMod val="50000"/>
                </a:schemeClr>
              </a:solidFill>
              <a:ln>
                <a:noFill/>
              </a:ln>
              <a:effectLst/>
            </p:spPr>
            <p:txBody>
              <a:bodyPr rtlCol="0" anchor="ctr"/>
              <a:lstStyle/>
              <a:p>
                <a:pPr algn="ctr" defTabSz="1219108">
                  <a:defRPr/>
                </a:pPr>
                <a:r>
                  <a:rPr lang="en-US" sz="1600" kern="0">
                    <a:solidFill>
                      <a:schemeClr val="bg1"/>
                    </a:solidFill>
                    <a:latin typeface="BISansOpti" panose="02000503040000020004" pitchFamily="2" charset="0"/>
                    <a:cs typeface="Calibri" panose="020F0502020204030204" pitchFamily="34" charset="0"/>
                  </a:rPr>
                  <a:t>2025</a:t>
                </a:r>
              </a:p>
            </p:txBody>
          </p:sp>
          <p:sp>
            <p:nvSpPr>
              <p:cNvPr id="26" name="Arrow: Chevron 25">
                <a:extLst>
                  <a:ext uri="{FF2B5EF4-FFF2-40B4-BE49-F238E27FC236}">
                    <a16:creationId xmlns:a16="http://schemas.microsoft.com/office/drawing/2014/main" id="{0FA52D35-CBC0-3FE0-E3A6-AB5E058DFB3A}"/>
                  </a:ext>
                </a:extLst>
              </p:cNvPr>
              <p:cNvSpPr/>
              <p:nvPr/>
            </p:nvSpPr>
            <p:spPr>
              <a:xfrm>
                <a:off x="4017625" y="2061784"/>
                <a:ext cx="1166612" cy="287323"/>
              </a:xfrm>
              <a:prstGeom prst="chevron">
                <a:avLst/>
              </a:prstGeom>
              <a:solidFill>
                <a:schemeClr val="bg2"/>
              </a:solidFill>
              <a:ln>
                <a:noFill/>
              </a:ln>
              <a:effectLst/>
            </p:spPr>
            <p:txBody>
              <a:bodyPr rtlCol="0" anchor="ctr"/>
              <a:lstStyle/>
              <a:p>
                <a:pPr algn="ctr" defTabSz="1219108">
                  <a:defRPr/>
                </a:pPr>
                <a:r>
                  <a:rPr lang="en-US" sz="1600" kern="0">
                    <a:solidFill>
                      <a:schemeClr val="bg1"/>
                    </a:solidFill>
                    <a:latin typeface="BISansOpti" panose="02000503040000020004" pitchFamily="2" charset="0"/>
                    <a:cs typeface="Calibri" panose="020F0502020204030204" pitchFamily="34" charset="0"/>
                  </a:rPr>
                  <a:t>2026</a:t>
                </a:r>
              </a:p>
            </p:txBody>
          </p:sp>
          <p:sp>
            <p:nvSpPr>
              <p:cNvPr id="33" name="Arrow: Chevron 32">
                <a:extLst>
                  <a:ext uri="{FF2B5EF4-FFF2-40B4-BE49-F238E27FC236}">
                    <a16:creationId xmlns:a16="http://schemas.microsoft.com/office/drawing/2014/main" id="{96BDE30D-078E-D935-7EAE-E2849AE7253E}"/>
                  </a:ext>
                </a:extLst>
              </p:cNvPr>
              <p:cNvSpPr/>
              <p:nvPr/>
            </p:nvSpPr>
            <p:spPr>
              <a:xfrm>
                <a:off x="5112306" y="2061784"/>
                <a:ext cx="1166612" cy="287323"/>
              </a:xfrm>
              <a:prstGeom prst="chevron">
                <a:avLst/>
              </a:prstGeom>
              <a:solidFill>
                <a:schemeClr val="bg2"/>
              </a:solidFill>
              <a:ln>
                <a:noFill/>
              </a:ln>
              <a:effectLst/>
            </p:spPr>
            <p:txBody>
              <a:bodyPr rtlCol="0" anchor="ctr"/>
              <a:lstStyle/>
              <a:p>
                <a:pPr algn="ctr" defTabSz="1219108">
                  <a:defRPr/>
                </a:pPr>
                <a:r>
                  <a:rPr lang="en-US" sz="1600" kern="0">
                    <a:solidFill>
                      <a:schemeClr val="bg1"/>
                    </a:solidFill>
                    <a:latin typeface="BISansOpti" panose="02000503040000020004" pitchFamily="2" charset="0"/>
                    <a:cs typeface="Calibri" panose="020F0502020204030204" pitchFamily="34" charset="0"/>
                  </a:rPr>
                  <a:t>2027</a:t>
                </a:r>
              </a:p>
            </p:txBody>
          </p:sp>
          <p:sp>
            <p:nvSpPr>
              <p:cNvPr id="35" name="Arrow: Chevron 34">
                <a:extLst>
                  <a:ext uri="{FF2B5EF4-FFF2-40B4-BE49-F238E27FC236}">
                    <a16:creationId xmlns:a16="http://schemas.microsoft.com/office/drawing/2014/main" id="{B8F26F3D-A57C-4079-E5AC-6D2E8861B211}"/>
                  </a:ext>
                </a:extLst>
              </p:cNvPr>
              <p:cNvSpPr/>
              <p:nvPr/>
            </p:nvSpPr>
            <p:spPr>
              <a:xfrm>
                <a:off x="6206989" y="2061784"/>
                <a:ext cx="1166612" cy="287323"/>
              </a:xfrm>
              <a:prstGeom prst="chevron">
                <a:avLst/>
              </a:prstGeom>
              <a:solidFill>
                <a:schemeClr val="bg2"/>
              </a:solidFill>
              <a:ln>
                <a:noFill/>
              </a:ln>
              <a:effectLst/>
            </p:spPr>
            <p:txBody>
              <a:bodyPr rtlCol="0" anchor="ctr"/>
              <a:lstStyle/>
              <a:p>
                <a:pPr algn="ctr" defTabSz="1219108">
                  <a:defRPr/>
                </a:pPr>
                <a:r>
                  <a:rPr lang="en-US" sz="1600" kern="0">
                    <a:solidFill>
                      <a:schemeClr val="bg1"/>
                    </a:solidFill>
                    <a:latin typeface="BISansOpti" panose="02000503040000020004" pitchFamily="2" charset="0"/>
                    <a:cs typeface="Calibri" panose="020F0502020204030204" pitchFamily="34" charset="0"/>
                  </a:rPr>
                  <a:t>2028</a:t>
                </a:r>
              </a:p>
            </p:txBody>
          </p:sp>
          <p:sp>
            <p:nvSpPr>
              <p:cNvPr id="37" name="Arrow: Chevron 36">
                <a:extLst>
                  <a:ext uri="{FF2B5EF4-FFF2-40B4-BE49-F238E27FC236}">
                    <a16:creationId xmlns:a16="http://schemas.microsoft.com/office/drawing/2014/main" id="{4FCFCA70-C7C8-7438-47BA-1649F0FC1BF7}"/>
                  </a:ext>
                </a:extLst>
              </p:cNvPr>
              <p:cNvSpPr/>
              <p:nvPr/>
            </p:nvSpPr>
            <p:spPr>
              <a:xfrm>
                <a:off x="7301672" y="2061784"/>
                <a:ext cx="1166612" cy="287323"/>
              </a:xfrm>
              <a:prstGeom prst="chevron">
                <a:avLst/>
              </a:prstGeom>
              <a:solidFill>
                <a:schemeClr val="bg2"/>
              </a:solidFill>
              <a:ln>
                <a:noFill/>
              </a:ln>
              <a:effectLst/>
            </p:spPr>
            <p:txBody>
              <a:bodyPr rtlCol="0" anchor="ctr"/>
              <a:lstStyle/>
              <a:p>
                <a:pPr algn="ctr" defTabSz="1219108">
                  <a:defRPr/>
                </a:pPr>
                <a:r>
                  <a:rPr lang="en-US" sz="1600" kern="0">
                    <a:solidFill>
                      <a:schemeClr val="bg1"/>
                    </a:solidFill>
                    <a:latin typeface="BISansOpti" panose="02000503040000020004" pitchFamily="2" charset="0"/>
                    <a:cs typeface="Calibri" panose="020F0502020204030204" pitchFamily="34" charset="0"/>
                  </a:rPr>
                  <a:t>2029</a:t>
                </a:r>
              </a:p>
            </p:txBody>
          </p:sp>
          <p:sp>
            <p:nvSpPr>
              <p:cNvPr id="38" name="Arrow: Chevron 37">
                <a:extLst>
                  <a:ext uri="{FF2B5EF4-FFF2-40B4-BE49-F238E27FC236}">
                    <a16:creationId xmlns:a16="http://schemas.microsoft.com/office/drawing/2014/main" id="{3D3FF99C-677F-AD92-9571-40113BB4350A}"/>
                  </a:ext>
                </a:extLst>
              </p:cNvPr>
              <p:cNvSpPr/>
              <p:nvPr/>
            </p:nvSpPr>
            <p:spPr>
              <a:xfrm>
                <a:off x="8385268" y="2061784"/>
                <a:ext cx="1166612" cy="287323"/>
              </a:xfrm>
              <a:prstGeom prst="chevron">
                <a:avLst/>
              </a:prstGeom>
              <a:solidFill>
                <a:schemeClr val="bg2"/>
              </a:solidFill>
              <a:ln>
                <a:noFill/>
              </a:ln>
              <a:effectLst/>
            </p:spPr>
            <p:txBody>
              <a:bodyPr rtlCol="0" anchor="ctr"/>
              <a:lstStyle/>
              <a:p>
                <a:pPr algn="ctr" defTabSz="1219108">
                  <a:defRPr/>
                </a:pPr>
                <a:r>
                  <a:rPr lang="en-US" sz="1600" kern="0">
                    <a:solidFill>
                      <a:schemeClr val="bg1"/>
                    </a:solidFill>
                    <a:latin typeface="BISansOpti" panose="02000503040000020004" pitchFamily="2" charset="0"/>
                    <a:cs typeface="Calibri" panose="020F0502020204030204" pitchFamily="34" charset="0"/>
                  </a:rPr>
                  <a:t>2030</a:t>
                </a:r>
              </a:p>
            </p:txBody>
          </p:sp>
          <p:sp>
            <p:nvSpPr>
              <p:cNvPr id="39" name="Arrow: Chevron 38">
                <a:extLst>
                  <a:ext uri="{FF2B5EF4-FFF2-40B4-BE49-F238E27FC236}">
                    <a16:creationId xmlns:a16="http://schemas.microsoft.com/office/drawing/2014/main" id="{4B214F9C-E6EB-E980-9056-F595CB8C8DF8}"/>
                  </a:ext>
                </a:extLst>
              </p:cNvPr>
              <p:cNvSpPr/>
              <p:nvPr/>
            </p:nvSpPr>
            <p:spPr>
              <a:xfrm>
                <a:off x="9479816" y="2061784"/>
                <a:ext cx="1166612" cy="287323"/>
              </a:xfrm>
              <a:prstGeom prst="chevron">
                <a:avLst/>
              </a:prstGeom>
              <a:solidFill>
                <a:schemeClr val="bg2"/>
              </a:solidFill>
              <a:ln>
                <a:noFill/>
              </a:ln>
              <a:effectLst/>
            </p:spPr>
            <p:txBody>
              <a:bodyPr rtlCol="0" anchor="ctr"/>
              <a:lstStyle/>
              <a:p>
                <a:pPr algn="ctr" defTabSz="1219108">
                  <a:defRPr/>
                </a:pPr>
                <a:r>
                  <a:rPr lang="en-US" sz="1600" kern="0">
                    <a:solidFill>
                      <a:schemeClr val="bg1"/>
                    </a:solidFill>
                    <a:latin typeface="BISansOpti" panose="02000503040000020004" pitchFamily="2" charset="0"/>
                    <a:cs typeface="Calibri" panose="020F0502020204030204" pitchFamily="34" charset="0"/>
                  </a:rPr>
                  <a:t>2031</a:t>
                </a:r>
              </a:p>
            </p:txBody>
          </p:sp>
        </p:grpSp>
        <p:sp>
          <p:nvSpPr>
            <p:cNvPr id="27" name="Arrow: Pentagon 26">
              <a:extLst>
                <a:ext uri="{FF2B5EF4-FFF2-40B4-BE49-F238E27FC236}">
                  <a16:creationId xmlns:a16="http://schemas.microsoft.com/office/drawing/2014/main" id="{3FDAABDF-FC99-1B3E-DC1F-A8AAF25F5767}"/>
                </a:ext>
              </a:extLst>
            </p:cNvPr>
            <p:cNvSpPr/>
            <p:nvPr/>
          </p:nvSpPr>
          <p:spPr bwMode="gray">
            <a:xfrm>
              <a:off x="2365596" y="1579676"/>
              <a:ext cx="1166612" cy="292328"/>
            </a:xfrm>
            <a:prstGeom prst="homePlate">
              <a:avLst/>
            </a:prstGeom>
            <a:solidFill>
              <a:schemeClr val="bg2"/>
            </a:solidFill>
            <a:ln>
              <a:noFill/>
            </a:ln>
            <a:effectLst/>
          </p:spPr>
          <p:txBody>
            <a:bodyPr rtlCol="0" anchor="ctr"/>
            <a:lstStyle/>
            <a:p>
              <a:pPr algn="ctr" defTabSz="1219108"/>
              <a:r>
                <a:rPr lang="en-US" sz="1600" kern="0">
                  <a:solidFill>
                    <a:schemeClr val="bg1"/>
                  </a:solidFill>
                  <a:latin typeface="BISansOpti" panose="02000503040000020004" pitchFamily="2" charset="0"/>
                  <a:cs typeface="Calibri" panose="020F0502020204030204" pitchFamily="34" charset="0"/>
                </a:rPr>
                <a:t>2024</a:t>
              </a:r>
            </a:p>
          </p:txBody>
        </p:sp>
      </p:grpSp>
      <p:cxnSp>
        <p:nvCxnSpPr>
          <p:cNvPr id="49" name="Connector: Elbow 48">
            <a:extLst>
              <a:ext uri="{FF2B5EF4-FFF2-40B4-BE49-F238E27FC236}">
                <a16:creationId xmlns:a16="http://schemas.microsoft.com/office/drawing/2014/main" id="{32BA3C61-A9F7-4D8B-ACEC-0629032AAB3F}"/>
              </a:ext>
            </a:extLst>
          </p:cNvPr>
          <p:cNvCxnSpPr>
            <a:cxnSpLocks/>
          </p:cNvCxnSpPr>
          <p:nvPr/>
        </p:nvCxnSpPr>
        <p:spPr bwMode="gray">
          <a:xfrm rot="5400000" flipH="1" flipV="1">
            <a:off x="7339129" y="715910"/>
            <a:ext cx="1308080" cy="2375209"/>
          </a:xfrm>
          <a:prstGeom prst="bentConnector3">
            <a:avLst/>
          </a:prstGeom>
          <a:ln w="3175">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93584E1D-14A8-47F0-C857-1797E98092F8}"/>
              </a:ext>
            </a:extLst>
          </p:cNvPr>
          <p:cNvSpPr txBox="1"/>
          <p:nvPr/>
        </p:nvSpPr>
        <p:spPr bwMode="gray">
          <a:xfrm>
            <a:off x="7293107" y="1802323"/>
            <a:ext cx="1251167" cy="184666"/>
          </a:xfrm>
          <a:prstGeom prst="rect">
            <a:avLst/>
          </a:prstGeom>
          <a:noFill/>
        </p:spPr>
        <p:txBody>
          <a:bodyPr wrap="square" lIns="0" tIns="0" rIns="0" bIns="0" rtlCol="0">
            <a:spAutoFit/>
          </a:bodyPr>
          <a:lstStyle/>
          <a:p>
            <a:pPr algn="l"/>
            <a:r>
              <a:rPr lang="en-US" sz="1200">
                <a:solidFill>
                  <a:schemeClr val="bg1"/>
                </a:solidFill>
              </a:rPr>
              <a:t>~2 years gap</a:t>
            </a:r>
          </a:p>
        </p:txBody>
      </p:sp>
      <p:sp>
        <p:nvSpPr>
          <p:cNvPr id="4" name="Arrow: Pentagon 3">
            <a:extLst>
              <a:ext uri="{FF2B5EF4-FFF2-40B4-BE49-F238E27FC236}">
                <a16:creationId xmlns:a16="http://schemas.microsoft.com/office/drawing/2014/main" id="{4887483B-0005-0B72-49F1-169E167170FE}"/>
              </a:ext>
            </a:extLst>
          </p:cNvPr>
          <p:cNvSpPr/>
          <p:nvPr/>
        </p:nvSpPr>
        <p:spPr bwMode="gray">
          <a:xfrm>
            <a:off x="3679870" y="3890958"/>
            <a:ext cx="1898915" cy="339511"/>
          </a:xfrm>
          <a:prstGeom prst="homePlate">
            <a:avLst/>
          </a:prstGeom>
          <a:solidFill>
            <a:schemeClr val="bg1"/>
          </a:solidFill>
          <a:ln w="19050">
            <a:solidFill>
              <a:schemeClr val="tx1"/>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defTabSz="1218806" eaLnBrk="0" fontAlgn="base" hangingPunct="0">
              <a:spcBef>
                <a:spcPct val="0"/>
              </a:spcBef>
              <a:spcAft>
                <a:spcPct val="0"/>
              </a:spcAft>
              <a:defRPr/>
            </a:pPr>
            <a:r>
              <a:rPr lang="en-US" sz="1400" b="1">
                <a:solidFill>
                  <a:schemeClr val="tx1"/>
                </a:solidFill>
                <a:latin typeface="Boehringer Forward Text"/>
              </a:rPr>
              <a:t>Ph </a:t>
            </a:r>
            <a:r>
              <a:rPr lang="en-US" altLang="zh-CN" sz="1400" b="1">
                <a:solidFill>
                  <a:schemeClr val="tx1"/>
                </a:solidFill>
                <a:latin typeface="Boehringer Forward Text"/>
              </a:rPr>
              <a:t>II China</a:t>
            </a:r>
            <a:endParaRPr lang="en-US" sz="1400" b="1">
              <a:solidFill>
                <a:schemeClr val="tx1"/>
              </a:solidFill>
              <a:latin typeface="Boehringer Forward Text"/>
            </a:endParaRPr>
          </a:p>
        </p:txBody>
      </p:sp>
      <p:pic>
        <p:nvPicPr>
          <p:cNvPr id="11" name="Picture 10">
            <a:extLst>
              <a:ext uri="{FF2B5EF4-FFF2-40B4-BE49-F238E27FC236}">
                <a16:creationId xmlns:a16="http://schemas.microsoft.com/office/drawing/2014/main" id="{078E6B71-C27A-B89D-7121-CD0D955EDB44}"/>
              </a:ext>
            </a:extLst>
          </p:cNvPr>
          <p:cNvPicPr>
            <a:picLocks noChangeAspect="1"/>
          </p:cNvPicPr>
          <p:nvPr/>
        </p:nvPicPr>
        <p:blipFill>
          <a:blip r:embed="rId9"/>
          <a:stretch>
            <a:fillRect/>
          </a:stretch>
        </p:blipFill>
        <p:spPr>
          <a:xfrm>
            <a:off x="783601" y="3880041"/>
            <a:ext cx="1185637" cy="307380"/>
          </a:xfrm>
          <a:prstGeom prst="rect">
            <a:avLst/>
          </a:prstGeom>
          <a:solidFill>
            <a:schemeClr val="bg1"/>
          </a:solidFill>
          <a:ln>
            <a:solidFill>
              <a:schemeClr val="bg1"/>
            </a:solidFill>
          </a:ln>
        </p:spPr>
      </p:pic>
      <p:pic>
        <p:nvPicPr>
          <p:cNvPr id="17" name="Picture 16">
            <a:extLst>
              <a:ext uri="{FF2B5EF4-FFF2-40B4-BE49-F238E27FC236}">
                <a16:creationId xmlns:a16="http://schemas.microsoft.com/office/drawing/2014/main" id="{FBCC79B5-ECA4-7717-B3B7-09BE3AEAB519}"/>
              </a:ext>
            </a:extLst>
          </p:cNvPr>
          <p:cNvPicPr>
            <a:picLocks noChangeAspect="1"/>
          </p:cNvPicPr>
          <p:nvPr/>
        </p:nvPicPr>
        <p:blipFill>
          <a:blip r:embed="rId10"/>
          <a:stretch>
            <a:fillRect/>
          </a:stretch>
        </p:blipFill>
        <p:spPr>
          <a:xfrm>
            <a:off x="996206" y="4394136"/>
            <a:ext cx="722913" cy="423479"/>
          </a:xfrm>
          <a:prstGeom prst="rect">
            <a:avLst/>
          </a:prstGeom>
          <a:solidFill>
            <a:schemeClr val="bg1"/>
          </a:solidFill>
          <a:ln>
            <a:solidFill>
              <a:schemeClr val="bg1"/>
            </a:solidFill>
          </a:ln>
        </p:spPr>
      </p:pic>
      <p:sp>
        <p:nvSpPr>
          <p:cNvPr id="36" name="Arrow: Pentagon 35">
            <a:extLst>
              <a:ext uri="{FF2B5EF4-FFF2-40B4-BE49-F238E27FC236}">
                <a16:creationId xmlns:a16="http://schemas.microsoft.com/office/drawing/2014/main" id="{B38EB6FF-D41B-346F-0814-0F88513618E1}"/>
              </a:ext>
            </a:extLst>
          </p:cNvPr>
          <p:cNvSpPr/>
          <p:nvPr/>
        </p:nvSpPr>
        <p:spPr bwMode="gray">
          <a:xfrm>
            <a:off x="4747892" y="4575295"/>
            <a:ext cx="2803033" cy="339511"/>
          </a:xfrm>
          <a:prstGeom prst="homePlate">
            <a:avLst/>
          </a:prstGeom>
          <a:solidFill>
            <a:schemeClr val="bg1"/>
          </a:solidFill>
          <a:ln w="19050">
            <a:solidFill>
              <a:srgbClr val="213F89"/>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defTabSz="1218806" eaLnBrk="0" fontAlgn="base" hangingPunct="0">
              <a:spcBef>
                <a:spcPct val="0"/>
              </a:spcBef>
              <a:spcAft>
                <a:spcPct val="0"/>
              </a:spcAft>
              <a:defRPr/>
            </a:pPr>
            <a:r>
              <a:rPr lang="en-US" sz="1400" b="1">
                <a:solidFill>
                  <a:schemeClr val="tx1"/>
                </a:solidFill>
                <a:latin typeface="Boehringer Forward Text"/>
              </a:rPr>
              <a:t>Ph </a:t>
            </a:r>
            <a:r>
              <a:rPr lang="en-US" altLang="zh-CN" sz="1400" b="1">
                <a:solidFill>
                  <a:schemeClr val="tx1"/>
                </a:solidFill>
                <a:latin typeface="Boehringer Forward Text"/>
              </a:rPr>
              <a:t>II outside China – tbd*</a:t>
            </a:r>
            <a:endParaRPr lang="en-US" sz="1400" b="1">
              <a:solidFill>
                <a:schemeClr val="tx1"/>
              </a:solidFill>
              <a:latin typeface="Boehringer Forward Text"/>
            </a:endParaRPr>
          </a:p>
        </p:txBody>
      </p:sp>
      <p:sp>
        <p:nvSpPr>
          <p:cNvPr id="40" name="Arrow: Pentagon 39">
            <a:extLst>
              <a:ext uri="{FF2B5EF4-FFF2-40B4-BE49-F238E27FC236}">
                <a16:creationId xmlns:a16="http://schemas.microsoft.com/office/drawing/2014/main" id="{9BA12191-00AC-5341-2C5B-6C059476C245}"/>
              </a:ext>
            </a:extLst>
          </p:cNvPr>
          <p:cNvSpPr/>
          <p:nvPr/>
        </p:nvSpPr>
        <p:spPr bwMode="gray">
          <a:xfrm>
            <a:off x="6017875" y="3932098"/>
            <a:ext cx="2454051" cy="279508"/>
          </a:xfrm>
          <a:prstGeom prst="homePlate">
            <a:avLst/>
          </a:prstGeom>
          <a:solidFill>
            <a:schemeClr val="bg1"/>
          </a:solidFill>
          <a:ln w="190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defTabSz="1218806" eaLnBrk="0" fontAlgn="base" hangingPunct="0">
              <a:spcBef>
                <a:spcPct val="0"/>
              </a:spcBef>
              <a:spcAft>
                <a:spcPct val="0"/>
              </a:spcAft>
              <a:defRPr/>
            </a:pPr>
            <a:r>
              <a:rPr lang="en-US" sz="1400" b="1">
                <a:solidFill>
                  <a:schemeClr val="tx1"/>
                </a:solidFill>
                <a:latin typeface="Boehringer Forward Text"/>
              </a:rPr>
              <a:t>Ph </a:t>
            </a:r>
            <a:r>
              <a:rPr lang="en-US" altLang="zh-CN" sz="1400" b="1">
                <a:solidFill>
                  <a:schemeClr val="tx1"/>
                </a:solidFill>
                <a:latin typeface="Boehringer Forward Text"/>
              </a:rPr>
              <a:t>III China - timeline tbd</a:t>
            </a:r>
            <a:endParaRPr lang="en-US" sz="1400" b="1">
              <a:solidFill>
                <a:schemeClr val="tx1"/>
              </a:solidFill>
              <a:latin typeface="Boehringer Forward Text"/>
            </a:endParaRPr>
          </a:p>
        </p:txBody>
      </p:sp>
      <p:sp>
        <p:nvSpPr>
          <p:cNvPr id="41" name="TextBox 40">
            <a:extLst>
              <a:ext uri="{FF2B5EF4-FFF2-40B4-BE49-F238E27FC236}">
                <a16:creationId xmlns:a16="http://schemas.microsoft.com/office/drawing/2014/main" id="{1E312445-AF6B-1DDC-D74D-8FCA017B3BE2}"/>
              </a:ext>
            </a:extLst>
          </p:cNvPr>
          <p:cNvSpPr txBox="1"/>
          <p:nvPr/>
        </p:nvSpPr>
        <p:spPr>
          <a:xfrm>
            <a:off x="1716202" y="4428520"/>
            <a:ext cx="1171505" cy="400110"/>
          </a:xfrm>
          <a:prstGeom prst="rect">
            <a:avLst/>
          </a:prstGeom>
          <a:noFill/>
        </p:spPr>
        <p:txBody>
          <a:bodyPr wrap="square" rtlCol="0">
            <a:spAutoFit/>
          </a:bodyPr>
          <a:lstStyle/>
          <a:p>
            <a:r>
              <a:rPr lang="en-US" sz="1000" b="1">
                <a:solidFill>
                  <a:schemeClr val="bg1"/>
                </a:solidFill>
                <a:hlinkClick r:id="rId11">
                  <a:extLst>
                    <a:ext uri="{A12FA001-AC4F-418D-AE19-62706E023703}">
                      <ahyp:hlinkClr xmlns:ahyp="http://schemas.microsoft.com/office/drawing/2018/hyperlinkcolor" val="tx"/>
                    </a:ext>
                  </a:extLst>
                </a:hlinkClick>
              </a:rPr>
              <a:t>Licensed out</a:t>
            </a:r>
            <a:endParaRPr lang="en-US" sz="1000" b="1">
              <a:solidFill>
                <a:schemeClr val="bg1"/>
              </a:solidFill>
            </a:endParaRPr>
          </a:p>
          <a:p>
            <a:r>
              <a:rPr lang="en-US" sz="1000">
                <a:solidFill>
                  <a:schemeClr val="bg1"/>
                </a:solidFill>
              </a:rPr>
              <a:t>Aug 11, 2025</a:t>
            </a:r>
          </a:p>
        </p:txBody>
      </p:sp>
      <p:sp>
        <p:nvSpPr>
          <p:cNvPr id="42" name="TextBox 41">
            <a:extLst>
              <a:ext uri="{FF2B5EF4-FFF2-40B4-BE49-F238E27FC236}">
                <a16:creationId xmlns:a16="http://schemas.microsoft.com/office/drawing/2014/main" id="{14E5637A-846D-638C-ABB0-BB9389C220E4}"/>
              </a:ext>
            </a:extLst>
          </p:cNvPr>
          <p:cNvSpPr txBox="1"/>
          <p:nvPr/>
        </p:nvSpPr>
        <p:spPr>
          <a:xfrm>
            <a:off x="821632" y="2837135"/>
            <a:ext cx="1392203" cy="276999"/>
          </a:xfrm>
          <a:prstGeom prst="rect">
            <a:avLst/>
          </a:prstGeom>
          <a:noFill/>
        </p:spPr>
        <p:txBody>
          <a:bodyPr wrap="square" rtlCol="0">
            <a:spAutoFit/>
          </a:bodyPr>
          <a:lstStyle/>
          <a:p>
            <a:r>
              <a:rPr lang="en-US" sz="1200">
                <a:solidFill>
                  <a:schemeClr val="bg1"/>
                </a:solidFill>
              </a:rPr>
              <a:t>HSK31858</a:t>
            </a:r>
          </a:p>
        </p:txBody>
      </p:sp>
      <p:sp>
        <p:nvSpPr>
          <p:cNvPr id="46" name="TextBox 45">
            <a:extLst>
              <a:ext uri="{FF2B5EF4-FFF2-40B4-BE49-F238E27FC236}">
                <a16:creationId xmlns:a16="http://schemas.microsoft.com/office/drawing/2014/main" id="{0AA58D16-E454-3463-79C2-8F452CDDBE90}"/>
              </a:ext>
            </a:extLst>
          </p:cNvPr>
          <p:cNvSpPr txBox="1"/>
          <p:nvPr/>
        </p:nvSpPr>
        <p:spPr>
          <a:xfrm>
            <a:off x="883754" y="4144242"/>
            <a:ext cx="1046733" cy="276999"/>
          </a:xfrm>
          <a:prstGeom prst="rect">
            <a:avLst/>
          </a:prstGeom>
          <a:noFill/>
        </p:spPr>
        <p:txBody>
          <a:bodyPr wrap="square" rtlCol="0">
            <a:spAutoFit/>
          </a:bodyPr>
          <a:lstStyle/>
          <a:p>
            <a:r>
              <a:rPr lang="en-US" sz="1200">
                <a:solidFill>
                  <a:schemeClr val="bg1"/>
                </a:solidFill>
              </a:rPr>
              <a:t>XH-S004</a:t>
            </a:r>
          </a:p>
        </p:txBody>
      </p:sp>
      <p:sp>
        <p:nvSpPr>
          <p:cNvPr id="47" name="Arrow: Pentagon 46">
            <a:extLst>
              <a:ext uri="{FF2B5EF4-FFF2-40B4-BE49-F238E27FC236}">
                <a16:creationId xmlns:a16="http://schemas.microsoft.com/office/drawing/2014/main" id="{69809DCE-57A3-1ECE-DAF0-8B3A25A92611}"/>
              </a:ext>
            </a:extLst>
          </p:cNvPr>
          <p:cNvSpPr/>
          <p:nvPr/>
        </p:nvSpPr>
        <p:spPr bwMode="gray">
          <a:xfrm>
            <a:off x="7550925" y="4575294"/>
            <a:ext cx="4334959" cy="339511"/>
          </a:xfrm>
          <a:prstGeom prst="homePlate">
            <a:avLst/>
          </a:prstGeom>
          <a:solidFill>
            <a:schemeClr val="bg1"/>
          </a:solidFill>
          <a:ln w="19050">
            <a:solidFill>
              <a:srgbClr val="213F89"/>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defTabSz="1218806" eaLnBrk="0" fontAlgn="base" hangingPunct="0">
              <a:spcBef>
                <a:spcPct val="0"/>
              </a:spcBef>
              <a:spcAft>
                <a:spcPct val="0"/>
              </a:spcAft>
              <a:defRPr/>
            </a:pPr>
            <a:r>
              <a:rPr lang="en-US" sz="1400" b="1">
                <a:solidFill>
                  <a:schemeClr val="tx1"/>
                </a:solidFill>
                <a:latin typeface="Boehringer Forward Text"/>
              </a:rPr>
              <a:t>Ph </a:t>
            </a:r>
            <a:r>
              <a:rPr lang="en-US" altLang="zh-CN" sz="1400" b="1">
                <a:solidFill>
                  <a:schemeClr val="tx1"/>
                </a:solidFill>
                <a:latin typeface="Boehringer Forward Text"/>
              </a:rPr>
              <a:t>III outside China – tbd*</a:t>
            </a:r>
            <a:endParaRPr lang="en-US" sz="1400" b="1">
              <a:solidFill>
                <a:schemeClr val="tx1"/>
              </a:solidFill>
              <a:latin typeface="Boehringer Forward Text"/>
            </a:endParaRPr>
          </a:p>
        </p:txBody>
      </p:sp>
      <p:sp>
        <p:nvSpPr>
          <p:cNvPr id="51" name="TextBox 50">
            <a:extLst>
              <a:ext uri="{FF2B5EF4-FFF2-40B4-BE49-F238E27FC236}">
                <a16:creationId xmlns:a16="http://schemas.microsoft.com/office/drawing/2014/main" id="{08A087B8-0B0D-212D-9A6E-58CF24CF355B}"/>
              </a:ext>
            </a:extLst>
          </p:cNvPr>
          <p:cNvSpPr txBox="1"/>
          <p:nvPr/>
        </p:nvSpPr>
        <p:spPr>
          <a:xfrm>
            <a:off x="5617569" y="4261036"/>
            <a:ext cx="1266898" cy="230832"/>
          </a:xfrm>
          <a:prstGeom prst="rect">
            <a:avLst/>
          </a:prstGeom>
          <a:noFill/>
        </p:spPr>
        <p:txBody>
          <a:bodyPr wrap="square">
            <a:spAutoFit/>
          </a:bodyPr>
          <a:lstStyle/>
          <a:p>
            <a:r>
              <a:rPr lang="en-US" altLang="zh-CN" sz="900" b="1" i="0" kern="1200">
                <a:solidFill>
                  <a:schemeClr val="bg1"/>
                </a:solidFill>
                <a:effectLst/>
                <a:latin typeface="+mn-lt"/>
                <a:ea typeface="+mn-ea"/>
                <a:cs typeface="+mn-cs"/>
              </a:rPr>
              <a:t>LPLV </a:t>
            </a:r>
            <a:r>
              <a:rPr lang="en-US" sz="900" b="1" i="0" kern="1200">
                <a:solidFill>
                  <a:schemeClr val="bg1"/>
                </a:solidFill>
                <a:effectLst/>
                <a:latin typeface="+mn-lt"/>
                <a:ea typeface="+mn-ea"/>
                <a:cs typeface="+mn-cs"/>
              </a:rPr>
              <a:t>2027-04-28</a:t>
            </a:r>
            <a:endParaRPr lang="en-US" sz="1100" b="1">
              <a:solidFill>
                <a:schemeClr val="bg1"/>
              </a:solidFill>
              <a:effectLst/>
              <a:latin typeface="Arial" panose="020B0604020202020204" pitchFamily="34" charset="0"/>
            </a:endParaRPr>
          </a:p>
        </p:txBody>
      </p:sp>
      <p:sp>
        <p:nvSpPr>
          <p:cNvPr id="55" name="Diamond 54">
            <a:extLst>
              <a:ext uri="{FF2B5EF4-FFF2-40B4-BE49-F238E27FC236}">
                <a16:creationId xmlns:a16="http://schemas.microsoft.com/office/drawing/2014/main" id="{8A170D9D-A4B6-C77B-FD09-72BCC739356B}"/>
              </a:ext>
            </a:extLst>
          </p:cNvPr>
          <p:cNvSpPr/>
          <p:nvPr/>
        </p:nvSpPr>
        <p:spPr bwMode="gray">
          <a:xfrm>
            <a:off x="5461500" y="4289228"/>
            <a:ext cx="174449" cy="174449"/>
          </a:xfrm>
          <a:prstGeom prst="diamond">
            <a:avLst/>
          </a:prstGeom>
          <a:solidFill>
            <a:schemeClr val="bg1"/>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lnSpc>
                <a:spcPct val="140000"/>
              </a:lnSpc>
              <a:defRPr/>
            </a:pPr>
            <a:endParaRPr lang="en-US" sz="1600">
              <a:solidFill>
                <a:prstClr val="black"/>
              </a:solidFill>
              <a:latin typeface="Boehringer Forward Text"/>
            </a:endParaRPr>
          </a:p>
        </p:txBody>
      </p:sp>
      <p:cxnSp>
        <p:nvCxnSpPr>
          <p:cNvPr id="59" name="Connector: Elbow 58">
            <a:extLst>
              <a:ext uri="{FF2B5EF4-FFF2-40B4-BE49-F238E27FC236}">
                <a16:creationId xmlns:a16="http://schemas.microsoft.com/office/drawing/2014/main" id="{FE761DA9-01E2-D700-26F4-A17EECEADD4D}"/>
              </a:ext>
            </a:extLst>
          </p:cNvPr>
          <p:cNvCxnSpPr>
            <a:cxnSpLocks/>
          </p:cNvCxnSpPr>
          <p:nvPr/>
        </p:nvCxnSpPr>
        <p:spPr>
          <a:xfrm rot="10800000" flipH="1" flipV="1">
            <a:off x="882650" y="2810271"/>
            <a:ext cx="98939" cy="427152"/>
          </a:xfrm>
          <a:prstGeom prst="bentConnector3">
            <a:avLst>
              <a:gd name="adj1" fmla="val -23105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Connector: Elbow 61">
            <a:extLst>
              <a:ext uri="{FF2B5EF4-FFF2-40B4-BE49-F238E27FC236}">
                <a16:creationId xmlns:a16="http://schemas.microsoft.com/office/drawing/2014/main" id="{47D5F264-A6CF-36DC-1D65-F18BC06C2F1E}"/>
              </a:ext>
            </a:extLst>
          </p:cNvPr>
          <p:cNvCxnSpPr>
            <a:cxnSpLocks/>
          </p:cNvCxnSpPr>
          <p:nvPr/>
        </p:nvCxnSpPr>
        <p:spPr>
          <a:xfrm rot="10800000" flipH="1" flipV="1">
            <a:off x="771788" y="3989430"/>
            <a:ext cx="224418" cy="616447"/>
          </a:xfrm>
          <a:prstGeom prst="bentConnector3">
            <a:avLst>
              <a:gd name="adj1" fmla="val -101863"/>
            </a:avLst>
          </a:prstGeom>
          <a:ln>
            <a:solidFill>
              <a:srgbClr val="213F89"/>
            </a:solidFill>
            <a:tailEnd type="triangle"/>
          </a:ln>
        </p:spPr>
        <p:style>
          <a:lnRef idx="1">
            <a:schemeClr val="accent1"/>
          </a:lnRef>
          <a:fillRef idx="0">
            <a:schemeClr val="accent1"/>
          </a:fillRef>
          <a:effectRef idx="0">
            <a:schemeClr val="accent1"/>
          </a:effectRef>
          <a:fontRef idx="minor">
            <a:schemeClr val="tx1"/>
          </a:fontRef>
        </p:style>
      </p:cxnSp>
      <p:sp>
        <p:nvSpPr>
          <p:cNvPr id="2050" name="Diamond 2049">
            <a:extLst>
              <a:ext uri="{FF2B5EF4-FFF2-40B4-BE49-F238E27FC236}">
                <a16:creationId xmlns:a16="http://schemas.microsoft.com/office/drawing/2014/main" id="{BEB2F6F0-43DB-203E-CBDB-05A9A8A6645D}"/>
              </a:ext>
            </a:extLst>
          </p:cNvPr>
          <p:cNvSpPr/>
          <p:nvPr/>
        </p:nvSpPr>
        <p:spPr bwMode="gray">
          <a:xfrm>
            <a:off x="9892449" y="4017769"/>
            <a:ext cx="174449" cy="174449"/>
          </a:xfrm>
          <a:prstGeom prst="diamond">
            <a:avLst/>
          </a:prstGeom>
          <a:solidFill>
            <a:schemeClr val="bg1"/>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lnSpc>
                <a:spcPct val="140000"/>
              </a:lnSpc>
              <a:defRPr/>
            </a:pPr>
            <a:endParaRPr lang="en-US" sz="1600">
              <a:solidFill>
                <a:prstClr val="black"/>
              </a:solidFill>
              <a:latin typeface="Boehringer Forward Text"/>
            </a:endParaRPr>
          </a:p>
        </p:txBody>
      </p:sp>
      <p:sp>
        <p:nvSpPr>
          <p:cNvPr id="2052" name="TextBox 2051">
            <a:extLst>
              <a:ext uri="{FF2B5EF4-FFF2-40B4-BE49-F238E27FC236}">
                <a16:creationId xmlns:a16="http://schemas.microsoft.com/office/drawing/2014/main" id="{C4C89059-9942-8BDD-0970-3D619E50573D}"/>
              </a:ext>
            </a:extLst>
          </p:cNvPr>
          <p:cNvSpPr txBox="1"/>
          <p:nvPr/>
        </p:nvSpPr>
        <p:spPr bwMode="gray">
          <a:xfrm>
            <a:off x="9567051" y="4230470"/>
            <a:ext cx="1941261" cy="246221"/>
          </a:xfrm>
          <a:prstGeom prst="rect">
            <a:avLst/>
          </a:prstGeom>
          <a:noFill/>
        </p:spPr>
        <p:txBody>
          <a:bodyPr wrap="square" lIns="0" tIns="0" rIns="0" bIns="0" rtlCol="0" anchor="t">
            <a:spAutoFit/>
          </a:bodyPr>
          <a:lstStyle/>
          <a:p>
            <a:r>
              <a:rPr lang="en-US" sz="1600">
                <a:solidFill>
                  <a:schemeClr val="bg1"/>
                </a:solidFill>
              </a:rPr>
              <a:t>Launch CN (tbd)</a:t>
            </a:r>
          </a:p>
        </p:txBody>
      </p:sp>
      <p:sp>
        <p:nvSpPr>
          <p:cNvPr id="2056" name="TextBox 2055">
            <a:extLst>
              <a:ext uri="{FF2B5EF4-FFF2-40B4-BE49-F238E27FC236}">
                <a16:creationId xmlns:a16="http://schemas.microsoft.com/office/drawing/2014/main" id="{060AC025-4D31-D00A-2D17-6D26AF084FFC}"/>
              </a:ext>
            </a:extLst>
          </p:cNvPr>
          <p:cNvSpPr txBox="1"/>
          <p:nvPr/>
        </p:nvSpPr>
        <p:spPr bwMode="gray">
          <a:xfrm>
            <a:off x="10006355" y="4017769"/>
            <a:ext cx="1682660" cy="184666"/>
          </a:xfrm>
          <a:prstGeom prst="rect">
            <a:avLst/>
          </a:prstGeom>
          <a:noFill/>
        </p:spPr>
        <p:txBody>
          <a:bodyPr wrap="square" lIns="0" tIns="0" rIns="0" bIns="0" rtlCol="0" anchor="t">
            <a:spAutoFit/>
          </a:bodyPr>
          <a:lstStyle/>
          <a:p>
            <a:pPr algn="ctr"/>
            <a:r>
              <a:rPr lang="en-US" sz="1200">
                <a:solidFill>
                  <a:schemeClr val="bg1"/>
                </a:solidFill>
              </a:rPr>
              <a:t>~1 year later？(TBD)</a:t>
            </a:r>
          </a:p>
        </p:txBody>
      </p:sp>
      <p:sp>
        <p:nvSpPr>
          <p:cNvPr id="3" name="TextBox 40">
            <a:extLst>
              <a:ext uri="{FF2B5EF4-FFF2-40B4-BE49-F238E27FC236}">
                <a16:creationId xmlns:a16="http://schemas.microsoft.com/office/drawing/2014/main" id="{42335EF2-95B5-9EB7-EB6F-EFEC8AEED82E}"/>
              </a:ext>
            </a:extLst>
          </p:cNvPr>
          <p:cNvSpPr txBox="1"/>
          <p:nvPr/>
        </p:nvSpPr>
        <p:spPr>
          <a:xfrm>
            <a:off x="1707021" y="3106354"/>
            <a:ext cx="1171505" cy="400110"/>
          </a:xfrm>
          <a:prstGeom prst="rect">
            <a:avLst/>
          </a:prstGeom>
          <a:noFill/>
        </p:spPr>
        <p:txBody>
          <a:bodyPr wrap="square" lIns="91440" tIns="45720" rIns="91440" bIns="45720" rtlCol="0" anchor="t">
            <a:spAutoFit/>
          </a:bodyPr>
          <a:lstStyle/>
          <a:p>
            <a:r>
              <a:rPr lang="en-US" sz="1000" b="1">
                <a:solidFill>
                  <a:schemeClr val="bg1"/>
                </a:solidFill>
                <a:hlinkClick r:id="rId12">
                  <a:extLst>
                    <a:ext uri="{A12FA001-AC4F-418D-AE19-62706E023703}">
                      <ahyp:hlinkClr xmlns:ahyp="http://schemas.microsoft.com/office/drawing/2018/hyperlinkcolor" val="tx"/>
                    </a:ext>
                  </a:extLst>
                </a:hlinkClick>
              </a:rPr>
              <a:t>Licensed out</a:t>
            </a:r>
          </a:p>
          <a:p>
            <a:r>
              <a:rPr lang="en-US" sz="1000">
                <a:solidFill>
                  <a:schemeClr val="bg1"/>
                </a:solidFill>
              </a:rPr>
              <a:t>Nov 20, 2023</a:t>
            </a:r>
          </a:p>
        </p:txBody>
      </p:sp>
      <p:pic>
        <p:nvPicPr>
          <p:cNvPr id="7" name="图片 6">
            <a:extLst>
              <a:ext uri="{FF2B5EF4-FFF2-40B4-BE49-F238E27FC236}">
                <a16:creationId xmlns:a16="http://schemas.microsoft.com/office/drawing/2014/main" id="{6AF7293F-E208-DE2A-CFB2-7AA1F6419CFB}"/>
              </a:ext>
            </a:extLst>
          </p:cNvPr>
          <p:cNvPicPr>
            <a:picLocks noChangeAspect="1"/>
          </p:cNvPicPr>
          <p:nvPr/>
        </p:nvPicPr>
        <p:blipFill>
          <a:blip r:embed="rId13"/>
          <a:stretch>
            <a:fillRect/>
          </a:stretch>
        </p:blipFill>
        <p:spPr>
          <a:xfrm>
            <a:off x="1177085" y="5228722"/>
            <a:ext cx="665861" cy="269097"/>
          </a:xfrm>
          <a:prstGeom prst="rect">
            <a:avLst/>
          </a:prstGeom>
        </p:spPr>
      </p:pic>
      <p:sp>
        <p:nvSpPr>
          <p:cNvPr id="30" name="Arrow: Pentagon 3">
            <a:extLst>
              <a:ext uri="{FF2B5EF4-FFF2-40B4-BE49-F238E27FC236}">
                <a16:creationId xmlns:a16="http://schemas.microsoft.com/office/drawing/2014/main" id="{D1775AA4-32D0-95A6-9A95-B063E942F8F6}"/>
              </a:ext>
            </a:extLst>
          </p:cNvPr>
          <p:cNvSpPr/>
          <p:nvPr/>
        </p:nvSpPr>
        <p:spPr bwMode="gray">
          <a:xfrm>
            <a:off x="3278817" y="5244510"/>
            <a:ext cx="3232414" cy="309432"/>
          </a:xfrm>
          <a:prstGeom prst="homePlate">
            <a:avLst/>
          </a:prstGeom>
          <a:solidFill>
            <a:srgbClr val="225DA5"/>
          </a:solidFill>
          <a:ln w="12700">
            <a:solidFill>
              <a:srgbClr val="4472C4"/>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defTabSz="1218806" eaLnBrk="0" fontAlgn="base" hangingPunct="0">
              <a:spcBef>
                <a:spcPct val="0"/>
              </a:spcBef>
              <a:spcAft>
                <a:spcPct val="0"/>
              </a:spcAft>
              <a:defRPr/>
            </a:pPr>
            <a:r>
              <a:rPr lang="en-US" sz="1400" b="1">
                <a:solidFill>
                  <a:schemeClr val="bg1"/>
                </a:solidFill>
                <a:latin typeface="Boehringer Forward Text"/>
              </a:rPr>
              <a:t>Ph </a:t>
            </a:r>
            <a:r>
              <a:rPr lang="en-US" altLang="zh-CN" sz="1400" b="1">
                <a:solidFill>
                  <a:schemeClr val="bg1"/>
                </a:solidFill>
                <a:latin typeface="Boehringer Forward Text"/>
              </a:rPr>
              <a:t>II China</a:t>
            </a:r>
            <a:endParaRPr lang="en-US" sz="1400" b="1">
              <a:solidFill>
                <a:schemeClr val="bg1"/>
              </a:solidFill>
              <a:latin typeface="Boehringer Forward Text"/>
            </a:endParaRPr>
          </a:p>
        </p:txBody>
      </p:sp>
      <p:sp>
        <p:nvSpPr>
          <p:cNvPr id="31" name="TextBox 50">
            <a:extLst>
              <a:ext uri="{FF2B5EF4-FFF2-40B4-BE49-F238E27FC236}">
                <a16:creationId xmlns:a16="http://schemas.microsoft.com/office/drawing/2014/main" id="{4D97D23D-0D75-9421-7F97-74C8859EEF05}"/>
              </a:ext>
            </a:extLst>
          </p:cNvPr>
          <p:cNvSpPr txBox="1"/>
          <p:nvPr/>
        </p:nvSpPr>
        <p:spPr>
          <a:xfrm>
            <a:off x="6117415" y="5834115"/>
            <a:ext cx="1266898" cy="230832"/>
          </a:xfrm>
          <a:prstGeom prst="rect">
            <a:avLst/>
          </a:prstGeom>
          <a:noFill/>
        </p:spPr>
        <p:txBody>
          <a:bodyPr wrap="square" lIns="91440" tIns="45720" rIns="91440" bIns="45720" anchor="t">
            <a:spAutoFit/>
          </a:bodyPr>
          <a:lstStyle/>
          <a:p>
            <a:r>
              <a:rPr lang="en-US" altLang="zh-CN" sz="900" b="1" i="0" kern="1200">
                <a:effectLst/>
                <a:latin typeface="+mn-lt"/>
                <a:ea typeface="+mn-ea"/>
                <a:cs typeface="+mn-cs"/>
              </a:rPr>
              <a:t>LPLV </a:t>
            </a:r>
            <a:r>
              <a:rPr lang="en-US" sz="900" b="1"/>
              <a:t>2027-12</a:t>
            </a:r>
            <a:endParaRPr lang="en-US" sz="1100" b="1">
              <a:effectLst/>
              <a:latin typeface="Arial" panose="020B0604020202020204" pitchFamily="34" charset="0"/>
            </a:endParaRPr>
          </a:p>
        </p:txBody>
      </p:sp>
      <p:sp>
        <p:nvSpPr>
          <p:cNvPr id="32" name="Diamond 54">
            <a:extLst>
              <a:ext uri="{FF2B5EF4-FFF2-40B4-BE49-F238E27FC236}">
                <a16:creationId xmlns:a16="http://schemas.microsoft.com/office/drawing/2014/main" id="{1F6BA327-0598-C46F-9F87-77D56036A173}"/>
              </a:ext>
            </a:extLst>
          </p:cNvPr>
          <p:cNvSpPr/>
          <p:nvPr/>
        </p:nvSpPr>
        <p:spPr bwMode="gray">
          <a:xfrm>
            <a:off x="6464131" y="5642780"/>
            <a:ext cx="174449" cy="174449"/>
          </a:xfrm>
          <a:prstGeom prst="diamond">
            <a:avLst/>
          </a:prstGeom>
          <a:solidFill>
            <a:srgbClr val="213F89"/>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lnSpc>
                <a:spcPct val="140000"/>
              </a:lnSpc>
              <a:defRPr/>
            </a:pPr>
            <a:endParaRPr lang="en-US" sz="1600">
              <a:solidFill>
                <a:prstClr val="black"/>
              </a:solidFill>
              <a:latin typeface="Boehringer Forward Text"/>
            </a:endParaRPr>
          </a:p>
        </p:txBody>
      </p:sp>
      <p:sp>
        <p:nvSpPr>
          <p:cNvPr id="34" name="Arrow: Pentagon 39">
            <a:extLst>
              <a:ext uri="{FF2B5EF4-FFF2-40B4-BE49-F238E27FC236}">
                <a16:creationId xmlns:a16="http://schemas.microsoft.com/office/drawing/2014/main" id="{0E59FCE3-26C3-F30E-B0A2-386D5292C82D}"/>
              </a:ext>
            </a:extLst>
          </p:cNvPr>
          <p:cNvSpPr/>
          <p:nvPr/>
        </p:nvSpPr>
        <p:spPr bwMode="gray">
          <a:xfrm>
            <a:off x="7030532" y="5225493"/>
            <a:ext cx="2464077" cy="369743"/>
          </a:xfrm>
          <a:prstGeom prst="homePlate">
            <a:avLst/>
          </a:prstGeom>
          <a:solidFill>
            <a:srgbClr val="225DA5"/>
          </a:solidFill>
          <a:ln w="19050">
            <a:solidFill>
              <a:srgbClr val="0000FF"/>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defTabSz="1218806" eaLnBrk="0" fontAlgn="base" hangingPunct="0">
              <a:spcBef>
                <a:spcPct val="0"/>
              </a:spcBef>
              <a:spcAft>
                <a:spcPct val="0"/>
              </a:spcAft>
              <a:defRPr/>
            </a:pPr>
            <a:r>
              <a:rPr lang="en-US" sz="1400" b="1">
                <a:solidFill>
                  <a:schemeClr val="bg1"/>
                </a:solidFill>
                <a:latin typeface="Boehringer Forward Text"/>
              </a:rPr>
              <a:t>Ph </a:t>
            </a:r>
            <a:r>
              <a:rPr lang="en-US" altLang="zh-CN" sz="1400" b="1">
                <a:solidFill>
                  <a:schemeClr val="bg1"/>
                </a:solidFill>
                <a:latin typeface="Boehringer Forward Text"/>
              </a:rPr>
              <a:t>III China - timeline tbd*</a:t>
            </a:r>
            <a:endParaRPr lang="en-US" sz="1400" b="1">
              <a:solidFill>
                <a:schemeClr val="bg1"/>
              </a:solidFill>
              <a:latin typeface="Boehringer Forward Text"/>
            </a:endParaRPr>
          </a:p>
        </p:txBody>
      </p:sp>
      <p:pic>
        <p:nvPicPr>
          <p:cNvPr id="1026" name="Picture 2">
            <a:extLst>
              <a:ext uri="{FF2B5EF4-FFF2-40B4-BE49-F238E27FC236}">
                <a16:creationId xmlns:a16="http://schemas.microsoft.com/office/drawing/2014/main" id="{7AD2B614-E3A8-A500-C703-F7C17D8E3F15}"/>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37066" y="5157848"/>
            <a:ext cx="569360" cy="456740"/>
          </a:xfrm>
          <a:prstGeom prst="rect">
            <a:avLst/>
          </a:prstGeom>
          <a:noFill/>
          <a:extLst>
            <a:ext uri="{909E8E84-426E-40DD-AFC4-6F175D3DCCD1}">
              <a14:hiddenFill xmlns:a14="http://schemas.microsoft.com/office/drawing/2010/main">
                <a:solidFill>
                  <a:srgbClr val="FFFFFF"/>
                </a:solidFill>
              </a14:hiddenFill>
            </a:ext>
          </a:extLst>
        </p:spPr>
      </p:pic>
      <p:sp>
        <p:nvSpPr>
          <p:cNvPr id="2054" name="TextBox 2053">
            <a:extLst>
              <a:ext uri="{FF2B5EF4-FFF2-40B4-BE49-F238E27FC236}">
                <a16:creationId xmlns:a16="http://schemas.microsoft.com/office/drawing/2014/main" id="{19AA8230-D526-4955-BD4F-0DD6BCDA4071}"/>
              </a:ext>
            </a:extLst>
          </p:cNvPr>
          <p:cNvSpPr txBox="1"/>
          <p:nvPr/>
        </p:nvSpPr>
        <p:spPr bwMode="gray">
          <a:xfrm>
            <a:off x="853773" y="5564199"/>
            <a:ext cx="981516" cy="307777"/>
          </a:xfrm>
          <a:prstGeom prst="rect">
            <a:avLst/>
          </a:prstGeom>
          <a:noFill/>
        </p:spPr>
        <p:txBody>
          <a:bodyPr wrap="square">
            <a:spAutoFit/>
          </a:bodyPr>
          <a:lstStyle/>
          <a:p>
            <a:r>
              <a:rPr lang="en-US" altLang="zh-CN" sz="1400" b="0" i="0" u="none" strike="noStrike" noProof="0">
                <a:latin typeface="Boehringer Forward Text"/>
              </a:rPr>
              <a:t>RSS0343</a:t>
            </a:r>
            <a:endParaRPr lang="en-US" sz="1400"/>
          </a:p>
        </p:txBody>
      </p:sp>
      <p:sp>
        <p:nvSpPr>
          <p:cNvPr id="2055" name="TextBox 2054">
            <a:extLst>
              <a:ext uri="{FF2B5EF4-FFF2-40B4-BE49-F238E27FC236}">
                <a16:creationId xmlns:a16="http://schemas.microsoft.com/office/drawing/2014/main" id="{16782B95-49D4-2266-77F0-1378B0FC6B9F}"/>
              </a:ext>
            </a:extLst>
          </p:cNvPr>
          <p:cNvSpPr txBox="1"/>
          <p:nvPr/>
        </p:nvSpPr>
        <p:spPr bwMode="gray">
          <a:xfrm>
            <a:off x="3775327" y="6328296"/>
            <a:ext cx="1257143" cy="273601"/>
          </a:xfrm>
          <a:prstGeom prst="rect">
            <a:avLst/>
          </a:prstGeom>
          <a:noFill/>
        </p:spPr>
        <p:txBody>
          <a:bodyPr wrap="square" lIns="0" tIns="0" rIns="0" bIns="0" rtlCol="0">
            <a:spAutoFit/>
          </a:bodyPr>
          <a:lstStyle/>
          <a:p>
            <a:pPr algn="l">
              <a:lnSpc>
                <a:spcPct val="140000"/>
              </a:lnSpc>
            </a:pPr>
            <a:r>
              <a:rPr lang="en-US" altLang="zh-CN" sz="1400" b="1"/>
              <a:t>We are here</a:t>
            </a:r>
            <a:endParaRPr lang="en-US" sz="1400" b="1"/>
          </a:p>
        </p:txBody>
      </p:sp>
      <p:sp>
        <p:nvSpPr>
          <p:cNvPr id="2059" name="Diamond 2058">
            <a:extLst>
              <a:ext uri="{FF2B5EF4-FFF2-40B4-BE49-F238E27FC236}">
                <a16:creationId xmlns:a16="http://schemas.microsoft.com/office/drawing/2014/main" id="{4D035A42-BC52-5CB7-0578-3D4EA5D5E528}"/>
              </a:ext>
            </a:extLst>
          </p:cNvPr>
          <p:cNvSpPr/>
          <p:nvPr/>
        </p:nvSpPr>
        <p:spPr bwMode="gray">
          <a:xfrm>
            <a:off x="10905921" y="5349370"/>
            <a:ext cx="174449" cy="174449"/>
          </a:xfrm>
          <a:prstGeom prst="diamond">
            <a:avLst/>
          </a:prstGeom>
          <a:solidFill>
            <a:srgbClr val="225DA5"/>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lnSpc>
                <a:spcPct val="140000"/>
              </a:lnSpc>
              <a:defRPr/>
            </a:pPr>
            <a:endParaRPr lang="en-US" sz="1600">
              <a:solidFill>
                <a:prstClr val="black"/>
              </a:solidFill>
              <a:latin typeface="Boehringer Forward Text"/>
            </a:endParaRPr>
          </a:p>
        </p:txBody>
      </p:sp>
      <p:sp>
        <p:nvSpPr>
          <p:cNvPr id="2060" name="TextBox 2059">
            <a:extLst>
              <a:ext uri="{FF2B5EF4-FFF2-40B4-BE49-F238E27FC236}">
                <a16:creationId xmlns:a16="http://schemas.microsoft.com/office/drawing/2014/main" id="{3B57E280-DB21-AC56-907D-0ABED21AC53A}"/>
              </a:ext>
            </a:extLst>
          </p:cNvPr>
          <p:cNvSpPr txBox="1"/>
          <p:nvPr/>
        </p:nvSpPr>
        <p:spPr bwMode="gray">
          <a:xfrm>
            <a:off x="10463253" y="5533211"/>
            <a:ext cx="1414905" cy="246221"/>
          </a:xfrm>
          <a:prstGeom prst="rect">
            <a:avLst/>
          </a:prstGeom>
          <a:noFill/>
        </p:spPr>
        <p:txBody>
          <a:bodyPr wrap="square" lIns="0" tIns="0" rIns="0" bIns="0" rtlCol="0" anchor="t">
            <a:spAutoFit/>
          </a:bodyPr>
          <a:lstStyle/>
          <a:p>
            <a:r>
              <a:rPr lang="en-US" sz="1600"/>
              <a:t>Launch CN (tbd)</a:t>
            </a:r>
          </a:p>
        </p:txBody>
      </p:sp>
      <p:sp>
        <p:nvSpPr>
          <p:cNvPr id="2062" name="TextBox 2061">
            <a:extLst>
              <a:ext uri="{FF2B5EF4-FFF2-40B4-BE49-F238E27FC236}">
                <a16:creationId xmlns:a16="http://schemas.microsoft.com/office/drawing/2014/main" id="{D20CA81B-08CB-01F2-0E26-BD869127E95C}"/>
              </a:ext>
            </a:extLst>
          </p:cNvPr>
          <p:cNvSpPr txBox="1"/>
          <p:nvPr/>
        </p:nvSpPr>
        <p:spPr bwMode="gray">
          <a:xfrm>
            <a:off x="10271812" y="5136389"/>
            <a:ext cx="1651346" cy="184666"/>
          </a:xfrm>
          <a:prstGeom prst="rect">
            <a:avLst/>
          </a:prstGeom>
          <a:noFill/>
        </p:spPr>
        <p:txBody>
          <a:bodyPr wrap="square" lIns="0" tIns="0" rIns="0" bIns="0" rtlCol="0" anchor="t">
            <a:spAutoFit/>
          </a:bodyPr>
          <a:lstStyle/>
          <a:p>
            <a:pPr algn="ctr"/>
            <a:r>
              <a:rPr lang="en-US" sz="1200"/>
              <a:t>~2 year later？(TBD)</a:t>
            </a:r>
          </a:p>
        </p:txBody>
      </p:sp>
      <p:cxnSp>
        <p:nvCxnSpPr>
          <p:cNvPr id="2063" name="Connector: Elbow 2062">
            <a:extLst>
              <a:ext uri="{FF2B5EF4-FFF2-40B4-BE49-F238E27FC236}">
                <a16:creationId xmlns:a16="http://schemas.microsoft.com/office/drawing/2014/main" id="{C7DDB7D5-A462-A68A-5546-ADF2B36885C6}"/>
              </a:ext>
            </a:extLst>
          </p:cNvPr>
          <p:cNvCxnSpPr>
            <a:cxnSpLocks/>
            <a:stCxn id="2056" idx="1"/>
            <a:endCxn id="2109" idx="3"/>
          </p:cNvCxnSpPr>
          <p:nvPr/>
        </p:nvCxnSpPr>
        <p:spPr bwMode="gray">
          <a:xfrm rot="10800000">
            <a:off x="9257357" y="1172892"/>
            <a:ext cx="748998" cy="2937211"/>
          </a:xfrm>
          <a:prstGeom prst="bentConnector3">
            <a:avLst>
              <a:gd name="adj1" fmla="val 50000"/>
            </a:avLst>
          </a:prstGeom>
          <a:ln w="19050">
            <a:solidFill>
              <a:srgbClr val="C00000"/>
            </a:solidFill>
            <a:prstDash val="dash"/>
          </a:ln>
        </p:spPr>
        <p:style>
          <a:lnRef idx="1">
            <a:schemeClr val="accent1"/>
          </a:lnRef>
          <a:fillRef idx="0">
            <a:schemeClr val="accent1"/>
          </a:fillRef>
          <a:effectRef idx="0">
            <a:schemeClr val="accent1"/>
          </a:effectRef>
          <a:fontRef idx="minor">
            <a:schemeClr val="tx1"/>
          </a:fontRef>
        </p:style>
      </p:cxnSp>
      <p:cxnSp>
        <p:nvCxnSpPr>
          <p:cNvPr id="2066" name="Connector: Elbow 2065">
            <a:extLst>
              <a:ext uri="{FF2B5EF4-FFF2-40B4-BE49-F238E27FC236}">
                <a16:creationId xmlns:a16="http://schemas.microsoft.com/office/drawing/2014/main" id="{194FD1C0-2135-5E49-65CB-6D6500AF1B9F}"/>
              </a:ext>
            </a:extLst>
          </p:cNvPr>
          <p:cNvCxnSpPr>
            <a:cxnSpLocks/>
            <a:stCxn id="2059" idx="1"/>
            <a:endCxn id="2109" idx="3"/>
          </p:cNvCxnSpPr>
          <p:nvPr/>
        </p:nvCxnSpPr>
        <p:spPr bwMode="gray">
          <a:xfrm rot="10800000">
            <a:off x="9257357" y="1172891"/>
            <a:ext cx="1648564" cy="4263704"/>
          </a:xfrm>
          <a:prstGeom prst="bentConnector3">
            <a:avLst>
              <a:gd name="adj1" fmla="val 50000"/>
            </a:avLst>
          </a:prstGeom>
          <a:ln w="19050">
            <a:solidFill>
              <a:srgbClr val="FFFF00"/>
            </a:solidFill>
            <a:prstDash val="dash"/>
          </a:ln>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AACA7576-E84D-1BBD-FB08-11AAA38B9C2A}"/>
              </a:ext>
            </a:extLst>
          </p:cNvPr>
          <p:cNvSpPr txBox="1"/>
          <p:nvPr/>
        </p:nvSpPr>
        <p:spPr bwMode="gray">
          <a:xfrm>
            <a:off x="4340532" y="2916768"/>
            <a:ext cx="1245436" cy="21499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40000"/>
              </a:lnSpc>
            </a:pPr>
            <a:r>
              <a:rPr lang="zh-CN" altLang="en-US" sz="1100">
                <a:solidFill>
                  <a:srgbClr val="FFFFFF"/>
                </a:solidFill>
              </a:rPr>
              <a:t>15 sites in overlap</a:t>
            </a:r>
          </a:p>
        </p:txBody>
      </p:sp>
      <p:sp>
        <p:nvSpPr>
          <p:cNvPr id="44" name="文本框 43">
            <a:extLst>
              <a:ext uri="{FF2B5EF4-FFF2-40B4-BE49-F238E27FC236}">
                <a16:creationId xmlns:a16="http://schemas.microsoft.com/office/drawing/2014/main" id="{A81C8A75-EEB5-B6DD-D59D-C68099CC7A62}"/>
              </a:ext>
            </a:extLst>
          </p:cNvPr>
          <p:cNvSpPr txBox="1"/>
          <p:nvPr/>
        </p:nvSpPr>
        <p:spPr bwMode="gray">
          <a:xfrm>
            <a:off x="4337007" y="4197718"/>
            <a:ext cx="1245436" cy="21499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40000"/>
              </a:lnSpc>
            </a:pPr>
            <a:r>
              <a:rPr lang="zh-CN" altLang="en-US" sz="1100">
                <a:solidFill>
                  <a:srgbClr val="FFFFFF"/>
                </a:solidFill>
              </a:rPr>
              <a:t>15 sites in overlap</a:t>
            </a:r>
          </a:p>
        </p:txBody>
      </p:sp>
      <p:sp>
        <p:nvSpPr>
          <p:cNvPr id="50" name="文本框 49">
            <a:extLst>
              <a:ext uri="{FF2B5EF4-FFF2-40B4-BE49-F238E27FC236}">
                <a16:creationId xmlns:a16="http://schemas.microsoft.com/office/drawing/2014/main" id="{3BA91680-B390-FDD5-1E8E-8C4379B11174}"/>
              </a:ext>
            </a:extLst>
          </p:cNvPr>
          <p:cNvSpPr txBox="1"/>
          <p:nvPr/>
        </p:nvSpPr>
        <p:spPr bwMode="gray">
          <a:xfrm>
            <a:off x="5301701" y="5523819"/>
            <a:ext cx="1245436" cy="21499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40000"/>
              </a:lnSpc>
            </a:pPr>
            <a:r>
              <a:rPr lang="zh-CN" altLang="en-US" sz="1100">
                <a:solidFill>
                  <a:srgbClr val="000000"/>
                </a:solidFill>
              </a:rPr>
              <a:t>12 sites in overlap</a:t>
            </a:r>
          </a:p>
        </p:txBody>
      </p:sp>
      <p:sp>
        <p:nvSpPr>
          <p:cNvPr id="21" name="Diamond 20">
            <a:extLst>
              <a:ext uri="{FF2B5EF4-FFF2-40B4-BE49-F238E27FC236}">
                <a16:creationId xmlns:a16="http://schemas.microsoft.com/office/drawing/2014/main" id="{43A119FE-53B3-7A59-965D-BE40B51BA04F}"/>
              </a:ext>
            </a:extLst>
          </p:cNvPr>
          <p:cNvSpPr/>
          <p:nvPr/>
        </p:nvSpPr>
        <p:spPr bwMode="gray">
          <a:xfrm>
            <a:off x="8770133" y="1094471"/>
            <a:ext cx="153167" cy="153167"/>
          </a:xfrm>
          <a:prstGeom prst="diamond">
            <a:avLst/>
          </a:prstGeom>
          <a:solidFill>
            <a:schemeClr val="tx2"/>
          </a:solidFill>
          <a:ln w="9525" cap="flat" cmpd="sng" algn="ctr">
            <a:solidFill>
              <a:schemeClr val="tx1"/>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lnSpc>
                <a:spcPct val="140000"/>
              </a:lnSpc>
              <a:defRPr/>
            </a:pPr>
            <a:endParaRPr lang="en-US" sz="1600">
              <a:solidFill>
                <a:prstClr val="black"/>
              </a:solidFill>
              <a:latin typeface="Boehringer Forward Text"/>
            </a:endParaRPr>
          </a:p>
        </p:txBody>
      </p:sp>
      <p:sp>
        <p:nvSpPr>
          <p:cNvPr id="2049" name="Diamond 2048">
            <a:extLst>
              <a:ext uri="{FF2B5EF4-FFF2-40B4-BE49-F238E27FC236}">
                <a16:creationId xmlns:a16="http://schemas.microsoft.com/office/drawing/2014/main" id="{18EE8B48-87FF-694C-3D56-DFC32AE47D49}"/>
              </a:ext>
            </a:extLst>
          </p:cNvPr>
          <p:cNvSpPr/>
          <p:nvPr/>
        </p:nvSpPr>
        <p:spPr bwMode="gray">
          <a:xfrm>
            <a:off x="8945037" y="1094471"/>
            <a:ext cx="153167" cy="153167"/>
          </a:xfrm>
          <a:prstGeom prst="diamond">
            <a:avLst/>
          </a:prstGeom>
          <a:solidFill>
            <a:schemeClr val="tx2"/>
          </a:solidFill>
          <a:ln w="9525" cap="flat" cmpd="sng" algn="ctr">
            <a:solidFill>
              <a:schemeClr val="tx1"/>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lnSpc>
                <a:spcPct val="140000"/>
              </a:lnSpc>
              <a:defRPr/>
            </a:pPr>
            <a:endParaRPr lang="en-US" sz="1600">
              <a:solidFill>
                <a:prstClr val="black"/>
              </a:solidFill>
              <a:latin typeface="Boehringer Forward Text"/>
            </a:endParaRPr>
          </a:p>
        </p:txBody>
      </p:sp>
    </p:spTree>
    <p:extLst>
      <p:ext uri="{BB962C8B-B14F-4D97-AF65-F5344CB8AC3E}">
        <p14:creationId xmlns:p14="http://schemas.microsoft.com/office/powerpoint/2010/main" val="327516664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A841EF0-2E92-8D89-4FF9-9DDEBF6302B0}"/>
            </a:ext>
          </a:extLst>
        </p:cNvPr>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C7377DA1-188D-D5F7-89A6-FDA610822021}"/>
              </a:ext>
            </a:extLst>
          </p:cNvPr>
          <p:cNvSpPr/>
          <p:nvPr/>
        </p:nvSpPr>
        <p:spPr bwMode="gray">
          <a:xfrm>
            <a:off x="2544421" y="4768154"/>
            <a:ext cx="6712933" cy="1841368"/>
          </a:xfrm>
          <a:prstGeom prst="roundRect">
            <a:avLst/>
          </a:prstGeom>
          <a:solidFill>
            <a:schemeClr val="accent2">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sp>
        <p:nvSpPr>
          <p:cNvPr id="16" name="Rectangle: Rounded Corners 1064">
            <a:extLst>
              <a:ext uri="{FF2B5EF4-FFF2-40B4-BE49-F238E27FC236}">
                <a16:creationId xmlns:a16="http://schemas.microsoft.com/office/drawing/2014/main" id="{A9406A28-7016-5B5D-0A58-203186191312}"/>
              </a:ext>
            </a:extLst>
          </p:cNvPr>
          <p:cNvSpPr/>
          <p:nvPr/>
        </p:nvSpPr>
        <p:spPr bwMode="gray">
          <a:xfrm>
            <a:off x="253273" y="2111347"/>
            <a:ext cx="11624885" cy="852773"/>
          </a:xfrm>
          <a:prstGeom prst="roundRect">
            <a:avLst/>
          </a:prstGeom>
          <a:solidFill>
            <a:srgbClr val="F18D00"/>
          </a:solidFill>
          <a:ln w="19050">
            <a:solidFill>
              <a:schemeClr val="accent3">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lnSpc>
                <a:spcPct val="140000"/>
              </a:lnSpc>
            </a:pPr>
            <a:endParaRPr lang="en-US" altLang="zh-CN" sz="1600">
              <a:solidFill>
                <a:schemeClr val="tx1"/>
              </a:solidFill>
            </a:endParaRPr>
          </a:p>
        </p:txBody>
      </p:sp>
      <p:sp>
        <p:nvSpPr>
          <p:cNvPr id="48" name="Rectangle: Rounded Corners 47">
            <a:extLst>
              <a:ext uri="{FF2B5EF4-FFF2-40B4-BE49-F238E27FC236}">
                <a16:creationId xmlns:a16="http://schemas.microsoft.com/office/drawing/2014/main" id="{39308C58-F541-8861-400B-12170DFD22DB}"/>
              </a:ext>
            </a:extLst>
          </p:cNvPr>
          <p:cNvSpPr/>
          <p:nvPr/>
        </p:nvSpPr>
        <p:spPr>
          <a:xfrm>
            <a:off x="4196655" y="1046479"/>
            <a:ext cx="70917" cy="3409211"/>
          </a:xfrm>
          <a:prstGeom prst="roundRect">
            <a:avLst/>
          </a:prstGeom>
          <a:solidFill>
            <a:srgbClr val="F62B2B"/>
          </a:solidFill>
          <a:ln w="12700">
            <a:solidFill>
              <a:srgbClr val="7030A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5" name="think-cell data - do not delete" hidden="1">
            <a:extLst>
              <a:ext uri="{FF2B5EF4-FFF2-40B4-BE49-F238E27FC236}">
                <a16:creationId xmlns:a16="http://schemas.microsoft.com/office/drawing/2014/main" id="{0D4FD280-B7D4-5C38-AED3-3D4EA9A53B6D}"/>
              </a:ext>
            </a:extLst>
          </p:cNvPr>
          <p:cNvGraphicFramePr>
            <a:graphicFrameLocks noChangeAspect="1"/>
          </p:cNvGraphicFramePr>
          <p:nvPr>
            <p:custDataLst>
              <p:tags r:id="rId1"/>
            </p:custDataLst>
          </p:nvPr>
        </p:nvGraphicFramePr>
        <p:xfrm>
          <a:off x="1589" y="1589"/>
          <a:ext cx="1588" cy="1588"/>
        </p:xfrm>
        <a:graphic>
          <a:graphicData uri="http://schemas.openxmlformats.org/presentationml/2006/ole">
            <mc:AlternateContent xmlns:mc="http://schemas.openxmlformats.org/markup-compatibility/2006">
              <mc:Choice xmlns:v="urn:schemas-microsoft-com:vml" Requires="v">
                <p:oleObj name="think-cell Folie" r:id="rId4" imgW="426" imgH="426" progId="TCLayout.ActiveDocument.1">
                  <p:embed/>
                </p:oleObj>
              </mc:Choice>
              <mc:Fallback>
                <p:oleObj name="think-cell Folie" r:id="rId4" imgW="426" imgH="426" progId="TCLayout.ActiveDocument.1">
                  <p:embed/>
                  <p:pic>
                    <p:nvPicPr>
                      <p:cNvPr id="15" name="think-cell data - do not delete" hidden="1">
                        <a:extLst>
                          <a:ext uri="{FF2B5EF4-FFF2-40B4-BE49-F238E27FC236}">
                            <a16:creationId xmlns:a16="http://schemas.microsoft.com/office/drawing/2014/main" id="{0D4FD280-B7D4-5C38-AED3-3D4EA9A53B6D}"/>
                          </a:ext>
                        </a:extLst>
                      </p:cNvPr>
                      <p:cNvPicPr/>
                      <p:nvPr/>
                    </p:nvPicPr>
                    <p:blipFill>
                      <a:blip r:embed="rId5"/>
                      <a:stretch>
                        <a:fillRect/>
                      </a:stretch>
                    </p:blipFill>
                    <p:spPr>
                      <a:xfrm>
                        <a:off x="1589" y="1589"/>
                        <a:ext cx="1588" cy="1588"/>
                      </a:xfrm>
                      <a:prstGeom prst="rect">
                        <a:avLst/>
                      </a:prstGeom>
                    </p:spPr>
                  </p:pic>
                </p:oleObj>
              </mc:Fallback>
            </mc:AlternateContent>
          </a:graphicData>
        </a:graphic>
      </p:graphicFrame>
      <p:grpSp>
        <p:nvGrpSpPr>
          <p:cNvPr id="8" name="Group 7">
            <a:extLst>
              <a:ext uri="{FF2B5EF4-FFF2-40B4-BE49-F238E27FC236}">
                <a16:creationId xmlns:a16="http://schemas.microsoft.com/office/drawing/2014/main" id="{E5272594-A01F-F445-386C-ABD2FE9D9284}"/>
              </a:ext>
            </a:extLst>
          </p:cNvPr>
          <p:cNvGrpSpPr/>
          <p:nvPr/>
        </p:nvGrpSpPr>
        <p:grpSpPr>
          <a:xfrm>
            <a:off x="3221001" y="1043358"/>
            <a:ext cx="6559677" cy="3412332"/>
            <a:chOff x="2012374" y="2265383"/>
            <a:chExt cx="6559677" cy="1872000"/>
          </a:xfrm>
        </p:grpSpPr>
        <p:cxnSp>
          <p:nvCxnSpPr>
            <p:cNvPr id="9" name="Straight Connector 8">
              <a:extLst>
                <a:ext uri="{FF2B5EF4-FFF2-40B4-BE49-F238E27FC236}">
                  <a16:creationId xmlns:a16="http://schemas.microsoft.com/office/drawing/2014/main" id="{AC9F57BA-E70E-E1B8-1955-A576E746D655}"/>
                </a:ext>
              </a:extLst>
            </p:cNvPr>
            <p:cNvCxnSpPr>
              <a:cxnSpLocks/>
            </p:cNvCxnSpPr>
            <p:nvPr/>
          </p:nvCxnSpPr>
          <p:spPr>
            <a:xfrm>
              <a:off x="2012374" y="2265383"/>
              <a:ext cx="0" cy="1872000"/>
            </a:xfrm>
            <a:prstGeom prst="line">
              <a:avLst/>
            </a:prstGeom>
            <a:ln w="127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DA2FA44-986E-F986-A477-3004B3B89EEC}"/>
                </a:ext>
              </a:extLst>
            </p:cNvPr>
            <p:cNvCxnSpPr>
              <a:cxnSpLocks/>
            </p:cNvCxnSpPr>
            <p:nvPr/>
          </p:nvCxnSpPr>
          <p:spPr>
            <a:xfrm>
              <a:off x="3098425" y="2265383"/>
              <a:ext cx="0" cy="1872000"/>
            </a:xfrm>
            <a:prstGeom prst="line">
              <a:avLst/>
            </a:prstGeom>
            <a:ln w="127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CD7AC3D-17F9-1506-C964-1EED46E8CBCE}"/>
                </a:ext>
              </a:extLst>
            </p:cNvPr>
            <p:cNvCxnSpPr>
              <a:cxnSpLocks/>
            </p:cNvCxnSpPr>
            <p:nvPr/>
          </p:nvCxnSpPr>
          <p:spPr>
            <a:xfrm>
              <a:off x="4190489" y="2265383"/>
              <a:ext cx="0" cy="1872000"/>
            </a:xfrm>
            <a:prstGeom prst="line">
              <a:avLst/>
            </a:prstGeom>
            <a:ln w="127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5962EE4-CCA5-16D1-93A4-40A5474E017A}"/>
                </a:ext>
              </a:extLst>
            </p:cNvPr>
            <p:cNvCxnSpPr>
              <a:cxnSpLocks/>
            </p:cNvCxnSpPr>
            <p:nvPr/>
          </p:nvCxnSpPr>
          <p:spPr>
            <a:xfrm>
              <a:off x="5296420" y="2265383"/>
              <a:ext cx="0" cy="1872000"/>
            </a:xfrm>
            <a:prstGeom prst="line">
              <a:avLst/>
            </a:prstGeom>
            <a:ln w="127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CB6EA4A-EC6C-9CA7-6C50-E8391E1EEDD1}"/>
                </a:ext>
              </a:extLst>
            </p:cNvPr>
            <p:cNvCxnSpPr>
              <a:cxnSpLocks/>
            </p:cNvCxnSpPr>
            <p:nvPr/>
          </p:nvCxnSpPr>
          <p:spPr>
            <a:xfrm>
              <a:off x="6375846" y="2265383"/>
              <a:ext cx="0" cy="1872000"/>
            </a:xfrm>
            <a:prstGeom prst="line">
              <a:avLst/>
            </a:prstGeom>
            <a:ln w="127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3345FB8-CAC7-E28C-0202-0CFA804BBCCB}"/>
                </a:ext>
              </a:extLst>
            </p:cNvPr>
            <p:cNvCxnSpPr>
              <a:cxnSpLocks/>
            </p:cNvCxnSpPr>
            <p:nvPr/>
          </p:nvCxnSpPr>
          <p:spPr>
            <a:xfrm>
              <a:off x="7479474" y="2265383"/>
              <a:ext cx="0" cy="1872000"/>
            </a:xfrm>
            <a:prstGeom prst="line">
              <a:avLst/>
            </a:prstGeom>
            <a:ln w="127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6E26718-532B-BB97-453B-D249C82E7B75}"/>
                </a:ext>
              </a:extLst>
            </p:cNvPr>
            <p:cNvCxnSpPr>
              <a:cxnSpLocks/>
            </p:cNvCxnSpPr>
            <p:nvPr/>
          </p:nvCxnSpPr>
          <p:spPr>
            <a:xfrm>
              <a:off x="8572051" y="2265383"/>
              <a:ext cx="0" cy="1872000"/>
            </a:xfrm>
            <a:prstGeom prst="line">
              <a:avLst/>
            </a:prstGeom>
            <a:ln w="127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grpSp>
      <p:sp>
        <p:nvSpPr>
          <p:cNvPr id="20" name="Rectangle 19">
            <a:extLst>
              <a:ext uri="{FF2B5EF4-FFF2-40B4-BE49-F238E27FC236}">
                <a16:creationId xmlns:a16="http://schemas.microsoft.com/office/drawing/2014/main" id="{F5F33090-5922-AF9A-EB23-2784D9D0C0AA}"/>
              </a:ext>
            </a:extLst>
          </p:cNvPr>
          <p:cNvSpPr/>
          <p:nvPr/>
        </p:nvSpPr>
        <p:spPr>
          <a:xfrm>
            <a:off x="644292" y="1519434"/>
            <a:ext cx="1388629" cy="487696"/>
          </a:xfrm>
          <a:prstGeom prst="rect">
            <a:avLst/>
          </a:prstGeom>
          <a:solidFill>
            <a:schemeClr val="tx2"/>
          </a:solidFill>
          <a:ln w="12700">
            <a:noFill/>
          </a:ln>
          <a:effectLst/>
          <a:scene3d>
            <a:camera prst="orthographicFront"/>
            <a:lightRig rig="threePt" dir="t"/>
          </a:scene3d>
          <a:sp3d>
            <a:bevelT w="38100" h="38100"/>
          </a:sp3d>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ctr"/>
          <a:lstStyle/>
          <a:p>
            <a:pPr algn="ctr"/>
            <a:r>
              <a:rPr lang="en-US" sz="1600" b="1">
                <a:solidFill>
                  <a:schemeClr val="bg1"/>
                </a:solidFill>
              </a:rPr>
              <a:t>BI 1291583</a:t>
            </a:r>
          </a:p>
        </p:txBody>
      </p:sp>
      <p:sp>
        <p:nvSpPr>
          <p:cNvPr id="2" name="Title 1">
            <a:extLst>
              <a:ext uri="{FF2B5EF4-FFF2-40B4-BE49-F238E27FC236}">
                <a16:creationId xmlns:a16="http://schemas.microsoft.com/office/drawing/2014/main" id="{479292B8-7046-5554-C94C-5A8F864D6D94}"/>
              </a:ext>
            </a:extLst>
          </p:cNvPr>
          <p:cNvSpPr>
            <a:spLocks noGrp="1"/>
          </p:cNvSpPr>
          <p:nvPr>
            <p:ph type="title"/>
          </p:nvPr>
        </p:nvSpPr>
        <p:spPr>
          <a:xfrm>
            <a:off x="133685" y="335694"/>
            <a:ext cx="11253203" cy="369079"/>
          </a:xfrm>
        </p:spPr>
        <p:txBody>
          <a:bodyPr vert="horz"/>
          <a:lstStyle/>
          <a:p>
            <a:r>
              <a:rPr lang="en-US">
                <a:solidFill>
                  <a:schemeClr val="tx1"/>
                </a:solidFill>
              </a:rPr>
              <a:t>Competitor</a:t>
            </a:r>
            <a:r>
              <a:rPr lang="en-US" kern="1200">
                <a:solidFill>
                  <a:schemeClr val="tx1"/>
                </a:solidFill>
                <a:latin typeface="+mj-lt"/>
                <a:ea typeface="+mj-ea"/>
                <a:cs typeface="+mj-cs"/>
              </a:rPr>
              <a:t> landscape beyond DPP1 inhibitors in NCFBE/ ‘One’ BE</a:t>
            </a:r>
          </a:p>
        </p:txBody>
      </p:sp>
      <p:sp>
        <p:nvSpPr>
          <p:cNvPr id="2084" name="Diamond 2083">
            <a:extLst>
              <a:ext uri="{FF2B5EF4-FFF2-40B4-BE49-F238E27FC236}">
                <a16:creationId xmlns:a16="http://schemas.microsoft.com/office/drawing/2014/main" id="{62CC0A8F-7C36-B80F-4075-A4E673BCB6CE}"/>
              </a:ext>
            </a:extLst>
          </p:cNvPr>
          <p:cNvSpPr/>
          <p:nvPr/>
        </p:nvSpPr>
        <p:spPr bwMode="gray">
          <a:xfrm>
            <a:off x="8445417" y="1599296"/>
            <a:ext cx="153167" cy="153167"/>
          </a:xfrm>
          <a:prstGeom prst="diamond">
            <a:avLst/>
          </a:prstGeom>
          <a:solidFill>
            <a:schemeClr val="tx2"/>
          </a:solidFill>
          <a:ln w="9525" cap="flat" cmpd="sng" algn="ctr">
            <a:solidFill>
              <a:schemeClr val="tx1"/>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lnSpc>
                <a:spcPct val="140000"/>
              </a:lnSpc>
              <a:defRPr/>
            </a:pPr>
            <a:endParaRPr lang="en-US" sz="1600">
              <a:solidFill>
                <a:prstClr val="black"/>
              </a:solidFill>
              <a:latin typeface="Boehringer Forward Text"/>
            </a:endParaRPr>
          </a:p>
        </p:txBody>
      </p:sp>
      <p:sp>
        <p:nvSpPr>
          <p:cNvPr id="2061" name="TextBox 2060">
            <a:extLst>
              <a:ext uri="{FF2B5EF4-FFF2-40B4-BE49-F238E27FC236}">
                <a16:creationId xmlns:a16="http://schemas.microsoft.com/office/drawing/2014/main" id="{D49B4DC1-1E0D-38D3-BCF4-E9DEEFCEB53D}"/>
              </a:ext>
            </a:extLst>
          </p:cNvPr>
          <p:cNvSpPr txBox="1"/>
          <p:nvPr/>
        </p:nvSpPr>
        <p:spPr bwMode="gray">
          <a:xfrm>
            <a:off x="7634969" y="1793360"/>
            <a:ext cx="2175275" cy="246221"/>
          </a:xfrm>
          <a:prstGeom prst="rect">
            <a:avLst/>
          </a:prstGeom>
          <a:noFill/>
        </p:spPr>
        <p:txBody>
          <a:bodyPr wrap="none" lIns="0" tIns="0" rIns="0" bIns="0" rtlCol="0">
            <a:spAutoFit/>
          </a:bodyPr>
          <a:lstStyle/>
          <a:p>
            <a:pPr algn="l"/>
            <a:r>
              <a:rPr lang="en-US" sz="1600" b="1"/>
              <a:t>Launch US,</a:t>
            </a:r>
            <a:r>
              <a:rPr lang="en-US" sz="1600" b="1">
                <a:sym typeface="Wingdings" panose="05000000000000000000" pitchFamily="2" charset="2"/>
              </a:rPr>
              <a:t> EU, JP, CN</a:t>
            </a:r>
            <a:endParaRPr lang="en-US" sz="1600" b="1"/>
          </a:p>
        </p:txBody>
      </p:sp>
      <p:sp>
        <p:nvSpPr>
          <p:cNvPr id="2099" name="Diamond 2098">
            <a:extLst>
              <a:ext uri="{FF2B5EF4-FFF2-40B4-BE49-F238E27FC236}">
                <a16:creationId xmlns:a16="http://schemas.microsoft.com/office/drawing/2014/main" id="{29D4B18C-1B03-81F5-CEE2-164B75FF4D5A}"/>
              </a:ext>
            </a:extLst>
          </p:cNvPr>
          <p:cNvSpPr/>
          <p:nvPr/>
        </p:nvSpPr>
        <p:spPr bwMode="gray">
          <a:xfrm>
            <a:off x="6718340" y="3060543"/>
            <a:ext cx="174449" cy="174449"/>
          </a:xfrm>
          <a:prstGeom prst="diamond">
            <a:avLst/>
          </a:prstGeom>
          <a:solidFill>
            <a:schemeClr val="bg1"/>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lnSpc>
                <a:spcPct val="140000"/>
              </a:lnSpc>
              <a:defRPr/>
            </a:pPr>
            <a:endParaRPr lang="en-US" sz="1600">
              <a:solidFill>
                <a:prstClr val="black"/>
              </a:solidFill>
              <a:latin typeface="Boehringer Forward Text"/>
            </a:endParaRPr>
          </a:p>
        </p:txBody>
      </p:sp>
      <p:sp>
        <p:nvSpPr>
          <p:cNvPr id="2106" name="Diamond 2105">
            <a:extLst>
              <a:ext uri="{FF2B5EF4-FFF2-40B4-BE49-F238E27FC236}">
                <a16:creationId xmlns:a16="http://schemas.microsoft.com/office/drawing/2014/main" id="{B20321FC-342A-8629-137B-3F21A9EFD7D7}"/>
              </a:ext>
            </a:extLst>
          </p:cNvPr>
          <p:cNvSpPr/>
          <p:nvPr/>
        </p:nvSpPr>
        <p:spPr bwMode="gray">
          <a:xfrm>
            <a:off x="8770133" y="1599296"/>
            <a:ext cx="153167" cy="153167"/>
          </a:xfrm>
          <a:prstGeom prst="diamond">
            <a:avLst/>
          </a:prstGeom>
          <a:solidFill>
            <a:schemeClr val="tx2"/>
          </a:solidFill>
          <a:ln w="9525" cap="flat" cmpd="sng" algn="ctr">
            <a:solidFill>
              <a:schemeClr val="tx1"/>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lnSpc>
                <a:spcPct val="140000"/>
              </a:lnSpc>
              <a:defRPr/>
            </a:pPr>
            <a:endParaRPr lang="en-US" sz="1600">
              <a:solidFill>
                <a:prstClr val="black"/>
              </a:solidFill>
              <a:latin typeface="Boehringer Forward Text"/>
            </a:endParaRPr>
          </a:p>
        </p:txBody>
      </p:sp>
      <p:sp>
        <p:nvSpPr>
          <p:cNvPr id="2108" name="Diamond 2107">
            <a:extLst>
              <a:ext uri="{FF2B5EF4-FFF2-40B4-BE49-F238E27FC236}">
                <a16:creationId xmlns:a16="http://schemas.microsoft.com/office/drawing/2014/main" id="{00FC4AD9-B05A-235F-1CF1-4B2614CB028C}"/>
              </a:ext>
            </a:extLst>
          </p:cNvPr>
          <p:cNvSpPr/>
          <p:nvPr/>
        </p:nvSpPr>
        <p:spPr bwMode="gray">
          <a:xfrm>
            <a:off x="8945037" y="1599296"/>
            <a:ext cx="153167" cy="153167"/>
          </a:xfrm>
          <a:prstGeom prst="diamond">
            <a:avLst/>
          </a:prstGeom>
          <a:solidFill>
            <a:schemeClr val="tx2"/>
          </a:solidFill>
          <a:ln w="9525" cap="flat" cmpd="sng" algn="ctr">
            <a:solidFill>
              <a:schemeClr val="tx1"/>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lnSpc>
                <a:spcPct val="140000"/>
              </a:lnSpc>
              <a:defRPr/>
            </a:pPr>
            <a:endParaRPr lang="en-US" sz="1600">
              <a:solidFill>
                <a:prstClr val="black"/>
              </a:solidFill>
              <a:latin typeface="Boehringer Forward Text"/>
            </a:endParaRPr>
          </a:p>
        </p:txBody>
      </p:sp>
      <p:sp>
        <p:nvSpPr>
          <p:cNvPr id="2109" name="Diamond 2108">
            <a:extLst>
              <a:ext uri="{FF2B5EF4-FFF2-40B4-BE49-F238E27FC236}">
                <a16:creationId xmlns:a16="http://schemas.microsoft.com/office/drawing/2014/main" id="{236C9DDD-F61B-07AC-F46C-31416A2AF75D}"/>
              </a:ext>
            </a:extLst>
          </p:cNvPr>
          <p:cNvSpPr/>
          <p:nvPr/>
        </p:nvSpPr>
        <p:spPr bwMode="gray">
          <a:xfrm>
            <a:off x="9104190" y="1599296"/>
            <a:ext cx="153167" cy="153167"/>
          </a:xfrm>
          <a:prstGeom prst="diamond">
            <a:avLst/>
          </a:prstGeom>
          <a:solidFill>
            <a:srgbClr val="FF0000"/>
          </a:solidFill>
          <a:ln w="9525" cap="flat" cmpd="sng" algn="ctr">
            <a:solidFill>
              <a:schemeClr val="tx1"/>
            </a:solid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lnSpc>
                <a:spcPct val="140000"/>
              </a:lnSpc>
              <a:defRPr/>
            </a:pPr>
            <a:endParaRPr lang="en-US" sz="1600">
              <a:solidFill>
                <a:prstClr val="black"/>
              </a:solidFill>
              <a:latin typeface="Boehringer Forward Text"/>
            </a:endParaRPr>
          </a:p>
        </p:txBody>
      </p:sp>
      <p:sp>
        <p:nvSpPr>
          <p:cNvPr id="5" name="Arrow: Pentagon 4">
            <a:extLst>
              <a:ext uri="{FF2B5EF4-FFF2-40B4-BE49-F238E27FC236}">
                <a16:creationId xmlns:a16="http://schemas.microsoft.com/office/drawing/2014/main" id="{474E4B14-25B2-2142-77C7-37218BBA0331}"/>
              </a:ext>
            </a:extLst>
          </p:cNvPr>
          <p:cNvSpPr/>
          <p:nvPr/>
        </p:nvSpPr>
        <p:spPr bwMode="gray">
          <a:xfrm>
            <a:off x="3775327" y="1571874"/>
            <a:ext cx="3775599" cy="353672"/>
          </a:xfrm>
          <a:prstGeom prst="homePlate">
            <a:avLst/>
          </a:prstGeom>
          <a:solidFill>
            <a:srgbClr val="05F284"/>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defTabSz="1218806" eaLnBrk="0" fontAlgn="base" hangingPunct="0">
              <a:spcBef>
                <a:spcPct val="0"/>
              </a:spcBef>
              <a:spcAft>
                <a:spcPct val="0"/>
              </a:spcAft>
              <a:defRPr/>
            </a:pPr>
            <a:r>
              <a:rPr lang="en-US" sz="1400" b="1">
                <a:solidFill>
                  <a:schemeClr val="tx1"/>
                </a:solidFill>
                <a:latin typeface="Boehringer Forward Text"/>
              </a:rPr>
              <a:t>Ph III: AIRTIVITY® (‘One’ BE)</a:t>
            </a:r>
          </a:p>
        </p:txBody>
      </p:sp>
      <p:sp>
        <p:nvSpPr>
          <p:cNvPr id="2051" name="TextBox 2050">
            <a:extLst>
              <a:ext uri="{FF2B5EF4-FFF2-40B4-BE49-F238E27FC236}">
                <a16:creationId xmlns:a16="http://schemas.microsoft.com/office/drawing/2014/main" id="{0EDF9396-7B9E-DB21-7370-CCFA4E21B84E}"/>
              </a:ext>
            </a:extLst>
          </p:cNvPr>
          <p:cNvSpPr txBox="1"/>
          <p:nvPr/>
        </p:nvSpPr>
        <p:spPr bwMode="gray">
          <a:xfrm>
            <a:off x="8799065" y="3053555"/>
            <a:ext cx="1116947" cy="369332"/>
          </a:xfrm>
          <a:prstGeom prst="rect">
            <a:avLst/>
          </a:prstGeom>
          <a:noFill/>
        </p:spPr>
        <p:txBody>
          <a:bodyPr wrap="square" lIns="0" tIns="0" rIns="0" bIns="0" rtlCol="0">
            <a:spAutoFit/>
          </a:bodyPr>
          <a:lstStyle/>
          <a:p>
            <a:pPr algn="l"/>
            <a:r>
              <a:rPr lang="en-US" sz="1200">
                <a:solidFill>
                  <a:schemeClr val="bg1"/>
                </a:solidFill>
              </a:rPr>
              <a:t>Similar time of entry</a:t>
            </a:r>
          </a:p>
        </p:txBody>
      </p:sp>
      <p:sp>
        <p:nvSpPr>
          <p:cNvPr id="6" name="TextBox 5">
            <a:extLst>
              <a:ext uri="{FF2B5EF4-FFF2-40B4-BE49-F238E27FC236}">
                <a16:creationId xmlns:a16="http://schemas.microsoft.com/office/drawing/2014/main" id="{50114921-96F7-CFD5-8069-0740EAC10C6A}"/>
              </a:ext>
            </a:extLst>
          </p:cNvPr>
          <p:cNvSpPr txBox="1"/>
          <p:nvPr/>
        </p:nvSpPr>
        <p:spPr bwMode="gray">
          <a:xfrm>
            <a:off x="9758250" y="4313642"/>
            <a:ext cx="2637990" cy="205121"/>
          </a:xfrm>
          <a:prstGeom prst="rect">
            <a:avLst/>
          </a:prstGeom>
          <a:noFill/>
        </p:spPr>
        <p:txBody>
          <a:bodyPr wrap="square" lIns="0" tIns="0" rIns="0" bIns="0" rtlCol="0" anchor="t">
            <a:spAutoFit/>
          </a:bodyPr>
          <a:lstStyle/>
          <a:p>
            <a:r>
              <a:rPr lang="en-US" sz="1300" baseline="30000"/>
              <a:t>* Little knowledge about this program currently</a:t>
            </a:r>
            <a:endParaRPr lang="en-US" sz="1333"/>
          </a:p>
        </p:txBody>
      </p:sp>
      <p:grpSp>
        <p:nvGrpSpPr>
          <p:cNvPr id="28" name="Group 27">
            <a:extLst>
              <a:ext uri="{FF2B5EF4-FFF2-40B4-BE49-F238E27FC236}">
                <a16:creationId xmlns:a16="http://schemas.microsoft.com/office/drawing/2014/main" id="{6762D2E9-BAF7-A70E-4A1B-3AC5CC688382}"/>
              </a:ext>
            </a:extLst>
          </p:cNvPr>
          <p:cNvGrpSpPr/>
          <p:nvPr/>
        </p:nvGrpSpPr>
        <p:grpSpPr>
          <a:xfrm>
            <a:off x="2144542" y="1116360"/>
            <a:ext cx="8818167" cy="296383"/>
            <a:chOff x="2365596" y="1575621"/>
            <a:chExt cx="8818167" cy="296383"/>
          </a:xfrm>
        </p:grpSpPr>
        <p:grpSp>
          <p:nvGrpSpPr>
            <p:cNvPr id="23" name="Group 22">
              <a:extLst>
                <a:ext uri="{FF2B5EF4-FFF2-40B4-BE49-F238E27FC236}">
                  <a16:creationId xmlns:a16="http://schemas.microsoft.com/office/drawing/2014/main" id="{E138A0D1-4552-0C68-EDFB-217AEC21169C}"/>
                </a:ext>
              </a:extLst>
            </p:cNvPr>
            <p:cNvGrpSpPr/>
            <p:nvPr/>
          </p:nvGrpSpPr>
          <p:grpSpPr>
            <a:xfrm>
              <a:off x="3460279" y="1575621"/>
              <a:ext cx="7723484" cy="287323"/>
              <a:chOff x="2922944" y="2061784"/>
              <a:chExt cx="7723484" cy="287323"/>
            </a:xfrm>
          </p:grpSpPr>
          <p:sp>
            <p:nvSpPr>
              <p:cNvPr id="25" name="Arrow: Chevron 24">
                <a:extLst>
                  <a:ext uri="{FF2B5EF4-FFF2-40B4-BE49-F238E27FC236}">
                    <a16:creationId xmlns:a16="http://schemas.microsoft.com/office/drawing/2014/main" id="{F06E8BC6-30B3-D73C-83F9-3E8899BD0B50}"/>
                  </a:ext>
                </a:extLst>
              </p:cNvPr>
              <p:cNvSpPr/>
              <p:nvPr/>
            </p:nvSpPr>
            <p:spPr>
              <a:xfrm>
                <a:off x="2922944" y="2061784"/>
                <a:ext cx="1166612" cy="287323"/>
              </a:xfrm>
              <a:prstGeom prst="chevron">
                <a:avLst/>
              </a:prstGeom>
              <a:solidFill>
                <a:schemeClr val="accent2">
                  <a:lumMod val="50000"/>
                </a:schemeClr>
              </a:solidFill>
              <a:ln>
                <a:noFill/>
              </a:ln>
              <a:effectLst/>
            </p:spPr>
            <p:txBody>
              <a:bodyPr rtlCol="0" anchor="ctr"/>
              <a:lstStyle/>
              <a:p>
                <a:pPr algn="ctr" defTabSz="1219108">
                  <a:defRPr/>
                </a:pPr>
                <a:r>
                  <a:rPr lang="en-US" sz="1600" kern="0">
                    <a:solidFill>
                      <a:schemeClr val="bg1"/>
                    </a:solidFill>
                    <a:latin typeface="BISansOpti" panose="02000503040000020004" pitchFamily="2" charset="0"/>
                    <a:cs typeface="Calibri" panose="020F0502020204030204" pitchFamily="34" charset="0"/>
                  </a:rPr>
                  <a:t>2025</a:t>
                </a:r>
              </a:p>
            </p:txBody>
          </p:sp>
          <p:sp>
            <p:nvSpPr>
              <p:cNvPr id="26" name="Arrow: Chevron 25">
                <a:extLst>
                  <a:ext uri="{FF2B5EF4-FFF2-40B4-BE49-F238E27FC236}">
                    <a16:creationId xmlns:a16="http://schemas.microsoft.com/office/drawing/2014/main" id="{B6CD9A55-BC2B-A239-9C4B-9C33FD795168}"/>
                  </a:ext>
                </a:extLst>
              </p:cNvPr>
              <p:cNvSpPr/>
              <p:nvPr/>
            </p:nvSpPr>
            <p:spPr>
              <a:xfrm>
                <a:off x="4017625" y="2061784"/>
                <a:ext cx="1166612" cy="287323"/>
              </a:xfrm>
              <a:prstGeom prst="chevron">
                <a:avLst/>
              </a:prstGeom>
              <a:solidFill>
                <a:schemeClr val="bg2"/>
              </a:solidFill>
              <a:ln>
                <a:noFill/>
              </a:ln>
              <a:effectLst/>
            </p:spPr>
            <p:txBody>
              <a:bodyPr rtlCol="0" anchor="ctr"/>
              <a:lstStyle/>
              <a:p>
                <a:pPr algn="ctr" defTabSz="1219108">
                  <a:defRPr/>
                </a:pPr>
                <a:r>
                  <a:rPr lang="en-US" sz="1600" kern="0">
                    <a:solidFill>
                      <a:schemeClr val="bg1"/>
                    </a:solidFill>
                    <a:latin typeface="BISansOpti" panose="02000503040000020004" pitchFamily="2" charset="0"/>
                    <a:cs typeface="Calibri" panose="020F0502020204030204" pitchFamily="34" charset="0"/>
                  </a:rPr>
                  <a:t>2026</a:t>
                </a:r>
              </a:p>
            </p:txBody>
          </p:sp>
          <p:sp>
            <p:nvSpPr>
              <p:cNvPr id="33" name="Arrow: Chevron 32">
                <a:extLst>
                  <a:ext uri="{FF2B5EF4-FFF2-40B4-BE49-F238E27FC236}">
                    <a16:creationId xmlns:a16="http://schemas.microsoft.com/office/drawing/2014/main" id="{17A1F4DB-B83E-06C3-236C-CA9264164075}"/>
                  </a:ext>
                </a:extLst>
              </p:cNvPr>
              <p:cNvSpPr/>
              <p:nvPr/>
            </p:nvSpPr>
            <p:spPr>
              <a:xfrm>
                <a:off x="5112306" y="2061784"/>
                <a:ext cx="1166612" cy="287323"/>
              </a:xfrm>
              <a:prstGeom prst="chevron">
                <a:avLst/>
              </a:prstGeom>
              <a:solidFill>
                <a:schemeClr val="bg2"/>
              </a:solidFill>
              <a:ln>
                <a:noFill/>
              </a:ln>
              <a:effectLst/>
            </p:spPr>
            <p:txBody>
              <a:bodyPr rtlCol="0" anchor="ctr"/>
              <a:lstStyle/>
              <a:p>
                <a:pPr algn="ctr" defTabSz="1219108">
                  <a:defRPr/>
                </a:pPr>
                <a:r>
                  <a:rPr lang="en-US" sz="1600" kern="0">
                    <a:solidFill>
                      <a:schemeClr val="bg1"/>
                    </a:solidFill>
                    <a:latin typeface="BISansOpti" panose="02000503040000020004" pitchFamily="2" charset="0"/>
                    <a:cs typeface="Calibri" panose="020F0502020204030204" pitchFamily="34" charset="0"/>
                  </a:rPr>
                  <a:t>2027</a:t>
                </a:r>
              </a:p>
            </p:txBody>
          </p:sp>
          <p:sp>
            <p:nvSpPr>
              <p:cNvPr id="35" name="Arrow: Chevron 34">
                <a:extLst>
                  <a:ext uri="{FF2B5EF4-FFF2-40B4-BE49-F238E27FC236}">
                    <a16:creationId xmlns:a16="http://schemas.microsoft.com/office/drawing/2014/main" id="{ABCF7C48-5D05-EC4F-0B69-C27F1E0FC1D7}"/>
                  </a:ext>
                </a:extLst>
              </p:cNvPr>
              <p:cNvSpPr/>
              <p:nvPr/>
            </p:nvSpPr>
            <p:spPr>
              <a:xfrm>
                <a:off x="6206989" y="2061784"/>
                <a:ext cx="1166612" cy="287323"/>
              </a:xfrm>
              <a:prstGeom prst="chevron">
                <a:avLst/>
              </a:prstGeom>
              <a:solidFill>
                <a:schemeClr val="bg2"/>
              </a:solidFill>
              <a:ln>
                <a:noFill/>
              </a:ln>
              <a:effectLst/>
            </p:spPr>
            <p:txBody>
              <a:bodyPr rtlCol="0" anchor="ctr"/>
              <a:lstStyle/>
              <a:p>
                <a:pPr algn="ctr" defTabSz="1219108">
                  <a:defRPr/>
                </a:pPr>
                <a:r>
                  <a:rPr lang="en-US" sz="1600" kern="0">
                    <a:solidFill>
                      <a:schemeClr val="bg1"/>
                    </a:solidFill>
                    <a:latin typeface="BISansOpti" panose="02000503040000020004" pitchFamily="2" charset="0"/>
                    <a:cs typeface="Calibri" panose="020F0502020204030204" pitchFamily="34" charset="0"/>
                  </a:rPr>
                  <a:t>2028</a:t>
                </a:r>
              </a:p>
            </p:txBody>
          </p:sp>
          <p:sp>
            <p:nvSpPr>
              <p:cNvPr id="37" name="Arrow: Chevron 36">
                <a:extLst>
                  <a:ext uri="{FF2B5EF4-FFF2-40B4-BE49-F238E27FC236}">
                    <a16:creationId xmlns:a16="http://schemas.microsoft.com/office/drawing/2014/main" id="{37B2441F-9A2D-DF21-F441-B507633FBE5E}"/>
                  </a:ext>
                </a:extLst>
              </p:cNvPr>
              <p:cNvSpPr/>
              <p:nvPr/>
            </p:nvSpPr>
            <p:spPr>
              <a:xfrm>
                <a:off x="7301672" y="2061784"/>
                <a:ext cx="1166612" cy="287323"/>
              </a:xfrm>
              <a:prstGeom prst="chevron">
                <a:avLst/>
              </a:prstGeom>
              <a:solidFill>
                <a:schemeClr val="bg2"/>
              </a:solidFill>
              <a:ln>
                <a:noFill/>
              </a:ln>
              <a:effectLst/>
            </p:spPr>
            <p:txBody>
              <a:bodyPr rtlCol="0" anchor="ctr"/>
              <a:lstStyle/>
              <a:p>
                <a:pPr algn="ctr" defTabSz="1219108">
                  <a:defRPr/>
                </a:pPr>
                <a:r>
                  <a:rPr lang="en-US" sz="1600" kern="0">
                    <a:solidFill>
                      <a:schemeClr val="bg1"/>
                    </a:solidFill>
                    <a:latin typeface="BISansOpti" panose="02000503040000020004" pitchFamily="2" charset="0"/>
                    <a:cs typeface="Calibri" panose="020F0502020204030204" pitchFamily="34" charset="0"/>
                  </a:rPr>
                  <a:t>2029</a:t>
                </a:r>
              </a:p>
            </p:txBody>
          </p:sp>
          <p:sp>
            <p:nvSpPr>
              <p:cNvPr id="38" name="Arrow: Chevron 37">
                <a:extLst>
                  <a:ext uri="{FF2B5EF4-FFF2-40B4-BE49-F238E27FC236}">
                    <a16:creationId xmlns:a16="http://schemas.microsoft.com/office/drawing/2014/main" id="{8726716E-77F0-B216-993C-6318732EAA78}"/>
                  </a:ext>
                </a:extLst>
              </p:cNvPr>
              <p:cNvSpPr/>
              <p:nvPr/>
            </p:nvSpPr>
            <p:spPr>
              <a:xfrm>
                <a:off x="8385268" y="2061784"/>
                <a:ext cx="1166612" cy="287323"/>
              </a:xfrm>
              <a:prstGeom prst="chevron">
                <a:avLst/>
              </a:prstGeom>
              <a:solidFill>
                <a:schemeClr val="bg2"/>
              </a:solidFill>
              <a:ln>
                <a:noFill/>
              </a:ln>
              <a:effectLst/>
            </p:spPr>
            <p:txBody>
              <a:bodyPr rtlCol="0" anchor="ctr"/>
              <a:lstStyle/>
              <a:p>
                <a:pPr algn="ctr" defTabSz="1219108">
                  <a:defRPr/>
                </a:pPr>
                <a:r>
                  <a:rPr lang="en-US" sz="1600" kern="0">
                    <a:solidFill>
                      <a:schemeClr val="bg1"/>
                    </a:solidFill>
                    <a:latin typeface="BISansOpti" panose="02000503040000020004" pitchFamily="2" charset="0"/>
                    <a:cs typeface="Calibri" panose="020F0502020204030204" pitchFamily="34" charset="0"/>
                  </a:rPr>
                  <a:t>2030</a:t>
                </a:r>
              </a:p>
            </p:txBody>
          </p:sp>
          <p:sp>
            <p:nvSpPr>
              <p:cNvPr id="39" name="Arrow: Chevron 38">
                <a:extLst>
                  <a:ext uri="{FF2B5EF4-FFF2-40B4-BE49-F238E27FC236}">
                    <a16:creationId xmlns:a16="http://schemas.microsoft.com/office/drawing/2014/main" id="{D972FAD4-15C4-3D72-9396-59153B5C1A0E}"/>
                  </a:ext>
                </a:extLst>
              </p:cNvPr>
              <p:cNvSpPr/>
              <p:nvPr/>
            </p:nvSpPr>
            <p:spPr>
              <a:xfrm>
                <a:off x="9479816" y="2061784"/>
                <a:ext cx="1166612" cy="287323"/>
              </a:xfrm>
              <a:prstGeom prst="chevron">
                <a:avLst/>
              </a:prstGeom>
              <a:solidFill>
                <a:schemeClr val="bg2"/>
              </a:solidFill>
              <a:ln>
                <a:noFill/>
              </a:ln>
              <a:effectLst/>
            </p:spPr>
            <p:txBody>
              <a:bodyPr rtlCol="0" anchor="ctr"/>
              <a:lstStyle/>
              <a:p>
                <a:pPr algn="ctr" defTabSz="1219108">
                  <a:defRPr/>
                </a:pPr>
                <a:r>
                  <a:rPr lang="en-US" sz="1600" kern="0">
                    <a:solidFill>
                      <a:schemeClr val="bg1"/>
                    </a:solidFill>
                    <a:latin typeface="BISansOpti" panose="02000503040000020004" pitchFamily="2" charset="0"/>
                    <a:cs typeface="Calibri" panose="020F0502020204030204" pitchFamily="34" charset="0"/>
                  </a:rPr>
                  <a:t>2031</a:t>
                </a:r>
              </a:p>
            </p:txBody>
          </p:sp>
        </p:grpSp>
        <p:sp>
          <p:nvSpPr>
            <p:cNvPr id="27" name="Arrow: Pentagon 26">
              <a:extLst>
                <a:ext uri="{FF2B5EF4-FFF2-40B4-BE49-F238E27FC236}">
                  <a16:creationId xmlns:a16="http://schemas.microsoft.com/office/drawing/2014/main" id="{E1B9DB41-7E3A-B067-7747-107D34C84B77}"/>
                </a:ext>
              </a:extLst>
            </p:cNvPr>
            <p:cNvSpPr/>
            <p:nvPr/>
          </p:nvSpPr>
          <p:spPr bwMode="gray">
            <a:xfrm>
              <a:off x="2365596" y="1579676"/>
              <a:ext cx="1166612" cy="292328"/>
            </a:xfrm>
            <a:prstGeom prst="homePlate">
              <a:avLst/>
            </a:prstGeom>
            <a:solidFill>
              <a:schemeClr val="bg2"/>
            </a:solidFill>
            <a:ln>
              <a:noFill/>
            </a:ln>
            <a:effectLst/>
          </p:spPr>
          <p:txBody>
            <a:bodyPr rtlCol="0" anchor="ctr"/>
            <a:lstStyle/>
            <a:p>
              <a:pPr algn="ctr" defTabSz="1219108"/>
              <a:r>
                <a:rPr lang="en-US" sz="1600" kern="0">
                  <a:solidFill>
                    <a:schemeClr val="bg1"/>
                  </a:solidFill>
                  <a:latin typeface="BISansOpti" panose="02000503040000020004" pitchFamily="2" charset="0"/>
                  <a:cs typeface="Calibri" panose="020F0502020204030204" pitchFamily="34" charset="0"/>
                </a:rPr>
                <a:t>2024</a:t>
              </a:r>
            </a:p>
          </p:txBody>
        </p:sp>
      </p:grpSp>
      <p:cxnSp>
        <p:nvCxnSpPr>
          <p:cNvPr id="2066" name="Connector: Elbow 2065">
            <a:extLst>
              <a:ext uri="{FF2B5EF4-FFF2-40B4-BE49-F238E27FC236}">
                <a16:creationId xmlns:a16="http://schemas.microsoft.com/office/drawing/2014/main" id="{5CFEAE53-F62E-3F47-5700-8D249249189F}"/>
              </a:ext>
            </a:extLst>
          </p:cNvPr>
          <p:cNvCxnSpPr>
            <a:cxnSpLocks/>
            <a:stCxn id="2069" idx="0"/>
            <a:endCxn id="2109" idx="3"/>
          </p:cNvCxnSpPr>
          <p:nvPr/>
        </p:nvCxnSpPr>
        <p:spPr bwMode="gray">
          <a:xfrm rot="16200000" flipV="1">
            <a:off x="9610056" y="1323181"/>
            <a:ext cx="707936" cy="1413334"/>
          </a:xfrm>
          <a:prstGeom prst="bentConnector2">
            <a:avLst/>
          </a:prstGeom>
          <a:ln w="19050">
            <a:solidFill>
              <a:srgbClr val="7030A0"/>
            </a:solidFill>
            <a:prstDash val="dash"/>
          </a:ln>
        </p:spPr>
        <p:style>
          <a:lnRef idx="1">
            <a:schemeClr val="accent1"/>
          </a:lnRef>
          <a:fillRef idx="0">
            <a:schemeClr val="accent1"/>
          </a:fillRef>
          <a:effectRef idx="0">
            <a:schemeClr val="accent1"/>
          </a:effectRef>
          <a:fontRef idx="minor">
            <a:schemeClr val="tx1"/>
          </a:fontRef>
        </p:style>
      </p:cxnSp>
      <p:sp>
        <p:nvSpPr>
          <p:cNvPr id="2049" name="Arrow: Pentagon 2048">
            <a:extLst>
              <a:ext uri="{FF2B5EF4-FFF2-40B4-BE49-F238E27FC236}">
                <a16:creationId xmlns:a16="http://schemas.microsoft.com/office/drawing/2014/main" id="{B1AF59DF-E7EB-50CC-5ECF-90A5C8A3D930}"/>
              </a:ext>
            </a:extLst>
          </p:cNvPr>
          <p:cNvSpPr/>
          <p:nvPr/>
        </p:nvSpPr>
        <p:spPr bwMode="gray">
          <a:xfrm>
            <a:off x="3814276" y="2214567"/>
            <a:ext cx="2630885" cy="441261"/>
          </a:xfrm>
          <a:prstGeom prst="homePlat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defTabSz="1218806" eaLnBrk="0" fontAlgn="base" hangingPunct="0">
              <a:spcBef>
                <a:spcPct val="0"/>
              </a:spcBef>
              <a:spcAft>
                <a:spcPct val="0"/>
              </a:spcAft>
              <a:defRPr/>
            </a:pPr>
            <a:r>
              <a:rPr lang="en-US" altLang="zh-CN" sz="1400" b="1">
                <a:solidFill>
                  <a:schemeClr val="tx1"/>
                </a:solidFill>
                <a:latin typeface="Boehringer Forward Text"/>
              </a:rPr>
              <a:t>China Joining Global Ph II </a:t>
            </a:r>
            <a:r>
              <a:rPr lang="en-US" altLang="zh-CN" sz="1200" b="1">
                <a:solidFill>
                  <a:schemeClr val="tx1"/>
                </a:solidFill>
                <a:latin typeface="Boehringer Forward Text"/>
              </a:rPr>
              <a:t>(NCFBE, n=363)</a:t>
            </a:r>
            <a:endParaRPr lang="en-US" sz="1200" b="1">
              <a:solidFill>
                <a:schemeClr val="tx1"/>
              </a:solidFill>
              <a:latin typeface="Boehringer Forward Text"/>
            </a:endParaRPr>
          </a:p>
        </p:txBody>
      </p:sp>
      <p:sp>
        <p:nvSpPr>
          <p:cNvPr id="2053" name="TextBox 50">
            <a:extLst>
              <a:ext uri="{FF2B5EF4-FFF2-40B4-BE49-F238E27FC236}">
                <a16:creationId xmlns:a16="http://schemas.microsoft.com/office/drawing/2014/main" id="{DA3344AA-1D6C-40BB-3135-293BCEFCBDAE}"/>
              </a:ext>
            </a:extLst>
          </p:cNvPr>
          <p:cNvSpPr txBox="1"/>
          <p:nvPr/>
        </p:nvSpPr>
        <p:spPr>
          <a:xfrm>
            <a:off x="5990247" y="2745263"/>
            <a:ext cx="1266898" cy="230832"/>
          </a:xfrm>
          <a:prstGeom prst="rect">
            <a:avLst/>
          </a:prstGeom>
          <a:noFill/>
        </p:spPr>
        <p:txBody>
          <a:bodyPr wrap="square" lIns="91440" tIns="45720" rIns="91440" bIns="45720" anchor="t">
            <a:spAutoFit/>
          </a:bodyPr>
          <a:lstStyle/>
          <a:p>
            <a:r>
              <a:rPr lang="en-US" altLang="zh-CN" sz="900" b="1" i="0" kern="1200">
                <a:solidFill>
                  <a:schemeClr val="bg1"/>
                </a:solidFill>
                <a:effectLst/>
                <a:latin typeface="+mn-lt"/>
                <a:ea typeface="+mn-ea"/>
                <a:cs typeface="+mn-cs"/>
              </a:rPr>
              <a:t>LPLV </a:t>
            </a:r>
            <a:r>
              <a:rPr lang="en-US" sz="900" b="1">
                <a:solidFill>
                  <a:schemeClr val="bg1"/>
                </a:solidFill>
              </a:rPr>
              <a:t>2027-12</a:t>
            </a:r>
            <a:endParaRPr lang="en-US" sz="1100" b="1">
              <a:solidFill>
                <a:schemeClr val="bg1"/>
              </a:solidFill>
              <a:effectLst/>
              <a:latin typeface="Arial" panose="020B0604020202020204" pitchFamily="34" charset="0"/>
            </a:endParaRPr>
          </a:p>
        </p:txBody>
      </p:sp>
      <p:sp>
        <p:nvSpPr>
          <p:cNvPr id="2064" name="Diamond 54">
            <a:extLst>
              <a:ext uri="{FF2B5EF4-FFF2-40B4-BE49-F238E27FC236}">
                <a16:creationId xmlns:a16="http://schemas.microsoft.com/office/drawing/2014/main" id="{B0B9A8EB-C31E-5329-A568-DC2179FE7F8A}"/>
              </a:ext>
            </a:extLst>
          </p:cNvPr>
          <p:cNvSpPr/>
          <p:nvPr/>
        </p:nvSpPr>
        <p:spPr bwMode="gray">
          <a:xfrm>
            <a:off x="6349259" y="2611159"/>
            <a:ext cx="174449" cy="174449"/>
          </a:xfrm>
          <a:prstGeom prst="diamond">
            <a:avLst/>
          </a:prstGeom>
          <a:solidFill>
            <a:schemeClr val="bg1"/>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lnSpc>
                <a:spcPct val="140000"/>
              </a:lnSpc>
              <a:defRPr/>
            </a:pPr>
            <a:endParaRPr lang="en-US" sz="1600">
              <a:solidFill>
                <a:prstClr val="black"/>
              </a:solidFill>
              <a:latin typeface="Boehringer Forward Text"/>
            </a:endParaRPr>
          </a:p>
        </p:txBody>
      </p:sp>
      <p:pic>
        <p:nvPicPr>
          <p:cNvPr id="1028" name="Picture 4" descr="Gsk Logo [glaxosmithkline] Png - Transparent Gsk Logo Vector, Png ...">
            <a:extLst>
              <a:ext uri="{FF2B5EF4-FFF2-40B4-BE49-F238E27FC236}">
                <a16:creationId xmlns:a16="http://schemas.microsoft.com/office/drawing/2014/main" id="{10DA38EC-8E99-4915-CF75-89EEA0C118D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6556" y="2312777"/>
            <a:ext cx="581689" cy="501726"/>
          </a:xfrm>
          <a:prstGeom prst="rect">
            <a:avLst/>
          </a:prstGeom>
          <a:noFill/>
          <a:extLst>
            <a:ext uri="{909E8E84-426E-40DD-AFC4-6F175D3DCCD1}">
              <a14:hiddenFill xmlns:a14="http://schemas.microsoft.com/office/drawing/2010/main">
                <a:solidFill>
                  <a:srgbClr val="FFFFFF"/>
                </a:solidFill>
              </a14:hiddenFill>
            </a:ext>
          </a:extLst>
        </p:spPr>
      </p:pic>
      <p:sp>
        <p:nvSpPr>
          <p:cNvPr id="2068" name="TextBox 2067">
            <a:extLst>
              <a:ext uri="{FF2B5EF4-FFF2-40B4-BE49-F238E27FC236}">
                <a16:creationId xmlns:a16="http://schemas.microsoft.com/office/drawing/2014/main" id="{2EE4BF42-BC95-CC52-4A22-0240BBC4CDAB}"/>
              </a:ext>
            </a:extLst>
          </p:cNvPr>
          <p:cNvSpPr txBox="1"/>
          <p:nvPr/>
        </p:nvSpPr>
        <p:spPr>
          <a:xfrm>
            <a:off x="990268" y="2315863"/>
            <a:ext cx="1648726" cy="523220"/>
          </a:xfrm>
          <a:prstGeom prst="rect">
            <a:avLst/>
          </a:prstGeom>
          <a:noFill/>
        </p:spPr>
        <p:txBody>
          <a:bodyPr wrap="square">
            <a:spAutoFit/>
          </a:bodyPr>
          <a:lstStyle/>
          <a:p>
            <a:r>
              <a:rPr lang="en-US" sz="1400" b="1">
                <a:solidFill>
                  <a:schemeClr val="bg1"/>
                </a:solidFill>
              </a:rPr>
              <a:t>GSK3862995B</a:t>
            </a:r>
          </a:p>
          <a:p>
            <a:r>
              <a:rPr lang="en-US" sz="1400">
                <a:solidFill>
                  <a:schemeClr val="bg1"/>
                </a:solidFill>
              </a:rPr>
              <a:t> (</a:t>
            </a:r>
            <a:r>
              <a:rPr lang="en-US" altLang="zh-CN" sz="1400">
                <a:solidFill>
                  <a:schemeClr val="bg1"/>
                </a:solidFill>
              </a:rPr>
              <a:t>a</a:t>
            </a:r>
            <a:r>
              <a:rPr lang="en-US" sz="1400">
                <a:solidFill>
                  <a:schemeClr val="bg1"/>
                </a:solidFill>
              </a:rPr>
              <a:t>IL-33 mAb)</a:t>
            </a:r>
          </a:p>
        </p:txBody>
      </p:sp>
      <p:sp>
        <p:nvSpPr>
          <p:cNvPr id="2069" name="Diamond 2068">
            <a:extLst>
              <a:ext uri="{FF2B5EF4-FFF2-40B4-BE49-F238E27FC236}">
                <a16:creationId xmlns:a16="http://schemas.microsoft.com/office/drawing/2014/main" id="{847E51BC-8C6D-1F37-B317-9A214F5FD3FA}"/>
              </a:ext>
            </a:extLst>
          </p:cNvPr>
          <p:cNvSpPr/>
          <p:nvPr/>
        </p:nvSpPr>
        <p:spPr bwMode="gray">
          <a:xfrm>
            <a:off x="10583466" y="2383816"/>
            <a:ext cx="174449" cy="174449"/>
          </a:xfrm>
          <a:prstGeom prst="diamond">
            <a:avLst/>
          </a:prstGeom>
          <a:solidFill>
            <a:schemeClr val="bg1"/>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lnSpc>
                <a:spcPct val="140000"/>
              </a:lnSpc>
              <a:defRPr/>
            </a:pPr>
            <a:endParaRPr lang="en-US" sz="1600">
              <a:solidFill>
                <a:prstClr val="black"/>
              </a:solidFill>
              <a:latin typeface="Boehringer Forward Text"/>
            </a:endParaRPr>
          </a:p>
        </p:txBody>
      </p:sp>
      <p:sp>
        <p:nvSpPr>
          <p:cNvPr id="2070" name="Arrow: Pentagon 2069">
            <a:extLst>
              <a:ext uri="{FF2B5EF4-FFF2-40B4-BE49-F238E27FC236}">
                <a16:creationId xmlns:a16="http://schemas.microsoft.com/office/drawing/2014/main" id="{93DF2C56-B0E4-8705-D8D9-7B31B4BC8636}"/>
              </a:ext>
            </a:extLst>
          </p:cNvPr>
          <p:cNvSpPr/>
          <p:nvPr/>
        </p:nvSpPr>
        <p:spPr bwMode="gray">
          <a:xfrm>
            <a:off x="6794693" y="2214567"/>
            <a:ext cx="2560494" cy="444441"/>
          </a:xfrm>
          <a:prstGeom prst="homePlat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defTabSz="1218806" eaLnBrk="0" fontAlgn="base" hangingPunct="0">
              <a:spcBef>
                <a:spcPct val="0"/>
              </a:spcBef>
              <a:spcAft>
                <a:spcPct val="0"/>
              </a:spcAft>
              <a:defRPr/>
            </a:pPr>
            <a:r>
              <a:rPr lang="en-US" sz="1400" b="1">
                <a:solidFill>
                  <a:schemeClr val="tx1"/>
                </a:solidFill>
                <a:latin typeface="Boehringer Forward Text"/>
              </a:rPr>
              <a:t>China Joining Global Ph III (tbd*)</a:t>
            </a:r>
          </a:p>
        </p:txBody>
      </p:sp>
      <p:sp>
        <p:nvSpPr>
          <p:cNvPr id="2075" name="TextBox 2074">
            <a:extLst>
              <a:ext uri="{FF2B5EF4-FFF2-40B4-BE49-F238E27FC236}">
                <a16:creationId xmlns:a16="http://schemas.microsoft.com/office/drawing/2014/main" id="{7BA86E5C-C68E-646D-7117-8FDB1CF6C6CF}"/>
              </a:ext>
            </a:extLst>
          </p:cNvPr>
          <p:cNvSpPr txBox="1"/>
          <p:nvPr/>
        </p:nvSpPr>
        <p:spPr bwMode="gray">
          <a:xfrm>
            <a:off x="10135952" y="2600776"/>
            <a:ext cx="1941261" cy="246221"/>
          </a:xfrm>
          <a:prstGeom prst="rect">
            <a:avLst/>
          </a:prstGeom>
          <a:noFill/>
        </p:spPr>
        <p:txBody>
          <a:bodyPr wrap="square" lIns="0" tIns="0" rIns="0" bIns="0" rtlCol="0" anchor="t">
            <a:spAutoFit/>
          </a:bodyPr>
          <a:lstStyle/>
          <a:p>
            <a:r>
              <a:rPr lang="en-US" sz="1600">
                <a:solidFill>
                  <a:schemeClr val="bg1"/>
                </a:solidFill>
              </a:rPr>
              <a:t>Launch CN (tbd*)</a:t>
            </a:r>
          </a:p>
        </p:txBody>
      </p:sp>
      <p:sp>
        <p:nvSpPr>
          <p:cNvPr id="44" name="Arrow: Pentagon 43">
            <a:extLst>
              <a:ext uri="{FF2B5EF4-FFF2-40B4-BE49-F238E27FC236}">
                <a16:creationId xmlns:a16="http://schemas.microsoft.com/office/drawing/2014/main" id="{99C4DCF0-83F6-8658-294C-0420E2EE861A}"/>
              </a:ext>
            </a:extLst>
          </p:cNvPr>
          <p:cNvSpPr/>
          <p:nvPr/>
        </p:nvSpPr>
        <p:spPr bwMode="gray">
          <a:xfrm>
            <a:off x="2040935" y="3490728"/>
            <a:ext cx="2630885" cy="441261"/>
          </a:xfrm>
          <a:prstGeom prst="homePlat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defTabSz="1218806" eaLnBrk="0" fontAlgn="base" hangingPunct="0">
              <a:spcBef>
                <a:spcPct val="0"/>
              </a:spcBef>
              <a:spcAft>
                <a:spcPct val="0"/>
              </a:spcAft>
              <a:defRPr/>
            </a:pPr>
            <a:r>
              <a:rPr lang="en-US" altLang="zh-CN" sz="1400" b="1">
                <a:solidFill>
                  <a:schemeClr val="tx1"/>
                </a:solidFill>
                <a:latin typeface="Boehringer Forward Text"/>
              </a:rPr>
              <a:t>China Joining Global Ph II </a:t>
            </a:r>
            <a:r>
              <a:rPr lang="en-US" altLang="zh-CN" sz="1200" b="1">
                <a:solidFill>
                  <a:schemeClr val="tx1"/>
                </a:solidFill>
                <a:latin typeface="Boehringer Forward Text"/>
              </a:rPr>
              <a:t>(NCFBE, n=363)</a:t>
            </a:r>
            <a:endParaRPr lang="en-US" sz="1200" b="1">
              <a:solidFill>
                <a:schemeClr val="tx1"/>
              </a:solidFill>
              <a:latin typeface="Boehringer Forward Text"/>
            </a:endParaRPr>
          </a:p>
        </p:txBody>
      </p:sp>
      <p:sp>
        <p:nvSpPr>
          <p:cNvPr id="53" name="Rectangle: Rounded Corners 1064">
            <a:extLst>
              <a:ext uri="{FF2B5EF4-FFF2-40B4-BE49-F238E27FC236}">
                <a16:creationId xmlns:a16="http://schemas.microsoft.com/office/drawing/2014/main" id="{AF7B217D-5F2B-69BB-C15E-8FE73A3E09E9}"/>
              </a:ext>
            </a:extLst>
          </p:cNvPr>
          <p:cNvSpPr/>
          <p:nvPr/>
        </p:nvSpPr>
        <p:spPr bwMode="gray">
          <a:xfrm>
            <a:off x="253273" y="3178264"/>
            <a:ext cx="11739903" cy="1087303"/>
          </a:xfrm>
          <a:prstGeom prst="roundRect">
            <a:avLst/>
          </a:prstGeom>
          <a:solidFill>
            <a:srgbClr val="7900E6"/>
          </a:solidFill>
          <a:ln w="19050">
            <a:solidFill>
              <a:schemeClr val="accent3">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lnSpc>
                <a:spcPct val="140000"/>
              </a:lnSpc>
            </a:pPr>
            <a:endParaRPr lang="en-US" altLang="zh-CN" sz="1600">
              <a:solidFill>
                <a:schemeClr val="tx1"/>
              </a:solidFill>
            </a:endParaRPr>
          </a:p>
        </p:txBody>
      </p:sp>
      <p:pic>
        <p:nvPicPr>
          <p:cNvPr id="60" name="Picture 59">
            <a:extLst>
              <a:ext uri="{FF2B5EF4-FFF2-40B4-BE49-F238E27FC236}">
                <a16:creationId xmlns:a16="http://schemas.microsoft.com/office/drawing/2014/main" id="{D2210BB3-8D53-D207-597C-5FEF34122EDD}"/>
              </a:ext>
            </a:extLst>
          </p:cNvPr>
          <p:cNvPicPr>
            <a:picLocks noChangeAspect="1"/>
          </p:cNvPicPr>
          <p:nvPr/>
        </p:nvPicPr>
        <p:blipFill>
          <a:blip r:embed="rId7"/>
          <a:stretch>
            <a:fillRect/>
          </a:stretch>
        </p:blipFill>
        <p:spPr>
          <a:xfrm>
            <a:off x="396556" y="3251615"/>
            <a:ext cx="937911" cy="313979"/>
          </a:xfrm>
          <a:prstGeom prst="rect">
            <a:avLst/>
          </a:prstGeom>
        </p:spPr>
      </p:pic>
      <p:sp>
        <p:nvSpPr>
          <p:cNvPr id="2080" name="TextBox 2079">
            <a:extLst>
              <a:ext uri="{FF2B5EF4-FFF2-40B4-BE49-F238E27FC236}">
                <a16:creationId xmlns:a16="http://schemas.microsoft.com/office/drawing/2014/main" id="{EED4DDD0-87DE-3693-93AB-B97E89DCD4A7}"/>
              </a:ext>
            </a:extLst>
          </p:cNvPr>
          <p:cNvSpPr txBox="1"/>
          <p:nvPr/>
        </p:nvSpPr>
        <p:spPr>
          <a:xfrm>
            <a:off x="350391" y="3645870"/>
            <a:ext cx="2051970" cy="523220"/>
          </a:xfrm>
          <a:prstGeom prst="rect">
            <a:avLst/>
          </a:prstGeom>
          <a:noFill/>
        </p:spPr>
        <p:txBody>
          <a:bodyPr wrap="square">
            <a:spAutoFit/>
          </a:bodyPr>
          <a:lstStyle/>
          <a:p>
            <a:r>
              <a:rPr lang="en-US" sz="1400" b="1">
                <a:solidFill>
                  <a:schemeClr val="bg1"/>
                </a:solidFill>
              </a:rPr>
              <a:t>Itepekimab </a:t>
            </a:r>
          </a:p>
          <a:p>
            <a:r>
              <a:rPr lang="en-US" sz="1400">
                <a:solidFill>
                  <a:schemeClr val="bg1"/>
                </a:solidFill>
              </a:rPr>
              <a:t>(</a:t>
            </a:r>
            <a:r>
              <a:rPr lang="en-US" altLang="zh-CN" sz="1400">
                <a:solidFill>
                  <a:schemeClr val="bg1"/>
                </a:solidFill>
              </a:rPr>
              <a:t>a</a:t>
            </a:r>
            <a:r>
              <a:rPr lang="en-US" sz="1400">
                <a:solidFill>
                  <a:schemeClr val="bg1"/>
                </a:solidFill>
              </a:rPr>
              <a:t>IL-33 mAb)  </a:t>
            </a:r>
          </a:p>
        </p:txBody>
      </p:sp>
      <p:sp>
        <p:nvSpPr>
          <p:cNvPr id="2082" name="Arrow: Pentagon 2081">
            <a:extLst>
              <a:ext uri="{FF2B5EF4-FFF2-40B4-BE49-F238E27FC236}">
                <a16:creationId xmlns:a16="http://schemas.microsoft.com/office/drawing/2014/main" id="{E0974641-292D-BB64-2796-E124E05B2EA6}"/>
              </a:ext>
            </a:extLst>
          </p:cNvPr>
          <p:cNvSpPr/>
          <p:nvPr/>
        </p:nvSpPr>
        <p:spPr bwMode="gray">
          <a:xfrm>
            <a:off x="2260755" y="3294277"/>
            <a:ext cx="2450246" cy="616148"/>
          </a:xfrm>
          <a:prstGeom prst="homePlat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defTabSz="1218806" eaLnBrk="0" fontAlgn="base" hangingPunct="0">
              <a:spcBef>
                <a:spcPct val="0"/>
              </a:spcBef>
              <a:spcAft>
                <a:spcPct val="0"/>
              </a:spcAft>
              <a:defRPr/>
            </a:pPr>
            <a:r>
              <a:rPr lang="en-US" altLang="zh-CN" sz="1400" b="1">
                <a:solidFill>
                  <a:schemeClr val="tx1"/>
                </a:solidFill>
                <a:latin typeface="Boehringer Forward Text"/>
              </a:rPr>
              <a:t>China Joining Global Ph II </a:t>
            </a:r>
            <a:r>
              <a:rPr lang="en-US" altLang="zh-CN" sz="1200" b="1">
                <a:solidFill>
                  <a:schemeClr val="tx1"/>
                </a:solidFill>
                <a:latin typeface="Boehringer Forward Text"/>
              </a:rPr>
              <a:t>(NCFBE, n=312) (Enrolment completed)</a:t>
            </a:r>
            <a:endParaRPr lang="en-US" sz="1200" b="1">
              <a:solidFill>
                <a:schemeClr val="tx1"/>
              </a:solidFill>
              <a:latin typeface="Boehringer Forward Text"/>
            </a:endParaRPr>
          </a:p>
        </p:txBody>
      </p:sp>
      <p:sp>
        <p:nvSpPr>
          <p:cNvPr id="2083" name="TextBox 50">
            <a:extLst>
              <a:ext uri="{FF2B5EF4-FFF2-40B4-BE49-F238E27FC236}">
                <a16:creationId xmlns:a16="http://schemas.microsoft.com/office/drawing/2014/main" id="{D538E10F-DDE7-E7FC-FD5D-9D6E873658FE}"/>
              </a:ext>
            </a:extLst>
          </p:cNvPr>
          <p:cNvSpPr txBox="1"/>
          <p:nvPr/>
        </p:nvSpPr>
        <p:spPr>
          <a:xfrm>
            <a:off x="4264142" y="3972580"/>
            <a:ext cx="1266898" cy="230832"/>
          </a:xfrm>
          <a:prstGeom prst="rect">
            <a:avLst/>
          </a:prstGeom>
          <a:noFill/>
        </p:spPr>
        <p:txBody>
          <a:bodyPr wrap="square" lIns="91440" tIns="45720" rIns="91440" bIns="45720" anchor="t">
            <a:spAutoFit/>
          </a:bodyPr>
          <a:lstStyle/>
          <a:p>
            <a:r>
              <a:rPr lang="en-US" altLang="zh-CN" sz="900" b="1" i="0" kern="1200">
                <a:solidFill>
                  <a:schemeClr val="bg1"/>
                </a:solidFill>
                <a:effectLst/>
                <a:latin typeface="+mn-lt"/>
                <a:ea typeface="+mn-ea"/>
                <a:cs typeface="+mn-cs"/>
              </a:rPr>
              <a:t>LPLV </a:t>
            </a:r>
            <a:r>
              <a:rPr lang="en-US" sz="900" b="1">
                <a:solidFill>
                  <a:schemeClr val="bg1"/>
                </a:solidFill>
              </a:rPr>
              <a:t>2026-02-02</a:t>
            </a:r>
            <a:endParaRPr lang="en-US" sz="1100" b="1">
              <a:solidFill>
                <a:schemeClr val="bg1"/>
              </a:solidFill>
              <a:effectLst/>
              <a:latin typeface="Arial" panose="020B0604020202020204" pitchFamily="34" charset="0"/>
            </a:endParaRPr>
          </a:p>
        </p:txBody>
      </p:sp>
      <p:sp>
        <p:nvSpPr>
          <p:cNvPr id="2085" name="Diamond 54">
            <a:extLst>
              <a:ext uri="{FF2B5EF4-FFF2-40B4-BE49-F238E27FC236}">
                <a16:creationId xmlns:a16="http://schemas.microsoft.com/office/drawing/2014/main" id="{7209211F-A670-8C93-C483-3CA13277FB21}"/>
              </a:ext>
            </a:extLst>
          </p:cNvPr>
          <p:cNvSpPr/>
          <p:nvPr/>
        </p:nvSpPr>
        <p:spPr bwMode="gray">
          <a:xfrm>
            <a:off x="4644410" y="3735976"/>
            <a:ext cx="174449" cy="174449"/>
          </a:xfrm>
          <a:prstGeom prst="diamond">
            <a:avLst/>
          </a:prstGeom>
          <a:solidFill>
            <a:schemeClr val="bg1"/>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lnSpc>
                <a:spcPct val="140000"/>
              </a:lnSpc>
              <a:defRPr/>
            </a:pPr>
            <a:endParaRPr lang="en-US" sz="1600">
              <a:solidFill>
                <a:prstClr val="black"/>
              </a:solidFill>
              <a:latin typeface="Boehringer Forward Text"/>
            </a:endParaRPr>
          </a:p>
        </p:txBody>
      </p:sp>
      <p:sp>
        <p:nvSpPr>
          <p:cNvPr id="2088" name="Arrow: Pentagon 2087">
            <a:extLst>
              <a:ext uri="{FF2B5EF4-FFF2-40B4-BE49-F238E27FC236}">
                <a16:creationId xmlns:a16="http://schemas.microsoft.com/office/drawing/2014/main" id="{70A8A41D-8EB9-89BB-E73C-B1B4DAAFE6E6}"/>
              </a:ext>
            </a:extLst>
          </p:cNvPr>
          <p:cNvSpPr/>
          <p:nvPr/>
        </p:nvSpPr>
        <p:spPr bwMode="gray">
          <a:xfrm>
            <a:off x="5025745" y="3340617"/>
            <a:ext cx="3104367" cy="501679"/>
          </a:xfrm>
          <a:prstGeom prst="homePlat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defTabSz="1218806" eaLnBrk="0" fontAlgn="base" hangingPunct="0">
              <a:spcBef>
                <a:spcPct val="0"/>
              </a:spcBef>
              <a:spcAft>
                <a:spcPct val="0"/>
              </a:spcAft>
              <a:defRPr/>
            </a:pPr>
            <a:r>
              <a:rPr lang="en-US" sz="1400" b="1">
                <a:solidFill>
                  <a:schemeClr val="tx1"/>
                </a:solidFill>
                <a:latin typeface="Boehringer Forward Text"/>
              </a:rPr>
              <a:t>China Joining Global Ph III (tbd*)</a:t>
            </a:r>
          </a:p>
        </p:txBody>
      </p:sp>
      <p:sp>
        <p:nvSpPr>
          <p:cNvPr id="2089" name="Diamond 2088">
            <a:extLst>
              <a:ext uri="{FF2B5EF4-FFF2-40B4-BE49-F238E27FC236}">
                <a16:creationId xmlns:a16="http://schemas.microsoft.com/office/drawing/2014/main" id="{7D67222D-ED29-31FD-CF1C-C8FED962D4AD}"/>
              </a:ext>
            </a:extLst>
          </p:cNvPr>
          <p:cNvSpPr/>
          <p:nvPr/>
        </p:nvSpPr>
        <p:spPr bwMode="gray">
          <a:xfrm>
            <a:off x="9574214" y="3518414"/>
            <a:ext cx="174449" cy="174449"/>
          </a:xfrm>
          <a:prstGeom prst="diamond">
            <a:avLst/>
          </a:prstGeom>
          <a:solidFill>
            <a:schemeClr val="bg1"/>
          </a:solidFill>
          <a:ln w="9525" cap="flat" cmpd="sng" algn="ctr">
            <a:noFill/>
            <a:prstDash val="solid"/>
            <a:miter lim="800000"/>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77">
              <a:lnSpc>
                <a:spcPct val="140000"/>
              </a:lnSpc>
              <a:defRPr/>
            </a:pPr>
            <a:endParaRPr lang="en-US" sz="1600">
              <a:solidFill>
                <a:prstClr val="black"/>
              </a:solidFill>
              <a:latin typeface="Boehringer Forward Text"/>
            </a:endParaRPr>
          </a:p>
        </p:txBody>
      </p:sp>
      <p:sp>
        <p:nvSpPr>
          <p:cNvPr id="2090" name="TextBox 2089">
            <a:extLst>
              <a:ext uri="{FF2B5EF4-FFF2-40B4-BE49-F238E27FC236}">
                <a16:creationId xmlns:a16="http://schemas.microsoft.com/office/drawing/2014/main" id="{05B738C8-7E2B-B4E0-8BA0-07B737AC979A}"/>
              </a:ext>
            </a:extLst>
          </p:cNvPr>
          <p:cNvSpPr txBox="1"/>
          <p:nvPr/>
        </p:nvSpPr>
        <p:spPr bwMode="gray">
          <a:xfrm>
            <a:off x="9126700" y="3735374"/>
            <a:ext cx="1941261" cy="246221"/>
          </a:xfrm>
          <a:prstGeom prst="rect">
            <a:avLst/>
          </a:prstGeom>
          <a:noFill/>
        </p:spPr>
        <p:txBody>
          <a:bodyPr wrap="square" lIns="0" tIns="0" rIns="0" bIns="0" rtlCol="0" anchor="t">
            <a:spAutoFit/>
          </a:bodyPr>
          <a:lstStyle/>
          <a:p>
            <a:r>
              <a:rPr lang="en-US" sz="1600">
                <a:solidFill>
                  <a:schemeClr val="bg1"/>
                </a:solidFill>
              </a:rPr>
              <a:t>Launch CN (tbd*)</a:t>
            </a:r>
          </a:p>
        </p:txBody>
      </p:sp>
      <p:cxnSp>
        <p:nvCxnSpPr>
          <p:cNvPr id="2063" name="Connector: Elbow 2062">
            <a:extLst>
              <a:ext uri="{FF2B5EF4-FFF2-40B4-BE49-F238E27FC236}">
                <a16:creationId xmlns:a16="http://schemas.microsoft.com/office/drawing/2014/main" id="{85E2C6C8-B4E1-82DA-B396-CFFDD593D9F8}"/>
              </a:ext>
            </a:extLst>
          </p:cNvPr>
          <p:cNvCxnSpPr>
            <a:cxnSpLocks/>
          </p:cNvCxnSpPr>
          <p:nvPr/>
        </p:nvCxnSpPr>
        <p:spPr bwMode="gray">
          <a:xfrm rot="16200000" flipV="1">
            <a:off x="8538131" y="2395106"/>
            <a:ext cx="1842534" cy="404082"/>
          </a:xfrm>
          <a:prstGeom prst="bentConnector2">
            <a:avLst/>
          </a:prstGeom>
          <a:ln w="28575">
            <a:solidFill>
              <a:srgbClr val="FFFF00"/>
            </a:solidFill>
            <a:prstDash val="dash"/>
          </a:ln>
        </p:spPr>
        <p:style>
          <a:lnRef idx="1">
            <a:schemeClr val="accent1"/>
          </a:lnRef>
          <a:fillRef idx="0">
            <a:schemeClr val="accent1"/>
          </a:fillRef>
          <a:effectRef idx="0">
            <a:schemeClr val="accent1"/>
          </a:effectRef>
          <a:fontRef idx="minor">
            <a:schemeClr val="tx1"/>
          </a:fontRef>
        </p:style>
      </p:cxnSp>
      <p:sp>
        <p:nvSpPr>
          <p:cNvPr id="7" name="文本框 6">
            <a:extLst>
              <a:ext uri="{FF2B5EF4-FFF2-40B4-BE49-F238E27FC236}">
                <a16:creationId xmlns:a16="http://schemas.microsoft.com/office/drawing/2014/main" id="{3D734294-A6ED-824A-95EA-AC6F9562925A}"/>
              </a:ext>
            </a:extLst>
          </p:cNvPr>
          <p:cNvSpPr txBox="1"/>
          <p:nvPr/>
        </p:nvSpPr>
        <p:spPr bwMode="gray">
          <a:xfrm>
            <a:off x="4399501" y="2678355"/>
            <a:ext cx="1245436" cy="21499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40000"/>
              </a:lnSpc>
            </a:pPr>
            <a:r>
              <a:rPr lang="zh-CN" altLang="en-US" sz="1100">
                <a:solidFill>
                  <a:srgbClr val="FFFFFF"/>
                </a:solidFill>
              </a:rPr>
              <a:t>7 sites in overlap</a:t>
            </a:r>
          </a:p>
        </p:txBody>
      </p:sp>
      <p:sp>
        <p:nvSpPr>
          <p:cNvPr id="11" name="文本框 10">
            <a:extLst>
              <a:ext uri="{FF2B5EF4-FFF2-40B4-BE49-F238E27FC236}">
                <a16:creationId xmlns:a16="http://schemas.microsoft.com/office/drawing/2014/main" id="{2CCD4D35-207E-F2BF-A2CC-C06D55CBC730}"/>
              </a:ext>
            </a:extLst>
          </p:cNvPr>
          <p:cNvSpPr txBox="1"/>
          <p:nvPr/>
        </p:nvSpPr>
        <p:spPr bwMode="gray">
          <a:xfrm>
            <a:off x="3022392" y="3926933"/>
            <a:ext cx="1245436" cy="214995"/>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nSpc>
                <a:spcPct val="140000"/>
              </a:lnSpc>
            </a:pPr>
            <a:r>
              <a:rPr lang="zh-CN" altLang="en-US" sz="1100">
                <a:solidFill>
                  <a:srgbClr val="FFFFFF"/>
                </a:solidFill>
              </a:rPr>
              <a:t>8 sites in overlap</a:t>
            </a:r>
          </a:p>
        </p:txBody>
      </p:sp>
      <p:sp>
        <p:nvSpPr>
          <p:cNvPr id="3" name="TextBox 2">
            <a:extLst>
              <a:ext uri="{FF2B5EF4-FFF2-40B4-BE49-F238E27FC236}">
                <a16:creationId xmlns:a16="http://schemas.microsoft.com/office/drawing/2014/main" id="{02334C8E-2B75-1935-32C3-B80454BD7034}"/>
              </a:ext>
            </a:extLst>
          </p:cNvPr>
          <p:cNvSpPr txBox="1"/>
          <p:nvPr/>
        </p:nvSpPr>
        <p:spPr bwMode="gray">
          <a:xfrm>
            <a:off x="2727849" y="4768154"/>
            <a:ext cx="6458586" cy="1694759"/>
          </a:xfrm>
          <a:prstGeom prst="rect">
            <a:avLst/>
          </a:prstGeom>
          <a:noFill/>
        </p:spPr>
        <p:txBody>
          <a:bodyPr wrap="square" lIns="0" tIns="0" rIns="0" bIns="0" rtlCol="0">
            <a:spAutoFit/>
          </a:bodyPr>
          <a:lstStyle/>
          <a:p>
            <a:pPr>
              <a:lnSpc>
                <a:spcPct val="140000"/>
              </a:lnSpc>
            </a:pPr>
            <a:r>
              <a:rPr lang="en-US" sz="1600" b="1"/>
              <a:t>Local competitions for trial enrolment</a:t>
            </a:r>
            <a:r>
              <a:rPr lang="zh-CN" altLang="en-US" sz="1600" b="1"/>
              <a:t>：</a:t>
            </a:r>
            <a:endParaRPr lang="en-US" sz="1600" b="1"/>
          </a:p>
          <a:p>
            <a:pPr marL="285750" indent="-285750">
              <a:lnSpc>
                <a:spcPct val="140000"/>
              </a:lnSpc>
              <a:buFont typeface="Wingdings" panose="05000000000000000000" pitchFamily="2" charset="2"/>
              <a:buChar char="q"/>
            </a:pPr>
            <a:r>
              <a:rPr lang="en-US" sz="1600" b="1" i="1"/>
              <a:t>Two ph2 and 1 ph3 trials for other DPP1 inhibitors are ongoing </a:t>
            </a:r>
          </a:p>
          <a:p>
            <a:pPr marL="742950" lvl="1" indent="-285750">
              <a:lnSpc>
                <a:spcPct val="140000"/>
              </a:lnSpc>
              <a:buFont typeface="Wingdings" panose="05000000000000000000" pitchFamily="2" charset="2"/>
              <a:buChar char="ü"/>
            </a:pPr>
            <a:r>
              <a:rPr lang="en-US" sz="1600">
                <a:solidFill>
                  <a:srgbClr val="0000FF"/>
                </a:solidFill>
              </a:rPr>
              <a:t>10-15</a:t>
            </a:r>
            <a:r>
              <a:rPr lang="en-US" sz="1600"/>
              <a:t> overlapping sites with each competitor</a:t>
            </a:r>
          </a:p>
          <a:p>
            <a:pPr marL="285750" indent="-285750">
              <a:lnSpc>
                <a:spcPct val="140000"/>
              </a:lnSpc>
              <a:buFont typeface="Wingdings" panose="05000000000000000000" pitchFamily="2" charset="2"/>
              <a:buChar char="q"/>
            </a:pPr>
            <a:r>
              <a:rPr lang="en-US" sz="1600" b="1" i="1"/>
              <a:t>Two aIL-33 mAb ph2 trials are ongoing</a:t>
            </a:r>
          </a:p>
          <a:p>
            <a:pPr marL="742950" lvl="1" indent="-285750">
              <a:lnSpc>
                <a:spcPct val="140000"/>
              </a:lnSpc>
              <a:buFont typeface="Wingdings" panose="05000000000000000000" pitchFamily="2" charset="2"/>
              <a:buChar char="ü"/>
            </a:pPr>
            <a:r>
              <a:rPr lang="en-US" sz="1600">
                <a:solidFill>
                  <a:srgbClr val="0000FF"/>
                </a:solidFill>
              </a:rPr>
              <a:t>7-8</a:t>
            </a:r>
            <a:r>
              <a:rPr lang="en-US" sz="1600"/>
              <a:t> overlapping sites with each competitor</a:t>
            </a:r>
          </a:p>
        </p:txBody>
      </p:sp>
    </p:spTree>
    <p:extLst>
      <p:ext uri="{BB962C8B-B14F-4D97-AF65-F5344CB8AC3E}">
        <p14:creationId xmlns:p14="http://schemas.microsoft.com/office/powerpoint/2010/main" val="132998225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779719BE-DDE8-A603-5B68-D60725176402}"/>
              </a:ext>
            </a:extLst>
          </p:cNvPr>
          <p:cNvSpPr>
            <a:spLocks noGrp="1"/>
          </p:cNvSpPr>
          <p:nvPr>
            <p:ph type="body" sz="quarter" idx="13"/>
          </p:nvPr>
        </p:nvSpPr>
        <p:spPr/>
        <p:txBody>
          <a:bodyPr/>
          <a:lstStyle/>
          <a:p>
            <a:endParaRPr lang="zh-CN" altLang="en-US"/>
          </a:p>
        </p:txBody>
      </p:sp>
      <p:sp>
        <p:nvSpPr>
          <p:cNvPr id="5" name="灯片编号占位符 4">
            <a:extLst>
              <a:ext uri="{FF2B5EF4-FFF2-40B4-BE49-F238E27FC236}">
                <a16:creationId xmlns:a16="http://schemas.microsoft.com/office/drawing/2014/main" id="{49FD2236-67B9-1705-D22D-2693434ECA5D}"/>
              </a:ext>
            </a:extLst>
          </p:cNvPr>
          <p:cNvSpPr>
            <a:spLocks noGrp="1"/>
          </p:cNvSpPr>
          <p:nvPr>
            <p:ph type="sldNum" sz="quarter" idx="20"/>
          </p:nvPr>
        </p:nvSpPr>
        <p:spPr/>
        <p:txBody>
          <a:bodyPr/>
          <a:lstStyle/>
          <a:p>
            <a:fld id="{DF4E8F9F-5B1F-4F5B-BE49-3245D8C18D9F}" type="slidenum">
              <a:rPr lang="en-US" smtClean="0"/>
              <a:pPr/>
              <a:t>62</a:t>
            </a:fld>
            <a:endParaRPr lang="en-US"/>
          </a:p>
        </p:txBody>
      </p:sp>
      <p:sp>
        <p:nvSpPr>
          <p:cNvPr id="6" name="Title 1">
            <a:extLst>
              <a:ext uri="{FF2B5EF4-FFF2-40B4-BE49-F238E27FC236}">
                <a16:creationId xmlns:a16="http://schemas.microsoft.com/office/drawing/2014/main" id="{ED60FDB2-B079-D71A-9596-23460C172FA7}"/>
              </a:ext>
            </a:extLst>
          </p:cNvPr>
          <p:cNvSpPr>
            <a:spLocks noGrp="1"/>
          </p:cNvSpPr>
          <p:nvPr/>
        </p:nvSpPr>
        <p:spPr>
          <a:xfrm>
            <a:off x="479424" y="477000"/>
            <a:ext cx="11233151" cy="720000"/>
          </a:xfrm>
          <a:prstGeom prst="rect">
            <a:avLst/>
          </a:prstGeom>
          <a:noFill/>
          <a:ln>
            <a:noFill/>
          </a:ln>
        </p:spPr>
        <p:txBody>
          <a:bodyPr spcFirstLastPara="1" wrap="square" lIns="0" tIns="0" rIns="0" bIns="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lt2"/>
              </a:buClr>
              <a:buSzPts val="2500"/>
              <a:buFont typeface="Arial"/>
              <a:buNone/>
              <a:defRPr sz="2500" b="1" i="0" u="none" strike="noStrike" cap="none">
                <a:solidFill>
                  <a:schemeClr val="lt2"/>
                </a:solidFill>
                <a:latin typeface="Boehringer Forward Text" panose="020B0504030403020204" pitchFamily="34" charset="0"/>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US">
                <a:latin typeface="Boehringer Forward Text"/>
              </a:rPr>
              <a:t>Overview of In-Class DPP1/</a:t>
            </a:r>
            <a:r>
              <a:rPr lang="en-US" err="1">
                <a:latin typeface="Boehringer Forward Text"/>
              </a:rPr>
              <a:t>CatC</a:t>
            </a:r>
            <a:r>
              <a:rPr lang="en-US">
                <a:latin typeface="Boehringer Forward Text"/>
              </a:rPr>
              <a:t> Inhibitor Competition</a:t>
            </a:r>
            <a:endParaRPr lang="en-150"/>
          </a:p>
        </p:txBody>
      </p:sp>
      <p:sp>
        <p:nvSpPr>
          <p:cNvPr id="7" name="Slide Number Placeholder 5">
            <a:extLst>
              <a:ext uri="{FF2B5EF4-FFF2-40B4-BE49-F238E27FC236}">
                <a16:creationId xmlns:a16="http://schemas.microsoft.com/office/drawing/2014/main" id="{91B3EEFF-E960-5FBA-F089-16ED7E9EAFFA}"/>
              </a:ext>
            </a:extLst>
          </p:cNvPr>
          <p:cNvSpPr>
            <a:spLocks noGrp="1"/>
          </p:cNvSpPr>
          <p:nvPr/>
        </p:nvSpPr>
        <p:spPr>
          <a:xfrm>
            <a:off x="11424592" y="6246836"/>
            <a:ext cx="288000" cy="288000"/>
          </a:xfrm>
          <a:prstGeom prst="rect">
            <a:avLst/>
          </a:prstGeom>
          <a:noFill/>
          <a:ln>
            <a:noFill/>
          </a:ln>
        </p:spPr>
        <p:txBody>
          <a:bodyPr spcFirstLastPara="1" wrap="square" lIns="0" tIns="0" rIns="0" bIns="0" anchor="b" anchorCtr="0">
            <a:noAutofit/>
          </a:bodyPr>
          <a:lstStyle>
            <a:defPPr>
              <a:defRPr lang="zh-CN"/>
            </a:defPPr>
            <a:lvl1pPr marL="0" marR="0" lvl="0" indent="0" algn="r" defTabSz="914400" rtl="0" eaLnBrk="1" latinLnBrk="0" hangingPunct="1">
              <a:spcBef>
                <a:spcPts val="0"/>
              </a:spcBef>
              <a:buNone/>
              <a:defRPr sz="800" b="0" i="0" u="none" strike="noStrike" kern="1200" cap="none">
                <a:solidFill>
                  <a:schemeClr val="lt2"/>
                </a:solidFill>
                <a:latin typeface="Boehringer Forward Text" panose="020B0504030403020204" pitchFamily="34" charset="0"/>
                <a:ea typeface="Boehringer Forward Text" panose="020B0504030403020204" pitchFamily="34" charset="0"/>
                <a:cs typeface="Arial"/>
                <a:sym typeface="Arial"/>
              </a:defRPr>
            </a:lvl1pPr>
            <a:lvl2pPr marL="0" marR="0" lvl="1" indent="0" algn="r" defTabSz="914400" rtl="0" eaLnBrk="1" latinLnBrk="0" hangingPunct="1">
              <a:spcBef>
                <a:spcPts val="0"/>
              </a:spcBef>
              <a:buNone/>
              <a:defRPr sz="800" b="0" i="0" u="none" strike="noStrike" kern="1200" cap="none">
                <a:solidFill>
                  <a:schemeClr val="lt2"/>
                </a:solidFill>
                <a:latin typeface="Arial"/>
                <a:ea typeface="Arial"/>
                <a:cs typeface="Arial"/>
                <a:sym typeface="Arial"/>
              </a:defRPr>
            </a:lvl2pPr>
            <a:lvl3pPr marL="0" marR="0" lvl="2" indent="0" algn="r" defTabSz="914400" rtl="0" eaLnBrk="1" latinLnBrk="0" hangingPunct="1">
              <a:spcBef>
                <a:spcPts val="0"/>
              </a:spcBef>
              <a:buNone/>
              <a:defRPr sz="800" b="0" i="0" u="none" strike="noStrike" kern="1200" cap="none">
                <a:solidFill>
                  <a:schemeClr val="lt2"/>
                </a:solidFill>
                <a:latin typeface="Arial"/>
                <a:ea typeface="Arial"/>
                <a:cs typeface="Arial"/>
                <a:sym typeface="Arial"/>
              </a:defRPr>
            </a:lvl3pPr>
            <a:lvl4pPr marL="0" marR="0" lvl="3" indent="0" algn="r" defTabSz="914400" rtl="0" eaLnBrk="1" latinLnBrk="0" hangingPunct="1">
              <a:spcBef>
                <a:spcPts val="0"/>
              </a:spcBef>
              <a:buNone/>
              <a:defRPr sz="800" b="0" i="0" u="none" strike="noStrike" kern="1200" cap="none">
                <a:solidFill>
                  <a:schemeClr val="lt2"/>
                </a:solidFill>
                <a:latin typeface="Arial"/>
                <a:ea typeface="Arial"/>
                <a:cs typeface="Arial"/>
                <a:sym typeface="Arial"/>
              </a:defRPr>
            </a:lvl4pPr>
            <a:lvl5pPr marL="0" marR="0" lvl="4" indent="0" algn="r" defTabSz="914400" rtl="0" eaLnBrk="1" latinLnBrk="0" hangingPunct="1">
              <a:spcBef>
                <a:spcPts val="0"/>
              </a:spcBef>
              <a:buNone/>
              <a:defRPr sz="800" b="0" i="0" u="none" strike="noStrike" kern="1200" cap="none">
                <a:solidFill>
                  <a:schemeClr val="lt2"/>
                </a:solidFill>
                <a:latin typeface="Arial"/>
                <a:ea typeface="Arial"/>
                <a:cs typeface="Arial"/>
                <a:sym typeface="Arial"/>
              </a:defRPr>
            </a:lvl5pPr>
            <a:lvl6pPr marL="0" marR="0" lvl="5" indent="0" algn="r" defTabSz="914400" rtl="0" eaLnBrk="1" latinLnBrk="0" hangingPunct="1">
              <a:spcBef>
                <a:spcPts val="0"/>
              </a:spcBef>
              <a:buNone/>
              <a:defRPr sz="800" b="0" i="0" u="none" strike="noStrike" kern="1200" cap="none">
                <a:solidFill>
                  <a:schemeClr val="lt2"/>
                </a:solidFill>
                <a:latin typeface="Arial"/>
                <a:ea typeface="Arial"/>
                <a:cs typeface="Arial"/>
                <a:sym typeface="Arial"/>
              </a:defRPr>
            </a:lvl6pPr>
            <a:lvl7pPr marL="0" marR="0" lvl="6" indent="0" algn="r" defTabSz="914400" rtl="0" eaLnBrk="1" latinLnBrk="0" hangingPunct="1">
              <a:spcBef>
                <a:spcPts val="0"/>
              </a:spcBef>
              <a:buNone/>
              <a:defRPr sz="800" b="0" i="0" u="none" strike="noStrike" kern="1200" cap="none">
                <a:solidFill>
                  <a:schemeClr val="lt2"/>
                </a:solidFill>
                <a:latin typeface="Arial"/>
                <a:ea typeface="Arial"/>
                <a:cs typeface="Arial"/>
                <a:sym typeface="Arial"/>
              </a:defRPr>
            </a:lvl7pPr>
            <a:lvl8pPr marL="0" marR="0" lvl="7" indent="0" algn="r" defTabSz="914400" rtl="0" eaLnBrk="1" latinLnBrk="0" hangingPunct="1">
              <a:spcBef>
                <a:spcPts val="0"/>
              </a:spcBef>
              <a:buNone/>
              <a:defRPr sz="800" b="0" i="0" u="none" strike="noStrike" kern="1200" cap="none">
                <a:solidFill>
                  <a:schemeClr val="lt2"/>
                </a:solidFill>
                <a:latin typeface="Arial"/>
                <a:ea typeface="Arial"/>
                <a:cs typeface="Arial"/>
                <a:sym typeface="Arial"/>
              </a:defRPr>
            </a:lvl8pPr>
            <a:lvl9pPr marL="0" marR="0" lvl="8" indent="0" algn="r" defTabSz="914400" rtl="0" eaLnBrk="1" latinLnBrk="0" hangingPunct="1">
              <a:spcBef>
                <a:spcPts val="0"/>
              </a:spcBef>
              <a:buNone/>
              <a:defRPr sz="800" b="0" i="0" u="none" strike="noStrike" kern="1200" cap="none">
                <a:solidFill>
                  <a:schemeClr val="lt2"/>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9" name="Rectangle 4">
            <a:extLst>
              <a:ext uri="{FF2B5EF4-FFF2-40B4-BE49-F238E27FC236}">
                <a16:creationId xmlns:a16="http://schemas.microsoft.com/office/drawing/2014/main" id="{7B2B1ACD-5E48-9293-D831-C2A7B3390372}"/>
              </a:ext>
            </a:extLst>
          </p:cNvPr>
          <p:cNvSpPr/>
          <p:nvPr/>
        </p:nvSpPr>
        <p:spPr bwMode="gray">
          <a:xfrm>
            <a:off x="618596" y="4713343"/>
            <a:ext cx="10954807" cy="1098503"/>
          </a:xfrm>
          <a:prstGeom prst="rect">
            <a:avLst/>
          </a:prstGeom>
          <a:solidFill>
            <a:schemeClr val="accent2"/>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lnSpc>
                <a:spcPct val="140000"/>
              </a:lnSpc>
            </a:pPr>
            <a:endParaRPr lang="en-US" sz="1400">
              <a:solidFill>
                <a:schemeClr val="tx1"/>
              </a:solidFill>
            </a:endParaRPr>
          </a:p>
        </p:txBody>
      </p:sp>
      <p:sp>
        <p:nvSpPr>
          <p:cNvPr id="10" name="TextBox 32">
            <a:extLst>
              <a:ext uri="{FF2B5EF4-FFF2-40B4-BE49-F238E27FC236}">
                <a16:creationId xmlns:a16="http://schemas.microsoft.com/office/drawing/2014/main" id="{F2B3088D-32F8-2DB9-FC98-C8D91826780E}"/>
              </a:ext>
            </a:extLst>
          </p:cNvPr>
          <p:cNvSpPr txBox="1"/>
          <p:nvPr/>
        </p:nvSpPr>
        <p:spPr bwMode="gray">
          <a:xfrm>
            <a:off x="892171" y="4714736"/>
            <a:ext cx="10250976" cy="1031244"/>
          </a:xfrm>
          <a:prstGeom prst="rect">
            <a:avLst/>
          </a:prstGeom>
          <a:noFill/>
        </p:spPr>
        <p:txBody>
          <a:bodyPr wrap="square" lIns="91440" tIns="45720" rIns="91440" bIns="4572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85750" indent="-285750">
              <a:lnSpc>
                <a:spcPct val="150000"/>
              </a:lnSpc>
              <a:spcAft>
                <a:spcPct val="0"/>
              </a:spcAft>
              <a:buFont typeface="Arial"/>
              <a:buChar char="•"/>
            </a:pPr>
            <a:r>
              <a:rPr lang="en-US" altLang="en-US" sz="1400" b="1">
                <a:sym typeface="Wingdings" panose="05000000000000000000" pitchFamily="2" charset="2"/>
              </a:rPr>
              <a:t>Coming ~4.5 years (globally) and ~2 year (China) later, having strong and differentiating* data at launch is key. </a:t>
            </a:r>
            <a:endParaRPr lang="zh-CN" altLang="en-US">
              <a:cs typeface="Arial"/>
            </a:endParaRPr>
          </a:p>
          <a:p>
            <a:pPr marL="285750" lvl="0" indent="-285750">
              <a:lnSpc>
                <a:spcPct val="150000"/>
              </a:lnSpc>
              <a:spcAft>
                <a:spcPct val="0"/>
              </a:spcAft>
              <a:buFont typeface="Arial"/>
              <a:buChar char="•"/>
            </a:pPr>
            <a:r>
              <a:rPr lang="en-US" altLang="en-US" sz="1400" b="1">
                <a:sym typeface="Wingdings" panose="05000000000000000000" pitchFamily="2" charset="2"/>
              </a:rPr>
              <a:t>Several areas for differentiation are being explored and focused investment into evidence generation beyond Ph III is proposed to react flexibl</a:t>
            </a:r>
            <a:r>
              <a:rPr lang="en-US" altLang="en-US" sz="1400" b="1" u="sng">
                <a:sym typeface="Wingdings" panose="05000000000000000000" pitchFamily="2" charset="2"/>
              </a:rPr>
              <a:t>y to competitive positioning and market develo</a:t>
            </a:r>
            <a:r>
              <a:rPr lang="en-US" altLang="en-US" sz="1400" b="1">
                <a:sym typeface="Wingdings" panose="05000000000000000000" pitchFamily="2" charset="2"/>
              </a:rPr>
              <a:t>pment</a:t>
            </a:r>
            <a:endParaRPr lang="en-US">
              <a:cs typeface="Arial"/>
            </a:endParaRPr>
          </a:p>
        </p:txBody>
      </p:sp>
      <p:sp>
        <p:nvSpPr>
          <p:cNvPr id="11" name="TextBox 7">
            <a:extLst>
              <a:ext uri="{FF2B5EF4-FFF2-40B4-BE49-F238E27FC236}">
                <a16:creationId xmlns:a16="http://schemas.microsoft.com/office/drawing/2014/main" id="{BA33A8AF-CA6E-56CD-C55A-A35F43EF1F90}"/>
              </a:ext>
            </a:extLst>
          </p:cNvPr>
          <p:cNvSpPr txBox="1"/>
          <p:nvPr/>
        </p:nvSpPr>
        <p:spPr bwMode="gray">
          <a:xfrm>
            <a:off x="804107" y="5884132"/>
            <a:ext cx="10548477" cy="307777"/>
          </a:xfrm>
          <a:prstGeom prst="rect">
            <a:avLst/>
          </a:prstGeom>
          <a:solidFill>
            <a:schemeClr val="accent4">
              <a:lumMod val="20000"/>
              <a:lumOff val="80000"/>
            </a:schemeClr>
          </a:solid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70"/>
            <a:r>
              <a:rPr lang="en-US" sz="1000">
                <a:latin typeface="Boehringer Forward Text"/>
              </a:rPr>
              <a:t>*Statements regarding differentiation or comparison to competitors are aspirational only; no superiority or comparative claims will be made upon approval due to lack of head-to-head data. All claims must be approved by HPRC.</a:t>
            </a:r>
          </a:p>
        </p:txBody>
      </p:sp>
      <p:graphicFrame>
        <p:nvGraphicFramePr>
          <p:cNvPr id="14" name="表格 13">
            <a:extLst>
              <a:ext uri="{FF2B5EF4-FFF2-40B4-BE49-F238E27FC236}">
                <a16:creationId xmlns:a16="http://schemas.microsoft.com/office/drawing/2014/main" id="{699FB1DF-3C41-9C6D-43C2-88E953D6315E}"/>
              </a:ext>
            </a:extLst>
          </p:cNvPr>
          <p:cNvGraphicFramePr>
            <a:graphicFrameLocks noGrp="1"/>
          </p:cNvGraphicFramePr>
          <p:nvPr>
            <p:extLst>
              <p:ext uri="{D42A27DB-BD31-4B8C-83A1-F6EECF244321}">
                <p14:modId xmlns:p14="http://schemas.microsoft.com/office/powerpoint/2010/main" val="1702729727"/>
              </p:ext>
            </p:extLst>
          </p:nvPr>
        </p:nvGraphicFramePr>
        <p:xfrm>
          <a:off x="613589" y="835371"/>
          <a:ext cx="10944226" cy="3766230"/>
        </p:xfrm>
        <a:graphic>
          <a:graphicData uri="http://schemas.openxmlformats.org/drawingml/2006/table">
            <a:tbl>
              <a:tblPr firstRow="1" bandRow="1">
                <a:tableStyleId>{5C22544A-7EE6-4342-B048-85BDC9FD1C3A}</a:tableStyleId>
              </a:tblPr>
              <a:tblGrid>
                <a:gridCol w="2133600">
                  <a:extLst>
                    <a:ext uri="{9D8B030D-6E8A-4147-A177-3AD203B41FA5}">
                      <a16:colId xmlns:a16="http://schemas.microsoft.com/office/drawing/2014/main" val="1599231147"/>
                    </a:ext>
                  </a:extLst>
                </a:gridCol>
                <a:gridCol w="4533901">
                  <a:extLst>
                    <a:ext uri="{9D8B030D-6E8A-4147-A177-3AD203B41FA5}">
                      <a16:colId xmlns:a16="http://schemas.microsoft.com/office/drawing/2014/main" val="1111256828"/>
                    </a:ext>
                  </a:extLst>
                </a:gridCol>
                <a:gridCol w="4276725">
                  <a:extLst>
                    <a:ext uri="{9D8B030D-6E8A-4147-A177-3AD203B41FA5}">
                      <a16:colId xmlns:a16="http://schemas.microsoft.com/office/drawing/2014/main" val="303424861"/>
                    </a:ext>
                  </a:extLst>
                </a:gridCol>
              </a:tblGrid>
              <a:tr h="276225">
                <a:tc>
                  <a:txBody>
                    <a:bodyPr/>
                    <a:lstStyle/>
                    <a:p>
                      <a:pPr fontAlgn="t">
                        <a:buNone/>
                      </a:pPr>
                      <a:endParaRPr lang="zh-CN" altLang="en-US">
                        <a:effectLst/>
                      </a:endParaRPr>
                    </a:p>
                  </a:txBody>
                  <a:tcPr marL="121920" marR="121920" marT="60960" marB="6096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tc>
                  <a:txBody>
                    <a:bodyPr/>
                    <a:lstStyle/>
                    <a:p>
                      <a:pPr algn="ctr" fontAlgn="base">
                        <a:lnSpc>
                          <a:spcPts val="1350"/>
                        </a:lnSpc>
                        <a:buNone/>
                      </a:pPr>
                      <a:r>
                        <a:rPr lang="en-US" sz="1100" b="1">
                          <a:solidFill>
                            <a:srgbClr val="FFFFFF"/>
                          </a:solidFill>
                          <a:effectLst/>
                          <a:latin typeface="Arial" panose="020B0604020202020204" pitchFamily="34" charset="0"/>
                        </a:rPr>
                        <a:t>BI 1291583 phase 2 data</a:t>
                      </a:r>
                      <a:endParaRPr lang="en-US" b="1">
                        <a:solidFill>
                          <a:srgbClr val="FFFFFF"/>
                        </a:solidFill>
                        <a:effectLst/>
                      </a:endParaRPr>
                    </a:p>
                  </a:txBody>
                  <a:tcPr marL="121920" marR="121920" marT="60960" marB="6096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00E47C"/>
                    </a:solidFill>
                  </a:tcPr>
                </a:tc>
                <a:tc>
                  <a:txBody>
                    <a:bodyPr/>
                    <a:lstStyle/>
                    <a:p>
                      <a:pPr algn="ctr" fontAlgn="base">
                        <a:lnSpc>
                          <a:spcPts val="1350"/>
                        </a:lnSpc>
                        <a:buNone/>
                      </a:pPr>
                      <a:r>
                        <a:rPr lang="en-US" sz="1100" b="1">
                          <a:solidFill>
                            <a:srgbClr val="FFFFFF"/>
                          </a:solidFill>
                          <a:effectLst/>
                          <a:latin typeface="Arial" panose="020B0604020202020204" pitchFamily="34" charset="0"/>
                        </a:rPr>
                        <a:t>HSK31858 (Florensocatib) phase 2 data</a:t>
                      </a:r>
                      <a:endParaRPr lang="en-US" b="1">
                        <a:solidFill>
                          <a:srgbClr val="FFFFFF"/>
                        </a:solidFill>
                        <a:effectLst/>
                      </a:endParaRPr>
                    </a:p>
                  </a:txBody>
                  <a:tcPr marL="121920" marR="121920" marT="60960" marB="6096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18383137"/>
                  </a:ext>
                </a:extLst>
              </a:tr>
              <a:tr h="276225">
                <a:tc>
                  <a:txBody>
                    <a:bodyPr/>
                    <a:lstStyle/>
                    <a:p>
                      <a:pPr fontAlgn="base">
                        <a:lnSpc>
                          <a:spcPts val="1350"/>
                        </a:lnSpc>
                        <a:buNone/>
                      </a:pPr>
                      <a:r>
                        <a:rPr lang="en-US" sz="1100" b="1">
                          <a:effectLst/>
                          <a:latin typeface="Arial" panose="020B0604020202020204" pitchFamily="34" charset="0"/>
                        </a:rPr>
                        <a:t>MoA</a:t>
                      </a:r>
                      <a:endParaRPr lang="en-US">
                        <a:effectLst/>
                      </a:endParaRPr>
                    </a:p>
                  </a:txBody>
                  <a:tcPr marL="121920" marR="121920" marT="60960" marB="6096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gridSpan="2">
                  <a:txBody>
                    <a:bodyPr/>
                    <a:lstStyle/>
                    <a:p>
                      <a:pPr algn="ctr" fontAlgn="base">
                        <a:lnSpc>
                          <a:spcPts val="1350"/>
                        </a:lnSpc>
                        <a:buNone/>
                      </a:pPr>
                      <a:r>
                        <a:rPr lang="en-US" sz="1100">
                          <a:effectLst/>
                          <a:latin typeface="Arial" panose="020B0604020202020204" pitchFamily="34" charset="0"/>
                        </a:rPr>
                        <a:t>DPP1/CatC inhibitor</a:t>
                      </a:r>
                      <a:endParaRPr lang="en-US">
                        <a:effectLst/>
                      </a:endParaRPr>
                    </a:p>
                  </a:txBody>
                  <a:tcPr marL="121920" marR="121920" marT="60960" marB="6096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hMerge="1">
                  <a:txBody>
                    <a:bodyPr/>
                    <a:lstStyle/>
                    <a:p>
                      <a:endParaRPr lang="zh-CN" altLang="en-US"/>
                    </a:p>
                  </a:txBody>
                  <a:tcPr/>
                </a:tc>
                <a:extLst>
                  <a:ext uri="{0D108BD9-81ED-4DB2-BD59-A6C34878D82A}">
                    <a16:rowId xmlns:a16="http://schemas.microsoft.com/office/drawing/2014/main" val="517161425"/>
                  </a:ext>
                </a:extLst>
              </a:tr>
              <a:tr h="276225">
                <a:tc>
                  <a:txBody>
                    <a:bodyPr/>
                    <a:lstStyle/>
                    <a:p>
                      <a:pPr fontAlgn="base">
                        <a:lnSpc>
                          <a:spcPts val="1350"/>
                        </a:lnSpc>
                        <a:buNone/>
                      </a:pPr>
                      <a:r>
                        <a:rPr lang="en-US" sz="1100" b="1">
                          <a:effectLst/>
                          <a:latin typeface="Arial" panose="020B0604020202020204" pitchFamily="34" charset="0"/>
                        </a:rPr>
                        <a:t>Formulation &amp; RoA</a:t>
                      </a:r>
                      <a:endParaRPr lang="en-US">
                        <a:effectLst/>
                      </a:endParaRPr>
                    </a:p>
                  </a:txBody>
                  <a:tcPr marL="121920" marR="121920" marT="60960" marB="6096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lnSpc>
                          <a:spcPts val="1350"/>
                        </a:lnSpc>
                        <a:buNone/>
                      </a:pPr>
                      <a:r>
                        <a:rPr lang="en-US" sz="1100">
                          <a:effectLst/>
                          <a:latin typeface="Arial" panose="020B0604020202020204" pitchFamily="34" charset="0"/>
                        </a:rPr>
                        <a:t>Once daily oral tablet (2.5mg)</a:t>
                      </a:r>
                      <a:endParaRPr lang="en-US">
                        <a:effectLst/>
                      </a:endParaRPr>
                    </a:p>
                  </a:txBody>
                  <a:tcPr marL="121920" marR="121920" marT="60960" marB="6096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algn="ctr" fontAlgn="base">
                        <a:lnSpc>
                          <a:spcPts val="1350"/>
                        </a:lnSpc>
                        <a:buNone/>
                      </a:pPr>
                      <a:r>
                        <a:rPr lang="en-US" sz="1100">
                          <a:effectLst/>
                          <a:latin typeface="Arial" panose="020B0604020202020204" pitchFamily="34" charset="0"/>
                        </a:rPr>
                        <a:t>Once daily two oral tablets (2x20mg)</a:t>
                      </a:r>
                      <a:endParaRPr lang="en-US">
                        <a:effectLst/>
                      </a:endParaRPr>
                    </a:p>
                  </a:txBody>
                  <a:tcPr marL="121920" marR="121920" marT="60960" marB="6096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535309975"/>
                  </a:ext>
                </a:extLst>
              </a:tr>
              <a:tr h="428625">
                <a:tc>
                  <a:txBody>
                    <a:bodyPr/>
                    <a:lstStyle/>
                    <a:p>
                      <a:pPr fontAlgn="base">
                        <a:lnSpc>
                          <a:spcPts val="1350"/>
                        </a:lnSpc>
                        <a:buNone/>
                      </a:pPr>
                      <a:r>
                        <a:rPr lang="en-US" sz="1100" b="1">
                          <a:effectLst/>
                          <a:latin typeface="Arial" panose="020B0604020202020204" pitchFamily="34" charset="0"/>
                        </a:rPr>
                        <a:t>Description of MoA / pharma-cological effect</a:t>
                      </a:r>
                      <a:endParaRPr lang="en-US">
                        <a:effectLst/>
                      </a:endParaRPr>
                    </a:p>
                  </a:txBody>
                  <a:tcPr marL="121920" marR="121920" marT="60960" marB="6096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gridSpan="2">
                  <a:txBody>
                    <a:bodyPr/>
                    <a:lstStyle/>
                    <a:p>
                      <a:pPr algn="ctr" fontAlgn="base">
                        <a:lnSpc>
                          <a:spcPts val="1350"/>
                        </a:lnSpc>
                        <a:buNone/>
                      </a:pPr>
                      <a:r>
                        <a:rPr lang="en-US" sz="1100">
                          <a:effectLst/>
                          <a:latin typeface="Arial" panose="020B0604020202020204" pitchFamily="34" charset="0"/>
                        </a:rPr>
                        <a:t>Reduces NSPs and with that neutrophilic inflammation in the lung</a:t>
                      </a:r>
                      <a:endParaRPr lang="en-US">
                        <a:effectLst/>
                      </a:endParaRPr>
                    </a:p>
                  </a:txBody>
                  <a:tcPr marL="121920" marR="121920" marT="60960" marB="6096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hMerge="1">
                  <a:txBody>
                    <a:bodyPr/>
                    <a:lstStyle/>
                    <a:p>
                      <a:endParaRPr lang="zh-CN" altLang="en-US"/>
                    </a:p>
                  </a:txBody>
                  <a:tcPr/>
                </a:tc>
                <a:extLst>
                  <a:ext uri="{0D108BD9-81ED-4DB2-BD59-A6C34878D82A}">
                    <a16:rowId xmlns:a16="http://schemas.microsoft.com/office/drawing/2014/main" val="3148089738"/>
                  </a:ext>
                </a:extLst>
              </a:tr>
              <a:tr h="447675">
                <a:tc>
                  <a:txBody>
                    <a:bodyPr/>
                    <a:lstStyle/>
                    <a:p>
                      <a:pPr fontAlgn="base">
                        <a:lnSpc>
                          <a:spcPts val="1350"/>
                        </a:lnSpc>
                        <a:buNone/>
                      </a:pPr>
                      <a:r>
                        <a:rPr lang="en-US" sz="1100" b="1">
                          <a:effectLst/>
                          <a:latin typeface="Arial" panose="020B0604020202020204" pitchFamily="34" charset="0"/>
                        </a:rPr>
                        <a:t>Population</a:t>
                      </a:r>
                      <a:endParaRPr lang="en-US">
                        <a:effectLst/>
                      </a:endParaRPr>
                    </a:p>
                  </a:txBody>
                  <a:tcPr marL="121920" marR="121920" marT="60960" marB="6096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marL="342900" lvl="0" indent="-342900" fontAlgn="base">
                        <a:lnSpc>
                          <a:spcPts val="1350"/>
                        </a:lnSpc>
                        <a:buFont typeface="Arial" panose="020B0604020202020204" pitchFamily="34" charset="0"/>
                        <a:buChar char="•"/>
                      </a:pPr>
                      <a:r>
                        <a:rPr lang="en-US" sz="1100">
                          <a:effectLst/>
                          <a:latin typeface="Arial" panose="020B0604020202020204" pitchFamily="34" charset="0"/>
                        </a:rPr>
                        <a:t>BE</a:t>
                      </a:r>
                      <a:endParaRPr lang="en-US" sz="880">
                        <a:effectLst/>
                        <a:latin typeface="Arial" panose="020B0604020202020204" pitchFamily="34" charset="0"/>
                      </a:endParaRPr>
                    </a:p>
                    <a:p>
                      <a:pPr marL="342900" lvl="0" indent="-342900" fontAlgn="base">
                        <a:lnSpc>
                          <a:spcPts val="1350"/>
                        </a:lnSpc>
                        <a:buFont typeface="Arial" panose="020B0604020202020204" pitchFamily="34" charset="0"/>
                        <a:buChar char="•"/>
                      </a:pPr>
                      <a:r>
                        <a:rPr lang="en-US" sz="1100">
                          <a:effectLst/>
                          <a:latin typeface="Arial" panose="020B0604020202020204" pitchFamily="34" charset="0"/>
                        </a:rPr>
                        <a:t>≥ 2 PEx in past year or 1 PEx + high symptom score</a:t>
                      </a:r>
                      <a:endParaRPr lang="en-US" sz="880">
                        <a:effectLst/>
                        <a:latin typeface="Arial" panose="020B0604020202020204" pitchFamily="34" charset="0"/>
                      </a:endParaRPr>
                    </a:p>
                  </a:txBody>
                  <a:tcPr marL="121920" marR="121920" marT="60960" marB="6096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marL="342900" lvl="0" indent="-342900" fontAlgn="base">
                        <a:lnSpc>
                          <a:spcPts val="1350"/>
                        </a:lnSpc>
                        <a:buFont typeface="Arial" panose="020B0604020202020204" pitchFamily="34" charset="0"/>
                        <a:buChar char="•"/>
                      </a:pPr>
                      <a:r>
                        <a:rPr lang="en-US" sz="1100">
                          <a:effectLst/>
                          <a:latin typeface="Arial" panose="020B0604020202020204" pitchFamily="34" charset="0"/>
                        </a:rPr>
                        <a:t>NCFBE (primary diagnosis of COPD/asthma was excluded)</a:t>
                      </a:r>
                      <a:endParaRPr lang="en-US" sz="880">
                        <a:effectLst/>
                        <a:latin typeface="Arial" panose="020B0604020202020204" pitchFamily="34" charset="0"/>
                      </a:endParaRPr>
                    </a:p>
                    <a:p>
                      <a:pPr marL="342900" lvl="0" indent="-342900" fontAlgn="base">
                        <a:lnSpc>
                          <a:spcPts val="1350"/>
                        </a:lnSpc>
                        <a:buFont typeface="Arial" panose="020B0604020202020204" pitchFamily="34" charset="0"/>
                        <a:buChar char="•"/>
                      </a:pPr>
                      <a:r>
                        <a:rPr lang="en-US" sz="1100">
                          <a:effectLst/>
                          <a:latin typeface="Arial" panose="020B0604020202020204" pitchFamily="34" charset="0"/>
                        </a:rPr>
                        <a:t>≥ 2 PEx in past year (Haisco)</a:t>
                      </a:r>
                      <a:endParaRPr lang="en-US" sz="880">
                        <a:effectLst/>
                        <a:latin typeface="Arial" panose="020B0604020202020204" pitchFamily="34" charset="0"/>
                      </a:endParaRPr>
                    </a:p>
                  </a:txBody>
                  <a:tcPr marL="121920" marR="121920" marT="60960" marB="6096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953936935"/>
                  </a:ext>
                </a:extLst>
              </a:tr>
              <a:tr h="276225">
                <a:tc>
                  <a:txBody>
                    <a:bodyPr/>
                    <a:lstStyle/>
                    <a:p>
                      <a:pPr fontAlgn="base">
                        <a:lnSpc>
                          <a:spcPts val="1350"/>
                        </a:lnSpc>
                        <a:buNone/>
                      </a:pPr>
                      <a:r>
                        <a:rPr lang="en-US" sz="1100" b="1">
                          <a:solidFill>
                            <a:srgbClr val="0D0D0D"/>
                          </a:solidFill>
                          <a:effectLst/>
                          <a:latin typeface="Boehringer Forward Text" panose="02000500000000020000" pitchFamily="2" charset="0"/>
                        </a:rPr>
                        <a:t>EP - r</a:t>
                      </a:r>
                      <a:r>
                        <a:rPr lang="en-US" sz="1100" b="1">
                          <a:effectLst/>
                          <a:latin typeface="Arial" panose="020B0604020202020204" pitchFamily="34" charset="0"/>
                        </a:rPr>
                        <a:t>eduction in PEx</a:t>
                      </a:r>
                      <a:endParaRPr lang="en-US">
                        <a:effectLst/>
                      </a:endParaRPr>
                    </a:p>
                  </a:txBody>
                  <a:tcPr marL="121920" marR="121920" marT="60950" marB="609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fontAlgn="base">
                        <a:lnSpc>
                          <a:spcPts val="1350"/>
                        </a:lnSpc>
                        <a:buNone/>
                      </a:pPr>
                      <a:r>
                        <a:rPr lang="en-US" sz="1100">
                          <a:solidFill>
                            <a:srgbClr val="0D0D0D"/>
                          </a:solidFill>
                          <a:effectLst/>
                          <a:latin typeface="Boehringer Forward Text"/>
                        </a:rPr>
                        <a:t>Key 2° EP: </a:t>
                      </a:r>
                      <a:r>
                        <a:rPr lang="en-US" sz="1100" b="1">
                          <a:solidFill>
                            <a:srgbClr val="FF0000"/>
                          </a:solidFill>
                          <a:effectLst/>
                          <a:latin typeface="Boehringer Forward Text"/>
                        </a:rPr>
                        <a:t>32.3%</a:t>
                      </a:r>
                      <a:r>
                        <a:rPr lang="en-US" sz="1100" b="1">
                          <a:solidFill>
                            <a:srgbClr val="0D0D0D"/>
                          </a:solidFill>
                          <a:effectLst/>
                          <a:latin typeface="Boehringer Forward Text"/>
                        </a:rPr>
                        <a:t> </a:t>
                      </a:r>
                      <a:r>
                        <a:rPr lang="en-US" sz="1100">
                          <a:solidFill>
                            <a:srgbClr val="0D0D0D"/>
                          </a:solidFill>
                          <a:effectLst/>
                          <a:latin typeface="Boehringer Forward Text"/>
                        </a:rPr>
                        <a:t>(</a:t>
                      </a:r>
                      <a:r>
                        <a:rPr lang="en-US" sz="1100" b="1">
                          <a:solidFill>
                            <a:srgbClr val="7030A0"/>
                          </a:solidFill>
                          <a:effectLst/>
                          <a:latin typeface="Boehringer Forward Text"/>
                        </a:rPr>
                        <a:t>47%</a:t>
                      </a:r>
                      <a:r>
                        <a:rPr lang="en-US" sz="1100">
                          <a:solidFill>
                            <a:srgbClr val="0D0D0D"/>
                          </a:solidFill>
                          <a:effectLst/>
                          <a:latin typeface="Boehringer Forward Text"/>
                        </a:rPr>
                        <a:t> for Asian sub-group, n=</a:t>
                      </a:r>
                      <a:r>
                        <a:rPr lang="en-US" sz="1100" b="1">
                          <a:solidFill>
                            <a:srgbClr val="0D0D0D"/>
                          </a:solidFill>
                          <a:effectLst/>
                          <a:latin typeface="Boehringer Forward Text"/>
                        </a:rPr>
                        <a:t>14</a:t>
                      </a:r>
                      <a:r>
                        <a:rPr lang="en-US" sz="1100">
                          <a:solidFill>
                            <a:srgbClr val="0D0D0D"/>
                          </a:solidFill>
                          <a:effectLst/>
                          <a:latin typeface="Boehringer Forward Text"/>
                        </a:rPr>
                        <a:t>) at 2.5mg</a:t>
                      </a:r>
                      <a:endParaRPr lang="en-US">
                        <a:effectLst/>
                        <a:latin typeface="Boehringer Forward Text"/>
                      </a:endParaRPr>
                    </a:p>
                  </a:txBody>
                  <a:tcPr marL="121920" marR="121920" marT="60950" marB="609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fontAlgn="base">
                        <a:lnSpc>
                          <a:spcPts val="1350"/>
                        </a:lnSpc>
                        <a:buNone/>
                      </a:pPr>
                      <a:r>
                        <a:rPr lang="en-US" sz="1100">
                          <a:effectLst/>
                          <a:latin typeface="Arial"/>
                        </a:rPr>
                        <a:t>1° EP: </a:t>
                      </a:r>
                      <a:r>
                        <a:rPr lang="en-US" sz="1100" b="1">
                          <a:solidFill>
                            <a:srgbClr val="7030A0"/>
                          </a:solidFill>
                          <a:effectLst/>
                          <a:latin typeface="Arial"/>
                        </a:rPr>
                        <a:t>46.8%</a:t>
                      </a:r>
                      <a:r>
                        <a:rPr lang="en-US" sz="1100">
                          <a:solidFill>
                            <a:srgbClr val="7030A0"/>
                          </a:solidFill>
                          <a:effectLst/>
                          <a:latin typeface="Arial"/>
                        </a:rPr>
                        <a:t> </a:t>
                      </a:r>
                      <a:r>
                        <a:rPr lang="en-US" sz="1100">
                          <a:effectLst/>
                          <a:latin typeface="Arial"/>
                        </a:rPr>
                        <a:t>(20 mg, n=</a:t>
                      </a:r>
                      <a:r>
                        <a:rPr lang="en-US" sz="1100" b="1">
                          <a:effectLst/>
                          <a:latin typeface="Arial"/>
                        </a:rPr>
                        <a:t>74</a:t>
                      </a:r>
                      <a:r>
                        <a:rPr lang="en-US" sz="1100">
                          <a:effectLst/>
                          <a:latin typeface="Arial"/>
                        </a:rPr>
                        <a:t>) and </a:t>
                      </a:r>
                      <a:r>
                        <a:rPr lang="en-US" sz="1100" b="1">
                          <a:solidFill>
                            <a:srgbClr val="7030A0"/>
                          </a:solidFill>
                          <a:effectLst/>
                          <a:latin typeface="Arial"/>
                        </a:rPr>
                        <a:t>60.1%</a:t>
                      </a:r>
                      <a:r>
                        <a:rPr lang="en-US" sz="1100" b="1">
                          <a:effectLst/>
                          <a:latin typeface="Arial"/>
                        </a:rPr>
                        <a:t> </a:t>
                      </a:r>
                      <a:r>
                        <a:rPr lang="en-US" sz="1100">
                          <a:effectLst/>
                          <a:latin typeface="Arial"/>
                        </a:rPr>
                        <a:t>(40mg, n=</a:t>
                      </a:r>
                      <a:r>
                        <a:rPr lang="en-US" sz="1100" b="1">
                          <a:effectLst/>
                          <a:latin typeface="Arial"/>
                        </a:rPr>
                        <a:t>75</a:t>
                      </a:r>
                      <a:r>
                        <a:rPr lang="en-US" sz="1100">
                          <a:effectLst/>
                          <a:latin typeface="Arial"/>
                        </a:rPr>
                        <a:t>)</a:t>
                      </a:r>
                      <a:endParaRPr lang="en-US" altLang="zh-CN">
                        <a:effectLst/>
                        <a:latin typeface="Arial"/>
                      </a:endParaRPr>
                    </a:p>
                  </a:txBody>
                  <a:tcPr marL="121920" marR="121920" marT="60950" marB="609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683080422"/>
                  </a:ext>
                </a:extLst>
              </a:tr>
              <a:tr h="428625">
                <a:tc>
                  <a:txBody>
                    <a:bodyPr/>
                    <a:lstStyle/>
                    <a:p>
                      <a:pPr fontAlgn="base">
                        <a:lnSpc>
                          <a:spcPts val="1350"/>
                        </a:lnSpc>
                        <a:buNone/>
                      </a:pPr>
                      <a:r>
                        <a:rPr lang="en-US" sz="1100" b="1">
                          <a:effectLst/>
                          <a:latin typeface="Arial" panose="020B0604020202020204" pitchFamily="34" charset="0"/>
                        </a:rPr>
                        <a:t>EP - time to first pulmonary exacerbation</a:t>
                      </a:r>
                      <a:endParaRPr lang="en-US">
                        <a:effectLst/>
                      </a:endParaRPr>
                    </a:p>
                  </a:txBody>
                  <a:tcPr marL="121920" marR="121920" marT="60960" marB="6096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fontAlgn="base">
                        <a:lnSpc>
                          <a:spcPts val="1350"/>
                        </a:lnSpc>
                        <a:buNone/>
                      </a:pPr>
                      <a:r>
                        <a:rPr lang="en-US" sz="1100">
                          <a:solidFill>
                            <a:srgbClr val="0D0D0D"/>
                          </a:solidFill>
                          <a:effectLst/>
                          <a:latin typeface="Boehringer Forward Text" panose="02000500000000020000" pitchFamily="2" charset="0"/>
                        </a:rPr>
                        <a:t>1° EP:</a:t>
                      </a:r>
                      <a:r>
                        <a:rPr lang="en-US" sz="1100" b="1">
                          <a:solidFill>
                            <a:srgbClr val="0D0D0D"/>
                          </a:solidFill>
                          <a:effectLst/>
                          <a:latin typeface="Boehringer Forward Text" panose="02000500000000020000" pitchFamily="2" charset="0"/>
                        </a:rPr>
                        <a:t> 34%</a:t>
                      </a:r>
                      <a:r>
                        <a:rPr lang="en-US" sz="1100">
                          <a:solidFill>
                            <a:srgbClr val="0D0D0D"/>
                          </a:solidFill>
                          <a:effectLst/>
                          <a:latin typeface="Boehringer Forward Text" panose="02000500000000020000" pitchFamily="2" charset="0"/>
                        </a:rPr>
                        <a:t> risk reduction in events at 2.5 mg (n=53) (HR=0.66)</a:t>
                      </a:r>
                      <a:endParaRPr lang="en-US">
                        <a:effectLst/>
                      </a:endParaRPr>
                    </a:p>
                    <a:p>
                      <a:pPr fontAlgn="base">
                        <a:lnSpc>
                          <a:spcPts val="1350"/>
                        </a:lnSpc>
                        <a:buNone/>
                      </a:pPr>
                      <a:r>
                        <a:rPr lang="en-US" sz="1100">
                          <a:solidFill>
                            <a:srgbClr val="0D0D0D"/>
                          </a:solidFill>
                          <a:effectLst/>
                          <a:latin typeface="Boehringer Forward Text" panose="02000500000000020000" pitchFamily="2" charset="0"/>
                        </a:rPr>
                        <a:t>(</a:t>
                      </a:r>
                      <a:r>
                        <a:rPr lang="en-US" sz="1100" b="1">
                          <a:solidFill>
                            <a:srgbClr val="0D0D0D"/>
                          </a:solidFill>
                          <a:effectLst/>
                          <a:latin typeface="Boehringer Forward Text" panose="02000500000000020000" pitchFamily="2" charset="0"/>
                        </a:rPr>
                        <a:t>59%</a:t>
                      </a:r>
                      <a:r>
                        <a:rPr lang="en-US" sz="1100">
                          <a:solidFill>
                            <a:srgbClr val="0D0D0D"/>
                          </a:solidFill>
                          <a:effectLst/>
                          <a:latin typeface="Boehringer Forward Text" panose="02000500000000020000" pitchFamily="2" charset="0"/>
                        </a:rPr>
                        <a:t> for Asian sub-group, n=</a:t>
                      </a:r>
                      <a:r>
                        <a:rPr lang="en-US" sz="1100" b="1">
                          <a:solidFill>
                            <a:srgbClr val="0D0D0D"/>
                          </a:solidFill>
                          <a:effectLst/>
                          <a:latin typeface="Boehringer Forward Text" panose="02000500000000020000" pitchFamily="2" charset="0"/>
                        </a:rPr>
                        <a:t>14</a:t>
                      </a:r>
                      <a:r>
                        <a:rPr lang="en-US" sz="1100">
                          <a:solidFill>
                            <a:srgbClr val="0D0D0D"/>
                          </a:solidFill>
                          <a:effectLst/>
                          <a:latin typeface="Boehringer Forward Text" panose="02000500000000020000" pitchFamily="2" charset="0"/>
                        </a:rPr>
                        <a:t>)</a:t>
                      </a:r>
                      <a:endParaRPr lang="en-US">
                        <a:effectLst/>
                      </a:endParaRPr>
                    </a:p>
                  </a:txBody>
                  <a:tcPr marL="121920" marR="121920" marT="60960" marB="6096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fontAlgn="base">
                        <a:lnSpc>
                          <a:spcPts val="1350"/>
                        </a:lnSpc>
                        <a:buNone/>
                      </a:pPr>
                      <a:r>
                        <a:rPr lang="en-US" sz="1100">
                          <a:solidFill>
                            <a:srgbClr val="0D0D0D"/>
                          </a:solidFill>
                          <a:effectLst/>
                          <a:latin typeface="Boehringer Forward Text" panose="02000500000000020000" pitchFamily="2" charset="0"/>
                        </a:rPr>
                        <a:t>2° EP:</a:t>
                      </a:r>
                      <a:r>
                        <a:rPr lang="en-US" sz="1100" b="1">
                          <a:solidFill>
                            <a:srgbClr val="0D0D0D"/>
                          </a:solidFill>
                          <a:effectLst/>
                          <a:latin typeface="Boehringer Forward Text" panose="02000500000000020000" pitchFamily="2" charset="0"/>
                        </a:rPr>
                        <a:t> 57%</a:t>
                      </a:r>
                      <a:r>
                        <a:rPr lang="en-US" sz="1100">
                          <a:solidFill>
                            <a:srgbClr val="0D0D0D"/>
                          </a:solidFill>
                          <a:effectLst/>
                          <a:latin typeface="Boehringer Forward Text" panose="02000500000000020000" pitchFamily="2" charset="0"/>
                        </a:rPr>
                        <a:t> and </a:t>
                      </a:r>
                      <a:r>
                        <a:rPr lang="en-US" sz="1100" b="1">
                          <a:solidFill>
                            <a:srgbClr val="0D0D0D"/>
                          </a:solidFill>
                          <a:effectLst/>
                          <a:latin typeface="Boehringer Forward Text" panose="02000500000000020000" pitchFamily="2" charset="0"/>
                        </a:rPr>
                        <a:t>67%</a:t>
                      </a:r>
                      <a:r>
                        <a:rPr lang="en-US" sz="1100">
                          <a:solidFill>
                            <a:srgbClr val="0D0D0D"/>
                          </a:solidFill>
                          <a:effectLst/>
                          <a:latin typeface="Boehringer Forward Text" panose="02000500000000020000" pitchFamily="2" charset="0"/>
                        </a:rPr>
                        <a:t> reduction in events at 20 mg (n=74) and 40 (n=75) mg (HR=0.43 and 0.33)</a:t>
                      </a:r>
                      <a:endParaRPr lang="en-US" altLang="zh-CN">
                        <a:effectLst/>
                      </a:endParaRPr>
                    </a:p>
                  </a:txBody>
                  <a:tcPr marL="121920" marR="121920" marT="60960" marB="6096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556828607"/>
                  </a:ext>
                </a:extLst>
              </a:tr>
              <a:tr h="904875">
                <a:tc>
                  <a:txBody>
                    <a:bodyPr/>
                    <a:lstStyle/>
                    <a:p>
                      <a:pPr fontAlgn="t">
                        <a:buNone/>
                      </a:pPr>
                      <a:endParaRPr lang="zh-CN" altLang="en-US">
                        <a:effectLst/>
                      </a:endParaRPr>
                    </a:p>
                  </a:txBody>
                  <a:tcPr marL="121920" marR="121920" marT="60950" marB="60950">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gridSpan="2">
                  <a:txBody>
                    <a:bodyPr/>
                    <a:lstStyle/>
                    <a:p>
                      <a:pPr fontAlgn="base">
                        <a:lnSpc>
                          <a:spcPts val="1350"/>
                        </a:lnSpc>
                        <a:buNone/>
                      </a:pPr>
                      <a:r>
                        <a:rPr lang="en-US" sz="1100" b="1">
                          <a:solidFill>
                            <a:srgbClr val="08312A"/>
                          </a:solidFill>
                          <a:effectLst/>
                          <a:latin typeface="Arial" panose="020B0604020202020204" pitchFamily="34" charset="0"/>
                        </a:rPr>
                        <a:t>Note:</a:t>
                      </a:r>
                      <a:endParaRPr lang="en-US">
                        <a:effectLst/>
                      </a:endParaRPr>
                    </a:p>
                    <a:p>
                      <a:pPr marL="342900" lvl="0" indent="-342900" fontAlgn="base">
                        <a:lnSpc>
                          <a:spcPts val="1350"/>
                        </a:lnSpc>
                        <a:buFont typeface="Arial" panose="020B0604020202020204" pitchFamily="34" charset="0"/>
                        <a:buChar char="•"/>
                      </a:pPr>
                      <a:r>
                        <a:rPr lang="en-US" sz="1100">
                          <a:solidFill>
                            <a:srgbClr val="08312A"/>
                          </a:solidFill>
                          <a:effectLst/>
                          <a:latin typeface="Arial" panose="020B0604020202020204" pitchFamily="34" charset="0"/>
                        </a:rPr>
                        <a:t>Non-head-to-head comparison &amp; baseline demographics differ between BI and HSK</a:t>
                      </a:r>
                      <a:endParaRPr lang="en-US" sz="880">
                        <a:effectLst/>
                        <a:latin typeface="Arial" panose="020B0604020202020204" pitchFamily="34" charset="0"/>
                      </a:endParaRPr>
                    </a:p>
                    <a:p>
                      <a:pPr marL="342900" lvl="0" indent="-342900" fontAlgn="base">
                        <a:lnSpc>
                          <a:spcPts val="1350"/>
                        </a:lnSpc>
                        <a:buFont typeface="Arial" panose="020B0604020202020204" pitchFamily="34" charset="0"/>
                        <a:buChar char="•"/>
                      </a:pPr>
                      <a:r>
                        <a:rPr lang="en-US" sz="1100">
                          <a:solidFill>
                            <a:srgbClr val="08312A"/>
                          </a:solidFill>
                          <a:effectLst/>
                          <a:latin typeface="Arial" panose="020B0604020202020204" pitchFamily="34" charset="0"/>
                        </a:rPr>
                        <a:t>HSK31858 data were only generated in Chinese population</a:t>
                      </a:r>
                      <a:endParaRPr lang="en-US" sz="880">
                        <a:effectLst/>
                        <a:latin typeface="Arial" panose="020B0604020202020204" pitchFamily="34" charset="0"/>
                      </a:endParaRPr>
                    </a:p>
                    <a:p>
                      <a:pPr marL="342900" lvl="0" indent="-342900" fontAlgn="base">
                        <a:lnSpc>
                          <a:spcPts val="1350"/>
                        </a:lnSpc>
                        <a:buFont typeface="Arial" panose="020B0604020202020204" pitchFamily="34" charset="0"/>
                        <a:buChar char="•"/>
                      </a:pPr>
                      <a:r>
                        <a:rPr lang="en-US" sz="1100">
                          <a:solidFill>
                            <a:srgbClr val="08312A"/>
                          </a:solidFill>
                          <a:effectLst/>
                          <a:latin typeface="Arial" panose="020B0604020202020204" pitchFamily="34" charset="0"/>
                        </a:rPr>
                        <a:t>BI 129583 data in Asian sub-group was comparable with HSK31858</a:t>
                      </a:r>
                      <a:endParaRPr lang="en-US" sz="880">
                        <a:effectLst/>
                        <a:latin typeface="Arial" panose="020B0604020202020204" pitchFamily="34" charset="0"/>
                      </a:endParaRPr>
                    </a:p>
                  </a:txBody>
                  <a:tcPr marL="121920" marR="121920" marT="60950" marB="6095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hMerge="1">
                  <a:txBody>
                    <a:bodyPr/>
                    <a:lstStyle/>
                    <a:p>
                      <a:endParaRPr lang="zh-CN" altLang="en-US"/>
                    </a:p>
                  </a:txBody>
                  <a:tcPr/>
                </a:tc>
                <a:extLst>
                  <a:ext uri="{0D108BD9-81ED-4DB2-BD59-A6C34878D82A}">
                    <a16:rowId xmlns:a16="http://schemas.microsoft.com/office/drawing/2014/main" val="4212988877"/>
                  </a:ext>
                </a:extLst>
              </a:tr>
            </a:tbl>
          </a:graphicData>
        </a:graphic>
      </p:graphicFrame>
    </p:spTree>
    <p:extLst>
      <p:ext uri="{BB962C8B-B14F-4D97-AF65-F5344CB8AC3E}">
        <p14:creationId xmlns:p14="http://schemas.microsoft.com/office/powerpoint/2010/main" val="332693109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5F84F-E896-6398-EBBE-49E82371FC5A}"/>
              </a:ext>
            </a:extLst>
          </p:cNvPr>
          <p:cNvSpPr>
            <a:spLocks noGrp="1"/>
          </p:cNvSpPr>
          <p:nvPr>
            <p:ph type="title"/>
          </p:nvPr>
        </p:nvSpPr>
        <p:spPr>
          <a:xfrm>
            <a:off x="479424" y="477000"/>
            <a:ext cx="11233151" cy="431736"/>
          </a:xfrm>
        </p:spPr>
        <p:txBody>
          <a:bodyPr/>
          <a:lstStyle/>
          <a:p>
            <a:r>
              <a:rPr lang="en-US" altLang="zh-CN"/>
              <a:t>Local strategy to move forward… (draft)</a:t>
            </a:r>
            <a:endParaRPr lang="en-US"/>
          </a:p>
        </p:txBody>
      </p:sp>
      <p:sp>
        <p:nvSpPr>
          <p:cNvPr id="3" name="Text Placeholder 2">
            <a:extLst>
              <a:ext uri="{FF2B5EF4-FFF2-40B4-BE49-F238E27FC236}">
                <a16:creationId xmlns:a16="http://schemas.microsoft.com/office/drawing/2014/main" id="{0EA50C4E-6750-96B3-E5E3-695773A35163}"/>
              </a:ext>
            </a:extLst>
          </p:cNvPr>
          <p:cNvSpPr>
            <a:spLocks noGrp="1"/>
          </p:cNvSpPr>
          <p:nvPr>
            <p:ph type="body" sz="quarter" idx="13"/>
          </p:nvPr>
        </p:nvSpPr>
        <p:spPr/>
        <p:txBody>
          <a:bodyPr/>
          <a:lstStyle/>
          <a:p>
            <a:endParaRPr lang="en-US"/>
          </a:p>
        </p:txBody>
      </p:sp>
      <p:sp>
        <p:nvSpPr>
          <p:cNvPr id="4" name="Footer Placeholder 3">
            <a:extLst>
              <a:ext uri="{FF2B5EF4-FFF2-40B4-BE49-F238E27FC236}">
                <a16:creationId xmlns:a16="http://schemas.microsoft.com/office/drawing/2014/main" id="{C838DEA5-A38F-62FB-130E-F823135E6CE8}"/>
              </a:ext>
            </a:extLst>
          </p:cNvPr>
          <p:cNvSpPr>
            <a:spLocks noGrp="1"/>
          </p:cNvSpPr>
          <p:nvPr>
            <p:ph type="ftr" sz="quarter" idx="19"/>
          </p:nvPr>
        </p:nvSpPr>
        <p:spPr/>
        <p:txBody>
          <a:bodyPr/>
          <a:lstStyle/>
          <a:p>
            <a:r>
              <a:rPr lang="en-US"/>
              <a:t>BI 1291583 Evidence Network 1st July 2025   |    CONFIDENTIAL</a:t>
            </a:r>
          </a:p>
        </p:txBody>
      </p:sp>
      <p:sp>
        <p:nvSpPr>
          <p:cNvPr id="5" name="Slide Number Placeholder 4">
            <a:extLst>
              <a:ext uri="{FF2B5EF4-FFF2-40B4-BE49-F238E27FC236}">
                <a16:creationId xmlns:a16="http://schemas.microsoft.com/office/drawing/2014/main" id="{5989E097-F89D-6993-E280-223FFD05423B}"/>
              </a:ext>
            </a:extLst>
          </p:cNvPr>
          <p:cNvSpPr>
            <a:spLocks noGrp="1"/>
          </p:cNvSpPr>
          <p:nvPr>
            <p:ph type="sldNum" sz="quarter" idx="20"/>
          </p:nvPr>
        </p:nvSpPr>
        <p:spPr/>
        <p:txBody>
          <a:bodyPr/>
          <a:lstStyle/>
          <a:p>
            <a:fld id="{DF4E8F9F-5B1F-4F5B-BE49-3245D8C18D9F}" type="slidenum">
              <a:rPr lang="en-US" smtClean="0"/>
              <a:pPr/>
              <a:t>63</a:t>
            </a:fld>
            <a:endParaRPr lang="en-US"/>
          </a:p>
        </p:txBody>
      </p:sp>
      <p:sp>
        <p:nvSpPr>
          <p:cNvPr id="6" name="TextBox 5">
            <a:extLst>
              <a:ext uri="{FF2B5EF4-FFF2-40B4-BE49-F238E27FC236}">
                <a16:creationId xmlns:a16="http://schemas.microsoft.com/office/drawing/2014/main" id="{629B9AAC-8CA7-B9B3-FDC7-E8AA97F89E34}"/>
              </a:ext>
            </a:extLst>
          </p:cNvPr>
          <p:cNvSpPr txBox="1"/>
          <p:nvPr/>
        </p:nvSpPr>
        <p:spPr bwMode="gray">
          <a:xfrm>
            <a:off x="479424" y="795426"/>
            <a:ext cx="11712576" cy="390876"/>
          </a:xfrm>
          <a:prstGeom prst="rect">
            <a:avLst/>
          </a:prstGeom>
          <a:noFill/>
        </p:spPr>
        <p:txBody>
          <a:bodyPr wrap="square" lIns="0" tIns="0" rIns="0" bIns="0" rtlCol="0">
            <a:spAutoFit/>
          </a:bodyPr>
          <a:lstStyle/>
          <a:p>
            <a:pPr algn="l">
              <a:lnSpc>
                <a:spcPct val="140000"/>
              </a:lnSpc>
            </a:pPr>
            <a:r>
              <a:rPr lang="en-US" sz="2000" i="1">
                <a:solidFill>
                  <a:srgbClr val="7030A0"/>
                </a:solidFill>
              </a:rPr>
              <a:t>Based on the expedited global recruitment timeline &amp; increasing competition from external pipelines in China</a:t>
            </a:r>
          </a:p>
        </p:txBody>
      </p:sp>
      <p:graphicFrame>
        <p:nvGraphicFramePr>
          <p:cNvPr id="7" name="Table 6">
            <a:extLst>
              <a:ext uri="{FF2B5EF4-FFF2-40B4-BE49-F238E27FC236}">
                <a16:creationId xmlns:a16="http://schemas.microsoft.com/office/drawing/2014/main" id="{D99A8AB8-A6A8-C5F2-37D6-13C3CC127741}"/>
              </a:ext>
            </a:extLst>
          </p:cNvPr>
          <p:cNvGraphicFramePr>
            <a:graphicFrameLocks noGrp="1"/>
          </p:cNvGraphicFramePr>
          <p:nvPr>
            <p:extLst>
              <p:ext uri="{D42A27DB-BD31-4B8C-83A1-F6EECF244321}">
                <p14:modId xmlns:p14="http://schemas.microsoft.com/office/powerpoint/2010/main" val="3794903059"/>
              </p:ext>
            </p:extLst>
          </p:nvPr>
        </p:nvGraphicFramePr>
        <p:xfrm>
          <a:off x="479424" y="1335883"/>
          <a:ext cx="11396235" cy="4758395"/>
        </p:xfrm>
        <a:graphic>
          <a:graphicData uri="http://schemas.openxmlformats.org/drawingml/2006/table">
            <a:tbl>
              <a:tblPr firstRow="1" bandRow="1">
                <a:tableStyleId>{5C22544A-7EE6-4342-B048-85BDC9FD1C3A}</a:tableStyleId>
              </a:tblPr>
              <a:tblGrid>
                <a:gridCol w="4262889">
                  <a:extLst>
                    <a:ext uri="{9D8B030D-6E8A-4147-A177-3AD203B41FA5}">
                      <a16:colId xmlns:a16="http://schemas.microsoft.com/office/drawing/2014/main" val="4061532955"/>
                    </a:ext>
                  </a:extLst>
                </a:gridCol>
                <a:gridCol w="6174697">
                  <a:extLst>
                    <a:ext uri="{9D8B030D-6E8A-4147-A177-3AD203B41FA5}">
                      <a16:colId xmlns:a16="http://schemas.microsoft.com/office/drawing/2014/main" val="1643917184"/>
                    </a:ext>
                  </a:extLst>
                </a:gridCol>
                <a:gridCol w="958649">
                  <a:extLst>
                    <a:ext uri="{9D8B030D-6E8A-4147-A177-3AD203B41FA5}">
                      <a16:colId xmlns:a16="http://schemas.microsoft.com/office/drawing/2014/main" val="2740507731"/>
                    </a:ext>
                  </a:extLst>
                </a:gridCol>
              </a:tblGrid>
              <a:tr h="605614">
                <a:tc>
                  <a:txBody>
                    <a:bodyPr/>
                    <a:lstStyle/>
                    <a:p>
                      <a:pPr algn="ctr"/>
                      <a:r>
                        <a:rPr lang="en-US" sz="1600"/>
                        <a:t>Activities</a:t>
                      </a:r>
                    </a:p>
                  </a:txBody>
                  <a:tcPr anchor="ctr"/>
                </a:tc>
                <a:tc>
                  <a:txBody>
                    <a:bodyPr/>
                    <a:lstStyle/>
                    <a:p>
                      <a:pPr algn="ctr"/>
                      <a:r>
                        <a:rPr lang="en-US" sz="1600"/>
                        <a:t>Purpose</a:t>
                      </a:r>
                    </a:p>
                  </a:txBody>
                  <a:tcPr anchor="ctr"/>
                </a:tc>
                <a:tc>
                  <a:txBody>
                    <a:bodyPr/>
                    <a:lstStyle/>
                    <a:p>
                      <a:pPr algn="ctr"/>
                      <a:r>
                        <a:rPr lang="en-US" sz="1600"/>
                        <a:t>Lead Role</a:t>
                      </a:r>
                    </a:p>
                  </a:txBody>
                  <a:tcPr anchor="ctr"/>
                </a:tc>
                <a:extLst>
                  <a:ext uri="{0D108BD9-81ED-4DB2-BD59-A6C34878D82A}">
                    <a16:rowId xmlns:a16="http://schemas.microsoft.com/office/drawing/2014/main" val="3940253995"/>
                  </a:ext>
                </a:extLst>
              </a:tr>
              <a:tr h="1903355">
                <a:tc>
                  <a:txBody>
                    <a:bodyPr/>
                    <a:lstStyle/>
                    <a:p>
                      <a:r>
                        <a:rPr lang="en-US" sz="1600" b="1"/>
                        <a:t>Cross-trial comparison:</a:t>
                      </a:r>
                    </a:p>
                    <a:p>
                      <a:pPr marL="285750" indent="-285750">
                        <a:buFont typeface="Wingdings" panose="05000000000000000000" pitchFamily="2" charset="2"/>
                        <a:buChar char="ü"/>
                      </a:pPr>
                      <a:r>
                        <a:rPr lang="en-US" sz="1600"/>
                        <a:t>Key Eligibility Criteria Dive-in</a:t>
                      </a:r>
                    </a:p>
                    <a:p>
                      <a:pPr marL="285750" indent="-285750">
                        <a:buFont typeface="Wingdings" panose="05000000000000000000" pitchFamily="2" charset="2"/>
                        <a:buChar char="ü"/>
                      </a:pPr>
                      <a:r>
                        <a:rPr lang="en-US" sz="1600"/>
                        <a:t>Key Study Process</a:t>
                      </a:r>
                    </a:p>
                    <a:p>
                      <a:pPr marL="285750" indent="-285750">
                        <a:buFont typeface="Wingdings" panose="05000000000000000000" pitchFamily="2" charset="2"/>
                        <a:buChar char="ü"/>
                      </a:pPr>
                      <a:r>
                        <a:rPr lang="en-US" sz="1600"/>
                        <a:t>Dosing form (oral vs IV/SC)</a:t>
                      </a:r>
                    </a:p>
                    <a:p>
                      <a:pPr marL="285750" indent="-285750">
                        <a:buFont typeface="Wingdings" panose="05000000000000000000" pitchFamily="2" charset="2"/>
                        <a:buChar char="ü"/>
                      </a:pPr>
                      <a:r>
                        <a:rPr lang="en-US" sz="1600">
                          <a:solidFill>
                            <a:schemeClr val="tx1">
                              <a:lumMod val="50000"/>
                              <a:lumOff val="50000"/>
                            </a:schemeClr>
                          </a:solidFill>
                        </a:rPr>
                        <a:t>Prior efficacy &amp; safety data</a:t>
                      </a:r>
                    </a:p>
                    <a:p>
                      <a:pPr marL="285750" indent="-285750">
                        <a:buFont typeface="Wingdings" panose="05000000000000000000" pitchFamily="2" charset="2"/>
                        <a:buChar char="ü"/>
                      </a:pPr>
                      <a:r>
                        <a:rPr lang="en-US" sz="1600">
                          <a:solidFill>
                            <a:schemeClr val="tx1">
                              <a:lumMod val="50000"/>
                              <a:lumOff val="50000"/>
                            </a:schemeClr>
                          </a:solidFill>
                        </a:rPr>
                        <a:t>MoA advantage</a:t>
                      </a:r>
                    </a:p>
                    <a:p>
                      <a:pPr marL="285750" indent="-285750">
                        <a:buFont typeface="Wingdings" panose="05000000000000000000" pitchFamily="2" charset="2"/>
                        <a:buChar char="ü"/>
                      </a:pPr>
                      <a:r>
                        <a:rPr lang="en-US" sz="1600">
                          <a:solidFill>
                            <a:schemeClr val="tx1">
                              <a:lumMod val="50000"/>
                              <a:lumOff val="50000"/>
                            </a:schemeClr>
                          </a:solidFill>
                        </a:rPr>
                        <a:t>Trial stage (ph2 vs ph3)</a:t>
                      </a:r>
                    </a:p>
                  </a:txBody>
                  <a:tcPr anchor="ctr"/>
                </a:tc>
                <a:tc>
                  <a:txBody>
                    <a:bodyPr/>
                    <a:lstStyle/>
                    <a:p>
                      <a:pPr marL="285750" indent="-285750">
                        <a:buFont typeface="Arial" panose="020B0604020202020204"/>
                        <a:buChar char="•"/>
                      </a:pPr>
                      <a:r>
                        <a:rPr lang="en-US" sz="1600"/>
                        <a:t>Identify differentiating advantages &amp; benefits for patients</a:t>
                      </a:r>
                    </a:p>
                  </a:txBody>
                  <a:tcPr anchor="ctr"/>
                </a:tc>
                <a:tc>
                  <a:txBody>
                    <a:bodyPr/>
                    <a:lstStyle/>
                    <a:p>
                      <a:r>
                        <a:rPr lang="en-US" sz="1600"/>
                        <a:t>Medical/Clinical</a:t>
                      </a:r>
                    </a:p>
                  </a:txBody>
                  <a:tcPr anchor="ctr"/>
                </a:tc>
                <a:extLst>
                  <a:ext uri="{0D108BD9-81ED-4DB2-BD59-A6C34878D82A}">
                    <a16:rowId xmlns:a16="http://schemas.microsoft.com/office/drawing/2014/main" val="193769130"/>
                  </a:ext>
                </a:extLst>
              </a:tr>
              <a:tr h="1124713">
                <a:tc>
                  <a:txBody>
                    <a:bodyPr/>
                    <a:lstStyle/>
                    <a:p>
                      <a:r>
                        <a:rPr lang="en-US" sz="1600" b="1"/>
                        <a:t>Site/PI Engagement:</a:t>
                      </a:r>
                    </a:p>
                    <a:p>
                      <a:pPr marL="285750" indent="-285750">
                        <a:buFont typeface="Wingdings" panose="05000000000000000000" pitchFamily="2" charset="2"/>
                        <a:buChar char="ü"/>
                      </a:pPr>
                      <a:r>
                        <a:rPr lang="en-US" altLang="zh-CN" sz="1600"/>
                        <a:t>Boost visit?</a:t>
                      </a:r>
                    </a:p>
                    <a:p>
                      <a:pPr marL="285750" indent="-285750">
                        <a:buFont typeface="Wingdings" panose="05000000000000000000" pitchFamily="2" charset="2"/>
                        <a:buChar char="ü"/>
                      </a:pPr>
                      <a:r>
                        <a:rPr lang="en-US" altLang="zh-CN" sz="1600"/>
                        <a:t>City Meetings?</a:t>
                      </a:r>
                    </a:p>
                    <a:p>
                      <a:pPr marL="285750" indent="-285750">
                        <a:buFont typeface="Wingdings" panose="05000000000000000000" pitchFamily="2" charset="2"/>
                        <a:buChar char="ü"/>
                      </a:pPr>
                      <a:r>
                        <a:rPr lang="en-US" sz="1600"/>
                        <a:t>Ab meeting</a:t>
                      </a:r>
                    </a:p>
                  </a:txBody>
                  <a:tcPr anchor="ctr"/>
                </a:tc>
                <a:tc>
                  <a:txBody>
                    <a:bodyPr/>
                    <a:lstStyle/>
                    <a:p>
                      <a:pPr marL="285750" indent="-285750">
                        <a:buFont typeface="Arial" panose="020B0604020202020204"/>
                        <a:buChar char="•"/>
                      </a:pPr>
                      <a:r>
                        <a:rPr lang="en-US" sz="1600"/>
                        <a:t>Engage trial participating PIs</a:t>
                      </a:r>
                    </a:p>
                    <a:p>
                      <a:pPr marL="285750" indent="-285750">
                        <a:buFont typeface="Arial" panose="020B0604020202020204"/>
                        <a:buChar char="•"/>
                      </a:pPr>
                      <a:r>
                        <a:rPr lang="en-US" sz="1600"/>
                        <a:t>Leverage the connection of the PI with experts not participating AIRTIVITY trials for referral </a:t>
                      </a:r>
                    </a:p>
                  </a:txBody>
                  <a:tcPr anchor="ctr"/>
                </a:tc>
                <a:tc>
                  <a:txBody>
                    <a:bodyPr/>
                    <a:lstStyle/>
                    <a:p>
                      <a:r>
                        <a:rPr lang="en-US" sz="1600"/>
                        <a:t>CD&amp;O</a:t>
                      </a:r>
                    </a:p>
                  </a:txBody>
                  <a:tcPr anchor="ctr"/>
                </a:tc>
                <a:extLst>
                  <a:ext uri="{0D108BD9-81ED-4DB2-BD59-A6C34878D82A}">
                    <a16:rowId xmlns:a16="http://schemas.microsoft.com/office/drawing/2014/main" val="2670334848"/>
                  </a:ext>
                </a:extLst>
              </a:tr>
              <a:tr h="1124713">
                <a:tc>
                  <a:txBody>
                    <a:bodyPr/>
                    <a:lstStyle/>
                    <a:p>
                      <a:r>
                        <a:rPr lang="en-US" sz="1600" b="1"/>
                        <a:t>External Promotion:</a:t>
                      </a:r>
                    </a:p>
                    <a:p>
                      <a:pPr marL="285750" indent="-285750">
                        <a:buFont typeface="Wingdings" panose="05000000000000000000" pitchFamily="2" charset="2"/>
                        <a:buChar char="ü"/>
                      </a:pPr>
                      <a:r>
                        <a:rPr lang="en-US" sz="1600"/>
                        <a:t>WeiXin/WeChat official platform</a:t>
                      </a:r>
                    </a:p>
                    <a:p>
                      <a:pPr marL="285750" indent="-285750">
                        <a:buFont typeface="Wingdings" panose="05000000000000000000" pitchFamily="2" charset="2"/>
                        <a:buChar char="ü"/>
                      </a:pPr>
                      <a:r>
                        <a:rPr lang="en-US" sz="1600"/>
                        <a:t>National/Regional Congress/Conference</a:t>
                      </a:r>
                    </a:p>
                  </a:txBody>
                  <a:tcPr anchor="ctr"/>
                </a:tc>
                <a:tc>
                  <a:txBody>
                    <a:bodyPr/>
                    <a:lstStyle/>
                    <a:p>
                      <a:pPr marL="285750" indent="-285750">
                        <a:buFont typeface="Arial" panose="020B0604020202020204"/>
                        <a:buChar char="•"/>
                      </a:pPr>
                      <a:r>
                        <a:rPr lang="en-US" sz="1600"/>
                        <a:t>Increase exposure to external targeted experts/patients </a:t>
                      </a:r>
                    </a:p>
                  </a:txBody>
                  <a:tcPr anchor="ctr"/>
                </a:tc>
                <a:tc>
                  <a:txBody>
                    <a:bodyPr/>
                    <a:lstStyle/>
                    <a:p>
                      <a:r>
                        <a:rPr lang="en-US" sz="1600"/>
                        <a:t>MA</a:t>
                      </a:r>
                    </a:p>
                  </a:txBody>
                  <a:tcPr anchor="ctr"/>
                </a:tc>
                <a:extLst>
                  <a:ext uri="{0D108BD9-81ED-4DB2-BD59-A6C34878D82A}">
                    <a16:rowId xmlns:a16="http://schemas.microsoft.com/office/drawing/2014/main" val="572471236"/>
                  </a:ext>
                </a:extLst>
              </a:tr>
            </a:tbl>
          </a:graphicData>
        </a:graphic>
      </p:graphicFrame>
    </p:spTree>
    <p:extLst>
      <p:ext uri="{BB962C8B-B14F-4D97-AF65-F5344CB8AC3E}">
        <p14:creationId xmlns:p14="http://schemas.microsoft.com/office/powerpoint/2010/main" val="139448965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80E77C-1FED-4A1E-62E9-11C736DB4C9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126DE44A-92B1-332C-B762-A735EA220104}"/>
              </a:ext>
            </a:extLst>
          </p:cNvPr>
          <p:cNvSpPr>
            <a:spLocks noGrp="1"/>
          </p:cNvSpPr>
          <p:nvPr>
            <p:ph type="title"/>
          </p:nvPr>
        </p:nvSpPr>
        <p:spPr>
          <a:xfrm>
            <a:off x="191441" y="78936"/>
            <a:ext cx="11233151" cy="720000"/>
          </a:xfrm>
        </p:spPr>
        <p:txBody>
          <a:bodyPr/>
          <a:lstStyle/>
          <a:p>
            <a:r>
              <a:rPr lang="de-AT" altLang="zh-CN">
                <a:solidFill>
                  <a:schemeClr val="bg2">
                    <a:lumMod val="90000"/>
                    <a:lumOff val="10000"/>
                  </a:schemeClr>
                </a:solidFill>
              </a:rPr>
              <a:t>BI 3000202 (cGAS inhi) in SLE (1509-0004, ph2)</a:t>
            </a:r>
            <a:br>
              <a:rPr lang="de-AT" altLang="zh-CN">
                <a:solidFill>
                  <a:schemeClr val="bg2">
                    <a:lumMod val="90000"/>
                    <a:lumOff val="10000"/>
                  </a:schemeClr>
                </a:solidFill>
              </a:rPr>
            </a:br>
            <a:r>
              <a:rPr lang="en-US" altLang="zh-CN"/>
              <a:t>Timeline / Current status_7Jan2026</a:t>
            </a:r>
            <a:endParaRPr lang="zh-CN" altLang="en-US"/>
          </a:p>
        </p:txBody>
      </p:sp>
      <p:sp>
        <p:nvSpPr>
          <p:cNvPr id="5" name="灯片编号占位符 4">
            <a:extLst>
              <a:ext uri="{FF2B5EF4-FFF2-40B4-BE49-F238E27FC236}">
                <a16:creationId xmlns:a16="http://schemas.microsoft.com/office/drawing/2014/main" id="{BDED085D-C041-2565-8B83-49951D065712}"/>
              </a:ext>
            </a:extLst>
          </p:cNvPr>
          <p:cNvSpPr>
            <a:spLocks noGrp="1"/>
          </p:cNvSpPr>
          <p:nvPr>
            <p:ph type="sldNum" sz="quarter" idx="11"/>
          </p:nvPr>
        </p:nvSpPr>
        <p:spPr/>
        <p:txBody>
          <a:bodyPr/>
          <a:lstStyle/>
          <a:p>
            <a:fld id="{8FF9B0DE-3FEB-4AA0-B465-B80EF7C1333D}" type="slidenum">
              <a:rPr lang="en-US" smtClean="0"/>
              <a:pPr/>
              <a:t>64</a:t>
            </a:fld>
            <a:endParaRPr lang="en-US"/>
          </a:p>
        </p:txBody>
      </p:sp>
      <p:graphicFrame>
        <p:nvGraphicFramePr>
          <p:cNvPr id="6" name="表格 5">
            <a:extLst>
              <a:ext uri="{FF2B5EF4-FFF2-40B4-BE49-F238E27FC236}">
                <a16:creationId xmlns:a16="http://schemas.microsoft.com/office/drawing/2014/main" id="{AE1A274E-2A0F-E296-8270-0BDA7A805E19}"/>
              </a:ext>
            </a:extLst>
          </p:cNvPr>
          <p:cNvGraphicFramePr>
            <a:graphicFrameLocks noGrp="1"/>
          </p:cNvGraphicFramePr>
          <p:nvPr>
            <p:extLst>
              <p:ext uri="{D42A27DB-BD31-4B8C-83A1-F6EECF244321}">
                <p14:modId xmlns:p14="http://schemas.microsoft.com/office/powerpoint/2010/main" val="3428413192"/>
              </p:ext>
            </p:extLst>
          </p:nvPr>
        </p:nvGraphicFramePr>
        <p:xfrm>
          <a:off x="1941337" y="937284"/>
          <a:ext cx="8486857" cy="4896197"/>
        </p:xfrm>
        <a:graphic>
          <a:graphicData uri="http://schemas.openxmlformats.org/drawingml/2006/table">
            <a:tbl>
              <a:tblPr firstRow="1" firstCol="1" bandRow="1">
                <a:tableStyleId>{72833802-FEF1-4C79-8D5D-14CF1EAF98D9}</a:tableStyleId>
              </a:tblPr>
              <a:tblGrid>
                <a:gridCol w="1708819">
                  <a:extLst>
                    <a:ext uri="{9D8B030D-6E8A-4147-A177-3AD203B41FA5}">
                      <a16:colId xmlns:a16="http://schemas.microsoft.com/office/drawing/2014/main" val="2857883068"/>
                    </a:ext>
                  </a:extLst>
                </a:gridCol>
                <a:gridCol w="1382292">
                  <a:extLst>
                    <a:ext uri="{9D8B030D-6E8A-4147-A177-3AD203B41FA5}">
                      <a16:colId xmlns:a16="http://schemas.microsoft.com/office/drawing/2014/main" val="138282354"/>
                    </a:ext>
                  </a:extLst>
                </a:gridCol>
                <a:gridCol w="1175493">
                  <a:extLst>
                    <a:ext uri="{9D8B030D-6E8A-4147-A177-3AD203B41FA5}">
                      <a16:colId xmlns:a16="http://schemas.microsoft.com/office/drawing/2014/main" val="2213218023"/>
                    </a:ext>
                  </a:extLst>
                </a:gridCol>
                <a:gridCol w="1440749">
                  <a:extLst>
                    <a:ext uri="{9D8B030D-6E8A-4147-A177-3AD203B41FA5}">
                      <a16:colId xmlns:a16="http://schemas.microsoft.com/office/drawing/2014/main" val="2691935666"/>
                    </a:ext>
                  </a:extLst>
                </a:gridCol>
                <a:gridCol w="1299255">
                  <a:extLst>
                    <a:ext uri="{9D8B030D-6E8A-4147-A177-3AD203B41FA5}">
                      <a16:colId xmlns:a16="http://schemas.microsoft.com/office/drawing/2014/main" val="2569668123"/>
                    </a:ext>
                  </a:extLst>
                </a:gridCol>
                <a:gridCol w="1480249">
                  <a:extLst>
                    <a:ext uri="{9D8B030D-6E8A-4147-A177-3AD203B41FA5}">
                      <a16:colId xmlns:a16="http://schemas.microsoft.com/office/drawing/2014/main" val="472454768"/>
                    </a:ext>
                  </a:extLst>
                </a:gridCol>
              </a:tblGrid>
              <a:tr h="448938">
                <a:tc rowSpan="2">
                  <a:txBody>
                    <a:bodyPr/>
                    <a:lstStyle/>
                    <a:p>
                      <a:pPr algn="ctr">
                        <a:lnSpc>
                          <a:spcPct val="100000"/>
                        </a:lnSpc>
                        <a:buNone/>
                      </a:pPr>
                      <a:r>
                        <a:rPr lang="en-US" sz="900" kern="100">
                          <a:effectLst/>
                          <a:latin typeface="Calibri" panose="020F0502020204030204" pitchFamily="34" charset="0"/>
                          <a:ea typeface="Calibri" panose="020F0502020204030204" pitchFamily="34" charset="0"/>
                          <a:cs typeface="Calibri" panose="020F0502020204030204" pitchFamily="34" charset="0"/>
                        </a:rPr>
                        <a:t>Milestones</a:t>
                      </a:r>
                      <a:endParaRPr lang="zh-CN" sz="12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algn="ctr">
                        <a:lnSpc>
                          <a:spcPct val="100000"/>
                        </a:lnSpc>
                        <a:buNone/>
                      </a:pPr>
                      <a:r>
                        <a:rPr lang="en-US" sz="900" kern="100">
                          <a:effectLst/>
                        </a:rPr>
                        <a:t>Global</a:t>
                      </a:r>
                      <a:endParaRPr lang="zh-CN" sz="1200" kern="100">
                        <a:effectLst/>
                        <a:latin typeface="DengXian" panose="02010600030101010101" pitchFamily="2" charset="-122"/>
                        <a:ea typeface="DengXian" panose="02010600030101010101" pitchFamily="2" charset="-122"/>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ltLang="en-US"/>
                    </a:p>
                  </a:txBody>
                  <a:tcPr/>
                </a:tc>
                <a:tc gridSpan="3">
                  <a:txBody>
                    <a:bodyPr/>
                    <a:lstStyle/>
                    <a:p>
                      <a:pPr algn="ctr">
                        <a:lnSpc>
                          <a:spcPct val="100000"/>
                        </a:lnSpc>
                        <a:buNone/>
                      </a:pPr>
                      <a:r>
                        <a:rPr lang="en-US" sz="900" kern="100">
                          <a:effectLst/>
                        </a:rPr>
                        <a:t>China</a:t>
                      </a:r>
                      <a:endParaRPr lang="zh-CN" altLang="en-US" sz="1200" kern="100">
                        <a:effectLst/>
                        <a:latin typeface="DengXian" panose="02010600030101010101" pitchFamily="2" charset="-122"/>
                        <a:ea typeface="DengXian" panose="02010600030101010101" pitchFamily="2" charset="-122"/>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lt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zh-CN" altLang="en-US"/>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93892230"/>
                  </a:ext>
                </a:extLst>
              </a:tr>
              <a:tr h="365560">
                <a:tc vMerge="1">
                  <a:txBody>
                    <a:bodyPr/>
                    <a:lstStyle/>
                    <a:p>
                      <a:endParaRPr lang="zh-CN" altLang="en-US"/>
                    </a:p>
                  </a:txBody>
                  <a:tcPr/>
                </a:tc>
                <a:tc>
                  <a:txBody>
                    <a:bodyPr/>
                    <a:lstStyle/>
                    <a:p>
                      <a:pPr marL="0" algn="ctr" defTabSz="914400" rtl="0" eaLnBrk="1" latinLnBrk="0" hangingPunct="1">
                        <a:lnSpc>
                          <a:spcPct val="100000"/>
                        </a:lnSpc>
                        <a:buNone/>
                      </a:pPr>
                      <a:r>
                        <a:rPr lang="en-US" sz="1200" b="1" kern="100">
                          <a:solidFill>
                            <a:schemeClr val="bg1"/>
                          </a:solidFill>
                          <a:effectLst/>
                          <a:latin typeface="Calibri" panose="020F0502020204030204" pitchFamily="34" charset="0"/>
                          <a:ea typeface="Calibri" panose="020F0502020204030204" pitchFamily="34" charset="0"/>
                          <a:cs typeface="Calibri" panose="020F0502020204030204" pitchFamily="34" charset="0"/>
                        </a:rPr>
                        <a:t>Planned date</a:t>
                      </a:r>
                      <a:endParaRPr lang="zh-CN" altLang="en-US" sz="1200" b="1" kern="100">
                        <a:solidFill>
                          <a:schemeClr val="bg1"/>
                        </a:solidFill>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marL="0" algn="ctr" defTabSz="914400" rtl="0" eaLnBrk="1" latinLnBrk="0" hangingPunct="1">
                        <a:lnSpc>
                          <a:spcPct val="100000"/>
                        </a:lnSpc>
                        <a:buNone/>
                      </a:pPr>
                      <a:r>
                        <a:rPr lang="en-US" sz="1200" b="1" kern="100">
                          <a:solidFill>
                            <a:schemeClr val="bg1"/>
                          </a:solidFill>
                          <a:effectLst/>
                          <a:latin typeface="Calibri" panose="020F0502020204030204" pitchFamily="34" charset="0"/>
                          <a:ea typeface="Calibri" panose="020F0502020204030204" pitchFamily="34" charset="0"/>
                          <a:cs typeface="Calibri" panose="020F0502020204030204" pitchFamily="34" charset="0"/>
                        </a:rPr>
                        <a:t>Actual date</a:t>
                      </a:r>
                      <a:endParaRPr lang="zh-CN" altLang="en-US" sz="1200" b="1" kern="100">
                        <a:solidFill>
                          <a:schemeClr val="bg1"/>
                        </a:solidFill>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marL="0" algn="ctr" defTabSz="914400" rtl="0" eaLnBrk="1" latinLnBrk="0" hangingPunct="1">
                        <a:lnSpc>
                          <a:spcPct val="100000"/>
                        </a:lnSpc>
                        <a:buNone/>
                      </a:pPr>
                      <a:r>
                        <a:rPr lang="en-US" altLang="zh-CN" sz="1200" b="1" kern="100">
                          <a:solidFill>
                            <a:schemeClr val="bg1"/>
                          </a:solidFill>
                          <a:effectLst/>
                          <a:latin typeface="Calibri" panose="020F0502020204030204" pitchFamily="34" charset="0"/>
                          <a:ea typeface="DengXian" panose="02010600030101010101" pitchFamily="2" charset="-122"/>
                          <a:cs typeface="Calibri" panose="020F0502020204030204" pitchFamily="34" charset="0"/>
                        </a:rPr>
                        <a:t>30 CTA accelerate process</a:t>
                      </a:r>
                      <a:endParaRPr lang="zh-CN" altLang="en-US" sz="1200" b="1" kern="100">
                        <a:solidFill>
                          <a:schemeClr val="bg1"/>
                        </a:solidFill>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marL="0" algn="ctr" defTabSz="914400" rtl="0" eaLnBrk="1" latinLnBrk="0" hangingPunct="1">
                        <a:lnSpc>
                          <a:spcPct val="100000"/>
                        </a:lnSpc>
                        <a:buNone/>
                      </a:pPr>
                      <a:r>
                        <a:rPr lang="en-US" sz="1200" b="1" kern="100">
                          <a:solidFill>
                            <a:schemeClr val="bg1"/>
                          </a:solidFill>
                          <a:effectLst/>
                          <a:latin typeface="Calibri" panose="020F0502020204030204" pitchFamily="34" charset="0"/>
                          <a:ea typeface="DengXian" panose="02010600030101010101" pitchFamily="2" charset="-122"/>
                          <a:cs typeface="Calibri" panose="020F0502020204030204" pitchFamily="34" charset="0"/>
                        </a:rPr>
                        <a:t>Original </a:t>
                      </a:r>
                    </a:p>
                    <a:p>
                      <a:pPr marL="0" algn="ctr" defTabSz="914400" rtl="0" eaLnBrk="1" latinLnBrk="0" hangingPunct="1">
                        <a:lnSpc>
                          <a:spcPct val="100000"/>
                        </a:lnSpc>
                        <a:buNone/>
                      </a:pPr>
                      <a:r>
                        <a:rPr lang="en-US" sz="1200" b="1" kern="100">
                          <a:solidFill>
                            <a:schemeClr val="bg1"/>
                          </a:solidFill>
                          <a:effectLst/>
                          <a:latin typeface="Calibri" panose="020F0502020204030204" pitchFamily="34" charset="0"/>
                          <a:ea typeface="DengXian" panose="02010600030101010101" pitchFamily="2" charset="-122"/>
                          <a:cs typeface="Calibri" panose="020F0502020204030204" pitchFamily="34" charset="0"/>
                        </a:rPr>
                        <a:t>planned date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marL="0" algn="ctr" defTabSz="914400" rtl="0" eaLnBrk="1" latinLnBrk="0" hangingPunct="1">
                        <a:lnSpc>
                          <a:spcPct val="100000"/>
                        </a:lnSpc>
                        <a:buNone/>
                      </a:pPr>
                      <a:r>
                        <a:rPr lang="en-US" sz="1200" b="1" kern="100">
                          <a:solidFill>
                            <a:schemeClr val="bg1"/>
                          </a:solidFill>
                          <a:effectLst/>
                          <a:latin typeface="Calibri" panose="020F0502020204030204" pitchFamily="34" charset="0"/>
                          <a:ea typeface="DengXian" panose="02010600030101010101" pitchFamily="2" charset="-122"/>
                          <a:cs typeface="Calibri" panose="020F0502020204030204" pitchFamily="34" charset="0"/>
                        </a:rPr>
                        <a:t>Actual date</a:t>
                      </a:r>
                      <a:endParaRPr lang="zh-CN" altLang="en-US" sz="1200" b="1" kern="100">
                        <a:solidFill>
                          <a:schemeClr val="bg1"/>
                        </a:solidFill>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2415115922"/>
                  </a:ext>
                </a:extLst>
              </a:tr>
              <a:tr h="321587">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TDO Final</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06-Oct-25</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06-Oct-25 </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kern="100">
                          <a:solidFill>
                            <a:schemeClr val="tx1"/>
                          </a:solidFill>
                          <a:effectLst/>
                          <a:latin typeface="Calibri" panose="020F0502020204030204" pitchFamily="34" charset="0"/>
                          <a:ea typeface="Calibri" panose="020F0502020204030204" pitchFamily="34" charset="0"/>
                          <a:cs typeface="Calibri" panose="020F0502020204030204" pitchFamily="34" charset="0"/>
                        </a:rPr>
                        <a:t>/</a:t>
                      </a:r>
                      <a:endParaRPr lang="zh-CN" altLang="en-US" sz="1000" b="1" kern="100">
                        <a:solidFill>
                          <a:schemeClr val="tx1"/>
                        </a:solidFill>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solidFill>
                            <a:schemeClr val="tx1"/>
                          </a:solidFill>
                          <a:effectLst/>
                          <a:latin typeface="Calibri" panose="020F0502020204030204" pitchFamily="34" charset="0"/>
                          <a:ea typeface="Calibri" panose="020F0502020204030204" pitchFamily="34" charset="0"/>
                          <a:cs typeface="Calibri" panose="020F0502020204030204" pitchFamily="34" charset="0"/>
                        </a:rPr>
                        <a:t>/</a:t>
                      </a:r>
                      <a:endParaRPr lang="zh-CN" altLang="en-US" sz="1000" kern="100">
                        <a:solidFill>
                          <a:schemeClr val="tx1"/>
                        </a:solidFill>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b="1" kern="100">
                          <a:solidFill>
                            <a:schemeClr val="tx1"/>
                          </a:solidFill>
                          <a:effectLst/>
                          <a:latin typeface="Calibri" panose="020F0502020204030204" pitchFamily="34" charset="0"/>
                          <a:ea typeface="Calibri" panose="020F0502020204030204" pitchFamily="34" charset="0"/>
                          <a:cs typeface="Calibri" panose="020F0502020204030204" pitchFamily="34" charset="0"/>
                        </a:rPr>
                        <a:t>/</a:t>
                      </a:r>
                      <a:endParaRPr lang="zh-CN" altLang="en-US" sz="1000" b="1" kern="100">
                        <a:solidFill>
                          <a:schemeClr val="tx1"/>
                        </a:solidFill>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23824964"/>
                  </a:ext>
                </a:extLst>
              </a:tr>
              <a:tr h="313326">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Final Protocol</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17-Nov-25</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 18-N</a:t>
                      </a:r>
                      <a:r>
                        <a:rPr lang="en-US" altLang="zh-CN" sz="1000" kern="100">
                          <a:effectLst/>
                          <a:latin typeface="Calibri" panose="020F0502020204030204" pitchFamily="34" charset="0"/>
                          <a:ea typeface="Calibri" panose="020F0502020204030204" pitchFamily="34" charset="0"/>
                          <a:cs typeface="Calibri" panose="020F0502020204030204" pitchFamily="34" charset="0"/>
                        </a:rPr>
                        <a:t>ov-25</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b="1" kern="100">
                          <a:effectLst/>
                          <a:latin typeface="Calibri" panose="020F0502020204030204" pitchFamily="34" charset="0"/>
                          <a:ea typeface="Calibri" panose="020F0502020204030204" pitchFamily="34" charset="0"/>
                          <a:cs typeface="Calibri" panose="020F0502020204030204" pitchFamily="34" charset="0"/>
                        </a:rPr>
                        <a:t>17-Nov-25</a:t>
                      </a:r>
                      <a:endParaRPr lang="zh-CN" sz="1400" b="1"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 17-N</a:t>
                      </a:r>
                      <a:r>
                        <a:rPr lang="en-US" altLang="zh-CN" sz="1000" kern="100">
                          <a:effectLst/>
                          <a:latin typeface="Calibri" panose="020F0502020204030204" pitchFamily="34" charset="0"/>
                          <a:ea typeface="Calibri" panose="020F0502020204030204" pitchFamily="34" charset="0"/>
                          <a:cs typeface="Calibri" panose="020F0502020204030204" pitchFamily="34" charset="0"/>
                        </a:rPr>
                        <a:t>ov-25</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b="1" kern="100">
                          <a:effectLst/>
                          <a:latin typeface="Calibri" panose="020F0502020204030204" pitchFamily="34" charset="0"/>
                          <a:ea typeface="Calibri" panose="020F0502020204030204" pitchFamily="34" charset="0"/>
                          <a:cs typeface="Calibri" panose="020F0502020204030204" pitchFamily="34" charset="0"/>
                        </a:rPr>
                        <a:t>18-Nov-25 </a:t>
                      </a:r>
                      <a:endParaRPr lang="zh-CN" sz="1400" b="1"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83601034"/>
                  </a:ext>
                </a:extLst>
              </a:tr>
              <a:tr h="313326">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First EC submission</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22-Dec-25 </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17-Dec-25 </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altLang="zh-CN" sz="1000" b="1" kern="100">
                          <a:solidFill>
                            <a:schemeClr val="tx1"/>
                          </a:solidFill>
                          <a:effectLst/>
                          <a:latin typeface="Calibri" panose="020F0502020204030204" pitchFamily="34" charset="0"/>
                          <a:ea typeface="Calibri" panose="020F0502020204030204" pitchFamily="34" charset="0"/>
                          <a:cs typeface="Calibri" panose="020F0502020204030204" pitchFamily="34" charset="0"/>
                        </a:rPr>
                        <a:t>5-Jan-26</a:t>
                      </a:r>
                      <a:endParaRPr lang="zh-CN" altLang="en-US" sz="1000" b="1" kern="100">
                        <a:solidFill>
                          <a:schemeClr val="tx1"/>
                        </a:solidFill>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altLang="zh-CN" sz="1000" kern="100">
                          <a:solidFill>
                            <a:schemeClr val="tx1"/>
                          </a:solidFill>
                          <a:effectLst/>
                          <a:latin typeface="Calibri" panose="020F0502020204030204" pitchFamily="34" charset="0"/>
                          <a:ea typeface="Calibri" panose="020F0502020204030204" pitchFamily="34" charset="0"/>
                          <a:cs typeface="Calibri" panose="020F0502020204030204" pitchFamily="34" charset="0"/>
                        </a:rPr>
                        <a:t>12-Jan-26</a:t>
                      </a:r>
                      <a:endParaRPr lang="zh-CN" altLang="en-US" sz="1000" kern="100">
                        <a:solidFill>
                          <a:schemeClr val="tx1"/>
                        </a:solidFill>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b="1" kern="100">
                          <a:effectLst/>
                          <a:latin typeface="Calibri" panose="020F0502020204030204" pitchFamily="34" charset="0"/>
                          <a:ea typeface="Calibri" panose="020F0502020204030204" pitchFamily="34" charset="0"/>
                          <a:cs typeface="Calibri" panose="020F0502020204030204" pitchFamily="34" charset="0"/>
                        </a:rPr>
                        <a:t>30-Dec-25</a:t>
                      </a:r>
                      <a:endParaRPr lang="zh-CN" sz="1400" b="1"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278467"/>
                  </a:ext>
                </a:extLst>
              </a:tr>
              <a:tr h="313326">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CTA submission</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22-Dec-25</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17-Dec-25 </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altLang="zh-CN" sz="1000" b="1" kern="100">
                          <a:solidFill>
                            <a:schemeClr val="tx1"/>
                          </a:solidFill>
                          <a:effectLst/>
                          <a:latin typeface="Calibri" panose="020F0502020204030204" pitchFamily="34" charset="0"/>
                          <a:ea typeface="Calibri" panose="020F0502020204030204" pitchFamily="34" charset="0"/>
                          <a:cs typeface="Calibri" panose="020F0502020204030204" pitchFamily="34" charset="0"/>
                        </a:rPr>
                        <a:t>19-Jan-26</a:t>
                      </a:r>
                      <a:endParaRPr lang="zh-CN" altLang="en-US" sz="1000" b="1" kern="100">
                        <a:solidFill>
                          <a:schemeClr val="tx1"/>
                        </a:solidFill>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solidFill>
                            <a:schemeClr val="tx1"/>
                          </a:solidFill>
                          <a:effectLst/>
                          <a:latin typeface="Calibri" panose="020F0502020204030204" pitchFamily="34" charset="0"/>
                          <a:ea typeface="Calibri" panose="020F0502020204030204" pitchFamily="34" charset="0"/>
                          <a:cs typeface="Calibri" panose="020F0502020204030204" pitchFamily="34" charset="0"/>
                        </a:rPr>
                        <a:t>22-Dec-25</a:t>
                      </a:r>
                      <a:endParaRPr lang="zh-CN" altLang="en-US" sz="1000" kern="100">
                        <a:solidFill>
                          <a:schemeClr val="tx1"/>
                        </a:solidFill>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b="1" kern="100">
                          <a:effectLst/>
                          <a:latin typeface="Calibri" panose="020F0502020204030204" pitchFamily="34" charset="0"/>
                          <a:ea typeface="Calibri" panose="020F0502020204030204" pitchFamily="34" charset="0"/>
                          <a:cs typeface="Calibri" panose="020F0502020204030204" pitchFamily="34" charset="0"/>
                        </a:rPr>
                        <a:t> </a:t>
                      </a:r>
                      <a:endParaRPr lang="zh-CN" sz="1400" b="1"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7281088"/>
                  </a:ext>
                </a:extLst>
              </a:tr>
              <a:tr h="313326">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First EC approval</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 04-Feb-26</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 </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altLang="zh-CN" sz="1000" b="1" kern="100">
                          <a:solidFill>
                            <a:schemeClr val="tx1"/>
                          </a:solidFill>
                          <a:effectLst/>
                          <a:latin typeface="Calibri" panose="020F0502020204030204" pitchFamily="34" charset="0"/>
                          <a:ea typeface="Calibri" panose="020F0502020204030204" pitchFamily="34" charset="0"/>
                          <a:cs typeface="Calibri" panose="020F0502020204030204" pitchFamily="34" charset="0"/>
                        </a:rPr>
                        <a:t>6-Feb-26</a:t>
                      </a:r>
                      <a:endParaRPr lang="zh-CN" altLang="en-US" sz="1000" b="1" kern="100">
                        <a:solidFill>
                          <a:schemeClr val="tx1"/>
                        </a:solidFill>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altLang="zh-CN" sz="1000" kern="100">
                          <a:solidFill>
                            <a:schemeClr val="tx1"/>
                          </a:solidFill>
                          <a:effectLst/>
                          <a:latin typeface="Calibri" panose="020F0502020204030204" pitchFamily="34" charset="0"/>
                          <a:ea typeface="DengXian" panose="02010600030101010101" pitchFamily="2" charset="-122"/>
                          <a:cs typeface="Calibri" panose="020F0502020204030204" pitchFamily="34" charset="0"/>
                        </a:rPr>
                        <a:t>28-Feb-26</a:t>
                      </a:r>
                      <a:endParaRPr lang="zh-CN" altLang="en-US" sz="1000" kern="100">
                        <a:solidFill>
                          <a:schemeClr val="tx1"/>
                        </a:solidFill>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b="1" kern="100">
                          <a:effectLst/>
                          <a:latin typeface="Calibri" panose="020F0502020204030204" pitchFamily="34" charset="0"/>
                          <a:ea typeface="Calibri" panose="020F0502020204030204" pitchFamily="34" charset="0"/>
                          <a:cs typeface="Calibri" panose="020F0502020204030204" pitchFamily="34" charset="0"/>
                        </a:rPr>
                        <a:t> </a:t>
                      </a:r>
                      <a:endParaRPr lang="zh-CN" sz="1400" b="1"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61488288"/>
                  </a:ext>
                </a:extLst>
              </a:tr>
              <a:tr h="313326">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CTA approval</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11-Feb-26</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 </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altLang="zh-CN" sz="1000" b="1" kern="100">
                          <a:solidFill>
                            <a:schemeClr val="tx1"/>
                          </a:solidFill>
                          <a:effectLst/>
                          <a:latin typeface="Calibri" panose="020F0502020204030204" pitchFamily="34" charset="0"/>
                          <a:ea typeface="Calibri" panose="020F0502020204030204" pitchFamily="34" charset="0"/>
                          <a:cs typeface="Calibri" panose="020F0502020204030204" pitchFamily="34" charset="0"/>
                        </a:rPr>
                        <a:t>6-Mar-26</a:t>
                      </a:r>
                      <a:endParaRPr lang="zh-CN" altLang="en-US" sz="1000" b="1" kern="100">
                        <a:solidFill>
                          <a:schemeClr val="tx1"/>
                        </a:solidFill>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altLang="zh-CN" sz="1000" kern="100">
                          <a:solidFill>
                            <a:schemeClr val="tx1"/>
                          </a:solidFill>
                          <a:effectLst/>
                          <a:latin typeface="Calibri" panose="020F0502020204030204" pitchFamily="34" charset="0"/>
                          <a:ea typeface="Calibri" panose="020F0502020204030204" pitchFamily="34" charset="0"/>
                          <a:cs typeface="Calibri" panose="020F0502020204030204" pitchFamily="34" charset="0"/>
                        </a:rPr>
                        <a:t>31-Mar-26</a:t>
                      </a:r>
                      <a:endParaRPr lang="zh-CN" altLang="en-US" sz="1000" kern="100">
                        <a:solidFill>
                          <a:schemeClr val="tx1"/>
                        </a:solidFill>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b="1" kern="100">
                          <a:effectLst/>
                          <a:latin typeface="Calibri" panose="020F0502020204030204" pitchFamily="34" charset="0"/>
                          <a:ea typeface="Calibri" panose="020F0502020204030204" pitchFamily="34" charset="0"/>
                          <a:cs typeface="Calibri" panose="020F0502020204030204" pitchFamily="34" charset="0"/>
                        </a:rPr>
                        <a:t> </a:t>
                      </a:r>
                      <a:endParaRPr lang="zh-CN" sz="1400" b="1"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75575799"/>
                  </a:ext>
                </a:extLst>
              </a:tr>
              <a:tr h="313326">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HGRAC submission</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altLang="zh-CN" sz="1000" b="1" kern="100">
                          <a:solidFill>
                            <a:schemeClr val="tx1"/>
                          </a:solidFill>
                          <a:effectLst/>
                          <a:latin typeface="Calibri" panose="020F0502020204030204" pitchFamily="34" charset="0"/>
                          <a:ea typeface="Calibri" panose="020F0502020204030204" pitchFamily="34" charset="0"/>
                          <a:cs typeface="Calibri" panose="020F0502020204030204" pitchFamily="34" charset="0"/>
                        </a:rPr>
                        <a:t>16-Mar-26</a:t>
                      </a:r>
                      <a:endParaRPr lang="zh-CN" altLang="en-US" sz="1000" b="1" kern="100">
                        <a:solidFill>
                          <a:schemeClr val="tx1"/>
                        </a:solidFill>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altLang="zh-CN" sz="1000" kern="100">
                          <a:solidFill>
                            <a:schemeClr val="tx1"/>
                          </a:solidFill>
                          <a:effectLst/>
                          <a:latin typeface="Calibri" panose="020F0502020204030204" pitchFamily="34" charset="0"/>
                          <a:ea typeface="DengXian" panose="02010600030101010101" pitchFamily="2" charset="-122"/>
                          <a:cs typeface="Calibri" panose="020F0502020204030204" pitchFamily="34" charset="0"/>
                        </a:rPr>
                        <a:t>15-Apr-26</a:t>
                      </a:r>
                      <a:endParaRPr lang="zh-CN" altLang="en-US" sz="1000" kern="100">
                        <a:solidFill>
                          <a:schemeClr val="tx1"/>
                        </a:solidFill>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b="1" kern="100">
                          <a:effectLst/>
                          <a:latin typeface="Calibri" panose="020F0502020204030204" pitchFamily="34" charset="0"/>
                          <a:ea typeface="Calibri" panose="020F0502020204030204" pitchFamily="34" charset="0"/>
                          <a:cs typeface="Calibri" panose="020F0502020204030204" pitchFamily="34" charset="0"/>
                        </a:rPr>
                        <a:t> </a:t>
                      </a:r>
                      <a:endParaRPr lang="zh-CN" sz="1400" b="1"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5074336"/>
                  </a:ext>
                </a:extLst>
              </a:tr>
              <a:tr h="313326">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HGRAC approval</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altLang="zh-CN" sz="1000" b="1" kern="100">
                          <a:solidFill>
                            <a:schemeClr val="tx1"/>
                          </a:solidFill>
                          <a:effectLst/>
                          <a:latin typeface="Calibri" panose="020F0502020204030204" pitchFamily="34" charset="0"/>
                          <a:ea typeface="Calibri" panose="020F0502020204030204" pitchFamily="34" charset="0"/>
                          <a:cs typeface="Calibri" panose="020F0502020204030204" pitchFamily="34" charset="0"/>
                        </a:rPr>
                        <a:t>23-Apr-26</a:t>
                      </a:r>
                      <a:endParaRPr lang="zh-CN" altLang="en-US" sz="1000" b="1" kern="100">
                        <a:solidFill>
                          <a:schemeClr val="tx1"/>
                        </a:solidFill>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altLang="zh-CN" sz="1000" kern="100">
                          <a:solidFill>
                            <a:schemeClr val="tx1"/>
                          </a:solidFill>
                          <a:effectLst/>
                          <a:latin typeface="Calibri" panose="020F0502020204030204" pitchFamily="34" charset="0"/>
                          <a:ea typeface="DengXian" panose="02010600030101010101" pitchFamily="2" charset="-122"/>
                          <a:cs typeface="Calibri" panose="020F0502020204030204" pitchFamily="34" charset="0"/>
                        </a:rPr>
                        <a:t>25-May-26</a:t>
                      </a:r>
                      <a:endParaRPr lang="zh-CN" altLang="en-US" sz="1000" kern="100">
                        <a:solidFill>
                          <a:schemeClr val="tx1"/>
                        </a:solidFill>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b="1" kern="100">
                          <a:effectLst/>
                          <a:latin typeface="Calibri" panose="020F0502020204030204" pitchFamily="34" charset="0"/>
                          <a:ea typeface="Calibri" panose="020F0502020204030204" pitchFamily="34" charset="0"/>
                          <a:cs typeface="Calibri" panose="020F0502020204030204" pitchFamily="34" charset="0"/>
                        </a:rPr>
                        <a:t> </a:t>
                      </a:r>
                      <a:endParaRPr lang="zh-CN" sz="1400" b="1"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88911600"/>
                  </a:ext>
                </a:extLst>
              </a:tr>
              <a:tr h="313326">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First SIV</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 06-Apr-26</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 </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altLang="zh-CN" sz="1000" b="1" kern="100">
                          <a:solidFill>
                            <a:schemeClr val="tx1"/>
                          </a:solidFill>
                          <a:effectLst/>
                          <a:latin typeface="Calibri" panose="020F0502020204030204" pitchFamily="34" charset="0"/>
                          <a:ea typeface="Calibri" panose="020F0502020204030204" pitchFamily="34" charset="0"/>
                          <a:cs typeface="Calibri" panose="020F0502020204030204" pitchFamily="34" charset="0"/>
                        </a:rPr>
                        <a:t>30-Apr-26</a:t>
                      </a:r>
                      <a:endParaRPr lang="zh-CN" altLang="en-US" sz="1000" b="1" kern="100">
                        <a:solidFill>
                          <a:schemeClr val="tx1"/>
                        </a:solidFill>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altLang="zh-CN" sz="1000" kern="100">
                          <a:solidFill>
                            <a:schemeClr val="tx1"/>
                          </a:solidFill>
                          <a:effectLst/>
                          <a:latin typeface="Calibri" panose="020F0502020204030204" pitchFamily="34" charset="0"/>
                          <a:ea typeface="DengXian" panose="02010600030101010101" pitchFamily="2" charset="-122"/>
                          <a:cs typeface="Calibri" panose="020F0502020204030204" pitchFamily="34" charset="0"/>
                        </a:rPr>
                        <a:t>30-May-26</a:t>
                      </a:r>
                      <a:endParaRPr lang="zh-CN" altLang="en-US" sz="1000" kern="100">
                        <a:solidFill>
                          <a:schemeClr val="tx1"/>
                        </a:solidFill>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b="1" kern="100">
                          <a:effectLst/>
                          <a:latin typeface="Calibri" panose="020F0502020204030204" pitchFamily="34" charset="0"/>
                          <a:ea typeface="Calibri" panose="020F0502020204030204" pitchFamily="34" charset="0"/>
                          <a:cs typeface="Calibri" panose="020F0502020204030204" pitchFamily="34" charset="0"/>
                        </a:rPr>
                        <a:t> </a:t>
                      </a:r>
                      <a:endParaRPr lang="zh-CN" sz="1400" b="1"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44140617"/>
                  </a:ext>
                </a:extLst>
              </a:tr>
              <a:tr h="313326">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First Subject Screened</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07-Apr-26 </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 </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altLang="zh-CN" sz="1000" b="1" kern="100">
                          <a:solidFill>
                            <a:schemeClr val="tx1"/>
                          </a:solidFill>
                          <a:effectLst/>
                          <a:latin typeface="Calibri" panose="020F0502020204030204" pitchFamily="34" charset="0"/>
                          <a:ea typeface="Calibri" panose="020F0502020204030204" pitchFamily="34" charset="0"/>
                          <a:cs typeface="Calibri" panose="020F0502020204030204" pitchFamily="34" charset="0"/>
                        </a:rPr>
                        <a:t>15-May-26</a:t>
                      </a:r>
                      <a:endParaRPr lang="zh-CN" altLang="en-US" sz="1000" b="1" kern="100">
                        <a:solidFill>
                          <a:schemeClr val="tx1"/>
                        </a:solidFill>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altLang="zh-CN" sz="1000" kern="100">
                          <a:solidFill>
                            <a:schemeClr val="tx1"/>
                          </a:solidFill>
                          <a:effectLst/>
                          <a:latin typeface="Calibri" panose="020F0502020204030204" pitchFamily="34" charset="0"/>
                          <a:ea typeface="DengXian" panose="02010600030101010101" pitchFamily="2" charset="-122"/>
                          <a:cs typeface="Calibri" panose="020F0502020204030204" pitchFamily="34" charset="0"/>
                        </a:rPr>
                        <a:t>15-Jun-26</a:t>
                      </a:r>
                      <a:endParaRPr lang="zh-CN" altLang="en-US" sz="1000" kern="100">
                        <a:solidFill>
                          <a:schemeClr val="tx1"/>
                        </a:solidFill>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b="1" kern="100">
                          <a:effectLst/>
                          <a:latin typeface="Calibri" panose="020F0502020204030204" pitchFamily="34" charset="0"/>
                          <a:ea typeface="Calibri" panose="020F0502020204030204" pitchFamily="34" charset="0"/>
                          <a:cs typeface="Calibri" panose="020F0502020204030204" pitchFamily="34" charset="0"/>
                        </a:rPr>
                        <a:t> </a:t>
                      </a:r>
                      <a:endParaRPr lang="zh-CN" sz="1400" b="1"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6423211"/>
                  </a:ext>
                </a:extLst>
              </a:tr>
              <a:tr h="313326">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First Subject Randomized</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12-May-26</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 </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altLang="zh-CN" sz="1000" b="1" kern="100">
                          <a:solidFill>
                            <a:schemeClr val="tx1"/>
                          </a:solidFill>
                          <a:effectLst/>
                          <a:latin typeface="Calibri" panose="020F0502020204030204" pitchFamily="34" charset="0"/>
                          <a:ea typeface="Calibri" panose="020F0502020204030204" pitchFamily="34" charset="0"/>
                          <a:cs typeface="Calibri" panose="020F0502020204030204" pitchFamily="34" charset="0"/>
                        </a:rPr>
                        <a:t>15-Jun-26</a:t>
                      </a:r>
                      <a:endParaRPr lang="zh-CN" altLang="en-US" sz="1000" b="1" kern="100">
                        <a:solidFill>
                          <a:schemeClr val="tx1"/>
                        </a:solidFill>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altLang="zh-CN" sz="1000" kern="100">
                          <a:solidFill>
                            <a:schemeClr val="tx1"/>
                          </a:solidFill>
                          <a:effectLst/>
                          <a:latin typeface="Calibri" panose="020F0502020204030204" pitchFamily="34" charset="0"/>
                          <a:ea typeface="DengXian" panose="02010600030101010101" pitchFamily="2" charset="-122"/>
                          <a:cs typeface="Calibri" panose="020F0502020204030204" pitchFamily="34" charset="0"/>
                        </a:rPr>
                        <a:t>15-Jul-26</a:t>
                      </a:r>
                      <a:endParaRPr lang="zh-CN" altLang="en-US" sz="1000" kern="100">
                        <a:solidFill>
                          <a:schemeClr val="tx1"/>
                        </a:solidFill>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b="1" kern="100">
                          <a:effectLst/>
                          <a:latin typeface="Calibri" panose="020F0502020204030204" pitchFamily="34" charset="0"/>
                          <a:ea typeface="Calibri" panose="020F0502020204030204" pitchFamily="34" charset="0"/>
                          <a:cs typeface="Calibri" panose="020F0502020204030204" pitchFamily="34" charset="0"/>
                        </a:rPr>
                        <a:t> </a:t>
                      </a:r>
                      <a:endParaRPr lang="zh-CN" sz="1400" b="1"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2682917"/>
                  </a:ext>
                </a:extLst>
              </a:tr>
              <a:tr h="313326">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Last Subject Randomized</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25-Jun-28</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 </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kern="100">
                          <a:solidFill>
                            <a:schemeClr val="tx1"/>
                          </a:solidFill>
                          <a:effectLst/>
                          <a:latin typeface="Calibri" panose="020F0502020204030204" pitchFamily="34" charset="0"/>
                          <a:ea typeface="Calibri" panose="020F0502020204030204" pitchFamily="34" charset="0"/>
                          <a:cs typeface="Calibri" panose="020F0502020204030204" pitchFamily="34" charset="0"/>
                        </a:rPr>
                        <a:t>25-Jun-28</a:t>
                      </a:r>
                      <a:endParaRPr lang="zh-CN" altLang="zh-CN" sz="1000" b="1" kern="100">
                        <a:solidFill>
                          <a:schemeClr val="tx1"/>
                        </a:solidFill>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solidFill>
                            <a:schemeClr val="tx1"/>
                          </a:solidFill>
                          <a:effectLst/>
                          <a:latin typeface="Calibri" panose="020F0502020204030204" pitchFamily="34" charset="0"/>
                          <a:ea typeface="Calibri" panose="020F0502020204030204" pitchFamily="34" charset="0"/>
                          <a:cs typeface="Calibri" panose="020F0502020204030204" pitchFamily="34" charset="0"/>
                        </a:rPr>
                        <a:t>25-Jun-28</a:t>
                      </a:r>
                      <a:endParaRPr lang="zh-CN" altLang="en-US" sz="1000" kern="100">
                        <a:solidFill>
                          <a:schemeClr val="tx1"/>
                        </a:solidFill>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b="1" kern="100">
                          <a:effectLst/>
                          <a:latin typeface="Calibri" panose="020F0502020204030204" pitchFamily="34" charset="0"/>
                          <a:ea typeface="Calibri" panose="020F0502020204030204" pitchFamily="34" charset="0"/>
                          <a:cs typeface="Calibri" panose="020F0502020204030204" pitchFamily="34" charset="0"/>
                        </a:rPr>
                        <a:t> </a:t>
                      </a:r>
                      <a:endParaRPr lang="zh-CN" sz="1400" b="1"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6699715"/>
                  </a:ext>
                </a:extLst>
              </a:tr>
              <a:tr h="313326">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DBL</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15-Jul-29</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effectLst/>
                          <a:latin typeface="Calibri" panose="020F0502020204030204" pitchFamily="34" charset="0"/>
                          <a:ea typeface="Calibri" panose="020F0502020204030204" pitchFamily="34" charset="0"/>
                          <a:cs typeface="Calibri" panose="020F0502020204030204" pitchFamily="34" charset="0"/>
                        </a:rPr>
                        <a:t> </a:t>
                      </a:r>
                      <a:endParaRPr lang="zh-CN" sz="1400"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b="1" kern="100">
                          <a:solidFill>
                            <a:schemeClr val="tx1"/>
                          </a:solidFill>
                          <a:effectLst/>
                          <a:latin typeface="Calibri" panose="020F0502020204030204" pitchFamily="34" charset="0"/>
                          <a:ea typeface="Calibri" panose="020F0502020204030204" pitchFamily="34" charset="0"/>
                          <a:cs typeface="Calibri" panose="020F0502020204030204" pitchFamily="34" charset="0"/>
                        </a:rPr>
                        <a:t>15-Jul-29</a:t>
                      </a:r>
                      <a:endParaRPr lang="zh-CN" altLang="zh-CN" sz="1000" b="1" kern="100">
                        <a:solidFill>
                          <a:schemeClr val="tx1"/>
                        </a:solidFill>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kern="100">
                          <a:solidFill>
                            <a:schemeClr val="tx1"/>
                          </a:solidFill>
                          <a:effectLst/>
                          <a:latin typeface="Calibri" panose="020F0502020204030204" pitchFamily="34" charset="0"/>
                          <a:ea typeface="Calibri" panose="020F0502020204030204" pitchFamily="34" charset="0"/>
                          <a:cs typeface="Calibri" panose="020F0502020204030204" pitchFamily="34" charset="0"/>
                        </a:rPr>
                        <a:t>15-Jul-29</a:t>
                      </a:r>
                      <a:endParaRPr lang="zh-CN" altLang="en-US" sz="1000" kern="100">
                        <a:solidFill>
                          <a:schemeClr val="tx1"/>
                        </a:solidFill>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00000"/>
                        </a:lnSpc>
                        <a:buNone/>
                      </a:pPr>
                      <a:r>
                        <a:rPr lang="en-US" sz="1000" b="1" kern="100">
                          <a:effectLst/>
                          <a:latin typeface="Calibri" panose="020F0502020204030204" pitchFamily="34" charset="0"/>
                          <a:ea typeface="Calibri" panose="020F0502020204030204" pitchFamily="34" charset="0"/>
                          <a:cs typeface="Calibri" panose="020F0502020204030204" pitchFamily="34" charset="0"/>
                        </a:rPr>
                        <a:t> </a:t>
                      </a:r>
                      <a:endParaRPr lang="zh-CN" sz="1400" b="1" kern="100">
                        <a:effectLst/>
                        <a:latin typeface="Calibri" panose="020F0502020204030204" pitchFamily="34" charset="0"/>
                        <a:ea typeface="DengXian" panose="02010600030101010101" pitchFamily="2" charset="-122"/>
                        <a:cs typeface="Calibri" panose="020F050202020403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97978475"/>
                  </a:ext>
                </a:extLst>
              </a:tr>
            </a:tbl>
          </a:graphicData>
        </a:graphic>
      </p:graphicFrame>
    </p:spTree>
    <p:extLst>
      <p:ext uri="{BB962C8B-B14F-4D97-AF65-F5344CB8AC3E}">
        <p14:creationId xmlns:p14="http://schemas.microsoft.com/office/powerpoint/2010/main" val="137273568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92DC7-16D8-0DEE-E29A-08DC445C059A}"/>
              </a:ext>
            </a:extLst>
          </p:cNvPr>
          <p:cNvSpPr>
            <a:spLocks noGrp="1"/>
          </p:cNvSpPr>
          <p:nvPr>
            <p:ph type="title"/>
          </p:nvPr>
        </p:nvSpPr>
        <p:spPr/>
        <p:txBody>
          <a:bodyPr/>
          <a:lstStyle/>
          <a:p>
            <a:r>
              <a:rPr lang="en-US"/>
              <a:t>Interaction to align with CDE on China participating in the Global Phase II trial of BI 3000202 in SLE – submitted on 27 May 2025</a:t>
            </a:r>
          </a:p>
        </p:txBody>
      </p:sp>
      <p:sp>
        <p:nvSpPr>
          <p:cNvPr id="5" name="Footer Placeholder 4">
            <a:extLst>
              <a:ext uri="{FF2B5EF4-FFF2-40B4-BE49-F238E27FC236}">
                <a16:creationId xmlns:a16="http://schemas.microsoft.com/office/drawing/2014/main" id="{B2080862-9E3A-EFF9-02FC-20174A907785}"/>
              </a:ext>
            </a:extLst>
          </p:cNvPr>
          <p:cNvSpPr>
            <a:spLocks noGrp="1"/>
          </p:cNvSpPr>
          <p:nvPr>
            <p:ph type="ftr" sz="quarter" idx="19"/>
          </p:nvPr>
        </p:nvSpPr>
        <p:spPr/>
        <p:txBody>
          <a:bodyPr/>
          <a:lstStyle/>
          <a:p>
            <a:r>
              <a:rPr lang="en-US"/>
              <a:t>CDE Feedback – 1509.0004  |    ONLY FOR INTERNAL USE</a:t>
            </a:r>
          </a:p>
        </p:txBody>
      </p:sp>
      <p:sp>
        <p:nvSpPr>
          <p:cNvPr id="6" name="Slide Number Placeholder 5">
            <a:extLst>
              <a:ext uri="{FF2B5EF4-FFF2-40B4-BE49-F238E27FC236}">
                <a16:creationId xmlns:a16="http://schemas.microsoft.com/office/drawing/2014/main" id="{EB2A5ECB-0F0A-F97B-61A2-1B48269C78C4}"/>
              </a:ext>
            </a:extLst>
          </p:cNvPr>
          <p:cNvSpPr>
            <a:spLocks noGrp="1"/>
          </p:cNvSpPr>
          <p:nvPr>
            <p:ph type="sldNum" sz="quarter" idx="20"/>
          </p:nvPr>
        </p:nvSpPr>
        <p:spPr/>
        <p:txBody>
          <a:bodyPr/>
          <a:lstStyle/>
          <a:p>
            <a:fld id="{DF4E8F9F-5B1F-4F5B-BE49-3245D8C18D9F}" type="slidenum">
              <a:rPr lang="en-US" smtClean="0"/>
              <a:pPr/>
              <a:t>65</a:t>
            </a:fld>
            <a:endParaRPr lang="en-US"/>
          </a:p>
        </p:txBody>
      </p:sp>
      <p:graphicFrame>
        <p:nvGraphicFramePr>
          <p:cNvPr id="9" name="Table 8">
            <a:extLst>
              <a:ext uri="{FF2B5EF4-FFF2-40B4-BE49-F238E27FC236}">
                <a16:creationId xmlns:a16="http://schemas.microsoft.com/office/drawing/2014/main" id="{B413327E-A8AB-F2A0-4322-05F4F0401D60}"/>
              </a:ext>
            </a:extLst>
          </p:cNvPr>
          <p:cNvGraphicFramePr>
            <a:graphicFrameLocks noGrp="1"/>
          </p:cNvGraphicFramePr>
          <p:nvPr/>
        </p:nvGraphicFramePr>
        <p:xfrm>
          <a:off x="513833" y="1772909"/>
          <a:ext cx="11164331" cy="4411849"/>
        </p:xfrm>
        <a:graphic>
          <a:graphicData uri="http://schemas.openxmlformats.org/drawingml/2006/table">
            <a:tbl>
              <a:tblPr firstRow="1" bandRow="1">
                <a:tableStyleId>{68D230F3-CF80-4859-8CE7-A43EE81993B5}</a:tableStyleId>
              </a:tblPr>
              <a:tblGrid>
                <a:gridCol w="5586646">
                  <a:extLst>
                    <a:ext uri="{9D8B030D-6E8A-4147-A177-3AD203B41FA5}">
                      <a16:colId xmlns:a16="http://schemas.microsoft.com/office/drawing/2014/main" val="1281572927"/>
                    </a:ext>
                  </a:extLst>
                </a:gridCol>
                <a:gridCol w="5577685">
                  <a:extLst>
                    <a:ext uri="{9D8B030D-6E8A-4147-A177-3AD203B41FA5}">
                      <a16:colId xmlns:a16="http://schemas.microsoft.com/office/drawing/2014/main" val="1538384520"/>
                    </a:ext>
                  </a:extLst>
                </a:gridCol>
              </a:tblGrid>
              <a:tr h="576028">
                <a:tc>
                  <a:txBody>
                    <a:bodyPr/>
                    <a:lstStyle/>
                    <a:p>
                      <a:pPr algn="ctr"/>
                      <a:r>
                        <a:rPr lang="en-US" altLang="zh-CN" sz="1400"/>
                        <a:t>Clinical division</a:t>
                      </a:r>
                    </a:p>
                  </a:txBody>
                  <a:tcPr/>
                </a:tc>
                <a:tc>
                  <a:txBody>
                    <a:bodyPr/>
                    <a:lstStyle/>
                    <a:p>
                      <a:pPr algn="ctr"/>
                      <a:r>
                        <a:rPr lang="en-US" altLang="zh-CN" sz="1400"/>
                        <a:t>Clin-pharm division</a:t>
                      </a:r>
                    </a:p>
                  </a:txBody>
                  <a:tcPr/>
                </a:tc>
                <a:extLst>
                  <a:ext uri="{0D108BD9-81ED-4DB2-BD59-A6C34878D82A}">
                    <a16:rowId xmlns:a16="http://schemas.microsoft.com/office/drawing/2014/main" val="973626430"/>
                  </a:ext>
                </a:extLst>
              </a:tr>
              <a:tr h="508261">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zh-CN" sz="1200" b="0">
                          <a:solidFill>
                            <a:schemeClr val="tx1"/>
                          </a:solidFill>
                        </a:rPr>
                        <a:t>July 25</a:t>
                      </a:r>
                      <a:r>
                        <a:rPr lang="en-US" altLang="zh-CN" sz="1200" b="0" baseline="30000">
                          <a:solidFill>
                            <a:schemeClr val="tx1"/>
                          </a:solidFill>
                        </a:rPr>
                        <a:t>th</a:t>
                      </a:r>
                      <a:r>
                        <a:rPr lang="en-US" altLang="zh-CN" sz="1200" b="0">
                          <a:solidFill>
                            <a:schemeClr val="tx1"/>
                          </a:solidFill>
                        </a:rPr>
                        <a:t> 2025</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200" b="0" kern="1200">
                          <a:solidFill>
                            <a:schemeClr val="tx1"/>
                          </a:solidFill>
                          <a:latin typeface="+mn-lt"/>
                          <a:ea typeface="+mn-ea"/>
                          <a:cs typeface="+mn-cs"/>
                        </a:rPr>
                        <a:t>Based on the briefing document, China join the global phase II MRCT is reasonable. </a:t>
                      </a:r>
                      <a:endParaRPr lang="en-US" sz="1600" b="0">
                        <a:solidFill>
                          <a:schemeClr val="tx1"/>
                        </a:solidFill>
                      </a:endParaRPr>
                    </a:p>
                  </a:txBody>
                  <a:tcPr>
                    <a:solidFill>
                      <a:schemeClr val="bg1"/>
                    </a:solidFill>
                  </a:tcPr>
                </a:tc>
                <a:tc>
                  <a:txBody>
                    <a:bodyPr/>
                    <a:lstStyle/>
                    <a:p>
                      <a:r>
                        <a:rPr lang="en-US" sz="1200" b="0" kern="1200">
                          <a:solidFill>
                            <a:schemeClr val="tx1"/>
                          </a:solidFill>
                          <a:latin typeface="+mn-lt"/>
                          <a:ea typeface="+mn-ea"/>
                          <a:cs typeface="+mn-cs"/>
                        </a:rPr>
                        <a:t>Aug 20</a:t>
                      </a:r>
                      <a:r>
                        <a:rPr lang="en-US" sz="1200" b="0" kern="1200" baseline="30000">
                          <a:solidFill>
                            <a:schemeClr val="tx1"/>
                          </a:solidFill>
                          <a:latin typeface="+mn-lt"/>
                          <a:ea typeface="+mn-ea"/>
                          <a:cs typeface="+mn-cs"/>
                        </a:rPr>
                        <a:t>th</a:t>
                      </a:r>
                      <a:r>
                        <a:rPr lang="en-US" sz="1200" b="0" kern="1200">
                          <a:solidFill>
                            <a:schemeClr val="tx1"/>
                          </a:solidFill>
                          <a:latin typeface="+mn-lt"/>
                          <a:ea typeface="+mn-ea"/>
                          <a:cs typeface="+mn-cs"/>
                        </a:rPr>
                        <a:t> 2025</a:t>
                      </a:r>
                    </a:p>
                    <a:p>
                      <a:pPr marL="171450" indent="-171450">
                        <a:buFont typeface="Arial" panose="020B0604020202020204" pitchFamily="34" charset="0"/>
                        <a:buChar char="•"/>
                      </a:pPr>
                      <a:r>
                        <a:rPr lang="en-US" sz="1200" b="0">
                          <a:solidFill>
                            <a:schemeClr val="tx1"/>
                          </a:solidFill>
                        </a:rPr>
                        <a:t>Agree with China join the global Phase II clinical trial. </a:t>
                      </a:r>
                    </a:p>
                    <a:p>
                      <a:endParaRPr lang="en-US" sz="1200" b="0">
                        <a:solidFill>
                          <a:schemeClr val="tx1"/>
                        </a:solidFill>
                      </a:endParaRPr>
                    </a:p>
                  </a:txBody>
                  <a:tcPr>
                    <a:solidFill>
                      <a:schemeClr val="bg1"/>
                    </a:solidFill>
                  </a:tcPr>
                </a:tc>
                <a:extLst>
                  <a:ext uri="{0D108BD9-81ED-4DB2-BD59-A6C34878D82A}">
                    <a16:rowId xmlns:a16="http://schemas.microsoft.com/office/drawing/2014/main" val="1688272033"/>
                  </a:ext>
                </a:extLst>
              </a:tr>
              <a:tr h="1118173">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200" b="0" kern="1200">
                          <a:solidFill>
                            <a:schemeClr val="tx1"/>
                          </a:solidFill>
                          <a:latin typeface="+mn-lt"/>
                          <a:ea typeface="+mn-ea"/>
                          <a:cs typeface="+mn-cs"/>
                        </a:rPr>
                        <a:t>When submit the CTA, please provide the rationale that no safety risk to increase exposure in Asian SLE patients. The final review decision shall prevail. </a:t>
                      </a:r>
                    </a:p>
                    <a:p>
                      <a:pPr marL="285750" indent="-285750">
                        <a:buFont typeface="Arial" panose="020B0604020202020204" pitchFamily="34" charset="0"/>
                        <a:buChar char="•"/>
                      </a:pPr>
                      <a:endParaRPr lang="en-US" sz="1600" b="0">
                        <a:solidFill>
                          <a:schemeClr val="tx1"/>
                        </a:solidFill>
                      </a:endParaRPr>
                    </a:p>
                  </a:txBody>
                  <a:tcPr>
                    <a:solidFill>
                      <a:schemeClr val="bg1"/>
                    </a:solid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u="sng">
                          <a:solidFill>
                            <a:schemeClr val="tx1"/>
                          </a:solidFill>
                        </a:rPr>
                        <a:t>It is recommended </a:t>
                      </a:r>
                      <a:r>
                        <a:rPr lang="en-US" sz="1200" b="0">
                          <a:solidFill>
                            <a:schemeClr val="tx1"/>
                          </a:solidFill>
                        </a:rPr>
                        <a:t>that in the global Phase II clinical trial, </a:t>
                      </a:r>
                      <a:r>
                        <a:rPr lang="en-US" sz="1200" b="1">
                          <a:solidFill>
                            <a:schemeClr val="tx1"/>
                          </a:solidFill>
                        </a:rPr>
                        <a:t>enroll Chinese patients in low-dose (25mgBID) arm firstly and compare the PK, PD and safety data obtained from these Chinese patients with the entire population. If the above characteristics are basically consistent, then enroll Chinese patients in higher dose arms.</a:t>
                      </a:r>
                    </a:p>
                  </a:txBody>
                  <a:tcPr>
                    <a:solidFill>
                      <a:schemeClr val="bg1"/>
                    </a:solidFill>
                  </a:tcPr>
                </a:tc>
                <a:extLst>
                  <a:ext uri="{0D108BD9-81ED-4DB2-BD59-A6C34878D82A}">
                    <a16:rowId xmlns:a16="http://schemas.microsoft.com/office/drawing/2014/main" val="3594896261"/>
                  </a:ext>
                </a:extLst>
              </a:tr>
              <a:tr h="544871">
                <a:tc>
                  <a:txBody>
                    <a:bodyPr/>
                    <a:lstStyle/>
                    <a:p>
                      <a:r>
                        <a:rPr lang="en-US" sz="1200" b="1" i="1" kern="1200">
                          <a:solidFill>
                            <a:schemeClr val="tx1"/>
                          </a:solidFill>
                          <a:latin typeface="+mn-lt"/>
                          <a:ea typeface="+mn-ea"/>
                          <a:cs typeface="+mn-cs"/>
                          <a:sym typeface="Wingdings" panose="05000000000000000000" pitchFamily="2" charset="2"/>
                        </a:rPr>
                        <a:t> </a:t>
                      </a:r>
                      <a:r>
                        <a:rPr lang="en-US" sz="1200" b="1" i="1" kern="1200">
                          <a:solidFill>
                            <a:schemeClr val="tx1"/>
                          </a:solidFill>
                          <a:latin typeface="+mn-lt"/>
                          <a:ea typeface="+mn-ea"/>
                          <a:cs typeface="+mn-cs"/>
                        </a:rPr>
                        <a:t>Justify in the CTA that increased exposure poses no safety risk for Asian SLE patients.</a:t>
                      </a: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à"/>
                        <a:tabLst/>
                        <a:defRPr/>
                      </a:pPr>
                      <a:r>
                        <a:rPr lang="de-DE" sz="1200" b="1" i="1" kern="1200">
                          <a:solidFill>
                            <a:srgbClr val="0070C0"/>
                          </a:solidFill>
                          <a:latin typeface="+mn-lt"/>
                          <a:ea typeface="+mn-ea"/>
                          <a:cs typeface="+mn-cs"/>
                        </a:rPr>
                        <a:t>Strategy to push back CDE‘s recommendation (submitted on 27 Aug</a:t>
                      </a:r>
                      <a:r>
                        <a:rPr lang="zh-CN" altLang="en-US" sz="1200" b="1" i="1" kern="1200">
                          <a:solidFill>
                            <a:srgbClr val="0070C0"/>
                          </a:solidFill>
                          <a:latin typeface="+mn-lt"/>
                          <a:ea typeface="+mn-ea"/>
                          <a:cs typeface="+mn-cs"/>
                        </a:rPr>
                        <a:t>）</a:t>
                      </a:r>
                      <a:endParaRPr lang="en-US" altLang="zh-CN" sz="1200" b="1" i="1" kern="1200">
                        <a:solidFill>
                          <a:srgbClr val="0070C0"/>
                        </a:solidFill>
                        <a:latin typeface="+mn-lt"/>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à"/>
                        <a:tabLst/>
                        <a:defRPr/>
                      </a:pPr>
                      <a:r>
                        <a:rPr lang="en-US" altLang="zh-CN" sz="1200" b="0" i="1" kern="1200">
                          <a:solidFill>
                            <a:schemeClr val="tx1"/>
                          </a:solidFill>
                          <a:latin typeface="+mn-lt"/>
                          <a:ea typeface="+mn-ea"/>
                          <a:cs typeface="+mn-cs"/>
                        </a:rPr>
                        <a:t>Alignment meeting on 26 Aug  – global &amp; local teams</a:t>
                      </a:r>
                      <a:endParaRPr lang="en-US" sz="1200" b="0" i="1" kern="1200">
                        <a:solidFill>
                          <a:schemeClr val="tx1"/>
                        </a:solidFill>
                        <a:latin typeface="+mn-lt"/>
                        <a:ea typeface="+mn-ea"/>
                        <a:cs typeface="+mn-cs"/>
                      </a:endParaRPr>
                    </a:p>
                  </a:txBody>
                  <a:tcPr/>
                </a:tc>
                <a:extLst>
                  <a:ext uri="{0D108BD9-81ED-4DB2-BD59-A6C34878D82A}">
                    <a16:rowId xmlns:a16="http://schemas.microsoft.com/office/drawing/2014/main" val="2651650213"/>
                  </a:ext>
                </a:extLst>
              </a:tr>
              <a:tr h="709737">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200" kern="1200">
                          <a:solidFill>
                            <a:schemeClr val="tx1"/>
                          </a:solidFill>
                          <a:latin typeface="+mn-lt"/>
                          <a:ea typeface="+mn-ea"/>
                          <a:cs typeface="+mn-cs"/>
                        </a:rPr>
                        <a:t>N.A</a:t>
                      </a:r>
                      <a:endParaRPr lang="en-US" sz="1200" kern="1200">
                        <a:solidFill>
                          <a:schemeClr val="tx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i="1" kern="1200">
                          <a:solidFill>
                            <a:schemeClr val="tx1"/>
                          </a:solidFill>
                          <a:latin typeface="+mn-lt"/>
                          <a:ea typeface="+mn-ea"/>
                          <a:cs typeface="+mn-cs"/>
                        </a:rPr>
                        <a:t>CDE accepted with further comment on 29 Aug: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a:solidFill>
                            <a:schemeClr val="tx1"/>
                          </a:solidFill>
                          <a:latin typeface="+mn-lt"/>
                          <a:ea typeface="+mn-ea"/>
                          <a:cs typeface="+mn-cs"/>
                        </a:rPr>
                        <a:t>Suggest to comprehensively consider the available data to ensure the safety of the subjects. When submit the CTA, please provide the detailed rationale that no safety risk to increase exposure in Asian SLE patients.</a:t>
                      </a:r>
                    </a:p>
                  </a:txBody>
                  <a:tcPr/>
                </a:tc>
                <a:extLst>
                  <a:ext uri="{0D108BD9-81ED-4DB2-BD59-A6C34878D82A}">
                    <a16:rowId xmlns:a16="http://schemas.microsoft.com/office/drawing/2014/main" val="4213476897"/>
                  </a:ext>
                </a:extLst>
              </a:tr>
              <a:tr h="70973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kern="1200">
                        <a:solidFill>
                          <a:schemeClr val="tx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i="1" kern="1200">
                          <a:solidFill>
                            <a:schemeClr val="tx1"/>
                          </a:solidFill>
                          <a:latin typeface="+mn-lt"/>
                          <a:ea typeface="+mn-ea"/>
                          <a:cs typeface="+mn-cs"/>
                          <a:sym typeface="Wingdings" panose="05000000000000000000" pitchFamily="2" charset="2"/>
                        </a:rPr>
                        <a:t> </a:t>
                      </a:r>
                      <a:r>
                        <a:rPr lang="en-US" altLang="zh-CN" sz="1200" b="1" i="1" kern="1200">
                          <a:solidFill>
                            <a:schemeClr val="tx1"/>
                          </a:solidFill>
                          <a:latin typeface="+mn-lt"/>
                          <a:ea typeface="+mn-ea"/>
                          <a:cs typeface="+mn-cs"/>
                        </a:rPr>
                        <a:t>Justify in the CTA that increased exposure poses no safety risk for Asian SLE patients.</a:t>
                      </a:r>
                      <a:endParaRPr lang="en-US" sz="1200" b="0" i="0" kern="1200">
                        <a:solidFill>
                          <a:schemeClr val="tx1"/>
                        </a:solidFill>
                        <a:latin typeface="+mn-lt"/>
                        <a:ea typeface="+mn-ea"/>
                        <a:cs typeface="+mn-cs"/>
                      </a:endParaRPr>
                    </a:p>
                  </a:txBody>
                  <a:tcPr/>
                </a:tc>
                <a:extLst>
                  <a:ext uri="{0D108BD9-81ED-4DB2-BD59-A6C34878D82A}">
                    <a16:rowId xmlns:a16="http://schemas.microsoft.com/office/drawing/2014/main" val="2842855320"/>
                  </a:ext>
                </a:extLst>
              </a:tr>
            </a:tbl>
          </a:graphicData>
        </a:graphic>
      </p:graphicFrame>
      <p:sp>
        <p:nvSpPr>
          <p:cNvPr id="7" name="文本框 6">
            <a:extLst>
              <a:ext uri="{FF2B5EF4-FFF2-40B4-BE49-F238E27FC236}">
                <a16:creationId xmlns:a16="http://schemas.microsoft.com/office/drawing/2014/main" id="{3EA83EA0-943B-214B-3A57-DEF22F232284}"/>
              </a:ext>
            </a:extLst>
          </p:cNvPr>
          <p:cNvSpPr txBox="1"/>
          <p:nvPr/>
        </p:nvSpPr>
        <p:spPr bwMode="gray">
          <a:xfrm>
            <a:off x="404261" y="1321483"/>
            <a:ext cx="11164331" cy="369332"/>
          </a:xfrm>
          <a:prstGeom prst="rect">
            <a:avLst/>
          </a:prstGeom>
          <a:noFill/>
        </p:spPr>
        <p:txBody>
          <a:bodyPr wrap="square">
            <a:spAutoFit/>
          </a:bodyPr>
          <a:lstStyle/>
          <a:p>
            <a:r>
              <a:rPr lang="en-US" altLang="zh-CN"/>
              <a:t>Feedback from CDE regarding China integration in global phase II study - 1509.0004</a:t>
            </a:r>
            <a:endParaRPr lang="zh-CN" altLang="en-US"/>
          </a:p>
        </p:txBody>
      </p:sp>
    </p:spTree>
    <p:extLst>
      <p:ext uri="{BB962C8B-B14F-4D97-AF65-F5344CB8AC3E}">
        <p14:creationId xmlns:p14="http://schemas.microsoft.com/office/powerpoint/2010/main" val="114181074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DD0D59-1024-F3D1-B653-7418A57C8147}"/>
              </a:ext>
            </a:extLst>
          </p:cNvPr>
          <p:cNvSpPr>
            <a:spLocks noGrp="1"/>
          </p:cNvSpPr>
          <p:nvPr>
            <p:ph type="title"/>
          </p:nvPr>
        </p:nvSpPr>
        <p:spPr>
          <a:xfrm>
            <a:off x="479424" y="229154"/>
            <a:ext cx="11233151" cy="720000"/>
          </a:xfrm>
        </p:spPr>
        <p:txBody>
          <a:bodyPr/>
          <a:lstStyle/>
          <a:p>
            <a:r>
              <a:rPr lang="en-US" altLang="zh-CN"/>
              <a:t>Leading PI  endorsed by ad hoc PEC (9</a:t>
            </a:r>
            <a:r>
              <a:rPr lang="en-US" altLang="zh-CN" baseline="30000"/>
              <a:t>th</a:t>
            </a:r>
            <a:r>
              <a:rPr lang="en-US" altLang="zh-CN"/>
              <a:t> Oct) </a:t>
            </a:r>
            <a:endParaRPr lang="zh-CN" altLang="en-US"/>
          </a:p>
        </p:txBody>
      </p:sp>
      <p:sp>
        <p:nvSpPr>
          <p:cNvPr id="4" name="页脚占位符 3">
            <a:extLst>
              <a:ext uri="{FF2B5EF4-FFF2-40B4-BE49-F238E27FC236}">
                <a16:creationId xmlns:a16="http://schemas.microsoft.com/office/drawing/2014/main" id="{1AD27BDA-7769-56ED-4105-0D7D06F37DD5}"/>
              </a:ext>
            </a:extLst>
          </p:cNvPr>
          <p:cNvSpPr>
            <a:spLocks noGrp="1"/>
          </p:cNvSpPr>
          <p:nvPr>
            <p:ph type="ftr" sz="quarter" idx="10"/>
          </p:nvPr>
        </p:nvSpPr>
        <p:spPr/>
        <p:txBody>
          <a:bodyPr/>
          <a:lstStyle/>
          <a:p>
            <a:r>
              <a:rPr lang="en-US"/>
              <a:t>Presentation title    |    ONLY FOR INTERNAL USE</a:t>
            </a:r>
          </a:p>
        </p:txBody>
      </p:sp>
      <p:sp>
        <p:nvSpPr>
          <p:cNvPr id="5" name="灯片编号占位符 4">
            <a:extLst>
              <a:ext uri="{FF2B5EF4-FFF2-40B4-BE49-F238E27FC236}">
                <a16:creationId xmlns:a16="http://schemas.microsoft.com/office/drawing/2014/main" id="{58458A60-D1DE-3492-3F87-E15B6925AFD1}"/>
              </a:ext>
            </a:extLst>
          </p:cNvPr>
          <p:cNvSpPr>
            <a:spLocks noGrp="1"/>
          </p:cNvSpPr>
          <p:nvPr>
            <p:ph type="sldNum" sz="quarter" idx="11"/>
          </p:nvPr>
        </p:nvSpPr>
        <p:spPr/>
        <p:txBody>
          <a:bodyPr/>
          <a:lstStyle/>
          <a:p>
            <a:fld id="{8FF9B0DE-3FEB-4AA0-B465-B80EF7C1333D}" type="slidenum">
              <a:rPr lang="en-US" smtClean="0"/>
              <a:pPr/>
              <a:t>66</a:t>
            </a:fld>
            <a:endParaRPr lang="en-US"/>
          </a:p>
        </p:txBody>
      </p:sp>
      <p:graphicFrame>
        <p:nvGraphicFramePr>
          <p:cNvPr id="6" name="Table 7">
            <a:extLst>
              <a:ext uri="{FF2B5EF4-FFF2-40B4-BE49-F238E27FC236}">
                <a16:creationId xmlns:a16="http://schemas.microsoft.com/office/drawing/2014/main" id="{F20FA117-78DB-C92C-A5C6-54A5B223A5D8}"/>
              </a:ext>
            </a:extLst>
          </p:cNvPr>
          <p:cNvGraphicFramePr>
            <a:graphicFrameLocks noGrp="1"/>
          </p:cNvGraphicFramePr>
          <p:nvPr/>
        </p:nvGraphicFramePr>
        <p:xfrm>
          <a:off x="208722" y="769289"/>
          <a:ext cx="11817795" cy="5539740"/>
        </p:xfrm>
        <a:graphic>
          <a:graphicData uri="http://schemas.openxmlformats.org/drawingml/2006/table">
            <a:tbl>
              <a:tblPr>
                <a:tableStyleId>{9DCAF9ED-07DC-4A11-8D7F-57B35C25682E}</a:tableStyleId>
              </a:tblPr>
              <a:tblGrid>
                <a:gridCol w="898551">
                  <a:extLst>
                    <a:ext uri="{9D8B030D-6E8A-4147-A177-3AD203B41FA5}">
                      <a16:colId xmlns:a16="http://schemas.microsoft.com/office/drawing/2014/main" val="3487906960"/>
                    </a:ext>
                  </a:extLst>
                </a:gridCol>
                <a:gridCol w="1132003">
                  <a:extLst>
                    <a:ext uri="{9D8B030D-6E8A-4147-A177-3AD203B41FA5}">
                      <a16:colId xmlns:a16="http://schemas.microsoft.com/office/drawing/2014/main" val="1297868549"/>
                    </a:ext>
                  </a:extLst>
                </a:gridCol>
                <a:gridCol w="2096668">
                  <a:extLst>
                    <a:ext uri="{9D8B030D-6E8A-4147-A177-3AD203B41FA5}">
                      <a16:colId xmlns:a16="http://schemas.microsoft.com/office/drawing/2014/main" val="3048021620"/>
                    </a:ext>
                  </a:extLst>
                </a:gridCol>
                <a:gridCol w="1754135">
                  <a:extLst>
                    <a:ext uri="{9D8B030D-6E8A-4147-A177-3AD203B41FA5}">
                      <a16:colId xmlns:a16="http://schemas.microsoft.com/office/drawing/2014/main" val="4232741382"/>
                    </a:ext>
                  </a:extLst>
                </a:gridCol>
                <a:gridCol w="1956869">
                  <a:extLst>
                    <a:ext uri="{9D8B030D-6E8A-4147-A177-3AD203B41FA5}">
                      <a16:colId xmlns:a16="http://schemas.microsoft.com/office/drawing/2014/main" val="2567549892"/>
                    </a:ext>
                  </a:extLst>
                </a:gridCol>
                <a:gridCol w="2344828">
                  <a:extLst>
                    <a:ext uri="{9D8B030D-6E8A-4147-A177-3AD203B41FA5}">
                      <a16:colId xmlns:a16="http://schemas.microsoft.com/office/drawing/2014/main" val="3054250715"/>
                    </a:ext>
                  </a:extLst>
                </a:gridCol>
                <a:gridCol w="891441">
                  <a:extLst>
                    <a:ext uri="{9D8B030D-6E8A-4147-A177-3AD203B41FA5}">
                      <a16:colId xmlns:a16="http://schemas.microsoft.com/office/drawing/2014/main" val="3009150049"/>
                    </a:ext>
                  </a:extLst>
                </a:gridCol>
                <a:gridCol w="743300">
                  <a:extLst>
                    <a:ext uri="{9D8B030D-6E8A-4147-A177-3AD203B41FA5}">
                      <a16:colId xmlns:a16="http://schemas.microsoft.com/office/drawing/2014/main" val="3134179571"/>
                    </a:ext>
                  </a:extLst>
                </a:gridCol>
              </a:tblGrid>
              <a:tr h="814579">
                <a:tc>
                  <a:txBody>
                    <a:bodyPr/>
                    <a:lstStyle/>
                    <a:p>
                      <a:pPr algn="ctr" rtl="0" fontAlgn="t"/>
                      <a:r>
                        <a:rPr lang="en-US" sz="1050" b="1" u="none" strike="noStrike">
                          <a:solidFill>
                            <a:srgbClr val="000000"/>
                          </a:solidFill>
                          <a:effectLst/>
                        </a:rPr>
                        <a:t>Potential investigator name</a:t>
                      </a:r>
                      <a:r>
                        <a:rPr lang="en-US" sz="1050" b="1" u="none" strike="noStrike">
                          <a:solidFill>
                            <a:schemeClr val="accent1"/>
                          </a:solidFill>
                          <a:effectLst/>
                        </a:rPr>
                        <a:t>**</a:t>
                      </a:r>
                      <a:endParaRPr lang="en-US" sz="1050" b="1" i="0" u="none" strike="noStrike">
                        <a:solidFill>
                          <a:schemeClr val="accent1"/>
                        </a:solidFill>
                        <a:effectLst/>
                        <a:latin typeface="Arial" panose="020B06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rtl="0" fontAlgn="t"/>
                      <a:r>
                        <a:rPr lang="en-US" sz="1050" b="1" u="none" strike="noStrike">
                          <a:solidFill>
                            <a:srgbClr val="000000"/>
                          </a:solidFill>
                          <a:effectLst/>
                        </a:rPr>
                        <a:t>Hospital/</a:t>
                      </a:r>
                    </a:p>
                    <a:p>
                      <a:pPr algn="ctr" rtl="0" fontAlgn="t"/>
                      <a:r>
                        <a:rPr lang="en-US" sz="1050" b="1" u="none" strike="noStrike">
                          <a:solidFill>
                            <a:srgbClr val="000000"/>
                          </a:solidFill>
                          <a:effectLst/>
                        </a:rPr>
                        <a:t>department</a:t>
                      </a:r>
                      <a:r>
                        <a:rPr lang="en-US" sz="1050" b="1" u="none" strike="noStrike">
                          <a:solidFill>
                            <a:schemeClr val="accent1"/>
                          </a:solidFill>
                          <a:effectLst/>
                        </a:rPr>
                        <a:t>**</a:t>
                      </a:r>
                      <a:endParaRPr lang="en-US" sz="1050" b="1" i="0" u="none" strike="noStrike">
                        <a:solidFill>
                          <a:schemeClr val="accent1"/>
                        </a:solidFill>
                        <a:effectLst/>
                        <a:latin typeface="Arial" panose="020B06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rtl="0" fontAlgn="t"/>
                      <a:r>
                        <a:rPr lang="en-US" sz="1050" b="1" u="none" strike="noStrike">
                          <a:solidFill>
                            <a:srgbClr val="000000"/>
                          </a:solidFill>
                          <a:effectLst/>
                        </a:rPr>
                        <a:t>Academic experience, especially in clinical studies</a:t>
                      </a:r>
                    </a:p>
                    <a:p>
                      <a:pPr algn="ctr" rtl="0" fontAlgn="t"/>
                      <a:r>
                        <a:rPr lang="en-US" sz="1050" b="1" u="sng" strike="noStrike">
                          <a:solidFill>
                            <a:srgbClr val="000000"/>
                          </a:solidFill>
                          <a:effectLst/>
                        </a:rPr>
                        <a:t>(weight 15%**)</a:t>
                      </a:r>
                      <a:endParaRPr lang="en-US" sz="1050" b="1" i="0" u="sng" strike="noStrike">
                        <a:solidFill>
                          <a:srgbClr val="000000"/>
                        </a:solidFill>
                        <a:effectLst/>
                        <a:latin typeface="Arial" panose="020B06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rtl="0" fontAlgn="t"/>
                      <a:r>
                        <a:rPr lang="en-US" sz="1050" b="1" u="none" strike="noStrike">
                          <a:solidFill>
                            <a:srgbClr val="000000"/>
                          </a:solidFill>
                          <a:effectLst/>
                        </a:rPr>
                        <a:t>Impact in Therapeutic Area </a:t>
                      </a:r>
                      <a:r>
                        <a:rPr lang="en-US" sz="1050" b="1" u="sng" strike="noStrike">
                          <a:solidFill>
                            <a:srgbClr val="000000"/>
                          </a:solidFill>
                          <a:effectLst/>
                        </a:rPr>
                        <a:t>(weight 20%**)</a:t>
                      </a:r>
                      <a:endParaRPr lang="en-US" sz="1050" b="1" i="0" u="sng" strike="noStrike">
                        <a:solidFill>
                          <a:srgbClr val="000000"/>
                        </a:solidFill>
                        <a:effectLst/>
                        <a:latin typeface="Arial" panose="020B06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rtl="0" fontAlgn="t"/>
                      <a:r>
                        <a:rPr lang="en-US" sz="1050" b="1" u="none" strike="noStrike">
                          <a:solidFill>
                            <a:srgbClr val="000000"/>
                          </a:solidFill>
                          <a:effectLst/>
                        </a:rPr>
                        <a:t>Leading PI  feasibility</a:t>
                      </a:r>
                    </a:p>
                    <a:p>
                      <a:pPr algn="ctr" rtl="0" fontAlgn="t"/>
                      <a:r>
                        <a:rPr lang="en-US" sz="1050" b="1" u="sng" strike="noStrike">
                          <a:solidFill>
                            <a:srgbClr val="000000"/>
                          </a:solidFill>
                          <a:effectLst/>
                        </a:rPr>
                        <a:t>(weight 30%**)</a:t>
                      </a:r>
                      <a:endParaRPr lang="en-US" sz="1050" b="1" i="0" u="sng" strike="noStrike">
                        <a:solidFill>
                          <a:srgbClr val="000000"/>
                        </a:solidFill>
                        <a:effectLst/>
                        <a:latin typeface="Arial" panose="020B06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rtl="0" fontAlgn="t"/>
                      <a:r>
                        <a:rPr lang="en-US" sz="1050" b="1" u="none" strike="noStrike">
                          <a:solidFill>
                            <a:srgbClr val="000000"/>
                          </a:solidFill>
                          <a:effectLst/>
                        </a:rPr>
                        <a:t>Leading site start up timeline feasibility</a:t>
                      </a:r>
                    </a:p>
                    <a:p>
                      <a:pPr algn="ctr" rtl="0" fontAlgn="t"/>
                      <a:r>
                        <a:rPr lang="en-US" sz="1050" b="1" u="sng" strike="noStrike">
                          <a:solidFill>
                            <a:srgbClr val="000000"/>
                          </a:solidFill>
                          <a:effectLst/>
                        </a:rPr>
                        <a:t>(weight 35%**)</a:t>
                      </a:r>
                      <a:endParaRPr lang="en-US" sz="1050" b="1" i="0" u="sng" strike="noStrike">
                        <a:solidFill>
                          <a:srgbClr val="000000"/>
                        </a:solidFill>
                        <a:effectLst/>
                        <a:latin typeface="Arial" panose="020B06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rtl="0" fontAlgn="t"/>
                      <a:r>
                        <a:rPr lang="en-US" sz="1050" b="1" i="0" u="none" strike="noStrike">
                          <a:solidFill>
                            <a:srgbClr val="000000"/>
                          </a:solidFill>
                          <a:effectLst/>
                          <a:latin typeface="Arial"/>
                        </a:rPr>
                        <a:t> Total Grade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tc>
                  <a:txBody>
                    <a:bodyPr/>
                    <a:lstStyle/>
                    <a:p>
                      <a:pPr algn="ctr" rtl="0" fontAlgn="t"/>
                      <a:r>
                        <a:rPr lang="en-US" sz="1050" b="1" u="none" strike="noStrike">
                          <a:solidFill>
                            <a:srgbClr val="000000"/>
                          </a:solidFill>
                          <a:effectLst/>
                        </a:rPr>
                        <a:t>Finial proposal for leading PI selection (Y/N)</a:t>
                      </a:r>
                      <a:endParaRPr lang="en-US" sz="1050" b="1" i="0" u="none" strike="noStrike">
                        <a:solidFill>
                          <a:srgbClr val="000000"/>
                        </a:solidFill>
                        <a:effectLst/>
                        <a:latin typeface="Arial" panose="020B0604020202020204" pitchFamily="34"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60000"/>
                        <a:lumOff val="40000"/>
                      </a:schemeClr>
                    </a:solidFill>
                  </a:tcPr>
                </a:tc>
                <a:extLst>
                  <a:ext uri="{0D108BD9-81ED-4DB2-BD59-A6C34878D82A}">
                    <a16:rowId xmlns:a16="http://schemas.microsoft.com/office/drawing/2014/main" val="1823203632"/>
                  </a:ext>
                </a:extLst>
              </a:tr>
              <a:tr h="3837762">
                <a:tc>
                  <a:txBody>
                    <a:bodyPr/>
                    <a:lstStyle/>
                    <a:p>
                      <a:pPr algn="ctr" rtl="0" fontAlgn="t"/>
                      <a:r>
                        <a:rPr lang="en-US" sz="1050" b="1" u="none" strike="noStrike">
                          <a:solidFill>
                            <a:srgbClr val="000000"/>
                          </a:solidFill>
                          <a:effectLst/>
                          <a:latin typeface="Calibri"/>
                          <a:ea typeface="Calibri"/>
                          <a:cs typeface="Calibri"/>
                        </a:rPr>
                        <a:t> </a:t>
                      </a:r>
                      <a:r>
                        <a:rPr lang="zh-CN" altLang="en-US" sz="1050" b="1" u="none" strike="noStrike">
                          <a:solidFill>
                            <a:srgbClr val="000000"/>
                          </a:solidFill>
                          <a:effectLst/>
                          <a:latin typeface="Calibri"/>
                          <a:cs typeface="Calibri"/>
                        </a:rPr>
                        <a:t>李梦涛</a:t>
                      </a:r>
                      <a:endParaRPr lang="en-US" sz="1050" b="1" i="0" u="none" strike="noStrike">
                        <a:solidFill>
                          <a:srgbClr val="000000"/>
                        </a:solidFill>
                        <a:effectLst/>
                        <a:latin typeface="Calibri"/>
                        <a:ea typeface="Calibri" panose="020F0502020204030204" pitchFamily="34" charset="0"/>
                        <a:cs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t"/>
                      <a:r>
                        <a:rPr lang="en-US" sz="1050" b="1" u="none" strike="noStrike">
                          <a:solidFill>
                            <a:srgbClr val="000000"/>
                          </a:solidFill>
                          <a:effectLst/>
                          <a:latin typeface="Calibri"/>
                          <a:ea typeface="Calibri"/>
                          <a:cs typeface="Calibri"/>
                        </a:rPr>
                        <a:t> </a:t>
                      </a:r>
                      <a:r>
                        <a:rPr lang="zh-CN" altLang="en-US" sz="1050" b="1" u="none" strike="noStrike">
                          <a:solidFill>
                            <a:srgbClr val="000000"/>
                          </a:solidFill>
                          <a:effectLst/>
                          <a:latin typeface="Calibri"/>
                          <a:cs typeface="Calibri"/>
                        </a:rPr>
                        <a:t>北京协和医院</a:t>
                      </a:r>
                      <a:endParaRPr lang="en-US" sz="1050" b="1" i="0" u="none" strike="noStrike">
                        <a:solidFill>
                          <a:srgbClr val="000000"/>
                        </a:solidFill>
                        <a:effectLst/>
                        <a:latin typeface="Calibri"/>
                        <a:ea typeface="Calibri" panose="020F0502020204030204" pitchFamily="34" charset="0"/>
                        <a:cs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altLang="zh-CN" sz="1050" b="0" i="0" u="none" strike="noStrike" kern="1200" noProof="0">
                          <a:solidFill>
                            <a:srgbClr val="000000"/>
                          </a:solidFill>
                          <a:effectLst/>
                          <a:latin typeface="Calibri"/>
                          <a:ea typeface="+mn-ea"/>
                          <a:cs typeface="+mn-cs"/>
                        </a:rPr>
                        <a:t>Prof</a:t>
                      </a:r>
                      <a:r>
                        <a:rPr lang="zh-CN" altLang="en-US" sz="1050" b="0" i="0" u="none" strike="noStrike" kern="1200" noProof="0">
                          <a:solidFill>
                            <a:srgbClr val="000000"/>
                          </a:solidFill>
                          <a:effectLst/>
                          <a:latin typeface="Calibri"/>
                          <a:ea typeface="+mn-ea"/>
                          <a:cs typeface="+mn-cs"/>
                        </a:rPr>
                        <a:t> </a:t>
                      </a:r>
                      <a:r>
                        <a:rPr lang="en-US" altLang="zh-CN" sz="1050" b="0" i="0" u="none" strike="noStrike" kern="1200" noProof="0">
                          <a:solidFill>
                            <a:srgbClr val="000000"/>
                          </a:solidFill>
                          <a:effectLst/>
                          <a:latin typeface="Calibri"/>
                          <a:ea typeface="+mn-ea"/>
                          <a:cs typeface="+mn-cs"/>
                        </a:rPr>
                        <a:t>Li</a:t>
                      </a:r>
                      <a:r>
                        <a:rPr lang="zh-CN" altLang="en-US" sz="1050" b="0" i="0" u="none" strike="noStrike" kern="1200" noProof="0">
                          <a:solidFill>
                            <a:srgbClr val="000000"/>
                          </a:solidFill>
                          <a:effectLst/>
                          <a:latin typeface="Calibri"/>
                          <a:ea typeface="+mn-ea"/>
                          <a:cs typeface="+mn-cs"/>
                        </a:rPr>
                        <a:t> </a:t>
                      </a:r>
                      <a:r>
                        <a:rPr lang="en-US" altLang="zh-CN" sz="1050" b="0" i="0" u="none" strike="noStrike" kern="1200" noProof="0">
                          <a:solidFill>
                            <a:srgbClr val="000000"/>
                          </a:solidFill>
                          <a:effectLst/>
                          <a:latin typeface="Calibri"/>
                          <a:ea typeface="+mn-ea"/>
                          <a:cs typeface="+mn-cs"/>
                        </a:rPr>
                        <a:t>focus</a:t>
                      </a:r>
                      <a:r>
                        <a:rPr lang="zh-CN" altLang="en-US" sz="1050" b="0" i="0" u="none" strike="noStrike" kern="1200" noProof="0">
                          <a:solidFill>
                            <a:srgbClr val="000000"/>
                          </a:solidFill>
                          <a:effectLst/>
                          <a:latin typeface="Calibri"/>
                          <a:ea typeface="+mn-ea"/>
                          <a:cs typeface="+mn-cs"/>
                        </a:rPr>
                        <a:t> </a:t>
                      </a:r>
                      <a:r>
                        <a:rPr lang="en-US" altLang="zh-CN" sz="1050" b="0" i="0" u="none" strike="noStrike" kern="1200" noProof="0">
                          <a:solidFill>
                            <a:srgbClr val="000000"/>
                          </a:solidFill>
                          <a:effectLst/>
                          <a:latin typeface="Calibri"/>
                          <a:ea typeface="+mn-ea"/>
                          <a:cs typeface="+mn-cs"/>
                        </a:rPr>
                        <a:t>on</a:t>
                      </a:r>
                      <a:r>
                        <a:rPr lang="zh-CN" altLang="en-US" sz="1050" b="0" i="0" u="none" strike="noStrike" kern="1200" noProof="0">
                          <a:solidFill>
                            <a:srgbClr val="000000"/>
                          </a:solidFill>
                          <a:effectLst/>
                          <a:latin typeface="Calibri"/>
                          <a:ea typeface="+mn-ea"/>
                          <a:cs typeface="+mn-cs"/>
                        </a:rPr>
                        <a:t> </a:t>
                      </a:r>
                      <a:r>
                        <a:rPr lang="en-US" altLang="zh-CN" sz="1050" b="0" i="0" u="none" strike="noStrike" kern="1200" noProof="0">
                          <a:solidFill>
                            <a:srgbClr val="000000"/>
                          </a:solidFill>
                          <a:effectLst/>
                          <a:latin typeface="Calibri"/>
                          <a:ea typeface="+mn-ea"/>
                          <a:cs typeface="+mn-cs"/>
                        </a:rPr>
                        <a:t>the</a:t>
                      </a:r>
                      <a:r>
                        <a:rPr lang="zh-CN" altLang="en-US" sz="1050" b="0" i="0" u="none" strike="noStrike" kern="1200" noProof="0">
                          <a:solidFill>
                            <a:srgbClr val="000000"/>
                          </a:solidFill>
                          <a:effectLst/>
                          <a:latin typeface="Calibri"/>
                          <a:ea typeface="+mn-ea"/>
                          <a:cs typeface="+mn-cs"/>
                        </a:rPr>
                        <a:t> </a:t>
                      </a:r>
                      <a:r>
                        <a:rPr lang="en-US" altLang="zh-CN" sz="1050" b="0" i="0" u="none" strike="noStrike" kern="1200" noProof="0">
                          <a:solidFill>
                            <a:srgbClr val="000000"/>
                          </a:solidFill>
                          <a:effectLst/>
                          <a:latin typeface="Calibri"/>
                          <a:ea typeface="+mn-ea"/>
                          <a:cs typeface="+mn-cs"/>
                        </a:rPr>
                        <a:t>treatment of SLE, sjogren syndrome, rheumatoid arthritis, spondyloarthritis, systemic vasculitis, scleroderma, dermatomyositis, connective tissue disease-related pulmonary hypertension and other rheumatoid immunopathy.</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050" b="1" u="none" strike="noStrike">
                          <a:solidFill>
                            <a:srgbClr val="000000"/>
                          </a:solidFill>
                          <a:effectLst/>
                          <a:latin typeface="Calibri"/>
                          <a:ea typeface="Calibri"/>
                          <a:cs typeface="Calibri"/>
                        </a:rPr>
                        <a:t> </a:t>
                      </a:r>
                      <a:r>
                        <a:rPr lang="en-US" sz="1050" b="1" i="0" u="none" strike="noStrike" kern="1200">
                          <a:solidFill>
                            <a:srgbClr val="000000"/>
                          </a:solidFill>
                          <a:effectLst/>
                          <a:latin typeface="Calibri"/>
                          <a:ea typeface="+mn-ea"/>
                          <a:cs typeface="+mn-cs"/>
                        </a:rPr>
                        <a:t>1. </a:t>
                      </a:r>
                      <a:r>
                        <a:rPr lang="en-US" altLang="zh-CN" sz="1050" b="1" i="0" u="none" strike="noStrike" kern="1200">
                          <a:solidFill>
                            <a:srgbClr val="000000"/>
                          </a:solidFill>
                          <a:effectLst/>
                          <a:latin typeface="Calibri"/>
                          <a:ea typeface="+mn-ea"/>
                          <a:cs typeface="+mn-cs"/>
                        </a:rPr>
                        <a:t>Clinical trial experience: </a:t>
                      </a:r>
                      <a:r>
                        <a:rPr lang="en-US" altLang="zh-CN" sz="1050" b="1" i="0" u="none" strike="noStrike" kern="1200">
                          <a:solidFill>
                            <a:srgbClr val="00E47C"/>
                          </a:solidFill>
                          <a:effectLst/>
                          <a:latin typeface="Calibri"/>
                          <a:ea typeface="Calibri"/>
                          <a:cs typeface="Calibri"/>
                        </a:rPr>
                        <a:t>China Leading PI and global SC member in 1305-0046 ph3b trial (SARD-ILD); China leading PI in Belimumab ph3 in CTD-ILD (GSK), and PIT565 ph1 (Novartis). </a:t>
                      </a:r>
                      <a:r>
                        <a:rPr lang="en-US" altLang="zh-CN" sz="1050" b="0" i="0" u="none" strike="noStrike" kern="1200">
                          <a:solidFill>
                            <a:srgbClr val="000000"/>
                          </a:solidFill>
                          <a:effectLst/>
                          <a:latin typeface="Calibri"/>
                          <a:ea typeface="Calibri"/>
                          <a:cs typeface="Calibri"/>
                        </a:rPr>
                        <a:t>Lead 3 China single center clinical studies​.</a:t>
                      </a:r>
                      <a:r>
                        <a:rPr lang="en-US" altLang="zh-CN" sz="1050" b="1" i="0" u="none" strike="noStrike" kern="1200">
                          <a:solidFill>
                            <a:srgbClr val="00E47C"/>
                          </a:solidFill>
                          <a:effectLst/>
                          <a:latin typeface="Calibri"/>
                          <a:ea typeface="+mn-ea"/>
                          <a:cs typeface="Calibri"/>
                        </a:rPr>
                        <a:t> </a:t>
                      </a:r>
                      <a:r>
                        <a:rPr lang="en-US" altLang="zh-CN" sz="1050" b="0" i="0" u="none" strike="noStrike" kern="1200">
                          <a:solidFill>
                            <a:srgbClr val="000000"/>
                          </a:solidFill>
                          <a:effectLst/>
                          <a:latin typeface="Calibri"/>
                          <a:ea typeface="Calibri"/>
                          <a:cs typeface="Calibri"/>
                        </a:rPr>
                        <a:t>Several sub-I experiences in global/local RCT (leading PI </a:t>
                      </a:r>
                      <a:r>
                        <a:rPr lang="zh-CN" altLang="zh-CN" sz="1050" b="0" i="0" u="none" strike="noStrike" kern="1200">
                          <a:solidFill>
                            <a:srgbClr val="000000"/>
                          </a:solidFill>
                          <a:effectLst/>
                          <a:latin typeface="Calibri"/>
                          <a:ea typeface="+mn-ea"/>
                          <a:cs typeface="Calibri"/>
                        </a:rPr>
                        <a:t>曾小峰）</a:t>
                      </a:r>
                      <a:r>
                        <a:rPr lang="en-US" altLang="zh-CN" sz="1050" b="0" i="0" u="none" strike="noStrike" kern="1200">
                          <a:solidFill>
                            <a:srgbClr val="000000"/>
                          </a:solidFill>
                          <a:effectLst/>
                          <a:latin typeface="Calibri"/>
                          <a:ea typeface="Calibri"/>
                          <a:cs typeface="Calibri"/>
                        </a:rPr>
                        <a:t> ​</a:t>
                      </a:r>
                      <a:endParaRPr lang="zh-CN" altLang="zh-CN" sz="1050" b="0" i="0" u="none" strike="noStrike" kern="1200">
                        <a:solidFill>
                          <a:srgbClr val="000000"/>
                        </a:solidFill>
                        <a:effectLst/>
                        <a:latin typeface="Calibri"/>
                        <a:ea typeface="+mn-ea"/>
                        <a:cs typeface="Calibri"/>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sz="1050" b="0" i="0" u="none" strike="noStrike" kern="1200" noProof="0">
                          <a:solidFill>
                            <a:srgbClr val="000000"/>
                          </a:solidFill>
                          <a:effectLst/>
                          <a:latin typeface="Calibri"/>
                          <a:ea typeface="+mn-ea"/>
                          <a:cs typeface="+mn-cs"/>
                        </a:rPr>
                        <a:t>2. &lt;Recommendations for diagnosis and treatment of systemic lupus erythematosus 2025&gt; author </a:t>
                      </a:r>
                    </a:p>
                    <a:p>
                      <a:pPr lvl="0" algn="l">
                        <a:buNone/>
                      </a:pPr>
                      <a:r>
                        <a:rPr lang="en-US" sz="1050" b="0" i="0" u="none" strike="noStrike" kern="1200" noProof="0">
                          <a:solidFill>
                            <a:srgbClr val="000000"/>
                          </a:solidFill>
                          <a:effectLst/>
                          <a:latin typeface="Calibri"/>
                          <a:ea typeface="+mn-ea"/>
                          <a:cs typeface="+mn-cs"/>
                        </a:rPr>
                        <a:t>3. Published 138 Sci-cite</a:t>
                      </a:r>
                      <a:r>
                        <a:rPr lang="en-US" altLang="zh-CN" sz="1050" b="0" i="0" u="none" strike="noStrike" kern="1200" noProof="0">
                          <a:solidFill>
                            <a:srgbClr val="000000"/>
                          </a:solidFill>
                          <a:effectLst/>
                          <a:latin typeface="Calibri"/>
                          <a:ea typeface="+mn-ea"/>
                          <a:cs typeface="+mn-cs"/>
                        </a:rPr>
                        <a:t>d</a:t>
                      </a:r>
                      <a:r>
                        <a:rPr lang="en-US" sz="1050" b="0" i="0" u="none" strike="noStrike" kern="1200" noProof="0">
                          <a:solidFill>
                            <a:srgbClr val="000000"/>
                          </a:solidFill>
                          <a:effectLst/>
                          <a:latin typeface="Calibri"/>
                          <a:ea typeface="+mn-ea"/>
                          <a:cs typeface="+mn-cs"/>
                        </a:rPr>
                        <a:t> papers related to SLE</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altLang="zh-CN" sz="1050" b="1" i="0" u="none" strike="noStrike" kern="1200">
                          <a:solidFill>
                            <a:schemeClr val="tx2"/>
                          </a:solidFill>
                          <a:effectLst/>
                          <a:latin typeface="Calibri"/>
                          <a:ea typeface="Calibri"/>
                          <a:cs typeface="Calibri"/>
                        </a:rPr>
                        <a:t>Grade: 9/10 (13.5)</a:t>
                      </a:r>
                      <a:endParaRPr lang="zh-CN" altLang="zh-CN" sz="1050" b="1" i="0" u="none" strike="noStrike" kern="1200">
                        <a:solidFill>
                          <a:schemeClr val="tx2"/>
                        </a:solidFill>
                        <a:effectLst/>
                        <a:latin typeface="Calibri"/>
                        <a:ea typeface="+mn-ea"/>
                        <a:cs typeface="Calibri"/>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zh-CN" altLang="en-US" sz="1050" b="1" i="0" u="none" strike="noStrike" kern="1200">
                          <a:solidFill>
                            <a:schemeClr val="tx2"/>
                          </a:solidFill>
                          <a:effectLst/>
                          <a:latin typeface="Calibri"/>
                          <a:ea typeface="+mn-ea"/>
                          <a:cs typeface="Calibri"/>
                        </a:rPr>
                        <a:t>第十二届中华医学会风湿病学分会委员会主任委员</a:t>
                      </a:r>
                      <a:r>
                        <a:rPr lang="zh-CN" altLang="en-US" sz="1050" b="0" i="0" u="none" strike="noStrike" kern="1200">
                          <a:solidFill>
                            <a:srgbClr val="000000"/>
                          </a:solidFill>
                          <a:effectLst/>
                          <a:latin typeface="Calibri"/>
                          <a:ea typeface="+mn-ea"/>
                          <a:cs typeface="Calibri"/>
                        </a:rPr>
                        <a:t>；</a:t>
                      </a:r>
                      <a:r>
                        <a:rPr lang="zh-CN" altLang="zh-CN" sz="1050" b="0" i="0" u="none" strike="noStrike" kern="1200">
                          <a:solidFill>
                            <a:srgbClr val="000000"/>
                          </a:solidFill>
                          <a:effectLst/>
                          <a:latin typeface="Calibri"/>
                          <a:ea typeface="+mn-ea"/>
                          <a:cs typeface="Calibri"/>
                        </a:rPr>
                        <a:t>北京医学会风湿病学分会主任委员</a:t>
                      </a:r>
                      <a:r>
                        <a:rPr lang="zh-CN" altLang="en-US" sz="1050" b="0" i="0" u="none" strike="noStrike" kern="1200">
                          <a:solidFill>
                            <a:srgbClr val="000000"/>
                          </a:solidFill>
                          <a:effectLst/>
                          <a:latin typeface="Calibri"/>
                          <a:ea typeface="+mn-ea"/>
                          <a:cs typeface="Calibri"/>
                        </a:rPr>
                        <a:t>；</a:t>
                      </a:r>
                      <a:r>
                        <a:rPr lang="zh-CN" altLang="zh-CN" sz="1050" b="0" i="0" u="none" strike="noStrike" kern="1200">
                          <a:solidFill>
                            <a:srgbClr val="000000"/>
                          </a:solidFill>
                          <a:effectLst/>
                          <a:latin typeface="Calibri"/>
                          <a:ea typeface="+mn-ea"/>
                          <a:cs typeface="Calibri"/>
                        </a:rPr>
                        <a:t>中国医师协会风湿免疫科医师分会副会长兼肺血管</a:t>
                      </a:r>
                      <a:r>
                        <a:rPr lang="en-US" altLang="zh-CN" sz="1050" b="0" i="0" u="none" strike="noStrike" kern="1200">
                          <a:solidFill>
                            <a:srgbClr val="000000"/>
                          </a:solidFill>
                          <a:effectLst/>
                          <a:latin typeface="Calibri"/>
                          <a:ea typeface="Calibri"/>
                          <a:cs typeface="Calibri"/>
                        </a:rPr>
                        <a:t>/</a:t>
                      </a:r>
                      <a:r>
                        <a:rPr lang="zh-CN" altLang="zh-CN" sz="1050" b="0" i="0" u="none" strike="noStrike" kern="1200">
                          <a:solidFill>
                            <a:srgbClr val="000000"/>
                          </a:solidFill>
                          <a:effectLst/>
                          <a:latin typeface="Calibri"/>
                          <a:ea typeface="+mn-ea"/>
                          <a:cs typeface="Calibri"/>
                        </a:rPr>
                        <a:t>间质病学组组长</a:t>
                      </a:r>
                      <a:r>
                        <a:rPr lang="zh-CN" altLang="en-US" sz="1050" b="0" i="0" u="none" strike="noStrike" kern="1200">
                          <a:solidFill>
                            <a:srgbClr val="000000"/>
                          </a:solidFill>
                          <a:effectLst/>
                          <a:latin typeface="Calibri"/>
                          <a:ea typeface="+mn-ea"/>
                          <a:cs typeface="Calibri"/>
                        </a:rPr>
                        <a:t>；</a:t>
                      </a:r>
                      <a:r>
                        <a:rPr lang="zh-CN" altLang="zh-CN" sz="1050" b="1" i="0" u="none" strike="noStrike" kern="1200">
                          <a:solidFill>
                            <a:schemeClr val="tx2"/>
                          </a:solidFill>
                          <a:effectLst/>
                          <a:latin typeface="Calibri"/>
                          <a:ea typeface="+mn-ea"/>
                          <a:cs typeface="Calibri"/>
                        </a:rPr>
                        <a:t>亚太抗风湿病联盟（</a:t>
                      </a:r>
                      <a:r>
                        <a:rPr lang="en-US" altLang="zh-CN" sz="1050" b="1" i="0" u="none" strike="noStrike" kern="1200">
                          <a:solidFill>
                            <a:schemeClr val="tx2"/>
                          </a:solidFill>
                          <a:effectLst/>
                          <a:latin typeface="Calibri"/>
                          <a:ea typeface="Calibri"/>
                          <a:cs typeface="Calibri"/>
                        </a:rPr>
                        <a:t>APLAR</a:t>
                      </a:r>
                      <a:r>
                        <a:rPr lang="zh-CN" altLang="zh-CN" sz="1050" b="1" i="0" u="none" strike="noStrike" kern="1200">
                          <a:solidFill>
                            <a:schemeClr val="tx2"/>
                          </a:solidFill>
                          <a:effectLst/>
                          <a:latin typeface="Calibri"/>
                          <a:ea typeface="+mn-ea"/>
                          <a:cs typeface="Calibri"/>
                        </a:rPr>
                        <a:t>）系统性红斑狼疮研究组成员</a:t>
                      </a:r>
                      <a:r>
                        <a:rPr lang="zh-CN" altLang="en-US" sz="1050" b="1" i="0" u="none" strike="noStrike" kern="1200">
                          <a:solidFill>
                            <a:schemeClr val="tx2"/>
                          </a:solidFill>
                          <a:effectLst/>
                          <a:latin typeface="Calibri"/>
                          <a:ea typeface="+mn-ea"/>
                          <a:cs typeface="Calibri"/>
                        </a:rPr>
                        <a:t>；</a:t>
                      </a:r>
                      <a:r>
                        <a:rPr lang="zh-CN" altLang="zh-CN" sz="1050" b="1" i="0" u="none" strike="noStrike" kern="1200">
                          <a:solidFill>
                            <a:schemeClr val="tx2"/>
                          </a:solidFill>
                          <a:effectLst/>
                          <a:latin typeface="Calibri"/>
                          <a:ea typeface="+mn-ea"/>
                          <a:cs typeface="Calibri"/>
                        </a:rPr>
                        <a:t>亚太系统性红斑狼疮协作组（</a:t>
                      </a:r>
                      <a:r>
                        <a:rPr lang="en-US" altLang="zh-CN" sz="1050" b="1" i="0" u="none" strike="noStrike" kern="1200">
                          <a:solidFill>
                            <a:schemeClr val="tx2"/>
                          </a:solidFill>
                          <a:effectLst/>
                          <a:latin typeface="Calibri"/>
                          <a:ea typeface="Calibri"/>
                          <a:cs typeface="Calibri"/>
                        </a:rPr>
                        <a:t>APLC</a:t>
                      </a:r>
                      <a:r>
                        <a:rPr lang="zh-CN" altLang="zh-CN" sz="1050" b="1" i="0" u="none" strike="noStrike" kern="1200">
                          <a:solidFill>
                            <a:schemeClr val="tx2"/>
                          </a:solidFill>
                          <a:effectLst/>
                          <a:latin typeface="Calibri"/>
                          <a:ea typeface="+mn-ea"/>
                          <a:cs typeface="Calibri"/>
                        </a:rPr>
                        <a:t>）成员</a:t>
                      </a:r>
                      <a:r>
                        <a:rPr lang="zh-CN" altLang="en-US" sz="1050" b="1" i="0" u="none" strike="noStrike" kern="1200">
                          <a:solidFill>
                            <a:schemeClr val="tx2"/>
                          </a:solidFill>
                          <a:effectLst/>
                          <a:latin typeface="Calibri"/>
                          <a:ea typeface="+mn-ea"/>
                          <a:cs typeface="Calibri"/>
                        </a:rPr>
                        <a:t>；</a:t>
                      </a:r>
                      <a:r>
                        <a:rPr lang="zh-CN" altLang="zh-CN" sz="1050" b="1" i="0" u="none" strike="noStrike" kern="1200">
                          <a:solidFill>
                            <a:schemeClr val="tx2"/>
                          </a:solidFill>
                          <a:effectLst/>
                          <a:latin typeface="Calibri"/>
                          <a:ea typeface="+mn-ea"/>
                          <a:cs typeface="Calibri"/>
                        </a:rPr>
                        <a:t>中国系统性红斑狼疮研究协作组（</a:t>
                      </a:r>
                      <a:r>
                        <a:rPr lang="en-US" altLang="zh-CN" sz="1050" b="1" i="0" u="none" strike="noStrike" kern="1200">
                          <a:solidFill>
                            <a:schemeClr val="tx2"/>
                          </a:solidFill>
                          <a:effectLst/>
                          <a:latin typeface="Calibri"/>
                          <a:ea typeface="Calibri"/>
                          <a:cs typeface="Calibri"/>
                        </a:rPr>
                        <a:t>CSTAR</a:t>
                      </a:r>
                      <a:r>
                        <a:rPr lang="zh-CN" altLang="zh-CN" sz="1050" b="1" i="0" u="none" strike="noStrike" kern="1200">
                          <a:solidFill>
                            <a:schemeClr val="tx2"/>
                          </a:solidFill>
                          <a:effectLst/>
                          <a:latin typeface="Calibri"/>
                          <a:ea typeface="+mn-ea"/>
                          <a:cs typeface="Calibri"/>
                        </a:rPr>
                        <a:t>）</a:t>
                      </a:r>
                      <a:r>
                        <a:rPr lang="zh-CN" altLang="zh-CN" sz="1050" b="0" i="0" u="none" strike="noStrike" kern="1200">
                          <a:solidFill>
                            <a:schemeClr val="tx1"/>
                          </a:solidFill>
                          <a:effectLst/>
                          <a:latin typeface="Calibri"/>
                          <a:ea typeface="+mn-ea"/>
                          <a:cs typeface="Calibri"/>
                        </a:rPr>
                        <a:t>、国家风湿病数据中心（</a:t>
                      </a:r>
                      <a:r>
                        <a:rPr lang="en-US" altLang="zh-CN" sz="1050" b="0" i="0" u="none" strike="noStrike" kern="1200">
                          <a:solidFill>
                            <a:schemeClr val="tx1"/>
                          </a:solidFill>
                          <a:effectLst/>
                          <a:latin typeface="Calibri"/>
                          <a:ea typeface="Calibri"/>
                          <a:cs typeface="Calibri"/>
                        </a:rPr>
                        <a:t>CRDC</a:t>
                      </a:r>
                      <a:r>
                        <a:rPr lang="zh-CN" altLang="zh-CN" sz="1050" b="0" i="0" u="none" strike="noStrike" kern="1200">
                          <a:solidFill>
                            <a:schemeClr val="tx1"/>
                          </a:solidFill>
                          <a:effectLst/>
                          <a:latin typeface="Calibri"/>
                          <a:ea typeface="+mn-ea"/>
                          <a:cs typeface="Calibri"/>
                        </a:rPr>
                        <a:t>）、中国风湿免疫病医联体联盟（</a:t>
                      </a:r>
                      <a:r>
                        <a:rPr lang="en-US" altLang="zh-CN" sz="1050" b="0" i="0" u="none" strike="noStrike" kern="1200">
                          <a:solidFill>
                            <a:schemeClr val="tx1"/>
                          </a:solidFill>
                          <a:effectLst/>
                          <a:latin typeface="Calibri"/>
                          <a:ea typeface="Calibri"/>
                          <a:cs typeface="Calibri"/>
                        </a:rPr>
                        <a:t>CRCA</a:t>
                      </a:r>
                      <a:r>
                        <a:rPr lang="zh-CN" altLang="zh-CN" sz="1050" b="0" i="0" u="none" strike="noStrike" kern="1200">
                          <a:solidFill>
                            <a:schemeClr val="tx1"/>
                          </a:solidFill>
                          <a:effectLst/>
                          <a:latin typeface="Calibri"/>
                          <a:ea typeface="+mn-ea"/>
                          <a:cs typeface="Calibri"/>
                        </a:rPr>
                        <a:t>）秘书长</a:t>
                      </a:r>
                      <a:r>
                        <a:rPr lang="zh-CN" altLang="zh-CN" sz="1050" b="0" i="0" u="none" strike="noStrike" kern="1200">
                          <a:solidFill>
                            <a:srgbClr val="000000"/>
                          </a:solidFill>
                          <a:effectLst/>
                          <a:latin typeface="Calibri"/>
                          <a:ea typeface="+mn-ea"/>
                          <a:cs typeface="Calibri"/>
                        </a:rPr>
                        <a:t>，国家皮肤与免疫疾病临床医学研究中心（</a:t>
                      </a:r>
                      <a:r>
                        <a:rPr lang="en-US" altLang="zh-CN" sz="1050" b="0" i="0" u="none" strike="noStrike" kern="1200">
                          <a:solidFill>
                            <a:srgbClr val="000000"/>
                          </a:solidFill>
                          <a:effectLst/>
                          <a:latin typeface="Calibri"/>
                          <a:ea typeface="Calibri"/>
                          <a:cs typeface="Calibri"/>
                        </a:rPr>
                        <a:t>NCRC-DID</a:t>
                      </a:r>
                      <a:r>
                        <a:rPr lang="zh-CN" altLang="zh-CN" sz="1050" b="0" i="0" u="none" strike="noStrike" kern="1200">
                          <a:solidFill>
                            <a:srgbClr val="000000"/>
                          </a:solidFill>
                          <a:effectLst/>
                          <a:latin typeface="Calibri"/>
                          <a:ea typeface="+mn-ea"/>
                          <a:cs typeface="Calibri"/>
                        </a:rPr>
                        <a:t>）办公室主任</a:t>
                      </a:r>
                      <a:endParaRPr lang="en-US" sz="1050" b="1" i="0" u="none" strike="noStrike">
                        <a:solidFill>
                          <a:srgbClr val="000000"/>
                        </a:solidFill>
                        <a:effectLst/>
                        <a:latin typeface="Calibri"/>
                        <a:ea typeface="Calibri"/>
                        <a:cs typeface="Calibri"/>
                      </a:endParaRPr>
                    </a:p>
                    <a:p>
                      <a:pPr marL="0" marR="0" lvl="0" indent="0" algn="l" rtl="0" eaLnBrk="1" fontAlgn="auto" latinLnBrk="0" hangingPunct="1">
                        <a:lnSpc>
                          <a:spcPct val="100000"/>
                        </a:lnSpc>
                        <a:spcBef>
                          <a:spcPts val="0"/>
                        </a:spcBef>
                        <a:spcAft>
                          <a:spcPts val="0"/>
                        </a:spcAft>
                        <a:buClrTx/>
                        <a:buSzTx/>
                        <a:buFont typeface="Wingdings" panose="05000000000000000000" pitchFamily="2" charset="2"/>
                        <a:buNone/>
                      </a:pPr>
                      <a:r>
                        <a:rPr lang="en-US" altLang="zh-CN" sz="1050" b="1" i="0" u="none" strike="noStrike" kern="1200">
                          <a:solidFill>
                            <a:schemeClr val="tx2"/>
                          </a:solidFill>
                          <a:effectLst/>
                          <a:latin typeface="Calibri"/>
                          <a:ea typeface="Calibri"/>
                          <a:cs typeface="Calibri"/>
                        </a:rPr>
                        <a:t>Grade: 10/10 (20)</a:t>
                      </a: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algn="l" rtl="0" fontAlgn="t">
                        <a:lnSpc>
                          <a:spcPct val="150000"/>
                        </a:lnSpc>
                        <a:buFont typeface="Wingdings" panose="05000000000000000000" pitchFamily="2" charset="2"/>
                        <a:buChar char="v"/>
                      </a:pPr>
                      <a:r>
                        <a:rPr lang="en-US" sz="1050" b="1" u="none" strike="noStrike">
                          <a:solidFill>
                            <a:srgbClr val="000000"/>
                          </a:solidFill>
                          <a:effectLst/>
                          <a:latin typeface="Calibri"/>
                          <a:ea typeface="Calibri"/>
                          <a:cs typeface="Calibri"/>
                        </a:rPr>
                        <a:t>Leading PI of 1305-0046 (SARD-ILD,ph3)</a:t>
                      </a:r>
                    </a:p>
                    <a:p>
                      <a:pPr marL="171450" indent="-171450" algn="l" rtl="0" fontAlgn="t">
                        <a:lnSpc>
                          <a:spcPct val="150000"/>
                        </a:lnSpc>
                        <a:buFont typeface="Wingdings" panose="05000000000000000000" pitchFamily="2" charset="2"/>
                        <a:buChar char="v"/>
                      </a:pPr>
                      <a:r>
                        <a:rPr lang="en-US" sz="1050" b="1" i="0" u="none" strike="noStrike">
                          <a:solidFill>
                            <a:srgbClr val="000000"/>
                          </a:solidFill>
                          <a:effectLst/>
                          <a:latin typeface="Calibri"/>
                          <a:ea typeface="Calibri"/>
                          <a:cs typeface="Calibri"/>
                        </a:rPr>
                        <a:t>CTID: </a:t>
                      </a:r>
                      <a:r>
                        <a:rPr lang="en-US" sz="1050" b="1" i="0" u="none" strike="noStrike">
                          <a:solidFill>
                            <a:srgbClr val="FF0000"/>
                          </a:solidFill>
                          <a:effectLst/>
                          <a:latin typeface="Calibri"/>
                          <a:ea typeface="Calibri"/>
                          <a:cs typeface="Calibri"/>
                        </a:rPr>
                        <a:t>5</a:t>
                      </a:r>
                      <a:r>
                        <a:rPr lang="en-US" sz="1050" b="1" i="0" u="none" strike="noStrike">
                          <a:solidFill>
                            <a:srgbClr val="000000"/>
                          </a:solidFill>
                          <a:effectLst/>
                          <a:latin typeface="Calibri"/>
                          <a:ea typeface="Calibri"/>
                          <a:cs typeface="Calibri"/>
                        </a:rPr>
                        <a:t> leading I-III studies (</a:t>
                      </a:r>
                      <a:r>
                        <a:rPr lang="en-US" sz="1050" b="1" i="0" u="none" strike="noStrike">
                          <a:solidFill>
                            <a:srgbClr val="FF0000"/>
                          </a:solidFill>
                          <a:effectLst/>
                          <a:latin typeface="Calibri"/>
                          <a:ea typeface="Calibri"/>
                          <a:cs typeface="Calibri"/>
                        </a:rPr>
                        <a:t>2</a:t>
                      </a:r>
                      <a:r>
                        <a:rPr lang="zh-CN" altLang="en-US" sz="1050" b="1" i="0" u="none" strike="noStrike">
                          <a:solidFill>
                            <a:srgbClr val="000000"/>
                          </a:solidFill>
                          <a:effectLst/>
                          <a:latin typeface="Calibri"/>
                          <a:ea typeface="Calibri" panose="020F0502020204030204" pitchFamily="34" charset="0"/>
                          <a:cs typeface="Calibri"/>
                        </a:rPr>
                        <a:t> </a:t>
                      </a:r>
                      <a:r>
                        <a:rPr lang="en-US" altLang="zh-CN" sz="1050" b="1" i="0" u="none" strike="noStrike">
                          <a:solidFill>
                            <a:srgbClr val="000000"/>
                          </a:solidFill>
                          <a:effectLst/>
                          <a:latin typeface="Calibri"/>
                          <a:ea typeface="Calibri"/>
                          <a:cs typeface="Calibri"/>
                        </a:rPr>
                        <a:t>SLE ph1</a:t>
                      </a:r>
                      <a:r>
                        <a:rPr lang="zh-CN" altLang="en-US" sz="1050" b="1" i="0" u="none" strike="noStrike">
                          <a:solidFill>
                            <a:srgbClr val="000000"/>
                          </a:solidFill>
                          <a:effectLst/>
                          <a:latin typeface="Calibri"/>
                          <a:ea typeface="Calibri" panose="020F0502020204030204" pitchFamily="34" charset="0"/>
                          <a:cs typeface="Calibri"/>
                        </a:rPr>
                        <a:t> </a:t>
                      </a:r>
                      <a:r>
                        <a:rPr lang="en-US" altLang="zh-CN" sz="1050" b="1" i="0" u="none" strike="noStrike">
                          <a:solidFill>
                            <a:srgbClr val="000000"/>
                          </a:solidFill>
                          <a:effectLst/>
                          <a:latin typeface="Calibri"/>
                          <a:ea typeface="Calibri"/>
                          <a:cs typeface="Calibri"/>
                        </a:rPr>
                        <a:t>studies, collaborate with MNCs like Novartis and GSK, and other local biotechs.)</a:t>
                      </a:r>
                    </a:p>
                    <a:p>
                      <a:pPr marL="171450" indent="-171450" algn="l" rtl="0" fontAlgn="t">
                        <a:lnSpc>
                          <a:spcPct val="150000"/>
                        </a:lnSpc>
                        <a:buFont typeface="Wingdings" panose="05000000000000000000" pitchFamily="2" charset="2"/>
                        <a:buChar char="v"/>
                      </a:pPr>
                      <a:r>
                        <a:rPr lang="en-US" altLang="zh-CN" sz="1050" b="1" i="0" u="none" strike="noStrike">
                          <a:solidFill>
                            <a:srgbClr val="000000"/>
                          </a:solidFill>
                          <a:effectLst/>
                          <a:latin typeface="Calibri"/>
                          <a:ea typeface="Calibri"/>
                          <a:cs typeface="Calibri"/>
                        </a:rPr>
                        <a:t>The experience of leading PI is limited, especially for MRCT.</a:t>
                      </a:r>
                    </a:p>
                    <a:p>
                      <a:pPr marL="0" indent="0" algn="l" rtl="0" fontAlgn="t">
                        <a:lnSpc>
                          <a:spcPct val="150000"/>
                        </a:lnSpc>
                        <a:buFont typeface="Wingdings" panose="05000000000000000000" pitchFamily="2" charset="2"/>
                        <a:buNone/>
                      </a:pPr>
                      <a:r>
                        <a:rPr lang="en-US" altLang="zh-CN" sz="1050" b="1" i="0" u="none" strike="noStrike">
                          <a:solidFill>
                            <a:schemeClr val="accent2"/>
                          </a:solidFill>
                          <a:effectLst/>
                          <a:latin typeface="Calibri"/>
                          <a:ea typeface="Calibri"/>
                          <a:cs typeface="Calibri"/>
                        </a:rPr>
                        <a:t>Grade</a:t>
                      </a:r>
                      <a:r>
                        <a:rPr lang="zh-CN" altLang="en-US" sz="1050" b="1" i="0" u="none" strike="noStrike">
                          <a:solidFill>
                            <a:schemeClr val="accent2"/>
                          </a:solidFill>
                          <a:effectLst/>
                          <a:latin typeface="Calibri"/>
                          <a:ea typeface="Calibri"/>
                          <a:cs typeface="Calibri"/>
                        </a:rPr>
                        <a:t>：</a:t>
                      </a:r>
                      <a:r>
                        <a:rPr lang="en-US" altLang="zh-CN" sz="1050" b="1" i="0" u="none" strike="noStrike">
                          <a:solidFill>
                            <a:schemeClr val="accent2"/>
                          </a:solidFill>
                          <a:effectLst/>
                          <a:latin typeface="Calibri"/>
                          <a:ea typeface="Calibri"/>
                          <a:cs typeface="Calibri"/>
                        </a:rPr>
                        <a:t>6/10 (18)</a:t>
                      </a:r>
                    </a:p>
                    <a:p>
                      <a:pPr marL="0" marR="0" lvl="0" indent="0" algn="l" defTabSz="914400" rtl="0" eaLnBrk="1" fontAlgn="t" latinLnBrk="0" hangingPunct="1">
                        <a:lnSpc>
                          <a:spcPct val="150000"/>
                        </a:lnSpc>
                        <a:spcBef>
                          <a:spcPts val="0"/>
                        </a:spcBef>
                        <a:spcAft>
                          <a:spcPts val="0"/>
                        </a:spcAft>
                        <a:buClrTx/>
                        <a:buSzTx/>
                        <a:buFont typeface="Wingdings" panose="05000000000000000000" pitchFamily="2" charset="2"/>
                        <a:buNone/>
                        <a:tabLst/>
                        <a:defRPr/>
                      </a:pPr>
                      <a:endParaRPr lang="en-US" altLang="zh-CN" sz="1050" b="1" i="0" u="none" strike="noStrike">
                        <a:solidFill>
                          <a:schemeClr val="accent2"/>
                        </a:solidFill>
                        <a:effectLst/>
                        <a:latin typeface="Calibri"/>
                        <a:ea typeface="Calibri"/>
                        <a:cs typeface="Calibri"/>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algn="l" rtl="0" fontAlgn="t">
                        <a:lnSpc>
                          <a:spcPct val="150000"/>
                        </a:lnSpc>
                        <a:buFont typeface="Wingdings" panose="05000000000000000000" pitchFamily="2" charset="2"/>
                        <a:buChar char="v"/>
                      </a:pPr>
                      <a:r>
                        <a:rPr lang="en-US" sz="1050" b="1" u="none" strike="noStrike">
                          <a:solidFill>
                            <a:srgbClr val="FF0000"/>
                          </a:solidFill>
                          <a:effectLst/>
                          <a:latin typeface="Calibri"/>
                          <a:ea typeface="Calibri"/>
                          <a:cs typeface="Calibri"/>
                        </a:rPr>
                        <a:t>Trial Set up: </a:t>
                      </a:r>
                      <a:r>
                        <a:rPr lang="en-US" sz="1050" b="1" u="none" strike="noStrike">
                          <a:solidFill>
                            <a:srgbClr val="000000"/>
                          </a:solidFill>
                          <a:effectLst/>
                          <a:latin typeface="Calibri"/>
                          <a:ea typeface="Calibri"/>
                          <a:cs typeface="Calibri"/>
                        </a:rPr>
                        <a:t>2 weeks</a:t>
                      </a:r>
                    </a:p>
                    <a:p>
                      <a:pPr marL="171450" indent="-171450" algn="l" rtl="0" fontAlgn="t">
                        <a:lnSpc>
                          <a:spcPct val="150000"/>
                        </a:lnSpc>
                        <a:buFont typeface="Wingdings" panose="05000000000000000000" pitchFamily="2" charset="2"/>
                        <a:buChar char="v"/>
                      </a:pPr>
                      <a:r>
                        <a:rPr lang="en-US" sz="1050" b="1" u="none" strike="noStrike">
                          <a:solidFill>
                            <a:srgbClr val="FF0000"/>
                          </a:solidFill>
                          <a:effectLst/>
                          <a:latin typeface="Calibri"/>
                          <a:ea typeface="Calibri"/>
                          <a:cs typeface="Calibri"/>
                        </a:rPr>
                        <a:t>EC approval:</a:t>
                      </a:r>
                      <a:r>
                        <a:rPr lang="zh-CN" altLang="en-US" sz="1050" b="1" u="none" strike="noStrike">
                          <a:solidFill>
                            <a:srgbClr val="FF0000"/>
                          </a:solidFill>
                          <a:effectLst/>
                          <a:latin typeface="Calibri"/>
                          <a:cs typeface="Calibri"/>
                        </a:rPr>
                        <a:t> </a:t>
                      </a:r>
                      <a:r>
                        <a:rPr lang="en-US" altLang="zh-CN" sz="1050" b="1" u="none" strike="noStrike">
                          <a:solidFill>
                            <a:srgbClr val="000000"/>
                          </a:solidFill>
                          <a:effectLst/>
                          <a:latin typeface="Calibri"/>
                          <a:ea typeface="Calibri"/>
                          <a:cs typeface="Calibri"/>
                        </a:rPr>
                        <a:t>1-1.5 months</a:t>
                      </a:r>
                      <a:r>
                        <a:rPr lang="en-US" sz="1050" b="1" u="none" strike="noStrike">
                          <a:solidFill>
                            <a:srgbClr val="000000"/>
                          </a:solidFill>
                          <a:effectLst/>
                          <a:latin typeface="Calibri"/>
                          <a:ea typeface="Calibri"/>
                          <a:cs typeface="Calibri"/>
                        </a:rPr>
                        <a:t> </a:t>
                      </a:r>
                    </a:p>
                    <a:p>
                      <a:pPr marL="171450" indent="-171450" algn="l" rtl="0" fontAlgn="t">
                        <a:lnSpc>
                          <a:spcPct val="150000"/>
                        </a:lnSpc>
                        <a:buFont typeface="Wingdings" panose="05000000000000000000" pitchFamily="2" charset="2"/>
                        <a:buChar char="v"/>
                      </a:pPr>
                      <a:r>
                        <a:rPr lang="en-US" sz="1050" b="1" i="0" u="none" strike="noStrike">
                          <a:solidFill>
                            <a:srgbClr val="FF0000"/>
                          </a:solidFill>
                          <a:effectLst/>
                          <a:latin typeface="Calibri"/>
                          <a:ea typeface="Calibri"/>
                          <a:cs typeface="Calibri"/>
                        </a:rPr>
                        <a:t>HGRAC: </a:t>
                      </a:r>
                      <a:r>
                        <a:rPr lang="en-US" sz="1050" b="1" i="0" u="none" strike="noStrike">
                          <a:solidFill>
                            <a:srgbClr val="000000"/>
                          </a:solidFill>
                          <a:effectLst/>
                          <a:latin typeface="Calibri"/>
                          <a:ea typeface="Calibri"/>
                          <a:cs typeface="Calibri"/>
                        </a:rPr>
                        <a:t>2 weeks to get signature</a:t>
                      </a:r>
                    </a:p>
                    <a:p>
                      <a:pPr marL="171450" indent="-171450" algn="l" rtl="0" fontAlgn="t">
                        <a:lnSpc>
                          <a:spcPct val="150000"/>
                        </a:lnSpc>
                        <a:buFont typeface="Wingdings" panose="05000000000000000000" pitchFamily="2" charset="2"/>
                        <a:buChar char="v"/>
                      </a:pPr>
                      <a:r>
                        <a:rPr lang="en-US" sz="1050" b="1" i="0" u="none" strike="noStrike">
                          <a:solidFill>
                            <a:srgbClr val="FF0000"/>
                          </a:solidFill>
                          <a:effectLst/>
                          <a:latin typeface="Calibri"/>
                          <a:ea typeface="Calibri"/>
                          <a:cs typeface="Calibri"/>
                        </a:rPr>
                        <a:t>Contract negotiation: </a:t>
                      </a:r>
                      <a:r>
                        <a:rPr lang="en-US" sz="1050" b="1" i="0" u="none" strike="noStrike">
                          <a:solidFill>
                            <a:srgbClr val="000000"/>
                          </a:solidFill>
                          <a:effectLst/>
                          <a:latin typeface="Calibri"/>
                          <a:ea typeface="Calibri"/>
                          <a:cs typeface="Calibri"/>
                        </a:rPr>
                        <a:t>MSA (renew is under negociation), 2 months to finalize (risk: publication and IP sharing)</a:t>
                      </a:r>
                    </a:p>
                    <a:p>
                      <a:pPr marL="171450" indent="-171450" algn="l" rtl="0" fontAlgn="t">
                        <a:lnSpc>
                          <a:spcPct val="150000"/>
                        </a:lnSpc>
                        <a:buFont typeface="Wingdings" panose="05000000000000000000" pitchFamily="2" charset="2"/>
                        <a:buChar char="v"/>
                      </a:pPr>
                      <a:r>
                        <a:rPr lang="en-US" sz="1050" b="1" i="0" u="none" strike="noStrike">
                          <a:solidFill>
                            <a:srgbClr val="000000"/>
                          </a:solidFill>
                          <a:effectLst/>
                          <a:latin typeface="Calibri"/>
                          <a:ea typeface="Calibri"/>
                          <a:cs typeface="Calibri"/>
                        </a:rPr>
                        <a:t>EC submission </a:t>
                      </a:r>
                      <a:r>
                        <a:rPr lang="en-US" sz="1050" b="1" i="0" u="none" strike="noStrike">
                          <a:solidFill>
                            <a:srgbClr val="FF0000"/>
                          </a:solidFill>
                          <a:effectLst/>
                          <a:latin typeface="Calibri"/>
                          <a:ea typeface="Calibri"/>
                          <a:cs typeface="Calibri"/>
                        </a:rPr>
                        <a:t>ahead of CTA </a:t>
                      </a:r>
                      <a:r>
                        <a:rPr lang="en-US" sz="1050" b="1" i="0" u="none" strike="noStrike">
                          <a:solidFill>
                            <a:srgbClr val="000000"/>
                          </a:solidFill>
                          <a:effectLst/>
                          <a:latin typeface="Calibri"/>
                          <a:ea typeface="Calibri"/>
                          <a:cs typeface="Calibri"/>
                        </a:rPr>
                        <a:t>approval; </a:t>
                      </a:r>
                      <a:r>
                        <a:rPr lang="en-US" sz="1050" b="1" i="0" u="none" strike="noStrike">
                          <a:solidFill>
                            <a:srgbClr val="FF0000"/>
                          </a:solidFill>
                          <a:effectLst/>
                          <a:latin typeface="Calibri"/>
                          <a:ea typeface="Calibri"/>
                          <a:cs typeface="Calibri"/>
                        </a:rPr>
                        <a:t>b</a:t>
                      </a:r>
                      <a:r>
                        <a:rPr lang="en-US" altLang="zh-CN" sz="1050" b="1" i="0" u="none" strike="noStrike">
                          <a:solidFill>
                            <a:srgbClr val="FF0000"/>
                          </a:solidFill>
                          <a:effectLst/>
                          <a:latin typeface="Calibri"/>
                          <a:ea typeface="Calibri"/>
                          <a:cs typeface="Calibri"/>
                        </a:rPr>
                        <a:t>i-weekly </a:t>
                      </a:r>
                      <a:r>
                        <a:rPr lang="en-US" altLang="zh-CN" sz="1050" b="1" i="0" u="none" strike="noStrike">
                          <a:solidFill>
                            <a:srgbClr val="000000"/>
                          </a:solidFill>
                          <a:effectLst/>
                          <a:latin typeface="Calibri"/>
                          <a:ea typeface="Calibri"/>
                          <a:cs typeface="Calibri"/>
                        </a:rPr>
                        <a:t>EC meeting; </a:t>
                      </a:r>
                      <a:r>
                        <a:rPr lang="en-US" sz="1050" b="1" i="0" u="none" strike="noStrike">
                          <a:solidFill>
                            <a:srgbClr val="000000"/>
                          </a:solidFill>
                          <a:effectLst/>
                          <a:latin typeface="Calibri"/>
                          <a:ea typeface="Calibri"/>
                          <a:cs typeface="Calibri"/>
                        </a:rPr>
                        <a:t>EC/CTA in </a:t>
                      </a:r>
                      <a:r>
                        <a:rPr lang="en-US" sz="1050" b="1" i="0" u="none" strike="noStrike">
                          <a:solidFill>
                            <a:srgbClr val="FF0000"/>
                          </a:solidFill>
                          <a:effectLst/>
                          <a:latin typeface="Calibri"/>
                          <a:ea typeface="Calibri"/>
                          <a:cs typeface="Calibri"/>
                        </a:rPr>
                        <a:t>parallel review</a:t>
                      </a:r>
                    </a:p>
                    <a:p>
                      <a:pPr marL="0" indent="0" algn="l" rtl="0" fontAlgn="t">
                        <a:lnSpc>
                          <a:spcPct val="150000"/>
                        </a:lnSpc>
                        <a:buFont typeface="Wingdings" panose="05000000000000000000" pitchFamily="2" charset="2"/>
                        <a:buNone/>
                      </a:pPr>
                      <a:r>
                        <a:rPr lang="en-US" sz="1050" b="1" i="0" u="none" strike="noStrike">
                          <a:solidFill>
                            <a:srgbClr val="00B050"/>
                          </a:solidFill>
                          <a:effectLst/>
                          <a:latin typeface="Calibri"/>
                          <a:ea typeface="Calibri"/>
                          <a:cs typeface="Calibri"/>
                        </a:rPr>
                        <a:t>Summary: </a:t>
                      </a:r>
                      <a:r>
                        <a:rPr lang="en-US" sz="1050" b="1" i="0" u="none" strike="noStrike">
                          <a:solidFill>
                            <a:srgbClr val="FF0000"/>
                          </a:solidFill>
                          <a:effectLst/>
                          <a:latin typeface="Calibri"/>
                          <a:ea typeface="Calibri"/>
                          <a:cs typeface="Calibri"/>
                        </a:rPr>
                        <a:t>4-6 </a:t>
                      </a:r>
                      <a:r>
                        <a:rPr lang="en-US" sz="1050" b="1" i="0" u="none" strike="noStrike">
                          <a:solidFill>
                            <a:srgbClr val="000000"/>
                          </a:solidFill>
                          <a:effectLst/>
                          <a:latin typeface="Calibri"/>
                          <a:ea typeface="Calibri"/>
                          <a:cs typeface="Calibri"/>
                        </a:rPr>
                        <a:t>months for initiation meets the 6 months benchmark of BI ;</a:t>
                      </a:r>
                    </a:p>
                    <a:p>
                      <a:pPr marL="0" indent="0" algn="l" rtl="0" fontAlgn="t">
                        <a:lnSpc>
                          <a:spcPct val="150000"/>
                        </a:lnSpc>
                        <a:buFont typeface="Wingdings" panose="05000000000000000000" pitchFamily="2" charset="2"/>
                        <a:buNone/>
                      </a:pPr>
                      <a:r>
                        <a:rPr lang="en-US" sz="1050" b="1" i="0" u="none" strike="noStrike">
                          <a:solidFill>
                            <a:srgbClr val="000000"/>
                          </a:solidFill>
                          <a:effectLst/>
                          <a:latin typeface="Calibri"/>
                          <a:ea typeface="Calibri"/>
                          <a:cs typeface="Calibri"/>
                        </a:rPr>
                        <a:t>Lading site for </a:t>
                      </a:r>
                      <a:r>
                        <a:rPr lang="en-US" sz="1050" b="1" i="1" u="none" strike="noStrike">
                          <a:solidFill>
                            <a:srgbClr val="000000"/>
                          </a:solidFill>
                          <a:effectLst/>
                          <a:latin typeface="Calibri"/>
                          <a:ea typeface="Calibri"/>
                          <a:cs typeface="Calibri"/>
                        </a:rPr>
                        <a:t>1305-0014 &amp; 1305-0023 &amp; 1305-0031 (ILD, ph3)/1305-0046 (SARD-ILD, ph3)/1366-003</a:t>
                      </a:r>
                      <a:r>
                        <a:rPr lang="en-US" sz="1050" b="1" i="0" u="none" strike="noStrike">
                          <a:solidFill>
                            <a:srgbClr val="000000"/>
                          </a:solidFill>
                          <a:effectLst/>
                          <a:latin typeface="Calibri"/>
                          <a:ea typeface="Calibri"/>
                          <a:cs typeface="Calibri"/>
                        </a:rPr>
                        <a:t>1(SSc, ph2) study</a:t>
                      </a:r>
                    </a:p>
                    <a:p>
                      <a:pPr marL="0" marR="0" lvl="0" indent="0" algn="l" defTabSz="914400" rtl="0" eaLnBrk="1" fontAlgn="t" latinLnBrk="0" hangingPunct="1">
                        <a:lnSpc>
                          <a:spcPct val="150000"/>
                        </a:lnSpc>
                        <a:spcBef>
                          <a:spcPts val="0"/>
                        </a:spcBef>
                        <a:spcAft>
                          <a:spcPts val="0"/>
                        </a:spcAft>
                        <a:buClrTx/>
                        <a:buSzTx/>
                        <a:buFont typeface="Wingdings" panose="05000000000000000000" pitchFamily="2" charset="2"/>
                        <a:buNone/>
                        <a:tabLst/>
                        <a:defRPr/>
                      </a:pPr>
                      <a:r>
                        <a:rPr lang="en-US" altLang="zh-CN" sz="1050" b="1" i="0" u="none" strike="noStrike">
                          <a:solidFill>
                            <a:srgbClr val="C00000"/>
                          </a:solidFill>
                          <a:effectLst/>
                          <a:latin typeface="Calibri"/>
                          <a:ea typeface="Calibri"/>
                          <a:cs typeface="Calibri"/>
                        </a:rPr>
                        <a:t>Risk: Potential publication per PI’s request and IP sharing.</a:t>
                      </a:r>
                      <a:endParaRPr lang="en-US" altLang="zh-CN" sz="1050" b="1" i="0" u="none" strike="noStrike">
                        <a:solidFill>
                          <a:srgbClr val="C00000"/>
                        </a:solidFill>
                        <a:effectLst/>
                        <a:latin typeface="Calibri" panose="020F0502020204030204" pitchFamily="34" charset="0"/>
                        <a:ea typeface="Calibri" panose="020F0502020204030204" pitchFamily="34" charset="0"/>
                        <a:cs typeface="Calibri" panose="020F0502020204030204" pitchFamily="34" charset="0"/>
                      </a:endParaRPr>
                    </a:p>
                    <a:p>
                      <a:pPr marL="0" marR="0" lvl="0" indent="0" algn="l" defTabSz="914400" rtl="0" eaLnBrk="1" fontAlgn="t" latinLnBrk="0" hangingPunct="1">
                        <a:lnSpc>
                          <a:spcPct val="150000"/>
                        </a:lnSpc>
                        <a:spcBef>
                          <a:spcPts val="0"/>
                        </a:spcBef>
                        <a:spcAft>
                          <a:spcPts val="0"/>
                        </a:spcAft>
                        <a:buClrTx/>
                        <a:buSzTx/>
                        <a:buFont typeface="Wingdings" panose="05000000000000000000" pitchFamily="2" charset="2"/>
                        <a:buNone/>
                        <a:tabLst/>
                        <a:defRPr/>
                      </a:pPr>
                      <a:r>
                        <a:rPr lang="en-US" altLang="zh-CN" sz="1050" b="1" i="0" u="none" strike="noStrike">
                          <a:solidFill>
                            <a:schemeClr val="accent2"/>
                          </a:solidFill>
                          <a:effectLst/>
                          <a:latin typeface="Calibri"/>
                          <a:ea typeface="Calibri"/>
                          <a:cs typeface="Calibri"/>
                        </a:rPr>
                        <a:t>Grade: 9/10 (31.5%)</a:t>
                      </a:r>
                    </a:p>
                    <a:p>
                      <a:pPr marL="0" indent="0" algn="l" rtl="0" fontAlgn="t">
                        <a:lnSpc>
                          <a:spcPct val="150000"/>
                        </a:lnSpc>
                        <a:buFont typeface="Wingdings" panose="05000000000000000000" pitchFamily="2" charset="2"/>
                        <a:buNone/>
                      </a:pPr>
                      <a:endParaRPr lang="en-US" sz="1050" b="1" i="0" u="none" strike="noStrike">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9525" marR="9525" marT="9525"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t"/>
                      <a:r>
                        <a:rPr lang="en-US" sz="1050" b="1" i="0" u="none" strike="noStrike">
                          <a:solidFill>
                            <a:schemeClr val="accent2"/>
                          </a:solidFill>
                          <a:effectLst/>
                          <a:latin typeface="Calibri"/>
                          <a:ea typeface="Calibri"/>
                          <a:cs typeface="Calibri"/>
                        </a:rPr>
                        <a:t>81.25%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t"/>
                      <a:r>
                        <a:rPr lang="en-US" sz="1050" b="1" i="0" u="none" strike="noStrike" kern="1200">
                          <a:solidFill>
                            <a:srgbClr val="000000"/>
                          </a:solidFill>
                          <a:effectLst/>
                          <a:latin typeface="Calibri"/>
                          <a:ea typeface="Calibri"/>
                          <a:cs typeface="Calibri"/>
                        </a:rPr>
                        <a:t>Y</a:t>
                      </a:r>
                    </a:p>
                    <a:p>
                      <a:pPr algn="ctr" rtl="0" fontAlgn="t"/>
                      <a:r>
                        <a:rPr lang="en-US" altLang="zh-CN" sz="1050" b="1" i="0" u="none" strike="noStrike" kern="1200">
                          <a:solidFill>
                            <a:srgbClr val="000000"/>
                          </a:solidFill>
                          <a:effectLst/>
                          <a:latin typeface="Calibri"/>
                          <a:ea typeface="Calibri"/>
                          <a:cs typeface="Calibri"/>
                        </a:rPr>
                        <a:t>1509-0004</a:t>
                      </a:r>
                      <a:endParaRPr lang="en-US" sz="1050" b="1" i="0" u="none" strike="noStrike" kern="1200">
                        <a:solidFill>
                          <a:srgbClr val="000000"/>
                        </a:solidFill>
                        <a:effectLst/>
                        <a:latin typeface="Calibri"/>
                        <a:ea typeface="Calibri"/>
                        <a:cs typeface="Calibri"/>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91550813"/>
                  </a:ext>
                </a:extLst>
              </a:tr>
            </a:tbl>
          </a:graphicData>
        </a:graphic>
      </p:graphicFrame>
    </p:spTree>
    <p:extLst>
      <p:ext uri="{BB962C8B-B14F-4D97-AF65-F5344CB8AC3E}">
        <p14:creationId xmlns:p14="http://schemas.microsoft.com/office/powerpoint/2010/main" val="404403436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9090C86-F42C-B807-D02D-00C88F8331AB}"/>
            </a:ext>
          </a:extLst>
        </p:cNvPr>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AA7C11E7-E974-21C9-31E7-CD220134750A}"/>
              </a:ext>
            </a:extLst>
          </p:cNvPr>
          <p:cNvSpPr>
            <a:spLocks noGrp="1"/>
          </p:cNvSpPr>
          <p:nvPr>
            <p:ph type="sldNum" sz="quarter" idx="20"/>
          </p:nvPr>
        </p:nvSpPr>
        <p:spPr/>
        <p:txBody>
          <a:bodyPr/>
          <a:lstStyle/>
          <a:p>
            <a:fld id="{DF4E8F9F-5B1F-4F5B-BE49-3245D8C18D9F}" type="slidenum">
              <a:rPr lang="en-US" smtClean="0"/>
              <a:pPr/>
              <a:t>67</a:t>
            </a:fld>
            <a:endParaRPr lang="en-US"/>
          </a:p>
        </p:txBody>
      </p:sp>
      <p:pic>
        <p:nvPicPr>
          <p:cNvPr id="6" name="Picture 5" descr="Traffic light - Simple English Wikipedia, the free ...">
            <a:extLst>
              <a:ext uri="{FF2B5EF4-FFF2-40B4-BE49-F238E27FC236}">
                <a16:creationId xmlns:a16="http://schemas.microsoft.com/office/drawing/2014/main" id="{80DD6F10-716E-2993-220D-6C2D3F32CA35}"/>
              </a:ext>
            </a:extLst>
          </p:cNvPr>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a:xfrm rot="16200000" flipV="1">
            <a:off x="10850096" y="-476913"/>
            <a:ext cx="698504" cy="1726513"/>
          </a:xfrm>
          <a:prstGeom prst="rect">
            <a:avLst/>
          </a:prstGeom>
        </p:spPr>
      </p:pic>
      <p:sp>
        <p:nvSpPr>
          <p:cNvPr id="7" name="标题 1">
            <a:extLst>
              <a:ext uri="{FF2B5EF4-FFF2-40B4-BE49-F238E27FC236}">
                <a16:creationId xmlns:a16="http://schemas.microsoft.com/office/drawing/2014/main" id="{10CF986C-A15C-371E-FE47-F85ECF4C6A29}"/>
              </a:ext>
            </a:extLst>
          </p:cNvPr>
          <p:cNvSpPr>
            <a:spLocks noGrp="1"/>
          </p:cNvSpPr>
          <p:nvPr>
            <p:ph type="title"/>
          </p:nvPr>
        </p:nvSpPr>
        <p:spPr>
          <a:xfrm>
            <a:off x="413621" y="260435"/>
            <a:ext cx="11233150" cy="451108"/>
          </a:xfrm>
        </p:spPr>
        <p:txBody>
          <a:bodyPr vert="horz" lIns="0" tIns="0" rIns="0" bIns="0" rtlCol="0" anchor="t">
            <a:noAutofit/>
          </a:bodyPr>
          <a:lstStyle/>
          <a:p>
            <a:r>
              <a:rPr lang="en-US" altLang="zh-CN" dirty="0"/>
              <a:t>BI 3000202 (</a:t>
            </a:r>
            <a:r>
              <a:rPr lang="en-US" altLang="zh-CN" dirty="0" err="1"/>
              <a:t>cGASi</a:t>
            </a:r>
            <a:r>
              <a:rPr lang="en-US" altLang="zh-CN" dirty="0"/>
              <a:t>) in SLE (slide under preparation)</a:t>
            </a:r>
            <a:endParaRPr lang="en-US" dirty="0"/>
          </a:p>
        </p:txBody>
      </p:sp>
      <p:graphicFrame>
        <p:nvGraphicFramePr>
          <p:cNvPr id="9" name="Table 8">
            <a:extLst>
              <a:ext uri="{FF2B5EF4-FFF2-40B4-BE49-F238E27FC236}">
                <a16:creationId xmlns:a16="http://schemas.microsoft.com/office/drawing/2014/main" id="{5B244F00-1763-C7AB-B4C5-0549E034569E}"/>
              </a:ext>
            </a:extLst>
          </p:cNvPr>
          <p:cNvGraphicFramePr>
            <a:graphicFrameLocks noGrp="1"/>
          </p:cNvGraphicFramePr>
          <p:nvPr>
            <p:extLst>
              <p:ext uri="{D42A27DB-BD31-4B8C-83A1-F6EECF244321}">
                <p14:modId xmlns:p14="http://schemas.microsoft.com/office/powerpoint/2010/main" val="2753955372"/>
              </p:ext>
            </p:extLst>
          </p:nvPr>
        </p:nvGraphicFramePr>
        <p:xfrm>
          <a:off x="-2278" y="957820"/>
          <a:ext cx="12064896" cy="685800"/>
        </p:xfrm>
        <a:graphic>
          <a:graphicData uri="http://schemas.openxmlformats.org/drawingml/2006/table">
            <a:tbl>
              <a:tblPr firstRow="1" bandRow="1"/>
              <a:tblGrid>
                <a:gridCol w="377028">
                  <a:extLst>
                    <a:ext uri="{9D8B030D-6E8A-4147-A177-3AD203B41FA5}">
                      <a16:colId xmlns:a16="http://schemas.microsoft.com/office/drawing/2014/main" val="3091663135"/>
                    </a:ext>
                  </a:extLst>
                </a:gridCol>
                <a:gridCol w="377028">
                  <a:extLst>
                    <a:ext uri="{9D8B030D-6E8A-4147-A177-3AD203B41FA5}">
                      <a16:colId xmlns:a16="http://schemas.microsoft.com/office/drawing/2014/main" val="2003423086"/>
                    </a:ext>
                  </a:extLst>
                </a:gridCol>
                <a:gridCol w="377028">
                  <a:extLst>
                    <a:ext uri="{9D8B030D-6E8A-4147-A177-3AD203B41FA5}">
                      <a16:colId xmlns:a16="http://schemas.microsoft.com/office/drawing/2014/main" val="2466911814"/>
                    </a:ext>
                  </a:extLst>
                </a:gridCol>
                <a:gridCol w="377028">
                  <a:extLst>
                    <a:ext uri="{9D8B030D-6E8A-4147-A177-3AD203B41FA5}">
                      <a16:colId xmlns:a16="http://schemas.microsoft.com/office/drawing/2014/main" val="3023231563"/>
                    </a:ext>
                  </a:extLst>
                </a:gridCol>
                <a:gridCol w="377028">
                  <a:extLst>
                    <a:ext uri="{9D8B030D-6E8A-4147-A177-3AD203B41FA5}">
                      <a16:colId xmlns:a16="http://schemas.microsoft.com/office/drawing/2014/main" val="3411862845"/>
                    </a:ext>
                  </a:extLst>
                </a:gridCol>
                <a:gridCol w="377028">
                  <a:extLst>
                    <a:ext uri="{9D8B030D-6E8A-4147-A177-3AD203B41FA5}">
                      <a16:colId xmlns:a16="http://schemas.microsoft.com/office/drawing/2014/main" val="2851474774"/>
                    </a:ext>
                  </a:extLst>
                </a:gridCol>
                <a:gridCol w="377028">
                  <a:extLst>
                    <a:ext uri="{9D8B030D-6E8A-4147-A177-3AD203B41FA5}">
                      <a16:colId xmlns:a16="http://schemas.microsoft.com/office/drawing/2014/main" val="107595344"/>
                    </a:ext>
                  </a:extLst>
                </a:gridCol>
                <a:gridCol w="377028">
                  <a:extLst>
                    <a:ext uri="{9D8B030D-6E8A-4147-A177-3AD203B41FA5}">
                      <a16:colId xmlns:a16="http://schemas.microsoft.com/office/drawing/2014/main" val="1666999431"/>
                    </a:ext>
                  </a:extLst>
                </a:gridCol>
                <a:gridCol w="377028">
                  <a:extLst>
                    <a:ext uri="{9D8B030D-6E8A-4147-A177-3AD203B41FA5}">
                      <a16:colId xmlns:a16="http://schemas.microsoft.com/office/drawing/2014/main" val="3696607442"/>
                    </a:ext>
                  </a:extLst>
                </a:gridCol>
                <a:gridCol w="377028">
                  <a:extLst>
                    <a:ext uri="{9D8B030D-6E8A-4147-A177-3AD203B41FA5}">
                      <a16:colId xmlns:a16="http://schemas.microsoft.com/office/drawing/2014/main" val="223989776"/>
                    </a:ext>
                  </a:extLst>
                </a:gridCol>
                <a:gridCol w="377028">
                  <a:extLst>
                    <a:ext uri="{9D8B030D-6E8A-4147-A177-3AD203B41FA5}">
                      <a16:colId xmlns:a16="http://schemas.microsoft.com/office/drawing/2014/main" val="124731204"/>
                    </a:ext>
                  </a:extLst>
                </a:gridCol>
                <a:gridCol w="377028">
                  <a:extLst>
                    <a:ext uri="{9D8B030D-6E8A-4147-A177-3AD203B41FA5}">
                      <a16:colId xmlns:a16="http://schemas.microsoft.com/office/drawing/2014/main" val="3066978585"/>
                    </a:ext>
                  </a:extLst>
                </a:gridCol>
                <a:gridCol w="377028">
                  <a:extLst>
                    <a:ext uri="{9D8B030D-6E8A-4147-A177-3AD203B41FA5}">
                      <a16:colId xmlns:a16="http://schemas.microsoft.com/office/drawing/2014/main" val="1064917641"/>
                    </a:ext>
                  </a:extLst>
                </a:gridCol>
                <a:gridCol w="377028">
                  <a:extLst>
                    <a:ext uri="{9D8B030D-6E8A-4147-A177-3AD203B41FA5}">
                      <a16:colId xmlns:a16="http://schemas.microsoft.com/office/drawing/2014/main" val="4221117315"/>
                    </a:ext>
                  </a:extLst>
                </a:gridCol>
                <a:gridCol w="377028">
                  <a:extLst>
                    <a:ext uri="{9D8B030D-6E8A-4147-A177-3AD203B41FA5}">
                      <a16:colId xmlns:a16="http://schemas.microsoft.com/office/drawing/2014/main" val="3266065341"/>
                    </a:ext>
                  </a:extLst>
                </a:gridCol>
                <a:gridCol w="377028">
                  <a:extLst>
                    <a:ext uri="{9D8B030D-6E8A-4147-A177-3AD203B41FA5}">
                      <a16:colId xmlns:a16="http://schemas.microsoft.com/office/drawing/2014/main" val="2374051224"/>
                    </a:ext>
                  </a:extLst>
                </a:gridCol>
                <a:gridCol w="377028">
                  <a:extLst>
                    <a:ext uri="{9D8B030D-6E8A-4147-A177-3AD203B41FA5}">
                      <a16:colId xmlns:a16="http://schemas.microsoft.com/office/drawing/2014/main" val="1840388365"/>
                    </a:ext>
                  </a:extLst>
                </a:gridCol>
                <a:gridCol w="377028">
                  <a:extLst>
                    <a:ext uri="{9D8B030D-6E8A-4147-A177-3AD203B41FA5}">
                      <a16:colId xmlns:a16="http://schemas.microsoft.com/office/drawing/2014/main" val="267750830"/>
                    </a:ext>
                  </a:extLst>
                </a:gridCol>
                <a:gridCol w="377028">
                  <a:extLst>
                    <a:ext uri="{9D8B030D-6E8A-4147-A177-3AD203B41FA5}">
                      <a16:colId xmlns:a16="http://schemas.microsoft.com/office/drawing/2014/main" val="3966469970"/>
                    </a:ext>
                  </a:extLst>
                </a:gridCol>
                <a:gridCol w="377028">
                  <a:extLst>
                    <a:ext uri="{9D8B030D-6E8A-4147-A177-3AD203B41FA5}">
                      <a16:colId xmlns:a16="http://schemas.microsoft.com/office/drawing/2014/main" val="2522973146"/>
                    </a:ext>
                  </a:extLst>
                </a:gridCol>
                <a:gridCol w="377028">
                  <a:extLst>
                    <a:ext uri="{9D8B030D-6E8A-4147-A177-3AD203B41FA5}">
                      <a16:colId xmlns:a16="http://schemas.microsoft.com/office/drawing/2014/main" val="309019048"/>
                    </a:ext>
                  </a:extLst>
                </a:gridCol>
                <a:gridCol w="377028">
                  <a:extLst>
                    <a:ext uri="{9D8B030D-6E8A-4147-A177-3AD203B41FA5}">
                      <a16:colId xmlns:a16="http://schemas.microsoft.com/office/drawing/2014/main" val="4088660355"/>
                    </a:ext>
                  </a:extLst>
                </a:gridCol>
                <a:gridCol w="377028">
                  <a:extLst>
                    <a:ext uri="{9D8B030D-6E8A-4147-A177-3AD203B41FA5}">
                      <a16:colId xmlns:a16="http://schemas.microsoft.com/office/drawing/2014/main" val="4101055617"/>
                    </a:ext>
                  </a:extLst>
                </a:gridCol>
                <a:gridCol w="377028">
                  <a:extLst>
                    <a:ext uri="{9D8B030D-6E8A-4147-A177-3AD203B41FA5}">
                      <a16:colId xmlns:a16="http://schemas.microsoft.com/office/drawing/2014/main" val="1497634779"/>
                    </a:ext>
                  </a:extLst>
                </a:gridCol>
                <a:gridCol w="377028">
                  <a:extLst>
                    <a:ext uri="{9D8B030D-6E8A-4147-A177-3AD203B41FA5}">
                      <a16:colId xmlns:a16="http://schemas.microsoft.com/office/drawing/2014/main" val="1313870339"/>
                    </a:ext>
                  </a:extLst>
                </a:gridCol>
                <a:gridCol w="377028">
                  <a:extLst>
                    <a:ext uri="{9D8B030D-6E8A-4147-A177-3AD203B41FA5}">
                      <a16:colId xmlns:a16="http://schemas.microsoft.com/office/drawing/2014/main" val="380966906"/>
                    </a:ext>
                  </a:extLst>
                </a:gridCol>
                <a:gridCol w="377028">
                  <a:extLst>
                    <a:ext uri="{9D8B030D-6E8A-4147-A177-3AD203B41FA5}">
                      <a16:colId xmlns:a16="http://schemas.microsoft.com/office/drawing/2014/main" val="370559516"/>
                    </a:ext>
                  </a:extLst>
                </a:gridCol>
                <a:gridCol w="377028">
                  <a:extLst>
                    <a:ext uri="{9D8B030D-6E8A-4147-A177-3AD203B41FA5}">
                      <a16:colId xmlns:a16="http://schemas.microsoft.com/office/drawing/2014/main" val="2085800570"/>
                    </a:ext>
                  </a:extLst>
                </a:gridCol>
                <a:gridCol w="377028">
                  <a:extLst>
                    <a:ext uri="{9D8B030D-6E8A-4147-A177-3AD203B41FA5}">
                      <a16:colId xmlns:a16="http://schemas.microsoft.com/office/drawing/2014/main" val="2866958328"/>
                    </a:ext>
                  </a:extLst>
                </a:gridCol>
                <a:gridCol w="377028">
                  <a:extLst>
                    <a:ext uri="{9D8B030D-6E8A-4147-A177-3AD203B41FA5}">
                      <a16:colId xmlns:a16="http://schemas.microsoft.com/office/drawing/2014/main" val="2742855301"/>
                    </a:ext>
                  </a:extLst>
                </a:gridCol>
                <a:gridCol w="377028">
                  <a:extLst>
                    <a:ext uri="{9D8B030D-6E8A-4147-A177-3AD203B41FA5}">
                      <a16:colId xmlns:a16="http://schemas.microsoft.com/office/drawing/2014/main" val="1782326929"/>
                    </a:ext>
                  </a:extLst>
                </a:gridCol>
                <a:gridCol w="377028">
                  <a:extLst>
                    <a:ext uri="{9D8B030D-6E8A-4147-A177-3AD203B41FA5}">
                      <a16:colId xmlns:a16="http://schemas.microsoft.com/office/drawing/2014/main" val="689205254"/>
                    </a:ext>
                  </a:extLst>
                </a:gridCol>
              </a:tblGrid>
              <a:tr h="225779">
                <a:tc gridSpan="2">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dirty="0">
                          <a:latin typeface="+mn-ea"/>
                          <a:ea typeface="+mn-ea"/>
                          <a:cs typeface="Arial" panose="020B0604020202020204" pitchFamily="34" charset="0"/>
                        </a:rPr>
                        <a:t>2025</a:t>
                      </a:r>
                      <a:endParaRPr lang="zh-CN" altLang="en-US" sz="1100" b="1" dirty="0">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1100" b="1" dirty="0">
                          <a:solidFill>
                            <a:schemeClr val="bg1"/>
                          </a:solidFill>
                          <a:latin typeface="+mn-ea"/>
                          <a:ea typeface="+mn-ea"/>
                          <a:cs typeface="Arial"/>
                        </a:rPr>
                        <a:t>2026</a:t>
                      </a:r>
                      <a:endParaRPr lang="zh-CN" altLang="en-US" sz="1100" b="1" dirty="0">
                        <a:solidFill>
                          <a:schemeClr val="bg1"/>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1100" b="1" dirty="0">
                          <a:solidFill>
                            <a:schemeClr val="bg1"/>
                          </a:solidFill>
                          <a:latin typeface="+mn-ea"/>
                          <a:ea typeface="+mn-ea"/>
                          <a:cs typeface="Arial"/>
                        </a:rPr>
                        <a:t>2027</a:t>
                      </a:r>
                      <a:endParaRPr lang="zh-CN" altLang="en-US" sz="1100" b="1" dirty="0">
                        <a:solidFill>
                          <a:schemeClr val="bg1"/>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1100" b="1" dirty="0">
                          <a:solidFill>
                            <a:schemeClr val="bg1"/>
                          </a:solidFill>
                          <a:latin typeface="+mn-ea"/>
                          <a:ea typeface="+mn-ea"/>
                          <a:cs typeface="Arial"/>
                        </a:rPr>
                        <a:t>2028</a:t>
                      </a:r>
                      <a:endParaRPr lang="zh-CN" altLang="en-US" sz="1100" b="1" dirty="0">
                        <a:solidFill>
                          <a:schemeClr val="bg1"/>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algn="ctr"/>
                      <a:r>
                        <a:rPr lang="en-US" altLang="zh-CN" sz="1100" b="1" dirty="0">
                          <a:solidFill>
                            <a:schemeClr val="bg1"/>
                          </a:solidFill>
                          <a:latin typeface="+mn-ea"/>
                          <a:ea typeface="+mn-ea"/>
                          <a:cs typeface="Arial"/>
                        </a:rPr>
                        <a:t>2029</a:t>
                      </a:r>
                      <a:endParaRPr lang="zh-CN" altLang="en-US" sz="1100" b="1" dirty="0">
                        <a:solidFill>
                          <a:schemeClr val="bg1"/>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1100" b="1" kern="1200" dirty="0">
                          <a:solidFill>
                            <a:schemeClr val="bg1"/>
                          </a:solidFill>
                          <a:latin typeface="+mn-ea"/>
                          <a:ea typeface="+mn-ea"/>
                          <a:cs typeface="Arial"/>
                        </a:rPr>
                        <a:t>2030</a:t>
                      </a:r>
                      <a:endParaRPr lang="zh-CN" altLang="en-US" sz="1100" b="1" kern="1200" dirty="0">
                        <a:solidFill>
                          <a:schemeClr val="bg1"/>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1100" b="1" kern="1200" dirty="0">
                          <a:solidFill>
                            <a:schemeClr val="lt1"/>
                          </a:solidFill>
                          <a:latin typeface="+mn-ea"/>
                          <a:ea typeface="+mn-ea"/>
                          <a:cs typeface="Arial"/>
                        </a:rPr>
                        <a:t>2031</a:t>
                      </a:r>
                      <a:endParaRPr lang="zh-CN" altLang="en-US" sz="1100" b="1" kern="1200" dirty="0">
                        <a:solidFill>
                          <a:schemeClr val="lt1"/>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1100" b="1" kern="1200" dirty="0">
                          <a:solidFill>
                            <a:schemeClr val="lt1"/>
                          </a:solidFill>
                          <a:latin typeface="+mn-ea"/>
                          <a:ea typeface="+mn-ea"/>
                          <a:cs typeface="Arial"/>
                        </a:rPr>
                        <a:t>2032</a:t>
                      </a:r>
                      <a:endParaRPr lang="zh-CN" altLang="en-US" sz="1100" b="1" kern="1200" dirty="0">
                        <a:solidFill>
                          <a:schemeClr val="lt1"/>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1100" b="1" kern="1200" dirty="0">
                          <a:solidFill>
                            <a:schemeClr val="lt1"/>
                          </a:solidFill>
                          <a:latin typeface="+mn-ea"/>
                          <a:ea typeface="+mn-ea"/>
                          <a:cs typeface="Arial"/>
                        </a:rPr>
                        <a:t>2033</a:t>
                      </a:r>
                      <a:endParaRPr lang="zh-CN" altLang="en-US" sz="1100" b="1" kern="1200" dirty="0">
                        <a:solidFill>
                          <a:schemeClr val="lt1"/>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800" b="1" kern="1200">
                        <a:solidFill>
                          <a:schemeClr val="lt1"/>
                        </a:solidFill>
                        <a:latin typeface="Arial" panose="020B0604020202020204" pitchFamily="34" charset="0"/>
                        <a:ea typeface="+mn-ea"/>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1100" b="1" kern="1200" dirty="0">
                          <a:solidFill>
                            <a:schemeClr val="lt1"/>
                          </a:solidFill>
                          <a:latin typeface="+mn-ea"/>
                          <a:ea typeface="+mn-ea"/>
                          <a:cs typeface="Arial"/>
                        </a:rPr>
                        <a:t>2034</a:t>
                      </a:r>
                      <a:endParaRPr lang="zh-CN" altLang="en-US" sz="1100" b="1" kern="1200" dirty="0">
                        <a:solidFill>
                          <a:schemeClr val="lt1"/>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dirty="0">
                        <a:solidFill>
                          <a:schemeClr val="lt1"/>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267454">
                <a:tc>
                  <a:txBody>
                    <a:bodyPr/>
                    <a:lstStyle/>
                    <a:p>
                      <a:pPr algn="ctr"/>
                      <a:r>
                        <a:rPr lang="en-US" altLang="zh-CN" sz="1100" b="1">
                          <a:solidFill>
                            <a:schemeClr val="bg2"/>
                          </a:solidFill>
                          <a:latin typeface="+mn-ea"/>
                          <a:ea typeface="+mn-ea"/>
                          <a:cs typeface="Arial" panose="020B0604020202020204" pitchFamily="34" charset="0"/>
                        </a:rPr>
                        <a:t>Q3</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chemeClr val="bg2"/>
                          </a:solidFill>
                          <a:latin typeface="+mn-ea"/>
                          <a:ea typeface="+mn-ea"/>
                          <a:cs typeface="Arial" panose="020B0604020202020204" pitchFamily="34" charset="0"/>
                        </a:rPr>
                        <a:t>Q4</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chemeClr val="bg2"/>
                          </a:solidFill>
                          <a:latin typeface="+mn-ea"/>
                          <a:ea typeface="+mn-ea"/>
                          <a:cs typeface="Arial" panose="020B0604020202020204" pitchFamily="34" charset="0"/>
                        </a:rPr>
                        <a:t>Q1</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chemeClr val="bg2"/>
                          </a:solidFill>
                          <a:latin typeface="+mn-ea"/>
                          <a:ea typeface="+mn-ea"/>
                          <a:cs typeface="Arial"/>
                        </a:rPr>
                        <a:t>Q2</a:t>
                      </a:r>
                      <a:endParaRPr lang="zh-CN" altLang="en-US" sz="110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p>
                      <a:pPr algn="ctr"/>
                      <a:r>
                        <a:rPr lang="en-US" altLang="zh-CN" sz="1100" b="1">
                          <a:solidFill>
                            <a:schemeClr val="bg2"/>
                          </a:solidFill>
                          <a:latin typeface="+mn-ea"/>
                          <a:ea typeface="+mn-ea"/>
                          <a:cs typeface="Arial" panose="020B0604020202020204" pitchFamily="34" charset="0"/>
                        </a:rPr>
                        <a:t>Q3</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chemeClr val="bg2"/>
                          </a:solidFill>
                          <a:latin typeface="+mn-ea"/>
                          <a:ea typeface="+mn-ea"/>
                          <a:cs typeface="Arial" panose="020B0604020202020204" pitchFamily="34" charset="0"/>
                        </a:rPr>
                        <a:t>Q4</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chemeClr val="bg2"/>
                          </a:solidFill>
                          <a:latin typeface="+mn-ea"/>
                          <a:ea typeface="+mn-ea"/>
                          <a:cs typeface="Arial"/>
                        </a:rPr>
                        <a:t>Q1</a:t>
                      </a:r>
                      <a:endParaRPr lang="zh-CN" altLang="en-US" sz="110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chemeClr val="bg2"/>
                          </a:solidFill>
                          <a:latin typeface="+mn-ea"/>
                          <a:ea typeface="+mn-ea"/>
                          <a:cs typeface="Arial" panose="020B0604020202020204" pitchFamily="34" charset="0"/>
                        </a:rPr>
                        <a:t>Q2</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p>
                      <a:pPr algn="ctr"/>
                      <a:r>
                        <a:rPr lang="en-US" altLang="zh-CN" sz="1100" b="1">
                          <a:solidFill>
                            <a:schemeClr val="bg2"/>
                          </a:solidFill>
                          <a:latin typeface="+mn-ea"/>
                          <a:ea typeface="+mn-ea"/>
                          <a:cs typeface="Arial" panose="020B0604020202020204" pitchFamily="34" charset="0"/>
                        </a:rPr>
                        <a:t>Q3</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chemeClr val="bg2"/>
                          </a:solidFill>
                          <a:latin typeface="+mn-ea"/>
                          <a:ea typeface="+mn-ea"/>
                          <a:cs typeface="Arial"/>
                        </a:rPr>
                        <a:t>Q4</a:t>
                      </a:r>
                      <a:endParaRPr lang="zh-CN" altLang="en-US" sz="110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chemeClr val="bg2"/>
                          </a:solidFill>
                          <a:latin typeface="+mn-ea"/>
                          <a:ea typeface="+mn-ea"/>
                          <a:cs typeface="Arial" panose="020B0604020202020204" pitchFamily="34" charset="0"/>
                        </a:rPr>
                        <a:t>Q1</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chemeClr val="bg2"/>
                          </a:solidFill>
                          <a:latin typeface="+mn-ea"/>
                          <a:ea typeface="+mn-ea"/>
                          <a:cs typeface="Arial"/>
                        </a:rPr>
                        <a:t>Q2</a:t>
                      </a:r>
                      <a:endParaRPr lang="zh-CN" altLang="en-US" sz="110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p>
                      <a:pPr algn="ctr"/>
                      <a:r>
                        <a:rPr lang="en-US" altLang="zh-CN" sz="1100" b="1">
                          <a:solidFill>
                            <a:schemeClr val="bg2"/>
                          </a:solidFill>
                          <a:latin typeface="+mn-ea"/>
                          <a:ea typeface="+mn-ea"/>
                          <a:cs typeface="Arial" panose="020B0604020202020204" pitchFamily="34" charset="0"/>
                        </a:rPr>
                        <a:t>Q3</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chemeClr val="bg2"/>
                          </a:solidFill>
                          <a:latin typeface="+mn-ea"/>
                          <a:ea typeface="+mn-ea"/>
                          <a:cs typeface="Arial" panose="020B0604020202020204" pitchFamily="34" charset="0"/>
                        </a:rPr>
                        <a:t>Q4</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chemeClr val="bg2"/>
                          </a:solidFill>
                          <a:latin typeface="+mn-ea"/>
                          <a:ea typeface="+mn-ea"/>
                          <a:cs typeface="Arial" panose="020B0604020202020204" pitchFamily="34" charset="0"/>
                        </a:rPr>
                        <a:t>Q1</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chemeClr val="bg2"/>
                          </a:solidFill>
                          <a:latin typeface="+mn-ea"/>
                          <a:ea typeface="+mn-ea"/>
                          <a:cs typeface="Arial"/>
                        </a:rPr>
                        <a:t>Q2</a:t>
                      </a:r>
                      <a:endParaRPr lang="zh-CN" altLang="en-US" sz="110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p>
                      <a:pPr algn="ctr"/>
                      <a:r>
                        <a:rPr lang="en-US" altLang="zh-CN" sz="1100" b="1">
                          <a:solidFill>
                            <a:schemeClr val="bg2"/>
                          </a:solidFill>
                          <a:latin typeface="+mn-ea"/>
                          <a:ea typeface="+mn-ea"/>
                          <a:cs typeface="Arial" panose="020B0604020202020204" pitchFamily="34" charset="0"/>
                        </a:rPr>
                        <a:t>Q3</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dirty="0">
                          <a:solidFill>
                            <a:schemeClr val="bg2"/>
                          </a:solidFill>
                          <a:latin typeface="+mn-ea"/>
                          <a:ea typeface="+mn-ea"/>
                          <a:cs typeface="Arial" panose="020B0604020202020204" pitchFamily="34" charset="0"/>
                        </a:rPr>
                        <a:t>Q4</a:t>
                      </a:r>
                      <a:endParaRPr lang="zh-CN" altLang="en-US" sz="1100" b="1" dirty="0">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chemeClr val="bg2"/>
                          </a:solidFill>
                          <a:latin typeface="+mn-ea"/>
                          <a:ea typeface="+mn-ea"/>
                          <a:cs typeface="Arial"/>
                        </a:rPr>
                        <a:t>Q1</a:t>
                      </a:r>
                      <a:endParaRPr lang="zh-CN" altLang="en-US" sz="110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chemeClr val="bg2"/>
                          </a:solidFill>
                          <a:latin typeface="+mn-ea"/>
                          <a:ea typeface="+mn-ea"/>
                          <a:cs typeface="Arial"/>
                        </a:rPr>
                        <a:t>Q2</a:t>
                      </a:r>
                      <a:endParaRPr lang="zh-CN" altLang="en-US" sz="110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p>
                      <a:pPr algn="ctr"/>
                      <a:r>
                        <a:rPr lang="en-US" altLang="zh-CN" sz="1100" b="1">
                          <a:solidFill>
                            <a:schemeClr val="bg2"/>
                          </a:solidFill>
                          <a:latin typeface="+mn-ea"/>
                          <a:ea typeface="+mn-ea"/>
                          <a:cs typeface="Arial"/>
                        </a:rPr>
                        <a:t>Q3</a:t>
                      </a:r>
                      <a:endParaRPr lang="zh-CN" altLang="en-US" sz="110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chemeClr val="bg2"/>
                          </a:solidFill>
                          <a:latin typeface="+mn-ea"/>
                          <a:ea typeface="+mn-ea"/>
                          <a:cs typeface="Arial"/>
                        </a:rPr>
                        <a:t>Q4</a:t>
                      </a:r>
                      <a:endParaRPr lang="zh-CN" altLang="en-US" sz="110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chemeClr val="bg2"/>
                          </a:solidFill>
                          <a:latin typeface="+mn-ea"/>
                          <a:ea typeface="+mn-ea"/>
                          <a:cs typeface="Arial" panose="020B0604020202020204" pitchFamily="34" charset="0"/>
                        </a:rPr>
                        <a:t>Q1</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chemeClr val="bg2"/>
                          </a:solidFill>
                          <a:latin typeface="+mn-ea"/>
                          <a:ea typeface="+mn-ea"/>
                          <a:cs typeface="Arial" panose="020B0604020202020204" pitchFamily="34" charset="0"/>
                        </a:rPr>
                        <a:t>Q2</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p>
                      <a:pPr algn="ctr"/>
                      <a:r>
                        <a:rPr lang="en-US" altLang="zh-CN" sz="1100" b="1">
                          <a:solidFill>
                            <a:schemeClr val="bg2"/>
                          </a:solidFill>
                          <a:latin typeface="+mn-ea"/>
                          <a:ea typeface="+mn-ea"/>
                          <a:cs typeface="Arial" panose="020B0604020202020204" pitchFamily="34" charset="0"/>
                        </a:rPr>
                        <a:t>Q3</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chemeClr val="bg2"/>
                          </a:solidFill>
                          <a:latin typeface="+mn-ea"/>
                          <a:ea typeface="+mn-ea"/>
                          <a:cs typeface="Arial" panose="020B0604020202020204" pitchFamily="34" charset="0"/>
                        </a:rPr>
                        <a:t>Q4</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p>
                      <a:pPr algn="ctr"/>
                      <a:r>
                        <a:rPr lang="en-US" altLang="zh-CN" sz="1100" b="1">
                          <a:solidFill>
                            <a:schemeClr val="bg2"/>
                          </a:solidFill>
                          <a:latin typeface="+mn-ea"/>
                          <a:ea typeface="+mn-ea"/>
                          <a:cs typeface="Arial" panose="020B0604020202020204" pitchFamily="34" charset="0"/>
                        </a:rPr>
                        <a:t>H1</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p>
                      <a:pPr algn="ctr"/>
                      <a:r>
                        <a:rPr lang="en-US" altLang="zh-CN" sz="1100" b="1">
                          <a:solidFill>
                            <a:schemeClr val="bg2"/>
                          </a:solidFill>
                          <a:latin typeface="+mn-ea"/>
                          <a:ea typeface="+mn-ea"/>
                          <a:cs typeface="Arial"/>
                        </a:rPr>
                        <a:t>H2</a:t>
                      </a:r>
                      <a:endParaRPr lang="zh-CN" altLang="en-US" sz="1100" b="1">
                        <a:solidFill>
                          <a:schemeClr val="bg2"/>
                        </a:solidFill>
                        <a:latin typeface="+mn-ea"/>
                        <a:ea typeface="+mn-ea"/>
                        <a:cs typeface="Arial"/>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p>
                      <a:pPr algn="ctr"/>
                      <a:r>
                        <a:rPr lang="en-US" altLang="zh-CN" sz="1100" b="1">
                          <a:solidFill>
                            <a:schemeClr val="bg2"/>
                          </a:solidFill>
                          <a:latin typeface="+mn-ea"/>
                          <a:ea typeface="+mn-ea"/>
                          <a:cs typeface="Arial" panose="020B0604020202020204" pitchFamily="34" charset="0"/>
                        </a:rPr>
                        <a:t>H1</a:t>
                      </a:r>
                      <a:endParaRPr lang="zh-CN" altLang="en-US" sz="1100" b="1">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p>
                      <a:pPr algn="ctr"/>
                      <a:r>
                        <a:rPr lang="en-US" altLang="zh-CN" sz="1100" b="1" dirty="0">
                          <a:solidFill>
                            <a:schemeClr val="bg2"/>
                          </a:solidFill>
                          <a:latin typeface="+mn-ea"/>
                          <a:ea typeface="+mn-ea"/>
                          <a:cs typeface="Arial" panose="020B0604020202020204" pitchFamily="34" charset="0"/>
                        </a:rPr>
                        <a:t>H2</a:t>
                      </a:r>
                      <a:endParaRPr lang="zh-CN" altLang="en-US" sz="1100" b="1" dirty="0">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p>
                      <a:pPr algn="ctr"/>
                      <a:r>
                        <a:rPr lang="en-US" altLang="zh-CN" sz="1100" b="1" dirty="0">
                          <a:solidFill>
                            <a:schemeClr val="bg2"/>
                          </a:solidFill>
                          <a:latin typeface="+mn-ea"/>
                          <a:ea typeface="+mn-ea"/>
                          <a:cs typeface="Arial" panose="020B0604020202020204" pitchFamily="34" charset="0"/>
                        </a:rPr>
                        <a:t>H1</a:t>
                      </a:r>
                      <a:endParaRPr lang="zh-CN" altLang="en-US" sz="1100" b="1" dirty="0">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tc>
                  <a:txBody>
                    <a:bodyPr/>
                    <a:lstStyle/>
                    <a:p>
                      <a:pPr algn="ctr"/>
                      <a:r>
                        <a:rPr lang="en-US" altLang="zh-CN" sz="1100" b="1" dirty="0">
                          <a:solidFill>
                            <a:schemeClr val="bg2"/>
                          </a:solidFill>
                          <a:latin typeface="+mn-ea"/>
                          <a:ea typeface="+mn-ea"/>
                          <a:cs typeface="Arial" panose="020B0604020202020204" pitchFamily="34" charset="0"/>
                        </a:rPr>
                        <a:t>H2</a:t>
                      </a:r>
                      <a:endParaRPr lang="zh-CN" altLang="en-US" sz="1100" b="1" dirty="0">
                        <a:solidFill>
                          <a:schemeClr val="bg2"/>
                        </a:solidFill>
                        <a:latin typeface="+mn-ea"/>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bg2">
                        <a:lumMod val="50000"/>
                        <a:lumOff val="50000"/>
                      </a:schemeClr>
                    </a:solidFill>
                  </a:tcPr>
                </a:tc>
                <a:extLst>
                  <a:ext uri="{0D108BD9-81ED-4DB2-BD59-A6C34878D82A}">
                    <a16:rowId xmlns:a16="http://schemas.microsoft.com/office/drawing/2014/main" val="2722476245"/>
                  </a:ext>
                </a:extLst>
              </a:tr>
            </a:tbl>
          </a:graphicData>
        </a:graphic>
      </p:graphicFrame>
      <p:sp>
        <p:nvSpPr>
          <p:cNvPr id="10" name="Isosceles Triangle 9">
            <a:extLst>
              <a:ext uri="{FF2B5EF4-FFF2-40B4-BE49-F238E27FC236}">
                <a16:creationId xmlns:a16="http://schemas.microsoft.com/office/drawing/2014/main" id="{396B6052-0387-B015-6067-EB69E9B86C8B}"/>
              </a:ext>
            </a:extLst>
          </p:cNvPr>
          <p:cNvSpPr/>
          <p:nvPr/>
        </p:nvSpPr>
        <p:spPr>
          <a:xfrm rot="16200000" flipH="1">
            <a:off x="-131043" y="1137035"/>
            <a:ext cx="487802" cy="129376"/>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1218990">
              <a:defRPr/>
            </a:pPr>
            <a:endParaRPr lang="en-US" sz="1867" err="1">
              <a:solidFill>
                <a:srgbClr val="000000"/>
              </a:solidFill>
            </a:endParaRPr>
          </a:p>
        </p:txBody>
      </p:sp>
      <p:sp>
        <p:nvSpPr>
          <p:cNvPr id="11" name="Isosceles Triangle 10">
            <a:extLst>
              <a:ext uri="{FF2B5EF4-FFF2-40B4-BE49-F238E27FC236}">
                <a16:creationId xmlns:a16="http://schemas.microsoft.com/office/drawing/2014/main" id="{35048FBF-F91D-6D4D-76AE-B81EA54E3D8E}"/>
              </a:ext>
            </a:extLst>
          </p:cNvPr>
          <p:cNvSpPr/>
          <p:nvPr/>
        </p:nvSpPr>
        <p:spPr>
          <a:xfrm rot="5400000">
            <a:off x="11883408" y="1137033"/>
            <a:ext cx="487801" cy="129375"/>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1218990">
              <a:defRPr/>
            </a:pPr>
            <a:endParaRPr lang="en-US" sz="1867" err="1">
              <a:solidFill>
                <a:srgbClr val="000000"/>
              </a:solidFill>
            </a:endParaRPr>
          </a:p>
        </p:txBody>
      </p:sp>
      <p:pic>
        <p:nvPicPr>
          <p:cNvPr id="12" name="Picture 11">
            <a:extLst>
              <a:ext uri="{FF2B5EF4-FFF2-40B4-BE49-F238E27FC236}">
                <a16:creationId xmlns:a16="http://schemas.microsoft.com/office/drawing/2014/main" id="{0DA33DA2-8002-B6CF-C4CE-E3C39EFBA77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278" y="1427764"/>
            <a:ext cx="730436" cy="360000"/>
          </a:xfrm>
          <a:prstGeom prst="rect">
            <a:avLst/>
          </a:prstGeom>
        </p:spPr>
      </p:pic>
      <p:sp>
        <p:nvSpPr>
          <p:cNvPr id="13" name="TextBox 12">
            <a:extLst>
              <a:ext uri="{FF2B5EF4-FFF2-40B4-BE49-F238E27FC236}">
                <a16:creationId xmlns:a16="http://schemas.microsoft.com/office/drawing/2014/main" id="{055A7CDF-73CF-6179-37EA-784AA81ED5A4}"/>
              </a:ext>
            </a:extLst>
          </p:cNvPr>
          <p:cNvSpPr txBox="1"/>
          <p:nvPr/>
        </p:nvSpPr>
        <p:spPr>
          <a:xfrm>
            <a:off x="56497" y="1793437"/>
            <a:ext cx="630000" cy="246221"/>
          </a:xfrm>
          <a:prstGeom prst="rect">
            <a:avLst/>
          </a:prstGeom>
          <a:noFill/>
          <a:ln>
            <a:solidFill>
              <a:schemeClr val="accent1"/>
            </a:solidFill>
          </a:ln>
        </p:spPr>
        <p:txBody>
          <a:bodyPr wrap="square" lIns="0" tIns="0" rIns="0" bIns="0" rtlCol="0">
            <a:spAutoFit/>
          </a:bodyPr>
          <a:lstStyle/>
          <a:p>
            <a:pPr algn="ctr" defTabSz="1218960">
              <a:defRPr/>
            </a:pPr>
            <a:r>
              <a:rPr lang="en-US" sz="800" b="1" dirty="0">
                <a:solidFill>
                  <a:schemeClr val="bg2"/>
                </a:solidFill>
                <a:cs typeface="Calibri" panose="020F0502020204030204" pitchFamily="34" charset="0"/>
              </a:rPr>
              <a:t>Phase 2</a:t>
            </a:r>
          </a:p>
          <a:p>
            <a:pPr algn="ctr" defTabSz="1218960">
              <a:defRPr/>
            </a:pPr>
            <a:r>
              <a:rPr lang="en-US" sz="800" b="1" dirty="0">
                <a:solidFill>
                  <a:schemeClr val="bg2"/>
                </a:solidFill>
                <a:cs typeface="Calibri" panose="020F0502020204030204" pitchFamily="34" charset="0"/>
              </a:rPr>
              <a:t>1509-0004</a:t>
            </a:r>
          </a:p>
        </p:txBody>
      </p:sp>
      <p:sp>
        <p:nvSpPr>
          <p:cNvPr id="15" name="OTLSHAPE_T_5a934a26f311425e8ebaa0f45e6533ad_Shape">
            <a:extLst>
              <a:ext uri="{FF2B5EF4-FFF2-40B4-BE49-F238E27FC236}">
                <a16:creationId xmlns:a16="http://schemas.microsoft.com/office/drawing/2014/main" id="{25D4F0FE-C5F8-07AA-9053-CA7D53D82C4A}"/>
              </a:ext>
            </a:extLst>
          </p:cNvPr>
          <p:cNvSpPr/>
          <p:nvPr/>
        </p:nvSpPr>
        <p:spPr bwMode="auto">
          <a:xfrm>
            <a:off x="1227451" y="1821385"/>
            <a:ext cx="5065194" cy="218271"/>
          </a:xfrm>
          <a:prstGeom prst="roundRect">
            <a:avLst/>
          </a:prstGeom>
          <a:solidFill>
            <a:schemeClr val="tx2">
              <a:lumMod val="40000"/>
              <a:lumOff val="60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8990">
              <a:defRPr/>
            </a:pPr>
            <a:r>
              <a:rPr lang="en-US" altLang="zh-CN" sz="900" b="1" dirty="0">
                <a:solidFill>
                  <a:schemeClr val="bg2"/>
                </a:solidFill>
                <a:cs typeface="Calibri" panose="020F0502020204030204" pitchFamily="34" charset="0"/>
              </a:rPr>
              <a:t>Ph II 1509-0004</a:t>
            </a:r>
          </a:p>
        </p:txBody>
      </p:sp>
      <p:sp>
        <p:nvSpPr>
          <p:cNvPr id="16" name="TextBox 15">
            <a:extLst>
              <a:ext uri="{FF2B5EF4-FFF2-40B4-BE49-F238E27FC236}">
                <a16:creationId xmlns:a16="http://schemas.microsoft.com/office/drawing/2014/main" id="{35ECB167-31B6-A927-994D-69107AA01D0E}"/>
              </a:ext>
            </a:extLst>
          </p:cNvPr>
          <p:cNvSpPr txBox="1"/>
          <p:nvPr/>
        </p:nvSpPr>
        <p:spPr bwMode="gray">
          <a:xfrm>
            <a:off x="1027077" y="2028450"/>
            <a:ext cx="400751" cy="138243"/>
          </a:xfrm>
          <a:prstGeom prst="rect">
            <a:avLst/>
          </a:prstGeom>
          <a:noFill/>
        </p:spPr>
        <p:txBody>
          <a:bodyPr wrap="none" lIns="0" tIns="0" rIns="0" bIns="0" rtlCol="0">
            <a:spAutoFit/>
          </a:bodyPr>
          <a:lstStyle/>
          <a:p>
            <a:pPr algn="ctr">
              <a:lnSpc>
                <a:spcPct val="140000"/>
              </a:lnSpc>
            </a:pPr>
            <a:r>
              <a:rPr lang="en-US" sz="700" b="1" dirty="0">
                <a:solidFill>
                  <a:schemeClr val="bg2"/>
                </a:solidFill>
              </a:rPr>
              <a:t>Apr 2026</a:t>
            </a:r>
          </a:p>
        </p:txBody>
      </p:sp>
      <p:grpSp>
        <p:nvGrpSpPr>
          <p:cNvPr id="18" name="Group 17">
            <a:extLst>
              <a:ext uri="{FF2B5EF4-FFF2-40B4-BE49-F238E27FC236}">
                <a16:creationId xmlns:a16="http://schemas.microsoft.com/office/drawing/2014/main" id="{5CD223D6-30CD-97D8-67EA-3B8E7A27BDA1}"/>
              </a:ext>
            </a:extLst>
          </p:cNvPr>
          <p:cNvGrpSpPr/>
          <p:nvPr/>
        </p:nvGrpSpPr>
        <p:grpSpPr>
          <a:xfrm>
            <a:off x="5972103" y="1637359"/>
            <a:ext cx="488916" cy="625586"/>
            <a:chOff x="2029547" y="1930679"/>
            <a:chExt cx="488916" cy="625586"/>
          </a:xfrm>
        </p:grpSpPr>
        <p:sp>
          <p:nvSpPr>
            <p:cNvPr id="27" name="Flowchart: Extract 26">
              <a:extLst>
                <a:ext uri="{FF2B5EF4-FFF2-40B4-BE49-F238E27FC236}">
                  <a16:creationId xmlns:a16="http://schemas.microsoft.com/office/drawing/2014/main" id="{E964DB11-06A2-5E0F-BBAA-6EBE6F5B7EF7}"/>
                </a:ext>
              </a:extLst>
            </p:cNvPr>
            <p:cNvSpPr/>
            <p:nvPr/>
          </p:nvSpPr>
          <p:spPr bwMode="gray">
            <a:xfrm>
              <a:off x="2224497" y="2297816"/>
              <a:ext cx="99012" cy="99012"/>
            </a:xfrm>
            <a:prstGeom prst="flowChartExtract">
              <a:avLst/>
            </a:prstGeom>
            <a:solidFill>
              <a:schemeClr val="bg1"/>
            </a:solidFill>
            <a:ln w="127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accent2">
                    <a:lumMod val="50000"/>
                  </a:schemeClr>
                </a:solidFill>
              </a:endParaRPr>
            </a:p>
          </p:txBody>
        </p:sp>
        <p:sp>
          <p:nvSpPr>
            <p:cNvPr id="28" name="TextBox 27">
              <a:extLst>
                <a:ext uri="{FF2B5EF4-FFF2-40B4-BE49-F238E27FC236}">
                  <a16:creationId xmlns:a16="http://schemas.microsoft.com/office/drawing/2014/main" id="{8862F7DB-DACF-24FA-B61C-5BA8B2A55803}"/>
                </a:ext>
              </a:extLst>
            </p:cNvPr>
            <p:cNvSpPr txBox="1"/>
            <p:nvPr/>
          </p:nvSpPr>
          <p:spPr bwMode="gray">
            <a:xfrm>
              <a:off x="2029547" y="2418022"/>
              <a:ext cx="488916" cy="138243"/>
            </a:xfrm>
            <a:prstGeom prst="rect">
              <a:avLst/>
            </a:prstGeom>
            <a:noFill/>
          </p:spPr>
          <p:txBody>
            <a:bodyPr wrap="none" lIns="0" tIns="0" rIns="0" bIns="0" rtlCol="0">
              <a:spAutoFit/>
            </a:bodyPr>
            <a:lstStyle/>
            <a:p>
              <a:pPr algn="ctr">
                <a:lnSpc>
                  <a:spcPct val="140000"/>
                </a:lnSpc>
              </a:pPr>
              <a:r>
                <a:rPr lang="en-US" sz="700" b="1" dirty="0">
                  <a:solidFill>
                    <a:schemeClr val="bg2"/>
                  </a:solidFill>
                </a:rPr>
                <a:t>Key results</a:t>
              </a:r>
            </a:p>
          </p:txBody>
        </p:sp>
        <p:sp>
          <p:nvSpPr>
            <p:cNvPr id="29" name="TextBox 28">
              <a:extLst>
                <a:ext uri="{FF2B5EF4-FFF2-40B4-BE49-F238E27FC236}">
                  <a16:creationId xmlns:a16="http://schemas.microsoft.com/office/drawing/2014/main" id="{716E7C60-4AC6-1995-B5D3-8233492DD1FF}"/>
                </a:ext>
              </a:extLst>
            </p:cNvPr>
            <p:cNvSpPr txBox="1"/>
            <p:nvPr/>
          </p:nvSpPr>
          <p:spPr bwMode="gray">
            <a:xfrm>
              <a:off x="2064812" y="1930679"/>
              <a:ext cx="418384" cy="138243"/>
            </a:xfrm>
            <a:prstGeom prst="rect">
              <a:avLst/>
            </a:prstGeom>
            <a:noFill/>
          </p:spPr>
          <p:txBody>
            <a:bodyPr wrap="none" lIns="0" tIns="0" rIns="0" bIns="0" rtlCol="0">
              <a:spAutoFit/>
            </a:bodyPr>
            <a:lstStyle/>
            <a:p>
              <a:pPr algn="ctr">
                <a:lnSpc>
                  <a:spcPct val="140000"/>
                </a:lnSpc>
              </a:pPr>
              <a:r>
                <a:rPr lang="en-US" sz="700" b="1" dirty="0">
                  <a:solidFill>
                    <a:schemeClr val="bg2"/>
                  </a:solidFill>
                </a:rPr>
                <a:t>Aug 2029</a:t>
              </a:r>
            </a:p>
          </p:txBody>
        </p:sp>
      </p:grpSp>
      <p:grpSp>
        <p:nvGrpSpPr>
          <p:cNvPr id="19" name="Group 18">
            <a:extLst>
              <a:ext uri="{FF2B5EF4-FFF2-40B4-BE49-F238E27FC236}">
                <a16:creationId xmlns:a16="http://schemas.microsoft.com/office/drawing/2014/main" id="{C5950BFD-6CB4-FCE5-7735-8CF714D33704}"/>
              </a:ext>
            </a:extLst>
          </p:cNvPr>
          <p:cNvGrpSpPr/>
          <p:nvPr/>
        </p:nvGrpSpPr>
        <p:grpSpPr>
          <a:xfrm>
            <a:off x="5600351" y="2283187"/>
            <a:ext cx="434414" cy="475284"/>
            <a:chOff x="3395377" y="1930679"/>
            <a:chExt cx="434414" cy="475284"/>
          </a:xfrm>
        </p:grpSpPr>
        <p:sp>
          <p:nvSpPr>
            <p:cNvPr id="24" name="Star: 5 Points 23">
              <a:extLst>
                <a:ext uri="{FF2B5EF4-FFF2-40B4-BE49-F238E27FC236}">
                  <a16:creationId xmlns:a16="http://schemas.microsoft.com/office/drawing/2014/main" id="{C14A4E7E-35DD-CC5B-9D32-9A06BB29C605}"/>
                </a:ext>
              </a:extLst>
            </p:cNvPr>
            <p:cNvSpPr/>
            <p:nvPr/>
          </p:nvSpPr>
          <p:spPr bwMode="gray">
            <a:xfrm>
              <a:off x="3562627" y="2112684"/>
              <a:ext cx="119578" cy="119578"/>
            </a:xfrm>
            <a:prstGeom prst="star5">
              <a:avLst/>
            </a:prstGeom>
            <a:solidFill>
              <a:schemeClr val="bg1"/>
            </a:solidFill>
            <a:ln w="127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ln w="12700">
                  <a:solidFill>
                    <a:schemeClr val="bg2"/>
                  </a:solidFill>
                </a:ln>
                <a:solidFill>
                  <a:schemeClr val="accent2">
                    <a:lumMod val="50000"/>
                  </a:schemeClr>
                </a:solidFill>
              </a:endParaRPr>
            </a:p>
          </p:txBody>
        </p:sp>
        <p:sp>
          <p:nvSpPr>
            <p:cNvPr id="25" name="TextBox 24">
              <a:extLst>
                <a:ext uri="{FF2B5EF4-FFF2-40B4-BE49-F238E27FC236}">
                  <a16:creationId xmlns:a16="http://schemas.microsoft.com/office/drawing/2014/main" id="{28E1C8F2-AFDA-CF21-9F3D-0FC178128EA2}"/>
                </a:ext>
              </a:extLst>
            </p:cNvPr>
            <p:cNvSpPr txBox="1"/>
            <p:nvPr/>
          </p:nvSpPr>
          <p:spPr bwMode="gray">
            <a:xfrm>
              <a:off x="3531045" y="2267720"/>
              <a:ext cx="182742" cy="138243"/>
            </a:xfrm>
            <a:prstGeom prst="rect">
              <a:avLst/>
            </a:prstGeom>
            <a:noFill/>
          </p:spPr>
          <p:txBody>
            <a:bodyPr wrap="none" lIns="0" tIns="0" rIns="0" bIns="0" rtlCol="0">
              <a:spAutoFit/>
            </a:bodyPr>
            <a:lstStyle/>
            <a:p>
              <a:pPr algn="ctr">
                <a:lnSpc>
                  <a:spcPct val="140000"/>
                </a:lnSpc>
              </a:pPr>
              <a:r>
                <a:rPr lang="en-US" sz="700" b="1" dirty="0">
                  <a:solidFill>
                    <a:schemeClr val="bg2"/>
                  </a:solidFill>
                </a:rPr>
                <a:t>PoC</a:t>
              </a:r>
            </a:p>
          </p:txBody>
        </p:sp>
        <p:sp>
          <p:nvSpPr>
            <p:cNvPr id="26" name="TextBox 25">
              <a:extLst>
                <a:ext uri="{FF2B5EF4-FFF2-40B4-BE49-F238E27FC236}">
                  <a16:creationId xmlns:a16="http://schemas.microsoft.com/office/drawing/2014/main" id="{91E2D2FE-0EEE-EEF3-6CF2-CA5E9A74BE94}"/>
                </a:ext>
              </a:extLst>
            </p:cNvPr>
            <p:cNvSpPr txBox="1"/>
            <p:nvPr/>
          </p:nvSpPr>
          <p:spPr bwMode="gray">
            <a:xfrm>
              <a:off x="3395377" y="1930679"/>
              <a:ext cx="434414" cy="138243"/>
            </a:xfrm>
            <a:prstGeom prst="rect">
              <a:avLst/>
            </a:prstGeom>
            <a:noFill/>
          </p:spPr>
          <p:txBody>
            <a:bodyPr wrap="none" lIns="0" tIns="0" rIns="0" bIns="0" rtlCol="0">
              <a:spAutoFit/>
            </a:bodyPr>
            <a:lstStyle/>
            <a:p>
              <a:pPr algn="ctr">
                <a:lnSpc>
                  <a:spcPct val="140000"/>
                </a:lnSpc>
              </a:pPr>
              <a:r>
                <a:rPr lang="en-US" sz="700" b="1" dirty="0">
                  <a:solidFill>
                    <a:schemeClr val="bg2"/>
                  </a:solidFill>
                </a:rPr>
                <a:t>May 2029</a:t>
              </a:r>
            </a:p>
          </p:txBody>
        </p:sp>
      </p:grpSp>
      <p:grpSp>
        <p:nvGrpSpPr>
          <p:cNvPr id="20" name="Group 19">
            <a:extLst>
              <a:ext uri="{FF2B5EF4-FFF2-40B4-BE49-F238E27FC236}">
                <a16:creationId xmlns:a16="http://schemas.microsoft.com/office/drawing/2014/main" id="{71CA1044-6336-909F-2981-1CDF1EE56929}"/>
              </a:ext>
            </a:extLst>
          </p:cNvPr>
          <p:cNvGrpSpPr/>
          <p:nvPr/>
        </p:nvGrpSpPr>
        <p:grpSpPr>
          <a:xfrm>
            <a:off x="7889286" y="1673265"/>
            <a:ext cx="415178" cy="475284"/>
            <a:chOff x="4040792" y="1930679"/>
            <a:chExt cx="415178" cy="475284"/>
          </a:xfrm>
        </p:grpSpPr>
        <p:sp>
          <p:nvSpPr>
            <p:cNvPr id="21" name="TextBox 20">
              <a:extLst>
                <a:ext uri="{FF2B5EF4-FFF2-40B4-BE49-F238E27FC236}">
                  <a16:creationId xmlns:a16="http://schemas.microsoft.com/office/drawing/2014/main" id="{FDFE6985-6271-F301-BDA1-ECA6C4CE6CFD}"/>
                </a:ext>
              </a:extLst>
            </p:cNvPr>
            <p:cNvSpPr txBox="1"/>
            <p:nvPr/>
          </p:nvSpPr>
          <p:spPr bwMode="gray">
            <a:xfrm>
              <a:off x="4040792" y="1930679"/>
              <a:ext cx="415178" cy="138243"/>
            </a:xfrm>
            <a:prstGeom prst="rect">
              <a:avLst/>
            </a:prstGeom>
            <a:noFill/>
          </p:spPr>
          <p:txBody>
            <a:bodyPr wrap="none" lIns="0" tIns="0" rIns="0" bIns="0" rtlCol="0">
              <a:spAutoFit/>
            </a:bodyPr>
            <a:lstStyle/>
            <a:p>
              <a:pPr algn="ctr">
                <a:lnSpc>
                  <a:spcPct val="140000"/>
                </a:lnSpc>
              </a:pPr>
              <a:r>
                <a:rPr lang="en-US" sz="700" b="1">
                  <a:solidFill>
                    <a:schemeClr val="bg2"/>
                  </a:solidFill>
                </a:rPr>
                <a:t>Dec 2024</a:t>
              </a:r>
            </a:p>
          </p:txBody>
        </p:sp>
        <p:sp>
          <p:nvSpPr>
            <p:cNvPr id="22" name="TextBox 21">
              <a:extLst>
                <a:ext uri="{FF2B5EF4-FFF2-40B4-BE49-F238E27FC236}">
                  <a16:creationId xmlns:a16="http://schemas.microsoft.com/office/drawing/2014/main" id="{EB7F1E95-D57F-DAD9-46E9-003E52A3ED96}"/>
                </a:ext>
              </a:extLst>
            </p:cNvPr>
            <p:cNvSpPr txBox="1"/>
            <p:nvPr/>
          </p:nvSpPr>
          <p:spPr bwMode="gray">
            <a:xfrm>
              <a:off x="4132965" y="2267720"/>
              <a:ext cx="230832" cy="138243"/>
            </a:xfrm>
            <a:prstGeom prst="rect">
              <a:avLst/>
            </a:prstGeom>
            <a:noFill/>
          </p:spPr>
          <p:txBody>
            <a:bodyPr wrap="none" lIns="0" tIns="0" rIns="0" bIns="0" rtlCol="0">
              <a:spAutoFit/>
            </a:bodyPr>
            <a:lstStyle/>
            <a:p>
              <a:pPr algn="ctr">
                <a:lnSpc>
                  <a:spcPct val="140000"/>
                </a:lnSpc>
              </a:pPr>
              <a:r>
                <a:rPr lang="en-US" sz="700" b="1" err="1">
                  <a:solidFill>
                    <a:schemeClr val="bg2"/>
                  </a:solidFill>
                </a:rPr>
                <a:t>RoFD</a:t>
              </a:r>
              <a:endParaRPr lang="en-US" sz="700" b="1">
                <a:solidFill>
                  <a:schemeClr val="bg2"/>
                </a:solidFill>
              </a:endParaRPr>
            </a:p>
          </p:txBody>
        </p:sp>
        <p:sp>
          <p:nvSpPr>
            <p:cNvPr id="23" name="Star: 5 Points 22">
              <a:extLst>
                <a:ext uri="{FF2B5EF4-FFF2-40B4-BE49-F238E27FC236}">
                  <a16:creationId xmlns:a16="http://schemas.microsoft.com/office/drawing/2014/main" id="{E3AF276E-6A4E-0F74-C8CA-16439534792C}"/>
                </a:ext>
              </a:extLst>
            </p:cNvPr>
            <p:cNvSpPr/>
            <p:nvPr/>
          </p:nvSpPr>
          <p:spPr bwMode="gray">
            <a:xfrm>
              <a:off x="4188592" y="2112684"/>
              <a:ext cx="119578" cy="119578"/>
            </a:xfrm>
            <a:prstGeom prst="star5">
              <a:avLst/>
            </a:prstGeom>
            <a:solidFill>
              <a:schemeClr val="bg1"/>
            </a:solidFill>
            <a:ln w="127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ln w="12700">
                  <a:solidFill>
                    <a:schemeClr val="bg2"/>
                  </a:solidFill>
                </a:ln>
                <a:solidFill>
                  <a:schemeClr val="accent2">
                    <a:lumMod val="50000"/>
                  </a:schemeClr>
                </a:solidFill>
              </a:endParaRPr>
            </a:p>
          </p:txBody>
        </p:sp>
      </p:grpSp>
      <p:sp>
        <p:nvSpPr>
          <p:cNvPr id="43" name="TextBox 42">
            <a:extLst>
              <a:ext uri="{FF2B5EF4-FFF2-40B4-BE49-F238E27FC236}">
                <a16:creationId xmlns:a16="http://schemas.microsoft.com/office/drawing/2014/main" id="{AE5D671D-8491-5DEE-D3AC-7901457951FE}"/>
              </a:ext>
            </a:extLst>
          </p:cNvPr>
          <p:cNvSpPr txBox="1"/>
          <p:nvPr/>
        </p:nvSpPr>
        <p:spPr>
          <a:xfrm>
            <a:off x="47317" y="3436898"/>
            <a:ext cx="639180" cy="246221"/>
          </a:xfrm>
          <a:prstGeom prst="rect">
            <a:avLst/>
          </a:prstGeom>
          <a:noFill/>
          <a:ln>
            <a:solidFill>
              <a:schemeClr val="accent1"/>
            </a:solidFill>
          </a:ln>
        </p:spPr>
        <p:txBody>
          <a:bodyPr wrap="square" lIns="0" tIns="0" rIns="0" bIns="0" rtlCol="0">
            <a:spAutoFit/>
          </a:bodyPr>
          <a:lstStyle>
            <a:defPPr>
              <a:defRPr lang="zh-CN"/>
            </a:defPPr>
            <a:lvl1pPr marR="0" lvl="0" indent="0" algn="ctr" defTabSz="1218960" fontAlgn="auto">
              <a:lnSpc>
                <a:spcPct val="100000"/>
              </a:lnSpc>
              <a:spcBef>
                <a:spcPts val="0"/>
              </a:spcBef>
              <a:spcAft>
                <a:spcPts val="0"/>
              </a:spcAft>
              <a:buClrTx/>
              <a:buSzTx/>
              <a:buFontTx/>
              <a:buNone/>
              <a:tabLst/>
              <a:defRPr kumimoji="0" sz="800" b="1" i="0" u="none" strike="noStrike" cap="none" spc="0" normalizeH="0" baseline="0">
                <a:ln>
                  <a:noFill/>
                </a:ln>
                <a:solidFill>
                  <a:schemeClr val="bg2"/>
                </a:solidFill>
                <a:effectLst/>
                <a:uLnTx/>
                <a:uFillTx/>
                <a:cs typeface="Calibri" panose="020F0502020204030204" pitchFamily="34" charset="0"/>
              </a:defRPr>
            </a:lvl1pPr>
          </a:lstStyle>
          <a:p>
            <a:r>
              <a:rPr lang="en-US"/>
              <a:t>Phase 3</a:t>
            </a:r>
          </a:p>
          <a:p>
            <a:r>
              <a:rPr lang="en-US"/>
              <a:t>1397-0014</a:t>
            </a:r>
          </a:p>
        </p:txBody>
      </p:sp>
      <p:sp>
        <p:nvSpPr>
          <p:cNvPr id="45" name="OTLSHAPE_T_5a934a26f311425e8ebaa0f45e6533ad_Shape">
            <a:extLst>
              <a:ext uri="{FF2B5EF4-FFF2-40B4-BE49-F238E27FC236}">
                <a16:creationId xmlns:a16="http://schemas.microsoft.com/office/drawing/2014/main" id="{35AC92E8-46B3-71E8-61E4-84A5683991FD}"/>
              </a:ext>
            </a:extLst>
          </p:cNvPr>
          <p:cNvSpPr/>
          <p:nvPr/>
        </p:nvSpPr>
        <p:spPr bwMode="auto">
          <a:xfrm>
            <a:off x="6877734" y="3510147"/>
            <a:ext cx="3878755" cy="216000"/>
          </a:xfrm>
          <a:prstGeom prst="roundRect">
            <a:avLst/>
          </a:prstGeom>
          <a:solidFill>
            <a:schemeClr val="tx2">
              <a:lumMod val="40000"/>
              <a:lumOff val="60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8990">
              <a:defRPr/>
            </a:pPr>
            <a:r>
              <a:rPr lang="en-US" altLang="zh-CN" sz="900" b="1" dirty="0">
                <a:solidFill>
                  <a:schemeClr val="bg2"/>
                </a:solidFill>
                <a:latin typeface="+mn-ea"/>
                <a:cs typeface="Calibri" panose="020F0502020204030204" pitchFamily="34" charset="0"/>
              </a:rPr>
              <a:t>Phase 3</a:t>
            </a:r>
          </a:p>
        </p:txBody>
      </p:sp>
      <p:sp>
        <p:nvSpPr>
          <p:cNvPr id="46" name="OTLSHAPE_T_5a934a26f311425e8ebaa0f45e6533ad_Shape">
            <a:extLst>
              <a:ext uri="{FF2B5EF4-FFF2-40B4-BE49-F238E27FC236}">
                <a16:creationId xmlns:a16="http://schemas.microsoft.com/office/drawing/2014/main" id="{C7526FBA-713E-BE09-783B-EE979E9F7D57}"/>
              </a:ext>
            </a:extLst>
          </p:cNvPr>
          <p:cNvSpPr/>
          <p:nvPr/>
        </p:nvSpPr>
        <p:spPr bwMode="auto">
          <a:xfrm>
            <a:off x="6877735" y="3833079"/>
            <a:ext cx="3878754" cy="273484"/>
          </a:xfrm>
          <a:prstGeom prst="roundRect">
            <a:avLst/>
          </a:prstGeom>
          <a:solidFill>
            <a:schemeClr val="tx2">
              <a:lumMod val="40000"/>
              <a:lumOff val="60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8990">
              <a:defRPr/>
            </a:pPr>
            <a:r>
              <a:rPr lang="en-US" altLang="zh-CN" sz="1000" b="1" dirty="0">
                <a:solidFill>
                  <a:schemeClr val="bg2"/>
                </a:solidFill>
                <a:latin typeface="+mn-ea"/>
                <a:cs typeface="Calibri" panose="020F0502020204030204" pitchFamily="34" charset="0"/>
              </a:rPr>
              <a:t>Phase 3</a:t>
            </a:r>
          </a:p>
        </p:txBody>
      </p:sp>
      <p:grpSp>
        <p:nvGrpSpPr>
          <p:cNvPr id="47" name="Group 46">
            <a:extLst>
              <a:ext uri="{FF2B5EF4-FFF2-40B4-BE49-F238E27FC236}">
                <a16:creationId xmlns:a16="http://schemas.microsoft.com/office/drawing/2014/main" id="{D044B088-B275-7C5C-DDC4-A14B3E938A08}"/>
              </a:ext>
            </a:extLst>
          </p:cNvPr>
          <p:cNvGrpSpPr/>
          <p:nvPr/>
        </p:nvGrpSpPr>
        <p:grpSpPr>
          <a:xfrm>
            <a:off x="4291310" y="3317390"/>
            <a:ext cx="402354" cy="590994"/>
            <a:chOff x="3273356" y="3891293"/>
            <a:chExt cx="402354" cy="590994"/>
          </a:xfrm>
        </p:grpSpPr>
        <p:sp>
          <p:nvSpPr>
            <p:cNvPr id="58" name="Star: 5 Points 57">
              <a:extLst>
                <a:ext uri="{FF2B5EF4-FFF2-40B4-BE49-F238E27FC236}">
                  <a16:creationId xmlns:a16="http://schemas.microsoft.com/office/drawing/2014/main" id="{988EF768-A881-9602-C28B-B7713721EC9B}"/>
                </a:ext>
              </a:extLst>
            </p:cNvPr>
            <p:cNvSpPr/>
            <p:nvPr/>
          </p:nvSpPr>
          <p:spPr bwMode="gray">
            <a:xfrm>
              <a:off x="3414744" y="4189008"/>
              <a:ext cx="119578" cy="119578"/>
            </a:xfrm>
            <a:prstGeom prst="star5">
              <a:avLst/>
            </a:prstGeom>
            <a:solidFill>
              <a:schemeClr val="bg1"/>
            </a:solidFill>
            <a:ln w="127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ln w="12700">
                  <a:solidFill>
                    <a:schemeClr val="bg2"/>
                  </a:solidFill>
                </a:ln>
                <a:solidFill>
                  <a:schemeClr val="accent2">
                    <a:lumMod val="50000"/>
                  </a:schemeClr>
                </a:solidFill>
              </a:endParaRPr>
            </a:p>
          </p:txBody>
        </p:sp>
        <p:sp>
          <p:nvSpPr>
            <p:cNvPr id="59" name="TextBox 58">
              <a:extLst>
                <a:ext uri="{FF2B5EF4-FFF2-40B4-BE49-F238E27FC236}">
                  <a16:creationId xmlns:a16="http://schemas.microsoft.com/office/drawing/2014/main" id="{88CD0C57-B594-16BB-F25A-BDA5A2118AB4}"/>
                </a:ext>
              </a:extLst>
            </p:cNvPr>
            <p:cNvSpPr txBox="1"/>
            <p:nvPr/>
          </p:nvSpPr>
          <p:spPr bwMode="gray">
            <a:xfrm>
              <a:off x="3379154" y="4344044"/>
              <a:ext cx="190758" cy="138243"/>
            </a:xfrm>
            <a:prstGeom prst="rect">
              <a:avLst/>
            </a:prstGeom>
            <a:noFill/>
          </p:spPr>
          <p:txBody>
            <a:bodyPr wrap="none" lIns="0" tIns="0" rIns="0" bIns="0" rtlCol="0">
              <a:spAutoFit/>
            </a:bodyPr>
            <a:lstStyle/>
            <a:p>
              <a:pPr algn="ctr">
                <a:lnSpc>
                  <a:spcPct val="140000"/>
                </a:lnSpc>
              </a:pPr>
              <a:r>
                <a:rPr lang="en-US" sz="700" b="1">
                  <a:solidFill>
                    <a:schemeClr val="bg2"/>
                  </a:solidFill>
                </a:rPr>
                <a:t>CTA</a:t>
              </a:r>
            </a:p>
          </p:txBody>
        </p:sp>
        <p:sp>
          <p:nvSpPr>
            <p:cNvPr id="60" name="TextBox 59">
              <a:extLst>
                <a:ext uri="{FF2B5EF4-FFF2-40B4-BE49-F238E27FC236}">
                  <a16:creationId xmlns:a16="http://schemas.microsoft.com/office/drawing/2014/main" id="{D4C1B90F-4451-C94C-9619-FFCF1B2D458D}"/>
                </a:ext>
              </a:extLst>
            </p:cNvPr>
            <p:cNvSpPr txBox="1"/>
            <p:nvPr/>
          </p:nvSpPr>
          <p:spPr bwMode="gray">
            <a:xfrm>
              <a:off x="3273356" y="3891293"/>
              <a:ext cx="402354" cy="138243"/>
            </a:xfrm>
            <a:prstGeom prst="rect">
              <a:avLst/>
            </a:prstGeom>
            <a:noFill/>
          </p:spPr>
          <p:txBody>
            <a:bodyPr wrap="none" lIns="0" tIns="0" rIns="0" bIns="0" rtlCol="0">
              <a:spAutoFit/>
            </a:bodyPr>
            <a:lstStyle/>
            <a:p>
              <a:pPr algn="ctr">
                <a:lnSpc>
                  <a:spcPct val="140000"/>
                </a:lnSpc>
              </a:pPr>
              <a:r>
                <a:rPr lang="en-US" sz="700" b="1">
                  <a:solidFill>
                    <a:schemeClr val="bg2"/>
                  </a:solidFill>
                </a:rPr>
                <a:t>Feb 2025</a:t>
              </a:r>
            </a:p>
          </p:txBody>
        </p:sp>
      </p:grpSp>
      <p:sp>
        <p:nvSpPr>
          <p:cNvPr id="48" name="TextBox 47">
            <a:extLst>
              <a:ext uri="{FF2B5EF4-FFF2-40B4-BE49-F238E27FC236}">
                <a16:creationId xmlns:a16="http://schemas.microsoft.com/office/drawing/2014/main" id="{B7ED9484-055E-2739-7C2E-BF5CE7BD2FA9}"/>
              </a:ext>
            </a:extLst>
          </p:cNvPr>
          <p:cNvSpPr txBox="1"/>
          <p:nvPr/>
        </p:nvSpPr>
        <p:spPr bwMode="gray">
          <a:xfrm>
            <a:off x="4673118" y="3431410"/>
            <a:ext cx="722955" cy="138243"/>
          </a:xfrm>
          <a:prstGeom prst="rect">
            <a:avLst/>
          </a:prstGeom>
          <a:noFill/>
        </p:spPr>
        <p:txBody>
          <a:bodyPr wrap="none" lIns="0" tIns="0" rIns="0" bIns="0" rtlCol="0">
            <a:spAutoFit/>
          </a:bodyPr>
          <a:lstStyle/>
          <a:p>
            <a:pPr algn="ctr">
              <a:lnSpc>
                <a:spcPct val="140000"/>
              </a:lnSpc>
            </a:pPr>
            <a:r>
              <a:rPr lang="en-US" sz="700" b="1">
                <a:solidFill>
                  <a:schemeClr val="bg2"/>
                </a:solidFill>
              </a:rPr>
              <a:t>16 Jun 2025 </a:t>
            </a:r>
            <a:r>
              <a:rPr lang="en-US" altLang="zh-CN" sz="700" b="1">
                <a:solidFill>
                  <a:schemeClr val="bg2"/>
                </a:solidFill>
              </a:rPr>
              <a:t>FSS</a:t>
            </a:r>
            <a:endParaRPr lang="en-US" sz="700" b="1">
              <a:solidFill>
                <a:schemeClr val="bg2"/>
              </a:solidFill>
            </a:endParaRPr>
          </a:p>
        </p:txBody>
      </p:sp>
      <p:sp>
        <p:nvSpPr>
          <p:cNvPr id="61" name="TextBox 9">
            <a:extLst>
              <a:ext uri="{FF2B5EF4-FFF2-40B4-BE49-F238E27FC236}">
                <a16:creationId xmlns:a16="http://schemas.microsoft.com/office/drawing/2014/main" id="{657CE15F-21BA-C674-8C1A-7313CE297BD4}"/>
              </a:ext>
            </a:extLst>
          </p:cNvPr>
          <p:cNvSpPr txBox="1"/>
          <p:nvPr/>
        </p:nvSpPr>
        <p:spPr>
          <a:xfrm>
            <a:off x="56497" y="3935999"/>
            <a:ext cx="630000" cy="246221"/>
          </a:xfrm>
          <a:prstGeom prst="rect">
            <a:avLst/>
          </a:prstGeom>
          <a:noFill/>
          <a:ln>
            <a:solidFill>
              <a:schemeClr val="accent1"/>
            </a:solidFill>
          </a:ln>
        </p:spPr>
        <p:txBody>
          <a:bodyPr wrap="square" lIns="0" tIns="0" rIns="0" bIns="0" rtlCol="0">
            <a:spAutoFit/>
          </a:bodyPr>
          <a:lstStyle>
            <a:defPPr>
              <a:defRPr lang="zh-CN"/>
            </a:defPPr>
            <a:lvl1pPr marR="0" lvl="0" indent="0" algn="ctr" defTabSz="1218960" fontAlgn="auto">
              <a:lnSpc>
                <a:spcPct val="100000"/>
              </a:lnSpc>
              <a:spcBef>
                <a:spcPts val="0"/>
              </a:spcBef>
              <a:spcAft>
                <a:spcPts val="0"/>
              </a:spcAft>
              <a:buClrTx/>
              <a:buSzTx/>
              <a:buFontTx/>
              <a:buNone/>
              <a:tabLst/>
              <a:defRPr kumimoji="0" sz="800" b="1" i="0" u="none" strike="noStrike" cap="none" spc="0" normalizeH="0" baseline="0">
                <a:ln>
                  <a:noFill/>
                </a:ln>
                <a:solidFill>
                  <a:schemeClr val="bg2"/>
                </a:solidFill>
                <a:effectLst/>
                <a:uLnTx/>
                <a:uFillTx/>
                <a:cs typeface="Calibri" panose="020F0502020204030204" pitchFamily="34" charset="0"/>
              </a:defRPr>
            </a:lvl1pPr>
          </a:lstStyle>
          <a:p>
            <a:r>
              <a:rPr lang="en-US"/>
              <a:t>Phase 3</a:t>
            </a:r>
          </a:p>
          <a:p>
            <a:r>
              <a:rPr lang="en-US"/>
              <a:t>1397-0018</a:t>
            </a:r>
          </a:p>
        </p:txBody>
      </p:sp>
      <p:pic>
        <p:nvPicPr>
          <p:cNvPr id="62" name="Picture 61">
            <a:extLst>
              <a:ext uri="{FF2B5EF4-FFF2-40B4-BE49-F238E27FC236}">
                <a16:creationId xmlns:a16="http://schemas.microsoft.com/office/drawing/2014/main" id="{847C1AF6-48E6-AD06-D247-DCD07A5C595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278" y="4305908"/>
            <a:ext cx="730437" cy="360000"/>
          </a:xfrm>
          <a:prstGeom prst="rect">
            <a:avLst/>
          </a:prstGeom>
        </p:spPr>
      </p:pic>
      <p:cxnSp>
        <p:nvCxnSpPr>
          <p:cNvPr id="63" name="Straight Connector 62">
            <a:extLst>
              <a:ext uri="{FF2B5EF4-FFF2-40B4-BE49-F238E27FC236}">
                <a16:creationId xmlns:a16="http://schemas.microsoft.com/office/drawing/2014/main" id="{7AF071F3-2331-29DE-9235-C331CCF385AF}"/>
              </a:ext>
            </a:extLst>
          </p:cNvPr>
          <p:cNvCxnSpPr>
            <a:cxnSpLocks/>
          </p:cNvCxnSpPr>
          <p:nvPr/>
        </p:nvCxnSpPr>
        <p:spPr bwMode="gray">
          <a:xfrm>
            <a:off x="802742" y="4407528"/>
            <a:ext cx="11241211" cy="0"/>
          </a:xfrm>
          <a:prstGeom prst="line">
            <a:avLst/>
          </a:prstGeom>
          <a:ln w="19050">
            <a:solidFill>
              <a:schemeClr val="bg2"/>
            </a:solidFill>
            <a:prstDash val="lgDashDot"/>
          </a:ln>
        </p:spPr>
        <p:style>
          <a:lnRef idx="2">
            <a:schemeClr val="accent2"/>
          </a:lnRef>
          <a:fillRef idx="0">
            <a:schemeClr val="accent2"/>
          </a:fillRef>
          <a:effectRef idx="1">
            <a:schemeClr val="accent2"/>
          </a:effectRef>
          <a:fontRef idx="minor">
            <a:schemeClr val="tx1"/>
          </a:fontRef>
        </p:style>
      </p:cxnSp>
      <p:grpSp>
        <p:nvGrpSpPr>
          <p:cNvPr id="64" name="Group 63">
            <a:extLst>
              <a:ext uri="{FF2B5EF4-FFF2-40B4-BE49-F238E27FC236}">
                <a16:creationId xmlns:a16="http://schemas.microsoft.com/office/drawing/2014/main" id="{47DDC3A2-201C-97F4-B2EE-C743AEE86326}"/>
              </a:ext>
            </a:extLst>
          </p:cNvPr>
          <p:cNvGrpSpPr/>
          <p:nvPr/>
        </p:nvGrpSpPr>
        <p:grpSpPr>
          <a:xfrm>
            <a:off x="3725335" y="4430698"/>
            <a:ext cx="4886480" cy="637229"/>
            <a:chOff x="3725335" y="4891875"/>
            <a:chExt cx="4886480" cy="637229"/>
          </a:xfrm>
        </p:grpSpPr>
        <p:sp>
          <p:nvSpPr>
            <p:cNvPr id="65" name="OTLSHAPE_T_5a934a26f311425e8ebaa0f45e6533ad_Shape">
              <a:extLst>
                <a:ext uri="{FF2B5EF4-FFF2-40B4-BE49-F238E27FC236}">
                  <a16:creationId xmlns:a16="http://schemas.microsoft.com/office/drawing/2014/main" id="{9BB29F3B-275A-A282-E349-B81435C3699F}"/>
                </a:ext>
              </a:extLst>
            </p:cNvPr>
            <p:cNvSpPr/>
            <p:nvPr/>
          </p:nvSpPr>
          <p:spPr bwMode="auto">
            <a:xfrm>
              <a:off x="5336770" y="5078355"/>
              <a:ext cx="3275045" cy="200155"/>
            </a:xfrm>
            <a:prstGeom prst="roundRect">
              <a:avLst/>
            </a:prstGeom>
            <a:solidFill>
              <a:schemeClr val="tx2">
                <a:lumMod val="40000"/>
                <a:lumOff val="60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8990">
                <a:defRPr/>
              </a:pPr>
              <a:r>
                <a:rPr lang="en-US" altLang="zh-CN" sz="900" b="1">
                  <a:solidFill>
                    <a:schemeClr val="bg2"/>
                  </a:solidFill>
                  <a:latin typeface="+mn-ea"/>
                  <a:cs typeface="Calibri" panose="020F0502020204030204" pitchFamily="34" charset="0"/>
                </a:rPr>
                <a:t>AIRTIVITY 1397-0014 Phase 3</a:t>
              </a:r>
            </a:p>
          </p:txBody>
        </p:sp>
        <p:sp>
          <p:nvSpPr>
            <p:cNvPr id="66" name="OTLSHAPE_T_e17f3958430f4cff8650518c93c7635e_Shape">
              <a:extLst>
                <a:ext uri="{FF2B5EF4-FFF2-40B4-BE49-F238E27FC236}">
                  <a16:creationId xmlns:a16="http://schemas.microsoft.com/office/drawing/2014/main" id="{476E43EE-D217-3726-4FF5-FA9D7C119387}"/>
                </a:ext>
              </a:extLst>
            </p:cNvPr>
            <p:cNvSpPr/>
            <p:nvPr>
              <p:custDataLst>
                <p:tags r:id="rId2"/>
              </p:custDataLst>
            </p:nvPr>
          </p:nvSpPr>
          <p:spPr bwMode="auto">
            <a:xfrm>
              <a:off x="4531854" y="5059679"/>
              <a:ext cx="804916" cy="201600"/>
            </a:xfrm>
            <a:prstGeom prst="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51435" tIns="25719" rIns="51435" bIns="25719" numCol="1" rtlCol="0" anchor="ctr" anchorCtr="0" compatLnSpc="1">
              <a:prstTxWarp prst="textNoShape">
                <a:avLst/>
              </a:prstTxWarp>
            </a:bodyPr>
            <a:lstStyle/>
            <a:p>
              <a:pPr algn="ctr" defTabSz="914265" eaLnBrk="0" fontAlgn="base" hangingPunct="0">
                <a:spcBef>
                  <a:spcPct val="0"/>
                </a:spcBef>
                <a:spcAft>
                  <a:spcPct val="0"/>
                </a:spcAft>
                <a:defRPr/>
              </a:pPr>
              <a:r>
                <a:rPr lang="en-US" altLang="zh-CN" sz="450" b="1">
                  <a:solidFill>
                    <a:schemeClr val="bg2"/>
                  </a:solidFill>
                  <a:latin typeface="+mn-ea"/>
                </a:rPr>
                <a:t>CTA Review + EC + HGRAC + 1</a:t>
              </a:r>
              <a:r>
                <a:rPr lang="en-US" altLang="zh-CN" sz="450" b="1" baseline="30000">
                  <a:solidFill>
                    <a:schemeClr val="bg2"/>
                  </a:solidFill>
                  <a:latin typeface="+mn-ea"/>
                </a:rPr>
                <a:t>st</a:t>
              </a:r>
              <a:r>
                <a:rPr lang="en-US" altLang="zh-CN" sz="450" b="1">
                  <a:solidFill>
                    <a:schemeClr val="bg2"/>
                  </a:solidFill>
                  <a:latin typeface="+mn-ea"/>
                </a:rPr>
                <a:t> SIV (6m) *</a:t>
              </a:r>
              <a:endParaRPr lang="zh-CN" altLang="en-US" sz="450" b="1">
                <a:solidFill>
                  <a:schemeClr val="bg2"/>
                </a:solidFill>
                <a:latin typeface="+mn-ea"/>
              </a:endParaRPr>
            </a:p>
          </p:txBody>
        </p:sp>
        <p:grpSp>
          <p:nvGrpSpPr>
            <p:cNvPr id="67" name="Group 66">
              <a:extLst>
                <a:ext uri="{FF2B5EF4-FFF2-40B4-BE49-F238E27FC236}">
                  <a16:creationId xmlns:a16="http://schemas.microsoft.com/office/drawing/2014/main" id="{FE227ADE-0E52-68DC-F966-977BC69A10BD}"/>
                </a:ext>
              </a:extLst>
            </p:cNvPr>
            <p:cNvGrpSpPr/>
            <p:nvPr/>
          </p:nvGrpSpPr>
          <p:grpSpPr>
            <a:xfrm>
              <a:off x="4296262" y="4891875"/>
              <a:ext cx="402354" cy="483993"/>
              <a:chOff x="3007621" y="5554699"/>
              <a:chExt cx="402354" cy="483993"/>
            </a:xfrm>
          </p:grpSpPr>
          <p:sp>
            <p:nvSpPr>
              <p:cNvPr id="76" name="Star: 5 Points 75">
                <a:extLst>
                  <a:ext uri="{FF2B5EF4-FFF2-40B4-BE49-F238E27FC236}">
                    <a16:creationId xmlns:a16="http://schemas.microsoft.com/office/drawing/2014/main" id="{3D6FBB89-FC9A-800B-4EA5-50AB017A3BE0}"/>
                  </a:ext>
                </a:extLst>
              </p:cNvPr>
              <p:cNvSpPr/>
              <p:nvPr/>
            </p:nvSpPr>
            <p:spPr bwMode="gray">
              <a:xfrm>
                <a:off x="3149008" y="5745413"/>
                <a:ext cx="119578" cy="119578"/>
              </a:xfrm>
              <a:prstGeom prst="star5">
                <a:avLst/>
              </a:prstGeom>
              <a:solidFill>
                <a:schemeClr val="bg1"/>
              </a:solidFill>
              <a:ln w="127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ln w="12700">
                    <a:solidFill>
                      <a:schemeClr val="bg2"/>
                    </a:solidFill>
                  </a:ln>
                  <a:solidFill>
                    <a:schemeClr val="accent2">
                      <a:lumMod val="50000"/>
                    </a:schemeClr>
                  </a:solidFill>
                </a:endParaRPr>
              </a:p>
            </p:txBody>
          </p:sp>
          <p:sp>
            <p:nvSpPr>
              <p:cNvPr id="77" name="TextBox 76">
                <a:extLst>
                  <a:ext uri="{FF2B5EF4-FFF2-40B4-BE49-F238E27FC236}">
                    <a16:creationId xmlns:a16="http://schemas.microsoft.com/office/drawing/2014/main" id="{5AAD0B32-CC2E-13F6-61B2-4B4177FB616F}"/>
                  </a:ext>
                </a:extLst>
              </p:cNvPr>
              <p:cNvSpPr txBox="1"/>
              <p:nvPr/>
            </p:nvSpPr>
            <p:spPr bwMode="gray">
              <a:xfrm>
                <a:off x="3113418" y="5900449"/>
                <a:ext cx="190758" cy="138243"/>
              </a:xfrm>
              <a:prstGeom prst="rect">
                <a:avLst/>
              </a:prstGeom>
              <a:noFill/>
            </p:spPr>
            <p:txBody>
              <a:bodyPr wrap="none" lIns="0" tIns="0" rIns="0" bIns="0" rtlCol="0">
                <a:spAutoFit/>
              </a:bodyPr>
              <a:lstStyle/>
              <a:p>
                <a:pPr algn="ctr">
                  <a:lnSpc>
                    <a:spcPct val="140000"/>
                  </a:lnSpc>
                </a:pPr>
                <a:r>
                  <a:rPr lang="en-US" sz="700" b="1">
                    <a:solidFill>
                      <a:schemeClr val="bg2"/>
                    </a:solidFill>
                  </a:rPr>
                  <a:t>CTA</a:t>
                </a:r>
              </a:p>
            </p:txBody>
          </p:sp>
          <p:sp>
            <p:nvSpPr>
              <p:cNvPr id="78" name="TextBox 77">
                <a:extLst>
                  <a:ext uri="{FF2B5EF4-FFF2-40B4-BE49-F238E27FC236}">
                    <a16:creationId xmlns:a16="http://schemas.microsoft.com/office/drawing/2014/main" id="{5AD1530E-D09A-0B11-468F-2455125A4AC9}"/>
                  </a:ext>
                </a:extLst>
              </p:cNvPr>
              <p:cNvSpPr txBox="1"/>
              <p:nvPr/>
            </p:nvSpPr>
            <p:spPr bwMode="gray">
              <a:xfrm>
                <a:off x="3007621" y="5554699"/>
                <a:ext cx="402354" cy="138243"/>
              </a:xfrm>
              <a:prstGeom prst="rect">
                <a:avLst/>
              </a:prstGeom>
              <a:noFill/>
            </p:spPr>
            <p:txBody>
              <a:bodyPr wrap="none" lIns="0" tIns="0" rIns="0" bIns="0" rtlCol="0">
                <a:spAutoFit/>
              </a:bodyPr>
              <a:lstStyle/>
              <a:p>
                <a:pPr algn="ctr">
                  <a:lnSpc>
                    <a:spcPct val="140000"/>
                  </a:lnSpc>
                </a:pPr>
                <a:r>
                  <a:rPr lang="en-US" altLang="zh-CN" sz="700" b="1">
                    <a:solidFill>
                      <a:schemeClr val="bg2"/>
                    </a:solidFill>
                  </a:rPr>
                  <a:t>Feb</a:t>
                </a:r>
                <a:r>
                  <a:rPr lang="en-US" sz="700" b="1">
                    <a:solidFill>
                      <a:schemeClr val="bg2"/>
                    </a:solidFill>
                  </a:rPr>
                  <a:t> 2025</a:t>
                </a:r>
              </a:p>
            </p:txBody>
          </p:sp>
        </p:grpSp>
        <p:grpSp>
          <p:nvGrpSpPr>
            <p:cNvPr id="68" name="Group 67">
              <a:extLst>
                <a:ext uri="{FF2B5EF4-FFF2-40B4-BE49-F238E27FC236}">
                  <a16:creationId xmlns:a16="http://schemas.microsoft.com/office/drawing/2014/main" id="{44D420B1-C8F0-3D13-5F92-45E3B8EC1D90}"/>
                </a:ext>
              </a:extLst>
            </p:cNvPr>
            <p:cNvGrpSpPr/>
            <p:nvPr/>
          </p:nvGrpSpPr>
          <p:grpSpPr>
            <a:xfrm>
              <a:off x="5144206" y="4903011"/>
              <a:ext cx="379912" cy="596819"/>
              <a:chOff x="5144206" y="4903011"/>
              <a:chExt cx="379912" cy="596819"/>
            </a:xfrm>
          </p:grpSpPr>
          <p:sp>
            <p:nvSpPr>
              <p:cNvPr id="73" name="TextBox 72">
                <a:extLst>
                  <a:ext uri="{FF2B5EF4-FFF2-40B4-BE49-F238E27FC236}">
                    <a16:creationId xmlns:a16="http://schemas.microsoft.com/office/drawing/2014/main" id="{2F11924D-B954-607A-E456-9489A5442602}"/>
                  </a:ext>
                </a:extLst>
              </p:cNvPr>
              <p:cNvSpPr txBox="1"/>
              <p:nvPr/>
            </p:nvSpPr>
            <p:spPr bwMode="gray">
              <a:xfrm>
                <a:off x="5144206" y="4903011"/>
                <a:ext cx="379912" cy="138243"/>
              </a:xfrm>
              <a:prstGeom prst="rect">
                <a:avLst/>
              </a:prstGeom>
              <a:noFill/>
            </p:spPr>
            <p:txBody>
              <a:bodyPr wrap="none" lIns="0" tIns="0" rIns="0" bIns="0" rtlCol="0">
                <a:spAutoFit/>
              </a:bodyPr>
              <a:lstStyle/>
              <a:p>
                <a:pPr algn="ctr">
                  <a:lnSpc>
                    <a:spcPct val="140000"/>
                  </a:lnSpc>
                </a:pPr>
                <a:r>
                  <a:rPr lang="en-US" sz="700" b="1">
                    <a:solidFill>
                      <a:schemeClr val="bg2"/>
                    </a:solidFill>
                  </a:rPr>
                  <a:t>Jul 2025</a:t>
                </a:r>
              </a:p>
            </p:txBody>
          </p:sp>
          <p:sp>
            <p:nvSpPr>
              <p:cNvPr id="74" name="Star: 4 Points 73">
                <a:extLst>
                  <a:ext uri="{FF2B5EF4-FFF2-40B4-BE49-F238E27FC236}">
                    <a16:creationId xmlns:a16="http://schemas.microsoft.com/office/drawing/2014/main" id="{8679524E-192C-962A-3591-842D7E949948}"/>
                  </a:ext>
                </a:extLst>
              </p:cNvPr>
              <p:cNvSpPr/>
              <p:nvPr/>
            </p:nvSpPr>
            <p:spPr bwMode="gray">
              <a:xfrm>
                <a:off x="5258062" y="5184288"/>
                <a:ext cx="164900" cy="164900"/>
              </a:xfrm>
              <a:prstGeom prst="star4">
                <a:avLst/>
              </a:prstGeom>
              <a:solidFill>
                <a:srgbClr val="EE6541"/>
              </a:solidFill>
              <a:ln w="6350">
                <a:solidFill>
                  <a:srgbClr val="EE65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sp>
            <p:nvSpPr>
              <p:cNvPr id="75" name="TextBox 74">
                <a:extLst>
                  <a:ext uri="{FF2B5EF4-FFF2-40B4-BE49-F238E27FC236}">
                    <a16:creationId xmlns:a16="http://schemas.microsoft.com/office/drawing/2014/main" id="{6DF5CDEE-8DE4-1FA7-4E4D-E30EBE2D5F4D}"/>
                  </a:ext>
                </a:extLst>
              </p:cNvPr>
              <p:cNvSpPr txBox="1"/>
              <p:nvPr/>
            </p:nvSpPr>
            <p:spPr bwMode="gray">
              <a:xfrm>
                <a:off x="5199447" y="5361587"/>
                <a:ext cx="282130" cy="138243"/>
              </a:xfrm>
              <a:prstGeom prst="rect">
                <a:avLst/>
              </a:prstGeom>
              <a:noFill/>
            </p:spPr>
            <p:txBody>
              <a:bodyPr wrap="none" lIns="0" tIns="0" rIns="0" bIns="0" rtlCol="0">
                <a:spAutoFit/>
              </a:bodyPr>
              <a:lstStyle/>
              <a:p>
                <a:pPr algn="ctr">
                  <a:lnSpc>
                    <a:spcPct val="140000"/>
                  </a:lnSpc>
                </a:pPr>
                <a:r>
                  <a:rPr lang="en-US" sz="700" b="1">
                    <a:solidFill>
                      <a:schemeClr val="bg2"/>
                    </a:solidFill>
                  </a:rPr>
                  <a:t>1</a:t>
                </a:r>
                <a:r>
                  <a:rPr lang="en-US" sz="700" b="1" baseline="30000">
                    <a:solidFill>
                      <a:schemeClr val="bg2"/>
                    </a:solidFill>
                  </a:rPr>
                  <a:t>st</a:t>
                </a:r>
                <a:r>
                  <a:rPr lang="en-US" sz="700" b="1">
                    <a:solidFill>
                      <a:schemeClr val="bg2"/>
                    </a:solidFill>
                  </a:rPr>
                  <a:t> SIV</a:t>
                </a:r>
              </a:p>
            </p:txBody>
          </p:sp>
        </p:grpSp>
        <p:grpSp>
          <p:nvGrpSpPr>
            <p:cNvPr id="69" name="Group 68">
              <a:extLst>
                <a:ext uri="{FF2B5EF4-FFF2-40B4-BE49-F238E27FC236}">
                  <a16:creationId xmlns:a16="http://schemas.microsoft.com/office/drawing/2014/main" id="{881D7FA0-A974-5A29-F162-3F49E11840A9}"/>
                </a:ext>
              </a:extLst>
            </p:cNvPr>
            <p:cNvGrpSpPr/>
            <p:nvPr/>
          </p:nvGrpSpPr>
          <p:grpSpPr>
            <a:xfrm>
              <a:off x="3725335" y="4903010"/>
              <a:ext cx="487313" cy="626094"/>
              <a:chOff x="2213536" y="5563408"/>
              <a:chExt cx="487313" cy="626094"/>
            </a:xfrm>
          </p:grpSpPr>
          <p:sp>
            <p:nvSpPr>
              <p:cNvPr id="70" name="Star: 5 Points 69">
                <a:extLst>
                  <a:ext uri="{FF2B5EF4-FFF2-40B4-BE49-F238E27FC236}">
                    <a16:creationId xmlns:a16="http://schemas.microsoft.com/office/drawing/2014/main" id="{62C74E76-5401-21C1-845F-047341E2E4EF}"/>
                  </a:ext>
                </a:extLst>
              </p:cNvPr>
              <p:cNvSpPr/>
              <p:nvPr/>
            </p:nvSpPr>
            <p:spPr bwMode="gray">
              <a:xfrm>
                <a:off x="2397403" y="5745413"/>
                <a:ext cx="119578" cy="119578"/>
              </a:xfrm>
              <a:prstGeom prst="star5">
                <a:avLst/>
              </a:prstGeom>
              <a:solidFill>
                <a:schemeClr val="bg1"/>
              </a:solidFill>
              <a:ln w="12700">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ln w="12700">
                    <a:solidFill>
                      <a:schemeClr val="bg2"/>
                    </a:solidFill>
                  </a:ln>
                  <a:solidFill>
                    <a:schemeClr val="accent2">
                      <a:lumMod val="50000"/>
                    </a:schemeClr>
                  </a:solidFill>
                </a:endParaRPr>
              </a:p>
            </p:txBody>
          </p:sp>
          <p:sp>
            <p:nvSpPr>
              <p:cNvPr id="71" name="TextBox 70">
                <a:extLst>
                  <a:ext uri="{FF2B5EF4-FFF2-40B4-BE49-F238E27FC236}">
                    <a16:creationId xmlns:a16="http://schemas.microsoft.com/office/drawing/2014/main" id="{0E7EE4F3-936E-E735-1DFF-85347CBC71C1}"/>
                  </a:ext>
                </a:extLst>
              </p:cNvPr>
              <p:cNvSpPr txBox="1"/>
              <p:nvPr/>
            </p:nvSpPr>
            <p:spPr bwMode="gray">
              <a:xfrm>
                <a:off x="2213536" y="5900449"/>
                <a:ext cx="487313" cy="289053"/>
              </a:xfrm>
              <a:prstGeom prst="rect">
                <a:avLst/>
              </a:prstGeom>
              <a:noFill/>
            </p:spPr>
            <p:txBody>
              <a:bodyPr wrap="none" lIns="0" tIns="0" rIns="0" bIns="0" rtlCol="0">
                <a:spAutoFit/>
              </a:bodyPr>
              <a:lstStyle/>
              <a:p>
                <a:pPr algn="ctr">
                  <a:lnSpc>
                    <a:spcPct val="140000"/>
                  </a:lnSpc>
                </a:pPr>
                <a:r>
                  <a:rPr lang="en-US" sz="700" b="1">
                    <a:solidFill>
                      <a:schemeClr val="bg2"/>
                    </a:solidFill>
                  </a:rPr>
                  <a:t>EoP2 HAI</a:t>
                </a:r>
              </a:p>
              <a:p>
                <a:pPr algn="ctr">
                  <a:lnSpc>
                    <a:spcPct val="140000"/>
                  </a:lnSpc>
                </a:pPr>
                <a:r>
                  <a:rPr lang="en-US" sz="700" b="1">
                    <a:solidFill>
                      <a:schemeClr val="bg2"/>
                    </a:solidFill>
                  </a:rPr>
                  <a:t>Req. </a:t>
                </a:r>
                <a:r>
                  <a:rPr lang="en-US" sz="700" b="1" err="1">
                    <a:solidFill>
                      <a:schemeClr val="bg2"/>
                    </a:solidFill>
                  </a:rPr>
                  <a:t>Subm</a:t>
                </a:r>
                <a:r>
                  <a:rPr lang="en-US" sz="700" b="1">
                    <a:solidFill>
                      <a:schemeClr val="bg2"/>
                    </a:solidFill>
                  </a:rPr>
                  <a:t>.</a:t>
                </a:r>
              </a:p>
            </p:txBody>
          </p:sp>
          <p:sp>
            <p:nvSpPr>
              <p:cNvPr id="72" name="TextBox 71">
                <a:extLst>
                  <a:ext uri="{FF2B5EF4-FFF2-40B4-BE49-F238E27FC236}">
                    <a16:creationId xmlns:a16="http://schemas.microsoft.com/office/drawing/2014/main" id="{1E640C4F-E470-FB80-B1C4-7E4A14D4FA87}"/>
                  </a:ext>
                </a:extLst>
              </p:cNvPr>
              <p:cNvSpPr txBox="1"/>
              <p:nvPr/>
            </p:nvSpPr>
            <p:spPr bwMode="gray">
              <a:xfrm>
                <a:off x="2250406" y="5563408"/>
                <a:ext cx="413575" cy="138243"/>
              </a:xfrm>
              <a:prstGeom prst="rect">
                <a:avLst/>
              </a:prstGeom>
              <a:noFill/>
            </p:spPr>
            <p:txBody>
              <a:bodyPr wrap="none" lIns="0" tIns="0" rIns="0" bIns="0" rtlCol="0">
                <a:spAutoFit/>
              </a:bodyPr>
              <a:lstStyle/>
              <a:p>
                <a:pPr algn="ctr">
                  <a:lnSpc>
                    <a:spcPct val="140000"/>
                  </a:lnSpc>
                </a:pPr>
                <a:r>
                  <a:rPr lang="en-US" sz="700" b="1">
                    <a:solidFill>
                      <a:schemeClr val="bg2"/>
                    </a:solidFill>
                  </a:rPr>
                  <a:t>Sep 2024</a:t>
                </a:r>
              </a:p>
            </p:txBody>
          </p:sp>
        </p:grpSp>
      </p:grpSp>
      <p:grpSp>
        <p:nvGrpSpPr>
          <p:cNvPr id="79" name="Group 78">
            <a:extLst>
              <a:ext uri="{FF2B5EF4-FFF2-40B4-BE49-F238E27FC236}">
                <a16:creationId xmlns:a16="http://schemas.microsoft.com/office/drawing/2014/main" id="{1CD3219E-CFCF-6C90-F4C5-692ABA07CBB9}"/>
              </a:ext>
            </a:extLst>
          </p:cNvPr>
          <p:cNvGrpSpPr/>
          <p:nvPr/>
        </p:nvGrpSpPr>
        <p:grpSpPr>
          <a:xfrm>
            <a:off x="10186091" y="5309642"/>
            <a:ext cx="683739" cy="529188"/>
            <a:chOff x="9860872" y="4894914"/>
            <a:chExt cx="683739" cy="529188"/>
          </a:xfrm>
        </p:grpSpPr>
        <p:sp>
          <p:nvSpPr>
            <p:cNvPr id="81" name="TextBox 80">
              <a:extLst>
                <a:ext uri="{FF2B5EF4-FFF2-40B4-BE49-F238E27FC236}">
                  <a16:creationId xmlns:a16="http://schemas.microsoft.com/office/drawing/2014/main" id="{0A048D3F-1D43-E54F-3FCE-29940F779D59}"/>
                </a:ext>
              </a:extLst>
            </p:cNvPr>
            <p:cNvSpPr txBox="1"/>
            <p:nvPr/>
          </p:nvSpPr>
          <p:spPr bwMode="gray">
            <a:xfrm>
              <a:off x="9874556" y="5285859"/>
              <a:ext cx="670055" cy="138243"/>
            </a:xfrm>
            <a:prstGeom prst="rect">
              <a:avLst/>
            </a:prstGeom>
            <a:noFill/>
          </p:spPr>
          <p:txBody>
            <a:bodyPr wrap="none" lIns="0" tIns="0" rIns="0" bIns="0" rtlCol="0">
              <a:spAutoFit/>
            </a:bodyPr>
            <a:lstStyle/>
            <a:p>
              <a:pPr algn="ctr">
                <a:lnSpc>
                  <a:spcPct val="140000"/>
                </a:lnSpc>
              </a:pPr>
              <a:r>
                <a:rPr lang="en-US" sz="700" b="1">
                  <a:solidFill>
                    <a:srgbClr val="052EFC"/>
                  </a:solidFill>
                </a:rPr>
                <a:t>China Approval</a:t>
              </a:r>
            </a:p>
          </p:txBody>
        </p:sp>
        <p:sp>
          <p:nvSpPr>
            <p:cNvPr id="82" name="TextBox 81">
              <a:extLst>
                <a:ext uri="{FF2B5EF4-FFF2-40B4-BE49-F238E27FC236}">
                  <a16:creationId xmlns:a16="http://schemas.microsoft.com/office/drawing/2014/main" id="{8E67B1E3-31BB-65F2-4A1D-ADABE1040C1A}"/>
                </a:ext>
              </a:extLst>
            </p:cNvPr>
            <p:cNvSpPr txBox="1"/>
            <p:nvPr/>
          </p:nvSpPr>
          <p:spPr bwMode="gray">
            <a:xfrm>
              <a:off x="9860872" y="4894914"/>
              <a:ext cx="655629" cy="138243"/>
            </a:xfrm>
            <a:prstGeom prst="rect">
              <a:avLst/>
            </a:prstGeom>
            <a:noFill/>
          </p:spPr>
          <p:txBody>
            <a:bodyPr wrap="none" lIns="0" tIns="0" rIns="0" bIns="0" rtlCol="0" anchor="t">
              <a:spAutoFit/>
            </a:bodyPr>
            <a:lstStyle/>
            <a:p>
              <a:pPr algn="ctr">
                <a:lnSpc>
                  <a:spcPct val="140000"/>
                </a:lnSpc>
              </a:pPr>
              <a:r>
                <a:rPr lang="en-US" sz="700" b="1">
                  <a:solidFill>
                    <a:srgbClr val="052EFC"/>
                  </a:solidFill>
                </a:rPr>
                <a:t>Best: Dec 2028</a:t>
              </a:r>
            </a:p>
          </p:txBody>
        </p:sp>
      </p:grpSp>
      <p:sp>
        <p:nvSpPr>
          <p:cNvPr id="83" name="TextBox 82">
            <a:extLst>
              <a:ext uri="{FF2B5EF4-FFF2-40B4-BE49-F238E27FC236}">
                <a16:creationId xmlns:a16="http://schemas.microsoft.com/office/drawing/2014/main" id="{21979BDE-2B5C-CBFF-37C0-8D9C799D0332}"/>
              </a:ext>
            </a:extLst>
          </p:cNvPr>
          <p:cNvSpPr txBox="1"/>
          <p:nvPr/>
        </p:nvSpPr>
        <p:spPr>
          <a:xfrm>
            <a:off x="56497" y="4704979"/>
            <a:ext cx="630000" cy="246221"/>
          </a:xfrm>
          <a:prstGeom prst="rect">
            <a:avLst/>
          </a:prstGeom>
          <a:noFill/>
          <a:ln>
            <a:solidFill>
              <a:schemeClr val="accent1"/>
            </a:solidFill>
          </a:ln>
        </p:spPr>
        <p:txBody>
          <a:bodyPr wrap="square" lIns="0" tIns="0" rIns="0" bIns="0" rtlCol="0">
            <a:spAutoFit/>
          </a:bodyPr>
          <a:lstStyle>
            <a:defPPr>
              <a:defRPr lang="zh-CN"/>
            </a:defPPr>
            <a:lvl1pPr marR="0" lvl="0" indent="0" algn="ctr" defTabSz="1218960" fontAlgn="auto">
              <a:lnSpc>
                <a:spcPct val="100000"/>
              </a:lnSpc>
              <a:spcBef>
                <a:spcPts val="0"/>
              </a:spcBef>
              <a:spcAft>
                <a:spcPts val="0"/>
              </a:spcAft>
              <a:buClrTx/>
              <a:buSzTx/>
              <a:buFontTx/>
              <a:buNone/>
              <a:tabLst/>
              <a:defRPr kumimoji="0" sz="800" b="1" i="0" u="none" strike="noStrike" cap="none" spc="0" normalizeH="0" baseline="0">
                <a:ln>
                  <a:noFill/>
                </a:ln>
                <a:solidFill>
                  <a:schemeClr val="bg2"/>
                </a:solidFill>
                <a:effectLst/>
                <a:uLnTx/>
                <a:uFillTx/>
                <a:cs typeface="Calibri" panose="020F0502020204030204" pitchFamily="34" charset="0"/>
              </a:defRPr>
            </a:lvl1pPr>
          </a:lstStyle>
          <a:p>
            <a:r>
              <a:rPr lang="en-US"/>
              <a:t>Phase 3</a:t>
            </a:r>
          </a:p>
          <a:p>
            <a:r>
              <a:rPr lang="en-US"/>
              <a:t>1397-0014</a:t>
            </a:r>
          </a:p>
        </p:txBody>
      </p:sp>
      <p:sp>
        <p:nvSpPr>
          <p:cNvPr id="84" name="TextBox 83">
            <a:extLst>
              <a:ext uri="{FF2B5EF4-FFF2-40B4-BE49-F238E27FC236}">
                <a16:creationId xmlns:a16="http://schemas.microsoft.com/office/drawing/2014/main" id="{81D16116-542D-1A98-B2A7-B51D5982E44A}"/>
              </a:ext>
            </a:extLst>
          </p:cNvPr>
          <p:cNvSpPr txBox="1"/>
          <p:nvPr/>
        </p:nvSpPr>
        <p:spPr>
          <a:xfrm>
            <a:off x="56497" y="5440160"/>
            <a:ext cx="630000" cy="246221"/>
          </a:xfrm>
          <a:prstGeom prst="rect">
            <a:avLst/>
          </a:prstGeom>
          <a:noFill/>
          <a:ln>
            <a:solidFill>
              <a:schemeClr val="accent1"/>
            </a:solidFill>
          </a:ln>
        </p:spPr>
        <p:txBody>
          <a:bodyPr wrap="square" lIns="0" tIns="0" rIns="0" bIns="0" rtlCol="0">
            <a:spAutoFit/>
          </a:bodyPr>
          <a:lstStyle>
            <a:defPPr>
              <a:defRPr lang="zh-CN"/>
            </a:defPPr>
            <a:lvl1pPr marR="0" lvl="0" indent="0" algn="ctr" defTabSz="1218960" fontAlgn="auto">
              <a:lnSpc>
                <a:spcPct val="100000"/>
              </a:lnSpc>
              <a:spcBef>
                <a:spcPts val="0"/>
              </a:spcBef>
              <a:spcAft>
                <a:spcPts val="0"/>
              </a:spcAft>
              <a:buClrTx/>
              <a:buSzTx/>
              <a:buFontTx/>
              <a:buNone/>
              <a:tabLst/>
              <a:defRPr kumimoji="0" sz="800" b="1" i="0" u="none" strike="noStrike" cap="none" spc="0" normalizeH="0" baseline="0">
                <a:ln>
                  <a:noFill/>
                </a:ln>
                <a:solidFill>
                  <a:schemeClr val="bg2"/>
                </a:solidFill>
                <a:effectLst/>
                <a:uLnTx/>
                <a:uFillTx/>
                <a:cs typeface="Calibri" panose="020F0502020204030204" pitchFamily="34" charset="0"/>
              </a:defRPr>
            </a:lvl1pPr>
          </a:lstStyle>
          <a:p>
            <a:r>
              <a:rPr lang="en-US"/>
              <a:t>Phase 1 PK</a:t>
            </a:r>
          </a:p>
          <a:p>
            <a:r>
              <a:rPr lang="en-US"/>
              <a:t>1397-0027</a:t>
            </a:r>
          </a:p>
        </p:txBody>
      </p:sp>
      <p:grpSp>
        <p:nvGrpSpPr>
          <p:cNvPr id="87" name="Group 86">
            <a:extLst>
              <a:ext uri="{FF2B5EF4-FFF2-40B4-BE49-F238E27FC236}">
                <a16:creationId xmlns:a16="http://schemas.microsoft.com/office/drawing/2014/main" id="{B07097B2-8208-D321-B306-20CA5EA47895}"/>
              </a:ext>
            </a:extLst>
          </p:cNvPr>
          <p:cNvGrpSpPr/>
          <p:nvPr/>
        </p:nvGrpSpPr>
        <p:grpSpPr>
          <a:xfrm>
            <a:off x="6027358" y="1495100"/>
            <a:ext cx="795089" cy="5285820"/>
            <a:chOff x="3410776" y="1514976"/>
            <a:chExt cx="795089" cy="5285820"/>
          </a:xfrm>
        </p:grpSpPr>
        <p:cxnSp>
          <p:nvCxnSpPr>
            <p:cNvPr id="88" name="Straight Connector 87">
              <a:extLst>
                <a:ext uri="{FF2B5EF4-FFF2-40B4-BE49-F238E27FC236}">
                  <a16:creationId xmlns:a16="http://schemas.microsoft.com/office/drawing/2014/main" id="{232865C1-E0A5-A997-23B8-6B4D2824DC2F}"/>
                </a:ext>
              </a:extLst>
            </p:cNvPr>
            <p:cNvCxnSpPr>
              <a:cxnSpLocks/>
            </p:cNvCxnSpPr>
            <p:nvPr/>
          </p:nvCxnSpPr>
          <p:spPr bwMode="auto">
            <a:xfrm flipV="1">
              <a:off x="3698101" y="1514976"/>
              <a:ext cx="0" cy="5183170"/>
            </a:xfrm>
            <a:prstGeom prst="line">
              <a:avLst/>
            </a:prstGeom>
            <a:solidFill>
              <a:schemeClr val="accent1"/>
            </a:solidFill>
            <a:ln w="12700" cap="flat" cmpd="sng" algn="ctr">
              <a:solidFill>
                <a:srgbClr val="FF0000"/>
              </a:solidFill>
              <a:prstDash val="lgDashDotDot"/>
              <a:round/>
              <a:headEnd type="none" w="med" len="med"/>
              <a:tailEnd type="none" w="med" len="med"/>
            </a:ln>
            <a:effectLst/>
          </p:spPr>
        </p:cxnSp>
        <p:sp>
          <p:nvSpPr>
            <p:cNvPr id="89" name="TextBox 88">
              <a:extLst>
                <a:ext uri="{FF2B5EF4-FFF2-40B4-BE49-F238E27FC236}">
                  <a16:creationId xmlns:a16="http://schemas.microsoft.com/office/drawing/2014/main" id="{74B1781F-F999-4513-227B-C550EB01BC48}"/>
                </a:ext>
              </a:extLst>
            </p:cNvPr>
            <p:cNvSpPr txBox="1"/>
            <p:nvPr/>
          </p:nvSpPr>
          <p:spPr bwMode="gray">
            <a:xfrm>
              <a:off x="3410776" y="6583621"/>
              <a:ext cx="795089" cy="217175"/>
            </a:xfrm>
            <a:prstGeom prst="rect">
              <a:avLst/>
            </a:prstGeom>
            <a:noFill/>
          </p:spPr>
          <p:txBody>
            <a:bodyPr wrap="none" lIns="0" tIns="0" rIns="0" bIns="0" rtlCol="0">
              <a:spAutoFit/>
            </a:bodyPr>
            <a:lstStyle/>
            <a:p>
              <a:pPr algn="ctr">
                <a:lnSpc>
                  <a:spcPct val="140000"/>
                </a:lnSpc>
              </a:pPr>
              <a:r>
                <a:rPr lang="en-US" sz="1100" b="1">
                  <a:solidFill>
                    <a:srgbClr val="FF0000"/>
                  </a:solidFill>
                </a:rPr>
                <a:t>we are here</a:t>
              </a:r>
            </a:p>
          </p:txBody>
        </p:sp>
      </p:grpSp>
      <p:grpSp>
        <p:nvGrpSpPr>
          <p:cNvPr id="90" name="Group 89">
            <a:extLst>
              <a:ext uri="{FF2B5EF4-FFF2-40B4-BE49-F238E27FC236}">
                <a16:creationId xmlns:a16="http://schemas.microsoft.com/office/drawing/2014/main" id="{984DA27E-071C-0C4F-4100-70359BE9ECD8}"/>
              </a:ext>
            </a:extLst>
          </p:cNvPr>
          <p:cNvGrpSpPr/>
          <p:nvPr/>
        </p:nvGrpSpPr>
        <p:grpSpPr>
          <a:xfrm>
            <a:off x="5528769" y="5327948"/>
            <a:ext cx="2764167" cy="535344"/>
            <a:chOff x="5528769" y="5327948"/>
            <a:chExt cx="2764167" cy="535344"/>
          </a:xfrm>
        </p:grpSpPr>
        <p:sp>
          <p:nvSpPr>
            <p:cNvPr id="91" name="OTLSHAPE_T_5a934a26f311425e8ebaa0f45e6533ad_Shape">
              <a:extLst>
                <a:ext uri="{FF2B5EF4-FFF2-40B4-BE49-F238E27FC236}">
                  <a16:creationId xmlns:a16="http://schemas.microsoft.com/office/drawing/2014/main" id="{453E51F7-6C87-EB2C-CC93-6DC416982B5F}"/>
                </a:ext>
              </a:extLst>
            </p:cNvPr>
            <p:cNvSpPr/>
            <p:nvPr/>
          </p:nvSpPr>
          <p:spPr bwMode="auto">
            <a:xfrm>
              <a:off x="6780184" y="5485140"/>
              <a:ext cx="566067" cy="201600"/>
            </a:xfrm>
            <a:prstGeom prst="roundRect">
              <a:avLst/>
            </a:prstGeom>
            <a:solidFill>
              <a:srgbClr val="DAFAE8"/>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8990"/>
              <a:r>
                <a:rPr lang="en-US" altLang="zh-CN" sz="600" b="1">
                  <a:latin typeface="+mn-ea"/>
                  <a:cs typeface="Calibri" panose="020F0502020204030204" pitchFamily="34" charset="0"/>
                </a:rPr>
                <a:t>China PK</a:t>
              </a:r>
            </a:p>
          </p:txBody>
        </p:sp>
        <p:sp>
          <p:nvSpPr>
            <p:cNvPr id="92" name="OTLSHAPE_T_e17f3958430f4cff8650518c93c7635e_Shape">
              <a:extLst>
                <a:ext uri="{FF2B5EF4-FFF2-40B4-BE49-F238E27FC236}">
                  <a16:creationId xmlns:a16="http://schemas.microsoft.com/office/drawing/2014/main" id="{C6080698-8AE9-26CD-1263-9344B921349A}"/>
                </a:ext>
              </a:extLst>
            </p:cNvPr>
            <p:cNvSpPr/>
            <p:nvPr>
              <p:custDataLst>
                <p:tags r:id="rId1"/>
              </p:custDataLst>
            </p:nvPr>
          </p:nvSpPr>
          <p:spPr bwMode="auto">
            <a:xfrm>
              <a:off x="6024493" y="5485140"/>
              <a:ext cx="756521" cy="201600"/>
            </a:xfrm>
            <a:prstGeom prst="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51435" tIns="25719" rIns="51435" bIns="25719" numCol="1" rtlCol="0" anchor="ctr" anchorCtr="0" compatLnSpc="1">
              <a:prstTxWarp prst="textNoShape">
                <a:avLst/>
              </a:prstTxWarp>
            </a:bodyPr>
            <a:lstStyle/>
            <a:p>
              <a:pPr algn="ctr" defTabSz="914265" eaLnBrk="0" fontAlgn="base" hangingPunct="0">
                <a:spcBef>
                  <a:spcPct val="0"/>
                </a:spcBef>
                <a:spcAft>
                  <a:spcPct val="0"/>
                </a:spcAft>
                <a:defRPr/>
              </a:pPr>
              <a:r>
                <a:rPr lang="en-US" altLang="zh-CN" sz="400" b="1">
                  <a:latin typeface="+mn-ea"/>
                </a:rPr>
                <a:t>CTA Review + EC + HGRAC + 1</a:t>
              </a:r>
              <a:r>
                <a:rPr lang="en-US" altLang="zh-CN" sz="400" b="1" baseline="30000">
                  <a:latin typeface="+mn-ea"/>
                </a:rPr>
                <a:t>st</a:t>
              </a:r>
              <a:r>
                <a:rPr lang="en-US" altLang="zh-CN" sz="400" b="1">
                  <a:latin typeface="+mn-ea"/>
                </a:rPr>
                <a:t> SIV (6m) *</a:t>
              </a:r>
              <a:endParaRPr lang="zh-CN" altLang="en-US" sz="400" b="1">
                <a:latin typeface="+mn-ea"/>
              </a:endParaRPr>
            </a:p>
          </p:txBody>
        </p:sp>
        <p:sp>
          <p:nvSpPr>
            <p:cNvPr id="93" name="Rectangle 92">
              <a:extLst>
                <a:ext uri="{FF2B5EF4-FFF2-40B4-BE49-F238E27FC236}">
                  <a16:creationId xmlns:a16="http://schemas.microsoft.com/office/drawing/2014/main" id="{1B0449EE-EDF6-706D-9FA1-1EE53740E5B9}"/>
                </a:ext>
              </a:extLst>
            </p:cNvPr>
            <p:cNvSpPr/>
            <p:nvPr/>
          </p:nvSpPr>
          <p:spPr bwMode="gray">
            <a:xfrm>
              <a:off x="5528769" y="5485140"/>
              <a:ext cx="495724" cy="201600"/>
            </a:xfrm>
            <a:prstGeom prst="rect">
              <a:avLst/>
            </a:prstGeom>
            <a:solidFill>
              <a:schemeClr val="accent3"/>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p:spPr>
          <p:txBody>
            <a:bodyPr vert="horz" wrap="square" lIns="91440" tIns="45720" rIns="91440" bIns="45720" numCol="1" rtlCol="0" anchor="ctr" anchorCtr="0" compatLnSpc="1">
              <a:prstTxWarp prst="textNoShape">
                <a:avLst/>
              </a:prstTxWarp>
            </a:bodyPr>
            <a:lstStyle/>
            <a:p>
              <a:pPr algn="ctr" defTabSz="1218990"/>
              <a:r>
                <a:rPr lang="en-US" altLang="zh-CN" sz="600" b="1">
                  <a:latin typeface="+mn-ea"/>
                  <a:cs typeface="Calibri" panose="020F0502020204030204" pitchFamily="34" charset="0"/>
                </a:rPr>
                <a:t>Protocol develop</a:t>
              </a:r>
              <a:endParaRPr lang="zh-CN" altLang="en-US" sz="600" b="1">
                <a:latin typeface="+mn-ea"/>
                <a:cs typeface="Calibri" panose="020F0502020204030204" pitchFamily="34" charset="0"/>
              </a:endParaRPr>
            </a:p>
          </p:txBody>
        </p:sp>
        <p:sp>
          <p:nvSpPr>
            <p:cNvPr id="94" name="TextBox 93">
              <a:extLst>
                <a:ext uri="{FF2B5EF4-FFF2-40B4-BE49-F238E27FC236}">
                  <a16:creationId xmlns:a16="http://schemas.microsoft.com/office/drawing/2014/main" id="{69145735-119F-52F0-CC13-3D7805665656}"/>
                </a:ext>
              </a:extLst>
            </p:cNvPr>
            <p:cNvSpPr txBox="1"/>
            <p:nvPr/>
          </p:nvSpPr>
          <p:spPr bwMode="gray">
            <a:xfrm>
              <a:off x="6550285" y="5327948"/>
              <a:ext cx="511358" cy="138243"/>
            </a:xfrm>
            <a:prstGeom prst="rect">
              <a:avLst/>
            </a:prstGeom>
            <a:noFill/>
          </p:spPr>
          <p:txBody>
            <a:bodyPr wrap="none" lIns="0" tIns="0" rIns="0" bIns="0" rtlCol="0">
              <a:spAutoFit/>
            </a:bodyPr>
            <a:lstStyle/>
            <a:p>
              <a:pPr algn="ctr">
                <a:lnSpc>
                  <a:spcPct val="140000"/>
                </a:lnSpc>
              </a:pPr>
              <a:r>
                <a:rPr lang="en-US" sz="700" b="1"/>
                <a:t>13 Jul 2026</a:t>
              </a:r>
            </a:p>
          </p:txBody>
        </p:sp>
        <p:grpSp>
          <p:nvGrpSpPr>
            <p:cNvPr id="95" name="Group 94">
              <a:extLst>
                <a:ext uri="{FF2B5EF4-FFF2-40B4-BE49-F238E27FC236}">
                  <a16:creationId xmlns:a16="http://schemas.microsoft.com/office/drawing/2014/main" id="{86652557-E647-DC6C-03E9-309183FECED7}"/>
                </a:ext>
              </a:extLst>
            </p:cNvPr>
            <p:cNvGrpSpPr/>
            <p:nvPr/>
          </p:nvGrpSpPr>
          <p:grpSpPr>
            <a:xfrm>
              <a:off x="7667765" y="5329677"/>
              <a:ext cx="625171" cy="533615"/>
              <a:chOff x="8103342" y="5699544"/>
              <a:chExt cx="625171" cy="466643"/>
            </a:xfrm>
          </p:grpSpPr>
          <p:sp>
            <p:nvSpPr>
              <p:cNvPr id="99" name="Flowchart: Extract 98">
                <a:extLst>
                  <a:ext uri="{FF2B5EF4-FFF2-40B4-BE49-F238E27FC236}">
                    <a16:creationId xmlns:a16="http://schemas.microsoft.com/office/drawing/2014/main" id="{E343B27B-76E0-1BFA-4850-5BD3C05B2D95}"/>
                  </a:ext>
                </a:extLst>
              </p:cNvPr>
              <p:cNvSpPr/>
              <p:nvPr/>
            </p:nvSpPr>
            <p:spPr bwMode="gray">
              <a:xfrm>
                <a:off x="8366421" y="5892035"/>
                <a:ext cx="99012" cy="99012"/>
              </a:xfrm>
              <a:prstGeom prst="flowChartExtract">
                <a:avLst/>
              </a:prstGeom>
              <a:solidFill>
                <a:srgbClr val="EE6541"/>
              </a:solidFill>
              <a:ln w="12700">
                <a:solidFill>
                  <a:srgbClr val="EE65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bg1">
                      <a:lumMod val="50000"/>
                    </a:schemeClr>
                  </a:solidFill>
                </a:endParaRPr>
              </a:p>
            </p:txBody>
          </p:sp>
          <p:sp>
            <p:nvSpPr>
              <p:cNvPr id="100" name="TextBox 99">
                <a:extLst>
                  <a:ext uri="{FF2B5EF4-FFF2-40B4-BE49-F238E27FC236}">
                    <a16:creationId xmlns:a16="http://schemas.microsoft.com/office/drawing/2014/main" id="{DE641EE3-B5CC-517E-4AB4-A13A9A684C29}"/>
                  </a:ext>
                </a:extLst>
              </p:cNvPr>
              <p:cNvSpPr txBox="1"/>
              <p:nvPr/>
            </p:nvSpPr>
            <p:spPr bwMode="gray">
              <a:xfrm>
                <a:off x="8103342" y="6045294"/>
                <a:ext cx="625171" cy="120893"/>
              </a:xfrm>
              <a:prstGeom prst="rect">
                <a:avLst/>
              </a:prstGeom>
              <a:noFill/>
            </p:spPr>
            <p:txBody>
              <a:bodyPr wrap="none" lIns="0" tIns="0" rIns="0" bIns="0" rtlCol="0">
                <a:spAutoFit/>
              </a:bodyPr>
              <a:lstStyle/>
              <a:p>
                <a:pPr algn="ctr">
                  <a:lnSpc>
                    <a:spcPct val="140000"/>
                  </a:lnSpc>
                </a:pPr>
                <a:r>
                  <a:rPr lang="en-US" altLang="zh-CN" sz="700" b="1"/>
                  <a:t>Key </a:t>
                </a:r>
                <a:r>
                  <a:rPr lang="en-US" sz="700" b="1"/>
                  <a:t>PK results</a:t>
                </a:r>
              </a:p>
            </p:txBody>
          </p:sp>
          <p:sp>
            <p:nvSpPr>
              <p:cNvPr id="101" name="TextBox 100">
                <a:extLst>
                  <a:ext uri="{FF2B5EF4-FFF2-40B4-BE49-F238E27FC236}">
                    <a16:creationId xmlns:a16="http://schemas.microsoft.com/office/drawing/2014/main" id="{C8C2E2D6-BEC4-A7A1-9848-01E3EF7AA6CE}"/>
                  </a:ext>
                </a:extLst>
              </p:cNvPr>
              <p:cNvSpPr txBox="1"/>
              <p:nvPr/>
            </p:nvSpPr>
            <p:spPr bwMode="gray">
              <a:xfrm>
                <a:off x="8215553" y="5699544"/>
                <a:ext cx="400751" cy="120893"/>
              </a:xfrm>
              <a:prstGeom prst="rect">
                <a:avLst/>
              </a:prstGeom>
              <a:noFill/>
            </p:spPr>
            <p:txBody>
              <a:bodyPr wrap="none" lIns="0" tIns="0" rIns="0" bIns="0" rtlCol="0">
                <a:spAutoFit/>
              </a:bodyPr>
              <a:lstStyle/>
              <a:p>
                <a:pPr algn="ctr">
                  <a:lnSpc>
                    <a:spcPct val="140000"/>
                  </a:lnSpc>
                </a:pPr>
                <a:r>
                  <a:rPr lang="en-US" sz="700" b="1"/>
                  <a:t>Apr 2027</a:t>
                </a:r>
              </a:p>
            </p:txBody>
          </p:sp>
        </p:grpSp>
        <p:sp>
          <p:nvSpPr>
            <p:cNvPr id="96" name="TextBox 95">
              <a:extLst>
                <a:ext uri="{FF2B5EF4-FFF2-40B4-BE49-F238E27FC236}">
                  <a16:creationId xmlns:a16="http://schemas.microsoft.com/office/drawing/2014/main" id="{6DACB7E3-6459-22D3-E9DA-1E5DE7644AA7}"/>
                </a:ext>
              </a:extLst>
            </p:cNvPr>
            <p:cNvSpPr txBox="1"/>
            <p:nvPr/>
          </p:nvSpPr>
          <p:spPr bwMode="gray">
            <a:xfrm>
              <a:off x="6722607" y="5690904"/>
              <a:ext cx="166712" cy="138243"/>
            </a:xfrm>
            <a:prstGeom prst="rect">
              <a:avLst/>
            </a:prstGeom>
            <a:noFill/>
          </p:spPr>
          <p:txBody>
            <a:bodyPr wrap="none" lIns="0" tIns="0" rIns="0" bIns="0" rtlCol="0">
              <a:spAutoFit/>
            </a:bodyPr>
            <a:lstStyle/>
            <a:p>
              <a:pPr algn="ctr">
                <a:lnSpc>
                  <a:spcPct val="140000"/>
                </a:lnSpc>
              </a:pPr>
              <a:r>
                <a:rPr lang="en-US" sz="700" b="1"/>
                <a:t>FSS</a:t>
              </a:r>
            </a:p>
          </p:txBody>
        </p:sp>
        <p:sp>
          <p:nvSpPr>
            <p:cNvPr id="97" name="TextBox 96">
              <a:extLst>
                <a:ext uri="{FF2B5EF4-FFF2-40B4-BE49-F238E27FC236}">
                  <a16:creationId xmlns:a16="http://schemas.microsoft.com/office/drawing/2014/main" id="{50709430-F3D7-666C-F724-D4AC8746CB3C}"/>
                </a:ext>
              </a:extLst>
            </p:cNvPr>
            <p:cNvSpPr txBox="1"/>
            <p:nvPr/>
          </p:nvSpPr>
          <p:spPr bwMode="gray">
            <a:xfrm>
              <a:off x="7074570" y="5327948"/>
              <a:ext cx="537006" cy="138243"/>
            </a:xfrm>
            <a:prstGeom prst="rect">
              <a:avLst/>
            </a:prstGeom>
            <a:noFill/>
          </p:spPr>
          <p:txBody>
            <a:bodyPr wrap="none" lIns="0" tIns="0" rIns="0" bIns="0" rtlCol="0">
              <a:spAutoFit/>
            </a:bodyPr>
            <a:lstStyle/>
            <a:p>
              <a:pPr algn="ctr">
                <a:lnSpc>
                  <a:spcPct val="140000"/>
                </a:lnSpc>
              </a:pPr>
              <a:r>
                <a:rPr lang="en-US" sz="700" b="1"/>
                <a:t>11 Oct 2026</a:t>
              </a:r>
            </a:p>
          </p:txBody>
        </p:sp>
        <p:sp>
          <p:nvSpPr>
            <p:cNvPr id="98" name="TextBox 97">
              <a:extLst>
                <a:ext uri="{FF2B5EF4-FFF2-40B4-BE49-F238E27FC236}">
                  <a16:creationId xmlns:a16="http://schemas.microsoft.com/office/drawing/2014/main" id="{FEE1DF9C-73DB-385A-7503-A067442951ED}"/>
                </a:ext>
              </a:extLst>
            </p:cNvPr>
            <p:cNvSpPr txBox="1"/>
            <p:nvPr/>
          </p:nvSpPr>
          <p:spPr bwMode="gray">
            <a:xfrm>
              <a:off x="7251700" y="5690904"/>
              <a:ext cx="182743" cy="138243"/>
            </a:xfrm>
            <a:prstGeom prst="rect">
              <a:avLst/>
            </a:prstGeom>
            <a:noFill/>
          </p:spPr>
          <p:txBody>
            <a:bodyPr wrap="none" lIns="0" tIns="0" rIns="0" bIns="0" rtlCol="0">
              <a:spAutoFit/>
            </a:bodyPr>
            <a:lstStyle/>
            <a:p>
              <a:pPr algn="ctr">
                <a:lnSpc>
                  <a:spcPct val="140000"/>
                </a:lnSpc>
              </a:pPr>
              <a:r>
                <a:rPr lang="en-US" altLang="zh-CN" sz="700" b="1"/>
                <a:t>LSO</a:t>
              </a:r>
              <a:endParaRPr lang="en-US" sz="700" b="1"/>
            </a:p>
          </p:txBody>
        </p:sp>
      </p:grpSp>
      <p:sp>
        <p:nvSpPr>
          <p:cNvPr id="103" name="OTLSHAPE_T_5a934a26f311425e8ebaa0f45e6533ad_Shape">
            <a:extLst>
              <a:ext uri="{FF2B5EF4-FFF2-40B4-BE49-F238E27FC236}">
                <a16:creationId xmlns:a16="http://schemas.microsoft.com/office/drawing/2014/main" id="{141B6EC0-F2CD-2516-B683-67932D8FE382}"/>
              </a:ext>
            </a:extLst>
          </p:cNvPr>
          <p:cNvSpPr/>
          <p:nvPr/>
        </p:nvSpPr>
        <p:spPr bwMode="auto">
          <a:xfrm>
            <a:off x="7549815" y="4992279"/>
            <a:ext cx="4512789" cy="223576"/>
          </a:xfrm>
          <a:prstGeom prst="roundRect">
            <a:avLst/>
          </a:prstGeom>
          <a:solidFill>
            <a:schemeClr val="tx2">
              <a:lumMod val="40000"/>
              <a:lumOff val="60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8990">
              <a:defRPr/>
            </a:pPr>
            <a:r>
              <a:rPr lang="en-US" altLang="zh-CN" sz="933" b="1">
                <a:solidFill>
                  <a:srgbClr val="000000"/>
                </a:solidFill>
                <a:latin typeface="Calibri" panose="020F0502020204030204" pitchFamily="34" charset="0"/>
                <a:cs typeface="Calibri" panose="020F0502020204030204" pitchFamily="34" charset="0"/>
              </a:rPr>
              <a:t>1397-0018 Phase 3 </a:t>
            </a:r>
            <a:r>
              <a:rPr lang="en-US" altLang="zh-CN" sz="933" b="1" err="1">
                <a:solidFill>
                  <a:srgbClr val="000000"/>
                </a:solidFill>
                <a:latin typeface="Calibri" panose="020F0502020204030204" pitchFamily="34" charset="0"/>
                <a:cs typeface="Calibri" panose="020F0502020204030204" pitchFamily="34" charset="0"/>
              </a:rPr>
              <a:t>nCFB</a:t>
            </a:r>
            <a:r>
              <a:rPr lang="en-US" altLang="zh-CN" sz="933" b="1">
                <a:solidFill>
                  <a:srgbClr val="000000"/>
                </a:solidFill>
                <a:latin typeface="Calibri" panose="020F0502020204030204" pitchFamily="34" charset="0"/>
                <a:cs typeface="Calibri" panose="020F0502020204030204" pitchFamily="34" charset="0"/>
              </a:rPr>
              <a:t>+/- CFB roll-over study </a:t>
            </a:r>
          </a:p>
        </p:txBody>
      </p:sp>
      <p:sp>
        <p:nvSpPr>
          <p:cNvPr id="104" name="TextBox 9">
            <a:extLst>
              <a:ext uri="{FF2B5EF4-FFF2-40B4-BE49-F238E27FC236}">
                <a16:creationId xmlns:a16="http://schemas.microsoft.com/office/drawing/2014/main" id="{1FC23AAD-AB30-4E93-DC52-2B8EDEBD1D47}"/>
              </a:ext>
            </a:extLst>
          </p:cNvPr>
          <p:cNvSpPr txBox="1"/>
          <p:nvPr/>
        </p:nvSpPr>
        <p:spPr>
          <a:xfrm>
            <a:off x="56497" y="5055950"/>
            <a:ext cx="630000" cy="246221"/>
          </a:xfrm>
          <a:prstGeom prst="rect">
            <a:avLst/>
          </a:prstGeom>
          <a:noFill/>
          <a:ln>
            <a:solidFill>
              <a:schemeClr val="accent1"/>
            </a:solidFill>
          </a:ln>
        </p:spPr>
        <p:txBody>
          <a:bodyPr wrap="square" lIns="0" tIns="0" rIns="0" bIns="0" rtlCol="0">
            <a:spAutoFit/>
          </a:bodyPr>
          <a:lstStyle>
            <a:defPPr>
              <a:defRPr lang="zh-CN"/>
            </a:defPPr>
            <a:lvl1pPr marR="0" lvl="0" indent="0" algn="ctr" defTabSz="1218960" fontAlgn="auto">
              <a:lnSpc>
                <a:spcPct val="100000"/>
              </a:lnSpc>
              <a:spcBef>
                <a:spcPts val="0"/>
              </a:spcBef>
              <a:spcAft>
                <a:spcPts val="0"/>
              </a:spcAft>
              <a:buClrTx/>
              <a:buSzTx/>
              <a:buFontTx/>
              <a:buNone/>
              <a:tabLst/>
              <a:defRPr kumimoji="0" sz="800" b="1" i="0" u="none" strike="noStrike" cap="none" spc="0" normalizeH="0" baseline="0">
                <a:ln>
                  <a:noFill/>
                </a:ln>
                <a:solidFill>
                  <a:schemeClr val="bg2"/>
                </a:solidFill>
                <a:effectLst/>
                <a:uLnTx/>
                <a:uFillTx/>
                <a:cs typeface="Calibri" panose="020F0502020204030204" pitchFamily="34" charset="0"/>
              </a:defRPr>
            </a:lvl1pPr>
          </a:lstStyle>
          <a:p>
            <a:r>
              <a:rPr lang="en-US"/>
              <a:t>Phase 3</a:t>
            </a:r>
          </a:p>
          <a:p>
            <a:r>
              <a:rPr lang="en-US"/>
              <a:t>1397-0018</a:t>
            </a:r>
          </a:p>
        </p:txBody>
      </p:sp>
      <p:pic>
        <p:nvPicPr>
          <p:cNvPr id="8" name="Graphic 7" descr="Flag with solid fill">
            <a:extLst>
              <a:ext uri="{FF2B5EF4-FFF2-40B4-BE49-F238E27FC236}">
                <a16:creationId xmlns:a16="http://schemas.microsoft.com/office/drawing/2014/main" id="{9746FFAF-A2A4-6CCF-B94C-CC4D890B14E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364960" y="5511311"/>
            <a:ext cx="197742" cy="197742"/>
          </a:xfrm>
          <a:prstGeom prst="rect">
            <a:avLst/>
          </a:prstGeom>
        </p:spPr>
      </p:pic>
      <p:sp>
        <p:nvSpPr>
          <p:cNvPr id="85" name="Star: 5 Points 54">
            <a:extLst>
              <a:ext uri="{FF2B5EF4-FFF2-40B4-BE49-F238E27FC236}">
                <a16:creationId xmlns:a16="http://schemas.microsoft.com/office/drawing/2014/main" id="{AE6A1133-7AAF-2952-BC96-2B45832E094F}"/>
              </a:ext>
            </a:extLst>
          </p:cNvPr>
          <p:cNvSpPr/>
          <p:nvPr/>
        </p:nvSpPr>
        <p:spPr bwMode="gray">
          <a:xfrm>
            <a:off x="8999837" y="5544481"/>
            <a:ext cx="119578" cy="119578"/>
          </a:xfrm>
          <a:prstGeom prst="star5">
            <a:avLst/>
          </a:prstGeom>
          <a:solidFill>
            <a:srgbClr val="EE6541"/>
          </a:solidFill>
          <a:ln w="12700">
            <a:solidFill>
              <a:srgbClr val="EE654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ln w="12700">
                <a:solidFill>
                  <a:schemeClr val="bg2"/>
                </a:solidFill>
              </a:ln>
              <a:solidFill>
                <a:schemeClr val="accent2">
                  <a:lumMod val="50000"/>
                </a:schemeClr>
              </a:solidFill>
            </a:endParaRPr>
          </a:p>
        </p:txBody>
      </p:sp>
      <p:sp>
        <p:nvSpPr>
          <p:cNvPr id="106" name="TextBox 55">
            <a:extLst>
              <a:ext uri="{FF2B5EF4-FFF2-40B4-BE49-F238E27FC236}">
                <a16:creationId xmlns:a16="http://schemas.microsoft.com/office/drawing/2014/main" id="{D566E482-0B0C-C6C6-DB83-C7401AF3A68F}"/>
              </a:ext>
            </a:extLst>
          </p:cNvPr>
          <p:cNvSpPr txBox="1"/>
          <p:nvPr/>
        </p:nvSpPr>
        <p:spPr bwMode="gray">
          <a:xfrm>
            <a:off x="8875280" y="5699517"/>
            <a:ext cx="368691" cy="138243"/>
          </a:xfrm>
          <a:prstGeom prst="rect">
            <a:avLst/>
          </a:prstGeom>
          <a:noFill/>
        </p:spPr>
        <p:txBody>
          <a:bodyPr wrap="none" lIns="0" tIns="0" rIns="0" bIns="0" rtlCol="0" anchor="t">
            <a:spAutoFit/>
          </a:bodyPr>
          <a:lstStyle/>
          <a:p>
            <a:pPr algn="ctr">
              <a:lnSpc>
                <a:spcPct val="140000"/>
              </a:lnSpc>
            </a:pPr>
            <a:r>
              <a:rPr lang="en-US" sz="700" b="1">
                <a:solidFill>
                  <a:srgbClr val="052EFC"/>
                </a:solidFill>
              </a:rPr>
              <a:t>CN NDA</a:t>
            </a:r>
          </a:p>
        </p:txBody>
      </p:sp>
      <p:sp>
        <p:nvSpPr>
          <p:cNvPr id="108" name="TextBox 56">
            <a:extLst>
              <a:ext uri="{FF2B5EF4-FFF2-40B4-BE49-F238E27FC236}">
                <a16:creationId xmlns:a16="http://schemas.microsoft.com/office/drawing/2014/main" id="{B1F18310-5FBE-E501-373D-2DA3E8C76A3B}"/>
              </a:ext>
            </a:extLst>
          </p:cNvPr>
          <p:cNvSpPr txBox="1"/>
          <p:nvPr/>
        </p:nvSpPr>
        <p:spPr bwMode="gray">
          <a:xfrm>
            <a:off x="8852037" y="5307956"/>
            <a:ext cx="415178" cy="138243"/>
          </a:xfrm>
          <a:prstGeom prst="rect">
            <a:avLst/>
          </a:prstGeom>
          <a:noFill/>
        </p:spPr>
        <p:txBody>
          <a:bodyPr wrap="none" lIns="0" tIns="0" rIns="0" bIns="0" rtlCol="0" anchor="t">
            <a:spAutoFit/>
          </a:bodyPr>
          <a:lstStyle/>
          <a:p>
            <a:pPr algn="ctr">
              <a:lnSpc>
                <a:spcPct val="140000"/>
              </a:lnSpc>
            </a:pPr>
            <a:r>
              <a:rPr lang="en-US" sz="700" b="1">
                <a:solidFill>
                  <a:srgbClr val="052EFC"/>
                </a:solidFill>
              </a:rPr>
              <a:t>Dec 2027</a:t>
            </a:r>
          </a:p>
        </p:txBody>
      </p:sp>
      <p:grpSp>
        <p:nvGrpSpPr>
          <p:cNvPr id="109" name="Group 78">
            <a:extLst>
              <a:ext uri="{FF2B5EF4-FFF2-40B4-BE49-F238E27FC236}">
                <a16:creationId xmlns:a16="http://schemas.microsoft.com/office/drawing/2014/main" id="{DEE3622D-5176-CD2E-5741-A2172D76ABF1}"/>
              </a:ext>
            </a:extLst>
          </p:cNvPr>
          <p:cNvGrpSpPr/>
          <p:nvPr/>
        </p:nvGrpSpPr>
        <p:grpSpPr>
          <a:xfrm>
            <a:off x="10934178" y="5302171"/>
            <a:ext cx="713337" cy="529188"/>
            <a:chOff x="9832018" y="4894914"/>
            <a:chExt cx="713337" cy="529188"/>
          </a:xfrm>
        </p:grpSpPr>
        <p:sp>
          <p:nvSpPr>
            <p:cNvPr id="110" name="TextBox 80">
              <a:extLst>
                <a:ext uri="{FF2B5EF4-FFF2-40B4-BE49-F238E27FC236}">
                  <a16:creationId xmlns:a16="http://schemas.microsoft.com/office/drawing/2014/main" id="{E5A12087-542E-3C8E-7CEE-3EFE606FFFFF}"/>
                </a:ext>
              </a:extLst>
            </p:cNvPr>
            <p:cNvSpPr txBox="1"/>
            <p:nvPr/>
          </p:nvSpPr>
          <p:spPr bwMode="gray">
            <a:xfrm>
              <a:off x="9874556" y="5285859"/>
              <a:ext cx="670055" cy="138243"/>
            </a:xfrm>
            <a:prstGeom prst="rect">
              <a:avLst/>
            </a:prstGeom>
            <a:noFill/>
          </p:spPr>
          <p:txBody>
            <a:bodyPr wrap="none" lIns="0" tIns="0" rIns="0" bIns="0" rtlCol="0">
              <a:spAutoFit/>
            </a:bodyPr>
            <a:lstStyle/>
            <a:p>
              <a:pPr algn="ctr">
                <a:lnSpc>
                  <a:spcPct val="140000"/>
                </a:lnSpc>
              </a:pPr>
              <a:r>
                <a:rPr lang="en-US" sz="700" b="1">
                  <a:solidFill>
                    <a:srgbClr val="052EFC"/>
                  </a:solidFill>
                </a:rPr>
                <a:t>China Approval</a:t>
              </a:r>
            </a:p>
          </p:txBody>
        </p:sp>
        <p:sp>
          <p:nvSpPr>
            <p:cNvPr id="111" name="TextBox 81">
              <a:extLst>
                <a:ext uri="{FF2B5EF4-FFF2-40B4-BE49-F238E27FC236}">
                  <a16:creationId xmlns:a16="http://schemas.microsoft.com/office/drawing/2014/main" id="{BC7C6BF4-B33D-3A0A-76BA-26636D331E85}"/>
                </a:ext>
              </a:extLst>
            </p:cNvPr>
            <p:cNvSpPr txBox="1"/>
            <p:nvPr/>
          </p:nvSpPr>
          <p:spPr bwMode="gray">
            <a:xfrm>
              <a:off x="9832018" y="4894914"/>
              <a:ext cx="713337" cy="138243"/>
            </a:xfrm>
            <a:prstGeom prst="rect">
              <a:avLst/>
            </a:prstGeom>
            <a:noFill/>
          </p:spPr>
          <p:txBody>
            <a:bodyPr wrap="none" lIns="0" tIns="0" rIns="0" bIns="0" rtlCol="0" anchor="t">
              <a:spAutoFit/>
            </a:bodyPr>
            <a:lstStyle/>
            <a:p>
              <a:pPr algn="ctr">
                <a:lnSpc>
                  <a:spcPct val="140000"/>
                </a:lnSpc>
              </a:pPr>
              <a:r>
                <a:rPr lang="en-US" sz="700" b="1">
                  <a:solidFill>
                    <a:srgbClr val="052EFC"/>
                  </a:solidFill>
                </a:rPr>
                <a:t>Base: June 2029</a:t>
              </a:r>
            </a:p>
          </p:txBody>
        </p:sp>
      </p:grpSp>
      <p:pic>
        <p:nvPicPr>
          <p:cNvPr id="112" name="Graphic 7" descr="Flag with solid fill">
            <a:extLst>
              <a:ext uri="{FF2B5EF4-FFF2-40B4-BE49-F238E27FC236}">
                <a16:creationId xmlns:a16="http://schemas.microsoft.com/office/drawing/2014/main" id="{C93BE702-EA61-5F32-FE24-9238999EC26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141901" y="5503840"/>
            <a:ext cx="197742" cy="197742"/>
          </a:xfrm>
          <a:prstGeom prst="rect">
            <a:avLst/>
          </a:prstGeom>
        </p:spPr>
      </p:pic>
      <p:sp>
        <p:nvSpPr>
          <p:cNvPr id="80" name="OTLSHAPE_T_5a934a26f311425e8ebaa0f45e6533ad_Shape">
            <a:extLst>
              <a:ext uri="{FF2B5EF4-FFF2-40B4-BE49-F238E27FC236}">
                <a16:creationId xmlns:a16="http://schemas.microsoft.com/office/drawing/2014/main" id="{E3E14A8C-601E-6070-2BC2-6B6F58E2FF0E}"/>
              </a:ext>
            </a:extLst>
          </p:cNvPr>
          <p:cNvSpPr/>
          <p:nvPr/>
        </p:nvSpPr>
        <p:spPr bwMode="auto">
          <a:xfrm>
            <a:off x="8622044" y="4604168"/>
            <a:ext cx="466339" cy="223575"/>
          </a:xfrm>
          <a:prstGeom prst="roundRect">
            <a:avLst/>
          </a:prstGeom>
          <a:solidFill>
            <a:schemeClr val="accent1">
              <a:lumMod val="10000"/>
              <a:lumOff val="90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18990">
              <a:defRPr/>
            </a:pPr>
            <a:endParaRPr lang="en-US" altLang="zh-CN" sz="400" b="1">
              <a:solidFill>
                <a:schemeClr val="bg2"/>
              </a:solidFill>
              <a:latin typeface="+mn-ea"/>
              <a:cs typeface="Calibri" panose="020F0502020204030204" pitchFamily="34" charset="0"/>
            </a:endParaRPr>
          </a:p>
        </p:txBody>
      </p:sp>
      <p:sp>
        <p:nvSpPr>
          <p:cNvPr id="120" name="TextBox 119">
            <a:extLst>
              <a:ext uri="{FF2B5EF4-FFF2-40B4-BE49-F238E27FC236}">
                <a16:creationId xmlns:a16="http://schemas.microsoft.com/office/drawing/2014/main" id="{D2C99CD7-E881-FD7D-9A10-5CDC648EA6D9}"/>
              </a:ext>
            </a:extLst>
          </p:cNvPr>
          <p:cNvSpPr txBox="1"/>
          <p:nvPr/>
        </p:nvSpPr>
        <p:spPr bwMode="gray">
          <a:xfrm>
            <a:off x="8686040" y="4455537"/>
            <a:ext cx="1341773" cy="138243"/>
          </a:xfrm>
          <a:prstGeom prst="rect">
            <a:avLst/>
          </a:prstGeom>
          <a:noFill/>
        </p:spPr>
        <p:txBody>
          <a:bodyPr wrap="square" lIns="0" tIns="0" rIns="0" bIns="0" rtlCol="0" anchor="t">
            <a:spAutoFit/>
          </a:bodyPr>
          <a:lstStyle/>
          <a:p>
            <a:pPr algn="ctr">
              <a:lnSpc>
                <a:spcPct val="140000"/>
              </a:lnSpc>
            </a:pPr>
            <a:r>
              <a:rPr lang="en-US" sz="700" b="1">
                <a:solidFill>
                  <a:schemeClr val="bg2"/>
                </a:solidFill>
              </a:rPr>
              <a:t>20 Sep 2027, DBL1 (adults)</a:t>
            </a:r>
          </a:p>
        </p:txBody>
      </p:sp>
      <p:sp>
        <p:nvSpPr>
          <p:cNvPr id="121" name="TextBox 48">
            <a:extLst>
              <a:ext uri="{FF2B5EF4-FFF2-40B4-BE49-F238E27FC236}">
                <a16:creationId xmlns:a16="http://schemas.microsoft.com/office/drawing/2014/main" id="{81E603D2-4982-2737-F68F-6E11F8443C25}"/>
              </a:ext>
            </a:extLst>
          </p:cNvPr>
          <p:cNvSpPr txBox="1"/>
          <p:nvPr/>
        </p:nvSpPr>
        <p:spPr bwMode="gray">
          <a:xfrm>
            <a:off x="9258554" y="4672898"/>
            <a:ext cx="1594036" cy="138243"/>
          </a:xfrm>
          <a:prstGeom prst="rect">
            <a:avLst/>
          </a:prstGeom>
          <a:noFill/>
        </p:spPr>
        <p:txBody>
          <a:bodyPr wrap="square" lIns="0" tIns="0" rIns="0" bIns="0" rtlCol="0" anchor="t">
            <a:spAutoFit/>
          </a:bodyPr>
          <a:lstStyle/>
          <a:p>
            <a:pPr>
              <a:lnSpc>
                <a:spcPct val="140000"/>
              </a:lnSpc>
            </a:pPr>
            <a:r>
              <a:rPr lang="en-US" sz="700" b="1">
                <a:solidFill>
                  <a:srgbClr val="F75605"/>
                </a:solidFill>
              </a:rPr>
              <a:t>Jan 31, 2028, DBL-2 (adolescents)</a:t>
            </a:r>
            <a:endParaRPr lang="en-US" b="1">
              <a:solidFill>
                <a:srgbClr val="F75605"/>
              </a:solidFill>
            </a:endParaRPr>
          </a:p>
        </p:txBody>
      </p:sp>
      <p:pic>
        <p:nvPicPr>
          <p:cNvPr id="122" name="Graphic 121" descr="Lock with solid fill">
            <a:extLst>
              <a:ext uri="{FF2B5EF4-FFF2-40B4-BE49-F238E27FC236}">
                <a16:creationId xmlns:a16="http://schemas.microsoft.com/office/drawing/2014/main" id="{6AEE8345-B207-00A0-FA4F-1DB28920B03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574827" y="4421459"/>
            <a:ext cx="205009" cy="205009"/>
          </a:xfrm>
          <a:prstGeom prst="rect">
            <a:avLst/>
          </a:prstGeom>
        </p:spPr>
      </p:pic>
      <p:pic>
        <p:nvPicPr>
          <p:cNvPr id="123" name="Graphic 122" descr="Lock with solid fill">
            <a:extLst>
              <a:ext uri="{FF2B5EF4-FFF2-40B4-BE49-F238E27FC236}">
                <a16:creationId xmlns:a16="http://schemas.microsoft.com/office/drawing/2014/main" id="{051499A3-6735-A713-1574-7B0C8E4EB32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064956" y="4627858"/>
            <a:ext cx="205009" cy="205009"/>
          </a:xfrm>
          <a:prstGeom prst="rect">
            <a:avLst/>
          </a:prstGeom>
        </p:spPr>
      </p:pic>
      <p:sp>
        <p:nvSpPr>
          <p:cNvPr id="124" name="TextBox 53">
            <a:extLst>
              <a:ext uri="{FF2B5EF4-FFF2-40B4-BE49-F238E27FC236}">
                <a16:creationId xmlns:a16="http://schemas.microsoft.com/office/drawing/2014/main" id="{B6789E14-E445-B3A0-CB22-C0437A9C0FD6}"/>
              </a:ext>
            </a:extLst>
          </p:cNvPr>
          <p:cNvSpPr txBox="1"/>
          <p:nvPr/>
        </p:nvSpPr>
        <p:spPr bwMode="gray">
          <a:xfrm>
            <a:off x="779973" y="5525885"/>
            <a:ext cx="1347362" cy="618759"/>
          </a:xfrm>
          <a:prstGeom prst="rect">
            <a:avLst/>
          </a:prstGeom>
          <a:noFill/>
          <a:ln>
            <a:solidFill>
              <a:schemeClr val="accent5">
                <a:lumMod val="75000"/>
              </a:schemeClr>
            </a:solidFill>
            <a:prstDash val="dash"/>
          </a:ln>
        </p:spPr>
        <p:txBody>
          <a:bodyPr wrap="square" lIns="91440" tIns="45720" rIns="91440" bIns="4572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Aft>
                <a:spcPts val="300"/>
              </a:spcAft>
            </a:pPr>
            <a:r>
              <a:rPr lang="en-US" altLang="zh-CN" sz="900" b="1">
                <a:latin typeface="Arial"/>
                <a:ea typeface="微软雅黑"/>
                <a:cs typeface="Arial"/>
              </a:rPr>
              <a:t>CTP v2</a:t>
            </a:r>
          </a:p>
          <a:p>
            <a:pPr>
              <a:lnSpc>
                <a:spcPct val="120000"/>
              </a:lnSpc>
              <a:spcAft>
                <a:spcPts val="300"/>
              </a:spcAft>
            </a:pPr>
            <a:r>
              <a:rPr lang="en-US" altLang="zh-CN" sz="900" b="1">
                <a:latin typeface="Arial"/>
                <a:ea typeface="微软雅黑"/>
                <a:cs typeface="Arial"/>
              </a:rPr>
              <a:t>1755 (1680 adults + </a:t>
            </a:r>
            <a:r>
              <a:rPr lang="en-US" altLang="zh-CN" sz="900" b="1">
                <a:solidFill>
                  <a:srgbClr val="FF0000"/>
                </a:solidFill>
                <a:latin typeface="Arial"/>
                <a:ea typeface="微软雅黑"/>
                <a:cs typeface="Arial"/>
              </a:rPr>
              <a:t>75 adols</a:t>
            </a:r>
            <a:r>
              <a:rPr lang="en-US" altLang="zh-CN" sz="900" b="1">
                <a:latin typeface="Arial"/>
                <a:ea typeface="微软雅黑"/>
                <a:cs typeface="Arial"/>
              </a:rPr>
              <a:t>)</a:t>
            </a:r>
            <a:endParaRPr lang="zh-CN" altLang="en-US" sz="900">
              <a:latin typeface="Boehringer Forward Text"/>
              <a:ea typeface="微软雅黑"/>
              <a:cs typeface="Arial"/>
            </a:endParaRPr>
          </a:p>
        </p:txBody>
      </p:sp>
      <p:sp>
        <p:nvSpPr>
          <p:cNvPr id="125" name="TextBox 53">
            <a:extLst>
              <a:ext uri="{FF2B5EF4-FFF2-40B4-BE49-F238E27FC236}">
                <a16:creationId xmlns:a16="http://schemas.microsoft.com/office/drawing/2014/main" id="{04195665-5747-9779-64E8-AEE1C2C88361}"/>
              </a:ext>
            </a:extLst>
          </p:cNvPr>
          <p:cNvSpPr txBox="1"/>
          <p:nvPr/>
        </p:nvSpPr>
        <p:spPr bwMode="gray">
          <a:xfrm>
            <a:off x="2275462" y="5180714"/>
            <a:ext cx="1161155" cy="620968"/>
          </a:xfrm>
          <a:prstGeom prst="rect">
            <a:avLst/>
          </a:prstGeom>
          <a:noFill/>
          <a:ln>
            <a:solidFill>
              <a:schemeClr val="accent5">
                <a:lumMod val="75000"/>
              </a:schemeClr>
            </a:solidFill>
            <a:prstDash val="dash"/>
          </a:ln>
        </p:spPr>
        <p:txBody>
          <a:bodyPr wrap="square" lIns="91440" tIns="45720" rIns="91440" bIns="4572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Aft>
                <a:spcPts val="300"/>
              </a:spcAft>
            </a:pPr>
            <a:r>
              <a:rPr lang="en-US" altLang="zh-CN" sz="800" b="1">
                <a:latin typeface="Arial"/>
                <a:ea typeface="微软雅黑"/>
                <a:cs typeface="Arial"/>
              </a:rPr>
              <a:t>1680 adults</a:t>
            </a:r>
            <a:endParaRPr lang="zh-CN" altLang="en-US" sz="2000"/>
          </a:p>
          <a:p>
            <a:pPr marL="171450" indent="-171450">
              <a:lnSpc>
                <a:spcPct val="120000"/>
              </a:lnSpc>
              <a:spcAft>
                <a:spcPts val="300"/>
              </a:spcAft>
              <a:buFont typeface="Arial"/>
              <a:buChar char="•"/>
            </a:pPr>
            <a:r>
              <a:rPr lang="en-US" altLang="zh-CN" sz="800">
                <a:latin typeface="Arial"/>
                <a:ea typeface="微软雅黑"/>
                <a:cs typeface="Arial"/>
              </a:rPr>
              <a:t>1440</a:t>
            </a:r>
            <a:r>
              <a:rPr lang="zh-CN" altLang="en-US" sz="800">
                <a:latin typeface="Arial"/>
                <a:ea typeface="微软雅黑"/>
                <a:cs typeface="Arial"/>
              </a:rPr>
              <a:t> </a:t>
            </a:r>
            <a:r>
              <a:rPr lang="en-US" altLang="zh-CN" sz="800">
                <a:latin typeface="Arial"/>
                <a:ea typeface="微软雅黑"/>
                <a:cs typeface="Arial"/>
              </a:rPr>
              <a:t>NCFBE</a:t>
            </a:r>
          </a:p>
          <a:p>
            <a:pPr marL="171450" indent="-171450">
              <a:lnSpc>
                <a:spcPct val="120000"/>
              </a:lnSpc>
              <a:spcAft>
                <a:spcPts val="300"/>
              </a:spcAft>
              <a:buFont typeface="Arial"/>
              <a:buChar char="•"/>
            </a:pPr>
            <a:r>
              <a:rPr lang="en-US" altLang="zh-CN" sz="800">
                <a:latin typeface="Arial"/>
                <a:ea typeface="微软雅黑"/>
                <a:cs typeface="Arial"/>
              </a:rPr>
              <a:t>240</a:t>
            </a:r>
            <a:r>
              <a:rPr lang="zh-CN" altLang="en-US" sz="800">
                <a:latin typeface="Arial"/>
                <a:ea typeface="微软雅黑"/>
                <a:cs typeface="Arial"/>
              </a:rPr>
              <a:t> </a:t>
            </a:r>
            <a:r>
              <a:rPr lang="en-US" altLang="zh-CN" sz="800">
                <a:latin typeface="Arial"/>
                <a:ea typeface="微软雅黑"/>
                <a:cs typeface="Arial"/>
              </a:rPr>
              <a:t>CFBE</a:t>
            </a:r>
            <a:endParaRPr lang="zh-CN" altLang="en-US" sz="800">
              <a:latin typeface="Arial"/>
              <a:ea typeface="微软雅黑"/>
              <a:cs typeface="Arial"/>
            </a:endParaRPr>
          </a:p>
        </p:txBody>
      </p:sp>
      <p:sp>
        <p:nvSpPr>
          <p:cNvPr id="126" name="TextBox 53">
            <a:extLst>
              <a:ext uri="{FF2B5EF4-FFF2-40B4-BE49-F238E27FC236}">
                <a16:creationId xmlns:a16="http://schemas.microsoft.com/office/drawing/2014/main" id="{ED8FBE41-0D76-4683-FA8B-CEDF77396948}"/>
              </a:ext>
            </a:extLst>
          </p:cNvPr>
          <p:cNvSpPr txBox="1"/>
          <p:nvPr/>
        </p:nvSpPr>
        <p:spPr bwMode="gray">
          <a:xfrm>
            <a:off x="2291381" y="5933005"/>
            <a:ext cx="1157256" cy="601831"/>
          </a:xfrm>
          <a:prstGeom prst="rect">
            <a:avLst/>
          </a:prstGeom>
          <a:noFill/>
          <a:ln>
            <a:solidFill>
              <a:schemeClr val="accent5">
                <a:lumMod val="75000"/>
              </a:schemeClr>
            </a:solidFill>
            <a:prstDash val="dash"/>
          </a:ln>
        </p:spPr>
        <p:txBody>
          <a:bodyPr wrap="square" lIns="91440" tIns="45720" rIns="91440" bIns="4572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Aft>
                <a:spcPts val="300"/>
              </a:spcAft>
            </a:pPr>
            <a:r>
              <a:rPr lang="zh-CN" altLang="en-US" sz="800" b="1">
                <a:solidFill>
                  <a:srgbClr val="FF0000"/>
                </a:solidFill>
                <a:latin typeface="Arial"/>
                <a:ea typeface="微软雅黑"/>
                <a:cs typeface="Arial"/>
              </a:rPr>
              <a:t>75 adolescents </a:t>
            </a:r>
            <a:endParaRPr lang="zh-CN" sz="2000">
              <a:solidFill>
                <a:srgbClr val="FF0000"/>
              </a:solidFill>
            </a:endParaRPr>
          </a:p>
          <a:p>
            <a:pPr marL="171450" indent="-171450">
              <a:lnSpc>
                <a:spcPct val="120000"/>
              </a:lnSpc>
              <a:spcAft>
                <a:spcPts val="300"/>
              </a:spcAft>
              <a:buFont typeface="Arial"/>
              <a:buChar char="•"/>
            </a:pPr>
            <a:r>
              <a:rPr lang="zh-CN" altLang="en-US" sz="800">
                <a:latin typeface="Arial"/>
                <a:ea typeface="微软雅黑"/>
                <a:cs typeface="Arial"/>
              </a:rPr>
              <a:t>≥70% NCFBE</a:t>
            </a:r>
          </a:p>
          <a:p>
            <a:pPr marL="171450" indent="-171450">
              <a:lnSpc>
                <a:spcPct val="120000"/>
              </a:lnSpc>
              <a:spcAft>
                <a:spcPts val="300"/>
              </a:spcAft>
              <a:buFont typeface="Arial"/>
              <a:buChar char="•"/>
            </a:pPr>
            <a:r>
              <a:rPr lang="zh-CN" altLang="en-US" sz="800">
                <a:latin typeface="Arial"/>
                <a:ea typeface="微软雅黑"/>
                <a:cs typeface="Arial"/>
              </a:rPr>
              <a:t>≤30%CFBE</a:t>
            </a:r>
            <a:endParaRPr lang="zh-CN" sz="2000"/>
          </a:p>
        </p:txBody>
      </p:sp>
      <p:cxnSp>
        <p:nvCxnSpPr>
          <p:cNvPr id="127" name="直接箭头连接符 38">
            <a:extLst>
              <a:ext uri="{FF2B5EF4-FFF2-40B4-BE49-F238E27FC236}">
                <a16:creationId xmlns:a16="http://schemas.microsoft.com/office/drawing/2014/main" id="{705DDF2B-FE49-6F77-DD8C-BFC9D92EE3E5}"/>
              </a:ext>
            </a:extLst>
          </p:cNvPr>
          <p:cNvCxnSpPr>
            <a:cxnSpLocks/>
            <a:stCxn id="124" idx="3"/>
            <a:endCxn id="125" idx="1"/>
          </p:cNvCxnSpPr>
          <p:nvPr/>
        </p:nvCxnSpPr>
        <p:spPr bwMode="gray">
          <a:xfrm flipV="1">
            <a:off x="2127335" y="5491198"/>
            <a:ext cx="148127" cy="344067"/>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8" name="直接箭头连接符 39">
            <a:extLst>
              <a:ext uri="{FF2B5EF4-FFF2-40B4-BE49-F238E27FC236}">
                <a16:creationId xmlns:a16="http://schemas.microsoft.com/office/drawing/2014/main" id="{29C6DB7F-EA1F-C7B3-176A-955B59DDD89D}"/>
              </a:ext>
            </a:extLst>
          </p:cNvPr>
          <p:cNvCxnSpPr>
            <a:cxnSpLocks/>
            <a:stCxn id="124" idx="3"/>
            <a:endCxn id="126" idx="1"/>
          </p:cNvCxnSpPr>
          <p:nvPr/>
        </p:nvCxnSpPr>
        <p:spPr bwMode="gray">
          <a:xfrm>
            <a:off x="2127335" y="5835265"/>
            <a:ext cx="164046" cy="398656"/>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53">
            <a:extLst>
              <a:ext uri="{FF2B5EF4-FFF2-40B4-BE49-F238E27FC236}">
                <a16:creationId xmlns:a16="http://schemas.microsoft.com/office/drawing/2014/main" id="{7732683C-4F0D-0C02-AFE6-F99AD4B43170}"/>
              </a:ext>
            </a:extLst>
          </p:cNvPr>
          <p:cNvSpPr txBox="1"/>
          <p:nvPr/>
        </p:nvSpPr>
        <p:spPr bwMode="gray">
          <a:xfrm>
            <a:off x="3738909" y="5892041"/>
            <a:ext cx="1792685" cy="452560"/>
          </a:xfrm>
          <a:prstGeom prst="rect">
            <a:avLst/>
          </a:prstGeom>
          <a:solidFill>
            <a:schemeClr val="tx2"/>
          </a:solidFill>
          <a:ln>
            <a:solidFill>
              <a:schemeClr val="accent5">
                <a:lumMod val="75000"/>
              </a:schemeClr>
            </a:solidFill>
            <a:prstDash val="dash"/>
          </a:ln>
        </p:spPr>
        <p:txBody>
          <a:bodyPr wrap="square" lIns="91440" tIns="45720" rIns="91440" bIns="4572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spcAft>
                <a:spcPts val="300"/>
              </a:spcAft>
            </a:pPr>
            <a:r>
              <a:rPr lang="en-US" altLang="zh-CN" sz="900" b="1">
                <a:latin typeface="Arial"/>
                <a:ea typeface="微软雅黑"/>
                <a:cs typeface="Arial"/>
              </a:rPr>
              <a:t>CTP v3 – Mid Apr 2026</a:t>
            </a:r>
          </a:p>
          <a:p>
            <a:pPr>
              <a:lnSpc>
                <a:spcPct val="120000"/>
              </a:lnSpc>
              <a:spcAft>
                <a:spcPts val="300"/>
              </a:spcAft>
            </a:pPr>
            <a:r>
              <a:rPr lang="en-US" altLang="zh-CN" sz="900" b="1">
                <a:latin typeface="Arial"/>
                <a:ea typeface="微软雅黑"/>
                <a:cs typeface="Arial"/>
              </a:rPr>
              <a:t>DBL Timing - Flexibility</a:t>
            </a:r>
            <a:endParaRPr lang="zh-CN" altLang="en-US"/>
          </a:p>
        </p:txBody>
      </p:sp>
    </p:spTree>
    <p:extLst>
      <p:ext uri="{BB962C8B-B14F-4D97-AF65-F5344CB8AC3E}">
        <p14:creationId xmlns:p14="http://schemas.microsoft.com/office/powerpoint/2010/main" val="171611869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OTLMARKERSHAPE" val="OTL"/>
</p:tagLst>
</file>

<file path=ppt/tags/tag10.xml><?xml version="1.0" encoding="utf-8"?>
<p:tagLst xmlns:a="http://schemas.openxmlformats.org/drawingml/2006/main" xmlns:r="http://schemas.openxmlformats.org/officeDocument/2006/relationships" xmlns:p="http://schemas.openxmlformats.org/presentationml/2006/main">
  <p:tag name="OTLMARKERSHAPE" val="OTL"/>
</p:tagLst>
</file>

<file path=ppt/tags/tag11.xml><?xml version="1.0" encoding="utf-8"?>
<p:tagLst xmlns:a="http://schemas.openxmlformats.org/drawingml/2006/main" xmlns:r="http://schemas.openxmlformats.org/officeDocument/2006/relationships" xmlns:p="http://schemas.openxmlformats.org/presentationml/2006/main">
  <p:tag name="OTLMARKERSHAPE" val="OTL"/>
</p:tagLst>
</file>

<file path=ppt/tags/tag12.xml><?xml version="1.0" encoding="utf-8"?>
<p:tagLst xmlns:a="http://schemas.openxmlformats.org/drawingml/2006/main" xmlns:r="http://schemas.openxmlformats.org/officeDocument/2006/relationships" xmlns:p="http://schemas.openxmlformats.org/presentationml/2006/main">
  <p:tag name="OTLMARKERSHAPE" val="OTL"/>
</p:tagLst>
</file>

<file path=ppt/tags/tag13.xml><?xml version="1.0" encoding="utf-8"?>
<p:tagLst xmlns:a="http://schemas.openxmlformats.org/drawingml/2006/main" xmlns:r="http://schemas.openxmlformats.org/officeDocument/2006/relationships" xmlns:p="http://schemas.openxmlformats.org/presentationml/2006/main">
  <p:tag name="OTLMARKERSHAPE" val="OTL"/>
</p:tagLst>
</file>

<file path=ppt/tags/tag14.xml><?xml version="1.0" encoding="utf-8"?>
<p:tagLst xmlns:a="http://schemas.openxmlformats.org/drawingml/2006/main" xmlns:r="http://schemas.openxmlformats.org/officeDocument/2006/relationships" xmlns:p="http://schemas.openxmlformats.org/presentationml/2006/main">
  <p:tag name="OTLMARKERSHAPE" val="OTL"/>
</p:tagLst>
</file>

<file path=ppt/tags/tag15.xml><?xml version="1.0" encoding="utf-8"?>
<p:tagLst xmlns:a="http://schemas.openxmlformats.org/drawingml/2006/main" xmlns:r="http://schemas.openxmlformats.org/officeDocument/2006/relationships" xmlns:p="http://schemas.openxmlformats.org/presentationml/2006/main">
  <p:tag name="OTLMARKERSHAPE" val="OTL"/>
</p:tagLst>
</file>

<file path=ppt/tags/tag16.xml><?xml version="1.0" encoding="utf-8"?>
<p:tagLst xmlns:a="http://schemas.openxmlformats.org/drawingml/2006/main" xmlns:r="http://schemas.openxmlformats.org/officeDocument/2006/relationships" xmlns:p="http://schemas.openxmlformats.org/presentationml/2006/main">
  <p:tag name="OTLMARKERSHAPE" val="OTL"/>
</p:tagLst>
</file>

<file path=ppt/tags/tag17.xml><?xml version="1.0" encoding="utf-8"?>
<p:tagLst xmlns:a="http://schemas.openxmlformats.org/drawingml/2006/main" xmlns:r="http://schemas.openxmlformats.org/officeDocument/2006/relationships" xmlns:p="http://schemas.openxmlformats.org/presentationml/2006/main">
  <p:tag name="OTLMARKERSHAPE" val="OTL"/>
</p:tagLst>
</file>

<file path=ppt/tags/tag18.xml><?xml version="1.0" encoding="utf-8"?>
<p:tagLst xmlns:a="http://schemas.openxmlformats.org/drawingml/2006/main" xmlns:r="http://schemas.openxmlformats.org/officeDocument/2006/relationships" xmlns:p="http://schemas.openxmlformats.org/presentationml/2006/main">
  <p:tag name="OTLMARKERSHAPE" val="OTL"/>
</p:tagLst>
</file>

<file path=ppt/tags/tag19.xml><?xml version="1.0" encoding="utf-8"?>
<p:tagLst xmlns:a="http://schemas.openxmlformats.org/drawingml/2006/main" xmlns:r="http://schemas.openxmlformats.org/officeDocument/2006/relationships" xmlns:p="http://schemas.openxmlformats.org/presentationml/2006/main">
  <p:tag name="OTLMARKERSHAPE" val="OTL"/>
</p:tagLst>
</file>

<file path=ppt/tags/tag20.xml><?xml version="1.0" encoding="utf-8"?>
<p:tagLst xmlns:a="http://schemas.openxmlformats.org/drawingml/2006/main" xmlns:r="http://schemas.openxmlformats.org/officeDocument/2006/relationships" xmlns:p="http://schemas.openxmlformats.org/presentationml/2006/main">
  <p:tag name="OTLMARKERSHAPE" val="OTL"/>
</p:tagLst>
</file>

<file path=ppt/tags/tag21.xml><?xml version="1.0" encoding="utf-8"?>
<p:tagLst xmlns:a="http://schemas.openxmlformats.org/drawingml/2006/main" xmlns:r="http://schemas.openxmlformats.org/officeDocument/2006/relationships" xmlns:p="http://schemas.openxmlformats.org/presentationml/2006/main">
  <p:tag name="OTLMARKERSHAPE" val="OTL"/>
</p:tagLst>
</file>

<file path=ppt/tags/tag22.xml><?xml version="1.0" encoding="utf-8"?>
<p:tagLst xmlns:a="http://schemas.openxmlformats.org/drawingml/2006/main" xmlns:r="http://schemas.openxmlformats.org/officeDocument/2006/relationships" xmlns:p="http://schemas.openxmlformats.org/presentationml/2006/main">
  <p:tag name="OTLMARKERSHAPE" val="OTL"/>
</p:tagLst>
</file>

<file path=ppt/tags/tag23.xml><?xml version="1.0" encoding="utf-8"?>
<p:tagLst xmlns:a="http://schemas.openxmlformats.org/drawingml/2006/main" xmlns:r="http://schemas.openxmlformats.org/officeDocument/2006/relationships" xmlns:p="http://schemas.openxmlformats.org/presentationml/2006/main">
  <p:tag name="OTLMARKERSHAPE" val="OTL"/>
</p:tagLst>
</file>

<file path=ppt/tags/tag24.xml><?xml version="1.0" encoding="utf-8"?>
<p:tagLst xmlns:a="http://schemas.openxmlformats.org/drawingml/2006/main" xmlns:r="http://schemas.openxmlformats.org/officeDocument/2006/relationships" xmlns:p="http://schemas.openxmlformats.org/presentationml/2006/main">
  <p:tag name="OTLMARKERSHAPE" val="OTL"/>
</p:tagLst>
</file>

<file path=ppt/tags/tag25.xml><?xml version="1.0" encoding="utf-8"?>
<p:tagLst xmlns:a="http://schemas.openxmlformats.org/drawingml/2006/main" xmlns:r="http://schemas.openxmlformats.org/officeDocument/2006/relationships" xmlns:p="http://schemas.openxmlformats.org/presentationml/2006/main">
  <p:tag name="OTLMARKERSHAPE" val="OTL"/>
</p:tagLst>
</file>

<file path=ppt/tags/tag26.xml><?xml version="1.0" encoding="utf-8"?>
<p:tagLst xmlns:a="http://schemas.openxmlformats.org/drawingml/2006/main" xmlns:r="http://schemas.openxmlformats.org/officeDocument/2006/relationships" xmlns:p="http://schemas.openxmlformats.org/presentationml/2006/main">
  <p:tag name="OTLMARKERSHAPE" val="OTL"/>
</p:tagLst>
</file>

<file path=ppt/tags/tag27.xml><?xml version="1.0" encoding="utf-8"?>
<p:tagLst xmlns:a="http://schemas.openxmlformats.org/drawingml/2006/main" xmlns:r="http://schemas.openxmlformats.org/officeDocument/2006/relationships" xmlns:p="http://schemas.openxmlformats.org/presentationml/2006/main">
  <p:tag name="OTLMARKERSHAPE" val="OTL"/>
</p:tagLst>
</file>

<file path=ppt/tags/tag28.xml><?xml version="1.0" encoding="utf-8"?>
<p:tagLst xmlns:a="http://schemas.openxmlformats.org/drawingml/2006/main" xmlns:r="http://schemas.openxmlformats.org/officeDocument/2006/relationships" xmlns:p="http://schemas.openxmlformats.org/presentationml/2006/main">
  <p:tag name="OTLMARKERSHAPE" val="OTL"/>
</p:tagLst>
</file>

<file path=ppt/tags/tag29.xml><?xml version="1.0" encoding="utf-8"?>
<p:tagLst xmlns:a="http://schemas.openxmlformats.org/drawingml/2006/main" xmlns:r="http://schemas.openxmlformats.org/officeDocument/2006/relationships" xmlns:p="http://schemas.openxmlformats.org/presentationml/2006/main">
  <p:tag name="OTLMARKERSHAPE" val="OTL"/>
</p:tagLst>
</file>

<file path=ppt/tags/tag30.xml><?xml version="1.0" encoding="utf-8"?>
<p:tagLst xmlns:a="http://schemas.openxmlformats.org/drawingml/2006/main" xmlns:r="http://schemas.openxmlformats.org/officeDocument/2006/relationships" xmlns:p="http://schemas.openxmlformats.org/presentationml/2006/main">
  <p:tag name="OTLMARKERSHAPE" val="OTL"/>
</p:tagLst>
</file>

<file path=ppt/tags/tag31.xml><?xml version="1.0" encoding="utf-8"?>
<p:tagLst xmlns:a="http://schemas.openxmlformats.org/drawingml/2006/main" xmlns:r="http://schemas.openxmlformats.org/officeDocument/2006/relationships" xmlns:p="http://schemas.openxmlformats.org/presentationml/2006/main">
  <p:tag name="OTLMARKERSHAPE" val="OTL"/>
</p:tagLst>
</file>

<file path=ppt/tags/tag32.xml><?xml version="1.0" encoding="utf-8"?>
<p:tagLst xmlns:a="http://schemas.openxmlformats.org/drawingml/2006/main" xmlns:r="http://schemas.openxmlformats.org/officeDocument/2006/relationships" xmlns:p="http://schemas.openxmlformats.org/presentationml/2006/main">
  <p:tag name="OTLMARKERSHAPE" val="OTL"/>
</p:tagLst>
</file>

<file path=ppt/tags/tag33.xml><?xml version="1.0" encoding="utf-8"?>
<p:tagLst xmlns:a="http://schemas.openxmlformats.org/drawingml/2006/main" xmlns:r="http://schemas.openxmlformats.org/officeDocument/2006/relationships" xmlns:p="http://schemas.openxmlformats.org/presentationml/2006/main">
  <p:tag name="OTLMARKERSHAPE" val="OTL"/>
</p:tagLst>
</file>

<file path=ppt/tags/tag34.xml><?xml version="1.0" encoding="utf-8"?>
<p:tagLst xmlns:a="http://schemas.openxmlformats.org/drawingml/2006/main" xmlns:r="http://schemas.openxmlformats.org/officeDocument/2006/relationships" xmlns:p="http://schemas.openxmlformats.org/presentationml/2006/main">
  <p:tag name="OTLMARKERSHAPE" val="OTL"/>
</p:tagLst>
</file>

<file path=ppt/tags/tag35.xml><?xml version="1.0" encoding="utf-8"?>
<p:tagLst xmlns:a="http://schemas.openxmlformats.org/drawingml/2006/main" xmlns:r="http://schemas.openxmlformats.org/officeDocument/2006/relationships" xmlns:p="http://schemas.openxmlformats.org/presentationml/2006/main">
  <p:tag name="OTLMARKERSHAPE" val="OTL"/>
</p:tagLst>
</file>

<file path=ppt/tags/tag36.xml><?xml version="1.0" encoding="utf-8"?>
<p:tagLst xmlns:a="http://schemas.openxmlformats.org/drawingml/2006/main" xmlns:r="http://schemas.openxmlformats.org/officeDocument/2006/relationships" xmlns:p="http://schemas.openxmlformats.org/presentationml/2006/main">
  <p:tag name="OTLMARKERSHAPE" val="OTL"/>
</p:tagLst>
</file>

<file path=ppt/tags/tag37.xml><?xml version="1.0" encoding="utf-8"?>
<p:tagLst xmlns:a="http://schemas.openxmlformats.org/drawingml/2006/main" xmlns:r="http://schemas.openxmlformats.org/officeDocument/2006/relationships" xmlns:p="http://schemas.openxmlformats.org/presentationml/2006/main">
  <p:tag name="OTLMARKERSHAPE" val="OTL"/>
</p:tagLst>
</file>

<file path=ppt/tags/tag38.xml><?xml version="1.0" encoding="utf-8"?>
<p:tagLst xmlns:a="http://schemas.openxmlformats.org/drawingml/2006/main" xmlns:r="http://schemas.openxmlformats.org/officeDocument/2006/relationships" xmlns:p="http://schemas.openxmlformats.org/presentationml/2006/main">
  <p:tag name="OTLMARKERSHAPE" val="OTL"/>
</p:tagLst>
</file>

<file path=ppt/tags/tag39.xml><?xml version="1.0" encoding="utf-8"?>
<p:tagLst xmlns:a="http://schemas.openxmlformats.org/drawingml/2006/main" xmlns:r="http://schemas.openxmlformats.org/officeDocument/2006/relationships" xmlns:p="http://schemas.openxmlformats.org/presentationml/2006/main">
  <p:tag name="OTLMARKERSHAPE" val="OTL"/>
</p:tagLst>
</file>

<file path=ppt/tags/tag40.xml><?xml version="1.0" encoding="utf-8"?>
<p:tagLst xmlns:a="http://schemas.openxmlformats.org/drawingml/2006/main" xmlns:r="http://schemas.openxmlformats.org/officeDocument/2006/relationships" xmlns:p="http://schemas.openxmlformats.org/presentationml/2006/main">
  <p:tag name="OTLMARKERSHAPE" val="OTL"/>
</p:tagLst>
</file>

<file path=ppt/tags/tag41.xml><?xml version="1.0" encoding="utf-8"?>
<p:tagLst xmlns:a="http://schemas.openxmlformats.org/drawingml/2006/main" xmlns:r="http://schemas.openxmlformats.org/officeDocument/2006/relationships" xmlns:p="http://schemas.openxmlformats.org/presentationml/2006/main">
  <p:tag name="OTLMARKERSHAPE" val="OTL"/>
</p:tagLst>
</file>

<file path=ppt/tags/tag42.xml><?xml version="1.0" encoding="utf-8"?>
<p:tagLst xmlns:a="http://schemas.openxmlformats.org/drawingml/2006/main" xmlns:r="http://schemas.openxmlformats.org/officeDocument/2006/relationships" xmlns:p="http://schemas.openxmlformats.org/presentationml/2006/main">
  <p:tag name="OTLMARKERSHAPE" val="OTL"/>
</p:tagLst>
</file>

<file path=ppt/tags/tag43.xml><?xml version="1.0" encoding="utf-8"?>
<p:tagLst xmlns:a="http://schemas.openxmlformats.org/drawingml/2006/main" xmlns:r="http://schemas.openxmlformats.org/officeDocument/2006/relationships" xmlns:p="http://schemas.openxmlformats.org/presentationml/2006/main">
  <p:tag name="OTLMARKERSHAPE" val="OTL"/>
</p:tagLst>
</file>

<file path=ppt/tags/tag44.xml><?xml version="1.0" encoding="utf-8"?>
<p:tagLst xmlns:a="http://schemas.openxmlformats.org/drawingml/2006/main" xmlns:r="http://schemas.openxmlformats.org/officeDocument/2006/relationships" xmlns:p="http://schemas.openxmlformats.org/presentationml/2006/main">
  <p:tag name="OTLMARKERSHAPE" val="OTL"/>
</p:tagLst>
</file>

<file path=ppt/tags/tag45.xml><?xml version="1.0" encoding="utf-8"?>
<p:tagLst xmlns:a="http://schemas.openxmlformats.org/drawingml/2006/main" xmlns:r="http://schemas.openxmlformats.org/officeDocument/2006/relationships" xmlns:p="http://schemas.openxmlformats.org/presentationml/2006/main">
  <p:tag name="OTLMARKERSHAPE" val="OTL"/>
</p:tagLst>
</file>

<file path=ppt/tags/tag46.xml><?xml version="1.0" encoding="utf-8"?>
<p:tagLst xmlns:a="http://schemas.openxmlformats.org/drawingml/2006/main" xmlns:r="http://schemas.openxmlformats.org/officeDocument/2006/relationships" xmlns:p="http://schemas.openxmlformats.org/presentationml/2006/main">
  <p:tag name="OTLMARKERSHAPE" val="OTL"/>
</p:tagLst>
</file>

<file path=ppt/tags/tag47.xml><?xml version="1.0" encoding="utf-8"?>
<p:tagLst xmlns:a="http://schemas.openxmlformats.org/drawingml/2006/main" xmlns:r="http://schemas.openxmlformats.org/officeDocument/2006/relationships" xmlns:p="http://schemas.openxmlformats.org/presentationml/2006/main">
  <p:tag name="OTLMARKERSHAPE" val="OTL"/>
</p:tagLst>
</file>

<file path=ppt/tags/tag48.xml><?xml version="1.0" encoding="utf-8"?>
<p:tagLst xmlns:a="http://schemas.openxmlformats.org/drawingml/2006/main" xmlns:r="http://schemas.openxmlformats.org/officeDocument/2006/relationships" xmlns:p="http://schemas.openxmlformats.org/presentationml/2006/main">
  <p:tag name="OTLMARKERSHAPE" val="OTL"/>
</p:tagLst>
</file>

<file path=ppt/tags/tag49.xml><?xml version="1.0" encoding="utf-8"?>
<p:tagLst xmlns:a="http://schemas.openxmlformats.org/drawingml/2006/main" xmlns:r="http://schemas.openxmlformats.org/officeDocument/2006/relationships" xmlns:p="http://schemas.openxmlformats.org/presentationml/2006/main">
  <p:tag name="OTLMARKERSHAPE" val="OTL"/>
</p:tagLst>
</file>

<file path=ppt/tags/tag50.xml><?xml version="1.0" encoding="utf-8"?>
<p:tagLst xmlns:a="http://schemas.openxmlformats.org/drawingml/2006/main" xmlns:r="http://schemas.openxmlformats.org/officeDocument/2006/relationships" xmlns:p="http://schemas.openxmlformats.org/presentationml/2006/main">
  <p:tag name="OTLMARKERSHAPE" val="OTL"/>
</p:tagLst>
</file>

<file path=ppt/tags/tag51.xml><?xml version="1.0" encoding="utf-8"?>
<p:tagLst xmlns:a="http://schemas.openxmlformats.org/drawingml/2006/main" xmlns:r="http://schemas.openxmlformats.org/officeDocument/2006/relationships" xmlns:p="http://schemas.openxmlformats.org/presentationml/2006/main">
  <p:tag name="OTLMARKERSHAPE" val="OTL"/>
</p:tagLst>
</file>

<file path=ppt/tags/tag52.xml><?xml version="1.0" encoding="utf-8"?>
<p:tagLst xmlns:a="http://schemas.openxmlformats.org/drawingml/2006/main" xmlns:r="http://schemas.openxmlformats.org/officeDocument/2006/relationships" xmlns:p="http://schemas.openxmlformats.org/presentationml/2006/main">
  <p:tag name="OTLMARKERSHAPE" val="OTL"/>
</p:tagLst>
</file>

<file path=ppt/tags/tag53.xml><?xml version="1.0" encoding="utf-8"?>
<p:tagLst xmlns:a="http://schemas.openxmlformats.org/drawingml/2006/main" xmlns:r="http://schemas.openxmlformats.org/officeDocument/2006/relationships" xmlns:p="http://schemas.openxmlformats.org/presentationml/2006/main">
  <p:tag name="OTLMARKERSHAPE" val="OTL"/>
</p:tagLst>
</file>

<file path=ppt/tags/tag54.xml><?xml version="1.0" encoding="utf-8"?>
<p:tagLst xmlns:a="http://schemas.openxmlformats.org/drawingml/2006/main" xmlns:r="http://schemas.openxmlformats.org/officeDocument/2006/relationships" xmlns:p="http://schemas.openxmlformats.org/presentationml/2006/main">
  <p:tag name="OTLMARKERSHAPE" val="OTL"/>
</p:tagLst>
</file>

<file path=ppt/tags/tag55.xml><?xml version="1.0" encoding="utf-8"?>
<p:tagLst xmlns:a="http://schemas.openxmlformats.org/drawingml/2006/main" xmlns:r="http://schemas.openxmlformats.org/officeDocument/2006/relationships" xmlns:p="http://schemas.openxmlformats.org/presentationml/2006/main">
  <p:tag name="OTLMARKERSHAPE" val="OTL"/>
</p:tagLst>
</file>

<file path=ppt/tags/tag56.xml><?xml version="1.0" encoding="utf-8"?>
<p:tagLst xmlns:a="http://schemas.openxmlformats.org/drawingml/2006/main" xmlns:r="http://schemas.openxmlformats.org/officeDocument/2006/relationships" xmlns:p="http://schemas.openxmlformats.org/presentationml/2006/main">
  <p:tag name="OTLMARKERSHAPE" val="OTL"/>
</p:tagLst>
</file>

<file path=ppt/tags/tag57.xml><?xml version="1.0" encoding="utf-8"?>
<p:tagLst xmlns:a="http://schemas.openxmlformats.org/drawingml/2006/main" xmlns:r="http://schemas.openxmlformats.org/officeDocument/2006/relationships" xmlns:p="http://schemas.openxmlformats.org/presentationml/2006/main">
  <p:tag name="OTLMARKERSHAPE" val="OTL"/>
</p:tagLst>
</file>

<file path=ppt/tags/tag58.xml><?xml version="1.0" encoding="utf-8"?>
<p:tagLst xmlns:a="http://schemas.openxmlformats.org/drawingml/2006/main" xmlns:r="http://schemas.openxmlformats.org/officeDocument/2006/relationships" xmlns:p="http://schemas.openxmlformats.org/presentationml/2006/main">
  <p:tag name="OTLMARKERSHAPE" val="OTL"/>
</p:tagLst>
</file>

<file path=ppt/tags/tag59.xml><?xml version="1.0" encoding="utf-8"?>
<p:tagLst xmlns:a="http://schemas.openxmlformats.org/drawingml/2006/main" xmlns:r="http://schemas.openxmlformats.org/officeDocument/2006/relationships" xmlns:p="http://schemas.openxmlformats.org/presentationml/2006/main">
  <p:tag name="OTLMARKERSHAPE" val="OTL"/>
</p:tagLst>
</file>

<file path=ppt/tags/tag60.xml><?xml version="1.0" encoding="utf-8"?>
<p:tagLst xmlns:a="http://schemas.openxmlformats.org/drawingml/2006/main" xmlns:r="http://schemas.openxmlformats.org/officeDocument/2006/relationships" xmlns:p="http://schemas.openxmlformats.org/presentationml/2006/main">
  <p:tag name="OTLMARKERSHAPE" val="OTL"/>
</p:tagLst>
</file>

<file path=ppt/tags/tag61.xml><?xml version="1.0" encoding="utf-8"?>
<p:tagLst xmlns:a="http://schemas.openxmlformats.org/drawingml/2006/main" xmlns:r="http://schemas.openxmlformats.org/officeDocument/2006/relationships" xmlns:p="http://schemas.openxmlformats.org/presentationml/2006/main">
  <p:tag name="OTLMARKERSHAPE" val="OTL"/>
</p:tagLst>
</file>

<file path=ppt/tags/tag62.xml><?xml version="1.0" encoding="utf-8"?>
<p:tagLst xmlns:a="http://schemas.openxmlformats.org/drawingml/2006/main" xmlns:r="http://schemas.openxmlformats.org/officeDocument/2006/relationships" xmlns:p="http://schemas.openxmlformats.org/presentationml/2006/main">
  <p:tag name="OTLMARKERSHAPE" val="OTL"/>
</p:tagLst>
</file>

<file path=ppt/tags/tag63.xml><?xml version="1.0" encoding="utf-8"?>
<p:tagLst xmlns:a="http://schemas.openxmlformats.org/drawingml/2006/main" xmlns:r="http://schemas.openxmlformats.org/officeDocument/2006/relationships" xmlns:p="http://schemas.openxmlformats.org/presentationml/2006/main">
  <p:tag name="OTLMARKERSHAPE" val="OTL"/>
</p:tagLst>
</file>

<file path=ppt/tags/tag64.xml><?xml version="1.0" encoding="utf-8"?>
<p:tagLst xmlns:a="http://schemas.openxmlformats.org/drawingml/2006/main" xmlns:r="http://schemas.openxmlformats.org/officeDocument/2006/relationships" xmlns:p="http://schemas.openxmlformats.org/presentationml/2006/main">
  <p:tag name="OTLMARKERSHAPE" val="OTL"/>
</p:tagLst>
</file>

<file path=ppt/tags/tag65.xml><?xml version="1.0" encoding="utf-8"?>
<p:tagLst xmlns:a="http://schemas.openxmlformats.org/drawingml/2006/main" xmlns:r="http://schemas.openxmlformats.org/officeDocument/2006/relationships" xmlns:p="http://schemas.openxmlformats.org/presentationml/2006/main">
  <p:tag name="OTLMARKERSHAPE" val="OTL"/>
</p:tagLst>
</file>

<file path=ppt/tags/tag66.xml><?xml version="1.0" encoding="utf-8"?>
<p:tagLst xmlns:a="http://schemas.openxmlformats.org/drawingml/2006/main" xmlns:r="http://schemas.openxmlformats.org/officeDocument/2006/relationships" xmlns:p="http://schemas.openxmlformats.org/presentationml/2006/main">
  <p:tag name="OTLMARKERSHAPE" val="OTL"/>
</p:tagLst>
</file>

<file path=ppt/tags/tag67.xml><?xml version="1.0" encoding="utf-8"?>
<p:tagLst xmlns:a="http://schemas.openxmlformats.org/drawingml/2006/main" xmlns:r="http://schemas.openxmlformats.org/officeDocument/2006/relationships" xmlns:p="http://schemas.openxmlformats.org/presentationml/2006/main">
  <p:tag name="OTLMARKERSHAPE" val="OTL"/>
</p:tagLst>
</file>

<file path=ppt/tags/tag68.xml><?xml version="1.0" encoding="utf-8"?>
<p:tagLst xmlns:a="http://schemas.openxmlformats.org/drawingml/2006/main" xmlns:r="http://schemas.openxmlformats.org/officeDocument/2006/relationships" xmlns:p="http://schemas.openxmlformats.org/presentationml/2006/main">
  <p:tag name="OTLMARKERSHAPE" val="OTL"/>
</p:tagLst>
</file>

<file path=ppt/tags/tag69.xml><?xml version="1.0" encoding="utf-8"?>
<p:tagLst xmlns:a="http://schemas.openxmlformats.org/drawingml/2006/main" xmlns:r="http://schemas.openxmlformats.org/officeDocument/2006/relationships" xmlns:p="http://schemas.openxmlformats.org/presentationml/2006/main">
  <p:tag name="OTLMARKERSHAPE" val="OTL"/>
</p:tagLst>
</file>

<file path=ppt/tags/tag70.xml><?xml version="1.0" encoding="utf-8"?>
<p:tagLst xmlns:a="http://schemas.openxmlformats.org/drawingml/2006/main" xmlns:r="http://schemas.openxmlformats.org/officeDocument/2006/relationships" xmlns:p="http://schemas.openxmlformats.org/presentationml/2006/main">
  <p:tag name="OTLMARKERSHAPE" val="OTL"/>
</p:tagLst>
</file>

<file path=ppt/tags/tag71.xml><?xml version="1.0" encoding="utf-8"?>
<p:tagLst xmlns:a="http://schemas.openxmlformats.org/drawingml/2006/main" xmlns:r="http://schemas.openxmlformats.org/officeDocument/2006/relationships" xmlns:p="http://schemas.openxmlformats.org/presentationml/2006/main">
  <p:tag name="OTLMARKERSHAPE" val="OTL"/>
</p:tagLst>
</file>

<file path=ppt/tags/tag72.xml><?xml version="1.0" encoding="utf-8"?>
<p:tagLst xmlns:a="http://schemas.openxmlformats.org/drawingml/2006/main" xmlns:r="http://schemas.openxmlformats.org/officeDocument/2006/relationships" xmlns:p="http://schemas.openxmlformats.org/presentationml/2006/main">
  <p:tag name="OTLMARKERSHAPE" val="OTL"/>
</p:tagLst>
</file>

<file path=ppt/tags/tag73.xml><?xml version="1.0" encoding="utf-8"?>
<p:tagLst xmlns:a="http://schemas.openxmlformats.org/drawingml/2006/main" xmlns:r="http://schemas.openxmlformats.org/officeDocument/2006/relationships" xmlns:p="http://schemas.openxmlformats.org/presentationml/2006/main">
  <p:tag name="OTLMARKERSHAPE" val="OTL"/>
</p:tagLst>
</file>

<file path=ppt/tags/tag74.xml><?xml version="1.0" encoding="utf-8"?>
<p:tagLst xmlns:a="http://schemas.openxmlformats.org/drawingml/2006/main" xmlns:r="http://schemas.openxmlformats.org/officeDocument/2006/relationships" xmlns:p="http://schemas.openxmlformats.org/presentationml/2006/main">
  <p:tag name="OTLMARKERSHAPE" val="OTL"/>
</p:tagLst>
</file>

<file path=ppt/tags/tag75.xml><?xml version="1.0" encoding="utf-8"?>
<p:tagLst xmlns:a="http://schemas.openxmlformats.org/drawingml/2006/main" xmlns:r="http://schemas.openxmlformats.org/officeDocument/2006/relationships" xmlns:p="http://schemas.openxmlformats.org/presentationml/2006/main">
  <p:tag name="OTLMARKERSHAPE" val="OTL"/>
</p:tagLst>
</file>

<file path=ppt/tags/tag76.xml><?xml version="1.0" encoding="utf-8"?>
<p:tagLst xmlns:a="http://schemas.openxmlformats.org/drawingml/2006/main" xmlns:r="http://schemas.openxmlformats.org/officeDocument/2006/relationships" xmlns:p="http://schemas.openxmlformats.org/presentationml/2006/main">
  <p:tag name="OTLMARKERSHAPE" val="OTL"/>
</p:tagLst>
</file>

<file path=ppt/tags/tag77.xml><?xml version="1.0" encoding="utf-8"?>
<p:tagLst xmlns:a="http://schemas.openxmlformats.org/drawingml/2006/main" xmlns:r="http://schemas.openxmlformats.org/officeDocument/2006/relationships" xmlns:p="http://schemas.openxmlformats.org/presentationml/2006/main">
  <p:tag name="OTLMARKERSHAPE" val="OTL"/>
</p:tagLst>
</file>

<file path=ppt/tags/tag78.xml><?xml version="1.0" encoding="utf-8"?>
<p:tagLst xmlns:a="http://schemas.openxmlformats.org/drawingml/2006/main" xmlns:r="http://schemas.openxmlformats.org/officeDocument/2006/relationships" xmlns:p="http://schemas.openxmlformats.org/presentationml/2006/main">
  <p:tag name="OTLMARKERSHAPE" val="OTL"/>
</p:tagLst>
</file>

<file path=ppt/tags/tag79.xml><?xml version="1.0" encoding="utf-8"?>
<p:tagLst xmlns:a="http://schemas.openxmlformats.org/drawingml/2006/main" xmlns:r="http://schemas.openxmlformats.org/officeDocument/2006/relationships" xmlns:p="http://schemas.openxmlformats.org/presentationml/2006/main">
  <p:tag name="OTLMARKERSHAPE" val="OTL"/>
</p:tagLst>
</file>

<file path=ppt/tags/tag80.xml><?xml version="1.0" encoding="utf-8"?>
<p:tagLst xmlns:a="http://schemas.openxmlformats.org/drawingml/2006/main" xmlns:r="http://schemas.openxmlformats.org/officeDocument/2006/relationships" xmlns:p="http://schemas.openxmlformats.org/presentationml/2006/main">
  <p:tag name="OTLMARKERSHAPE" val="OTL"/>
</p:tagLst>
</file>

<file path=ppt/tags/tag81.xml><?xml version="1.0" encoding="utf-8"?>
<p:tagLst xmlns:a="http://schemas.openxmlformats.org/drawingml/2006/main" xmlns:r="http://schemas.openxmlformats.org/officeDocument/2006/relationships" xmlns:p="http://schemas.openxmlformats.org/presentationml/2006/main">
  <p:tag name="OTLMARKERSHAPE" val="OTL"/>
</p:tagLst>
</file>

<file path=ppt/tags/tag82.xml><?xml version="1.0" encoding="utf-8"?>
<p:tagLst xmlns:a="http://schemas.openxmlformats.org/drawingml/2006/main" xmlns:r="http://schemas.openxmlformats.org/officeDocument/2006/relationships" xmlns:p="http://schemas.openxmlformats.org/presentationml/2006/main">
  <p:tag name="OTLMARKERSHAPE" val="OTL"/>
</p:tagLst>
</file>

<file path=ppt/tags/tag83.xml><?xml version="1.0" encoding="utf-8"?>
<p:tagLst xmlns:a="http://schemas.openxmlformats.org/drawingml/2006/main" xmlns:r="http://schemas.openxmlformats.org/officeDocument/2006/relationships" xmlns:p="http://schemas.openxmlformats.org/presentationml/2006/main">
  <p:tag name="OTLMARKERSHAPE" val="OTL"/>
</p:tagLst>
</file>

<file path=ppt/tags/tag84.xml><?xml version="1.0" encoding="utf-8"?>
<p:tagLst xmlns:a="http://schemas.openxmlformats.org/drawingml/2006/main" xmlns:r="http://schemas.openxmlformats.org/officeDocument/2006/relationships" xmlns:p="http://schemas.openxmlformats.org/presentationml/2006/main">
  <p:tag name="OTLMARKERSHAPE" val="OTL"/>
</p:tagLst>
</file>

<file path=ppt/tags/tag85.xml><?xml version="1.0" encoding="utf-8"?>
<p:tagLst xmlns:a="http://schemas.openxmlformats.org/drawingml/2006/main" xmlns:r="http://schemas.openxmlformats.org/officeDocument/2006/relationships" xmlns:p="http://schemas.openxmlformats.org/presentationml/2006/main">
  <p:tag name="OTLMARKERSHAPE" val="OTL"/>
</p:tagLst>
</file>

<file path=ppt/tags/tag86.xml><?xml version="1.0" encoding="utf-8"?>
<p:tagLst xmlns:a="http://schemas.openxmlformats.org/drawingml/2006/main" xmlns:r="http://schemas.openxmlformats.org/officeDocument/2006/relationships" xmlns:p="http://schemas.openxmlformats.org/presentationml/2006/main">
  <p:tag name="OTLMARKERSHAPE" val="OTL"/>
</p:tagLst>
</file>

<file path=ppt/tags/tag87.xml><?xml version="1.0" encoding="utf-8"?>
<p:tagLst xmlns:a="http://schemas.openxmlformats.org/drawingml/2006/main" xmlns:r="http://schemas.openxmlformats.org/officeDocument/2006/relationships" xmlns:p="http://schemas.openxmlformats.org/presentationml/2006/main">
  <p:tag name="OTLMARKERSHAPE" val="OTL"/>
</p:tagLst>
</file>

<file path=ppt/tags/tag88.xml><?xml version="1.0" encoding="utf-8"?>
<p:tagLst xmlns:a="http://schemas.openxmlformats.org/drawingml/2006/main" xmlns:r="http://schemas.openxmlformats.org/officeDocument/2006/relationships" xmlns:p="http://schemas.openxmlformats.org/presentationml/2006/main">
  <p:tag name="OTLMARKERSHAPE" val="OTL"/>
</p:tagLst>
</file>

<file path=ppt/tags/tag89.xml><?xml version="1.0" encoding="utf-8"?>
<p:tagLst xmlns:a="http://schemas.openxmlformats.org/drawingml/2006/main" xmlns:r="http://schemas.openxmlformats.org/officeDocument/2006/relationships" xmlns:p="http://schemas.openxmlformats.org/presentationml/2006/main">
  <p:tag name="OTLMARKERSHAPE" val="OTL"/>
</p:tagLst>
</file>

<file path=ppt/tags/tag90.xml><?xml version="1.0" encoding="utf-8"?>
<p:tagLst xmlns:a="http://schemas.openxmlformats.org/drawingml/2006/main" xmlns:r="http://schemas.openxmlformats.org/officeDocument/2006/relationships" xmlns:p="http://schemas.openxmlformats.org/presentationml/2006/main">
  <p:tag name="OTLMARKERSHAPE" val="OTL"/>
</p:tagLst>
</file>

<file path=ppt/tags/tag91.xml><?xml version="1.0" encoding="utf-8"?>
<p:tagLst xmlns:a="http://schemas.openxmlformats.org/drawingml/2006/main" xmlns:r="http://schemas.openxmlformats.org/officeDocument/2006/relationships" xmlns:p="http://schemas.openxmlformats.org/presentationml/2006/main">
  <p:tag name="OTLMARKERSHAPE" val="OTL"/>
</p:tagLst>
</file>

<file path=ppt/tags/tag92.xml><?xml version="1.0" encoding="utf-8"?>
<p:tagLst xmlns:a="http://schemas.openxmlformats.org/drawingml/2006/main" xmlns:r="http://schemas.openxmlformats.org/officeDocument/2006/relationships" xmlns:p="http://schemas.openxmlformats.org/presentationml/2006/main">
  <p:tag name="OTLMARKERSHAPE" val="OTL"/>
</p:tagLst>
</file>

<file path=ppt/tags/tag93.xml><?xml version="1.0" encoding="utf-8"?>
<p:tagLst xmlns:a="http://schemas.openxmlformats.org/drawingml/2006/main" xmlns:r="http://schemas.openxmlformats.org/officeDocument/2006/relationships" xmlns:p="http://schemas.openxmlformats.org/presentationml/2006/main">
  <p:tag name="OTLMARKERSHAPE" val="OTL"/>
</p:tagLst>
</file>

<file path=ppt/tags/tag94.xml><?xml version="1.0" encoding="utf-8"?>
<p:tagLst xmlns:a="http://schemas.openxmlformats.org/drawingml/2006/main" xmlns:r="http://schemas.openxmlformats.org/officeDocument/2006/relationships" xmlns:p="http://schemas.openxmlformats.org/presentationml/2006/main">
  <p:tag name="OTLMARKERSHAPE" val="OTL"/>
</p:tagLst>
</file>

<file path=ppt/tags/tag95.xml><?xml version="1.0" encoding="utf-8"?>
<p:tagLst xmlns:a="http://schemas.openxmlformats.org/drawingml/2006/main" xmlns:r="http://schemas.openxmlformats.org/officeDocument/2006/relationships" xmlns:p="http://schemas.openxmlformats.org/presentationml/2006/main">
  <p:tag name="OTLMARKERSHAPE" val="OTL"/>
</p:tagLst>
</file>

<file path=ppt/tags/tag96.xml><?xml version="1.0" encoding="utf-8"?>
<p:tagLst xmlns:a="http://schemas.openxmlformats.org/drawingml/2006/main" xmlns:r="http://schemas.openxmlformats.org/officeDocument/2006/relationships" xmlns:p="http://schemas.openxmlformats.org/presentationml/2006/main">
  <p:tag name="OTLMARKERSHAPE" val="OTL"/>
</p:tagLst>
</file>

<file path=ppt/tags/tag97.xml><?xml version="1.0" encoding="utf-8"?>
<p:tagLst xmlns:a="http://schemas.openxmlformats.org/drawingml/2006/main" xmlns:r="http://schemas.openxmlformats.org/officeDocument/2006/relationships" xmlns:p="http://schemas.openxmlformats.org/presentationml/2006/main">
  <p:tag name="OTLMARKERSHAPE" val="OTL"/>
</p:tagLst>
</file>

<file path=ppt/tags/tag98.xml><?xml version="1.0" encoding="utf-8"?>
<p:tagLst xmlns:a="http://schemas.openxmlformats.org/drawingml/2006/main" xmlns:r="http://schemas.openxmlformats.org/officeDocument/2006/relationships" xmlns:p="http://schemas.openxmlformats.org/presentationml/2006/main">
  <p:tag name="OTLMARKERSHAPE" val="OTL"/>
</p:tagLst>
</file>

<file path=ppt/tags/tag99.xml><?xml version="1.0" encoding="utf-8"?>
<p:tagLst xmlns:a="http://schemas.openxmlformats.org/drawingml/2006/main" xmlns:r="http://schemas.openxmlformats.org/officeDocument/2006/relationships" xmlns:p="http://schemas.openxmlformats.org/presentationml/2006/main">
  <p:tag name="OTLMARKERSHAPE" val="OTL"/>
</p:tagLst>
</file>

<file path=ppt/tags/tag100.xml><?xml version="1.0" encoding="utf-8"?>
<p:tagLst xmlns:a="http://schemas.openxmlformats.org/drawingml/2006/main" xmlns:r="http://schemas.openxmlformats.org/officeDocument/2006/relationships" xmlns:p="http://schemas.openxmlformats.org/presentationml/2006/main">
  <p:tag name="OTLMARKERSHAPE" val="OTL"/>
</p:tagLst>
</file>

<file path=ppt/tags/tag101.xml><?xml version="1.0" encoding="utf-8"?>
<p:tagLst xmlns:a="http://schemas.openxmlformats.org/drawingml/2006/main" xmlns:r="http://schemas.openxmlformats.org/officeDocument/2006/relationships" xmlns:p="http://schemas.openxmlformats.org/presentationml/2006/main">
  <p:tag name="OTLMARKERSHAPE" val="OTL"/>
</p:tagLst>
</file>

<file path=ppt/tags/tag102.xml><?xml version="1.0" encoding="utf-8"?>
<p:tagLst xmlns:a="http://schemas.openxmlformats.org/drawingml/2006/main" xmlns:r="http://schemas.openxmlformats.org/officeDocument/2006/relationships" xmlns:p="http://schemas.openxmlformats.org/presentationml/2006/main">
  <p:tag name="OTLMARKERSHAPE" val="OTL"/>
</p:tagLst>
</file>

<file path=ppt/tags/tag103.xml><?xml version="1.0" encoding="utf-8"?>
<p:tagLst xmlns:a="http://schemas.openxmlformats.org/drawingml/2006/main" xmlns:r="http://schemas.openxmlformats.org/officeDocument/2006/relationships" xmlns:p="http://schemas.openxmlformats.org/presentationml/2006/main">
  <p:tag name="OTLMARKERSHAPE" val="OTL"/>
</p:tagLst>
</file>

<file path=ppt/tags/tag104.xml><?xml version="1.0" encoding="utf-8"?>
<p:tagLst xmlns:a="http://schemas.openxmlformats.org/drawingml/2006/main" xmlns:r="http://schemas.openxmlformats.org/officeDocument/2006/relationships" xmlns:p="http://schemas.openxmlformats.org/presentationml/2006/main">
  <p:tag name="OTLMARKERSHAPE" val="OTL"/>
</p:tagLst>
</file>

<file path=ppt/tags/tag105.xml><?xml version="1.0" encoding="utf-8"?>
<p:tagLst xmlns:a="http://schemas.openxmlformats.org/drawingml/2006/main" xmlns:r="http://schemas.openxmlformats.org/officeDocument/2006/relationships" xmlns:p="http://schemas.openxmlformats.org/presentationml/2006/main">
  <p:tag name="OTLMARKERSHAPE" val="OTL"/>
</p:tagLst>
</file>

<file path=ppt/tags/tag106.xml><?xml version="1.0" encoding="utf-8"?>
<p:tagLst xmlns:a="http://schemas.openxmlformats.org/drawingml/2006/main" xmlns:r="http://schemas.openxmlformats.org/officeDocument/2006/relationships" xmlns:p="http://schemas.openxmlformats.org/presentationml/2006/main">
  <p:tag name="OTLMARKERSHAPE" val="OTL"/>
</p:tagLst>
</file>

<file path=ppt/tags/tag107.xml><?xml version="1.0" encoding="utf-8"?>
<p:tagLst xmlns:a="http://schemas.openxmlformats.org/drawingml/2006/main" xmlns:r="http://schemas.openxmlformats.org/officeDocument/2006/relationships" xmlns:p="http://schemas.openxmlformats.org/presentationml/2006/main">
  <p:tag name="OTLMARKERSHAPE" val="OTL"/>
</p:tagLst>
</file>

<file path=ppt/tags/tag108.xml><?xml version="1.0" encoding="utf-8"?>
<p:tagLst xmlns:a="http://schemas.openxmlformats.org/drawingml/2006/main" xmlns:r="http://schemas.openxmlformats.org/officeDocument/2006/relationships" xmlns:p="http://schemas.openxmlformats.org/presentationml/2006/main">
  <p:tag name="OTLMARKERSHAPE" val="OTL"/>
</p:tagLst>
</file>

<file path=ppt/tags/tag109.xml><?xml version="1.0" encoding="utf-8"?>
<p:tagLst xmlns:a="http://schemas.openxmlformats.org/drawingml/2006/main" xmlns:r="http://schemas.openxmlformats.org/officeDocument/2006/relationships" xmlns:p="http://schemas.openxmlformats.org/presentationml/2006/main">
  <p:tag name="OTLMARKERSHAPE" val="OTL"/>
</p:tagLst>
</file>

<file path=ppt/tags/tag110.xml><?xml version="1.0" encoding="utf-8"?>
<p:tagLst xmlns:a="http://schemas.openxmlformats.org/drawingml/2006/main" xmlns:r="http://schemas.openxmlformats.org/officeDocument/2006/relationships" xmlns:p="http://schemas.openxmlformats.org/presentationml/2006/main">
  <p:tag name="OTLMARKERSHAPE" val="OTL"/>
</p:tagLst>
</file>

<file path=ppt/tags/tag111.xml><?xml version="1.0" encoding="utf-8"?>
<p:tagLst xmlns:a="http://schemas.openxmlformats.org/drawingml/2006/main" xmlns:r="http://schemas.openxmlformats.org/officeDocument/2006/relationships" xmlns:p="http://schemas.openxmlformats.org/presentationml/2006/main">
  <p:tag name="OTLMARKERSHAPE" val="OTL"/>
</p:tagLst>
</file>

<file path=ppt/tags/tag112.xml><?xml version="1.0" encoding="utf-8"?>
<p:tagLst xmlns:a="http://schemas.openxmlformats.org/drawingml/2006/main" xmlns:r="http://schemas.openxmlformats.org/officeDocument/2006/relationships" xmlns:p="http://schemas.openxmlformats.org/presentationml/2006/main">
  <p:tag name="OTLMARKERSHAPE" val="OTL"/>
</p:tagLst>
</file>

<file path=ppt/tags/tag113.xml><?xml version="1.0" encoding="utf-8"?>
<p:tagLst xmlns:a="http://schemas.openxmlformats.org/drawingml/2006/main" xmlns:r="http://schemas.openxmlformats.org/officeDocument/2006/relationships" xmlns:p="http://schemas.openxmlformats.org/presentationml/2006/main">
  <p:tag name="OTLMARKERSHAPE" val="OTL"/>
</p:tagLst>
</file>

<file path=ppt/tags/tag114.xml><?xml version="1.0" encoding="utf-8"?>
<p:tagLst xmlns:a="http://schemas.openxmlformats.org/drawingml/2006/main" xmlns:r="http://schemas.openxmlformats.org/officeDocument/2006/relationships" xmlns:p="http://schemas.openxmlformats.org/presentationml/2006/main">
  <p:tag name="OTLMARKERSHAPE" val="OTL"/>
</p:tagLst>
</file>

<file path=ppt/tags/tag115.xml><?xml version="1.0" encoding="utf-8"?>
<p:tagLst xmlns:a="http://schemas.openxmlformats.org/drawingml/2006/main" xmlns:r="http://schemas.openxmlformats.org/officeDocument/2006/relationships" xmlns:p="http://schemas.openxmlformats.org/presentationml/2006/main">
  <p:tag name="OTLMARKERSHAPE" val="OTL"/>
</p:tagLst>
</file>

<file path=ppt/tags/tag116.xml><?xml version="1.0" encoding="utf-8"?>
<p:tagLst xmlns:a="http://schemas.openxmlformats.org/drawingml/2006/main" xmlns:r="http://schemas.openxmlformats.org/officeDocument/2006/relationships" xmlns:p="http://schemas.openxmlformats.org/presentationml/2006/main">
  <p:tag name="OTLMARKERSHAPE" val="OTL"/>
</p:tagLst>
</file>

<file path=ppt/tags/tag117.xml><?xml version="1.0" encoding="utf-8"?>
<p:tagLst xmlns:a="http://schemas.openxmlformats.org/drawingml/2006/main" xmlns:r="http://schemas.openxmlformats.org/officeDocument/2006/relationships" xmlns:p="http://schemas.openxmlformats.org/presentationml/2006/main">
  <p:tag name="OTLMARKERSHAPE" val="OTL"/>
</p:tagLst>
</file>

<file path=ppt/tags/tag118.xml><?xml version="1.0" encoding="utf-8"?>
<p:tagLst xmlns:a="http://schemas.openxmlformats.org/drawingml/2006/main" xmlns:r="http://schemas.openxmlformats.org/officeDocument/2006/relationships" xmlns:p="http://schemas.openxmlformats.org/presentationml/2006/main">
  <p:tag name="OTLMARKERSHAPE" val="OTL"/>
</p:tagLst>
</file>

<file path=ppt/tags/tag119.xml><?xml version="1.0" encoding="utf-8"?>
<p:tagLst xmlns:a="http://schemas.openxmlformats.org/drawingml/2006/main" xmlns:r="http://schemas.openxmlformats.org/officeDocument/2006/relationships" xmlns:p="http://schemas.openxmlformats.org/presentationml/2006/main">
  <p:tag name="OTLMARKERSHAPE" val="OTL"/>
</p:tagLst>
</file>

<file path=ppt/tags/tag120.xml><?xml version="1.0" encoding="utf-8"?>
<p:tagLst xmlns:a="http://schemas.openxmlformats.org/drawingml/2006/main" xmlns:r="http://schemas.openxmlformats.org/officeDocument/2006/relationships" xmlns:p="http://schemas.openxmlformats.org/presentationml/2006/main">
  <p:tag name="OTLMARKERSHAPE" val="OTL"/>
</p:tagLst>
</file>

<file path=ppt/tags/tag121.xml><?xml version="1.0" encoding="utf-8"?>
<p:tagLst xmlns:a="http://schemas.openxmlformats.org/drawingml/2006/main" xmlns:r="http://schemas.openxmlformats.org/officeDocument/2006/relationships" xmlns:p="http://schemas.openxmlformats.org/presentationml/2006/main">
  <p:tag name="OTLMARKERSHAPE" val="OTL"/>
</p:tagLst>
</file>

<file path=ppt/tags/tag122.xml><?xml version="1.0" encoding="utf-8"?>
<p:tagLst xmlns:a="http://schemas.openxmlformats.org/drawingml/2006/main" xmlns:r="http://schemas.openxmlformats.org/officeDocument/2006/relationships" xmlns:p="http://schemas.openxmlformats.org/presentationml/2006/main">
  <p:tag name="OTLMARKERSHAPE" val="OTL"/>
</p:tagLst>
</file>

<file path=ppt/tags/tag123.xml><?xml version="1.0" encoding="utf-8"?>
<p:tagLst xmlns:a="http://schemas.openxmlformats.org/drawingml/2006/main" xmlns:r="http://schemas.openxmlformats.org/officeDocument/2006/relationships" xmlns:p="http://schemas.openxmlformats.org/presentationml/2006/main">
  <p:tag name="OTLMARKERSHAPE" val="OTL"/>
</p:tagLst>
</file>

<file path=ppt/tags/tag124.xml><?xml version="1.0" encoding="utf-8"?>
<p:tagLst xmlns:a="http://schemas.openxmlformats.org/drawingml/2006/main" xmlns:r="http://schemas.openxmlformats.org/officeDocument/2006/relationships" xmlns:p="http://schemas.openxmlformats.org/presentationml/2006/main">
  <p:tag name="OTLMARKERSHAPE" val="OTL"/>
</p:tagLst>
</file>

<file path=ppt/tags/tag125.xml><?xml version="1.0" encoding="utf-8"?>
<p:tagLst xmlns:a="http://schemas.openxmlformats.org/drawingml/2006/main" xmlns:r="http://schemas.openxmlformats.org/officeDocument/2006/relationships" xmlns:p="http://schemas.openxmlformats.org/presentationml/2006/main">
  <p:tag name="OTLMARKERSHAPE" val="OTL"/>
</p:tagLst>
</file>

<file path=ppt/tags/tag126.xml><?xml version="1.0" encoding="utf-8"?>
<p:tagLst xmlns:a="http://schemas.openxmlformats.org/drawingml/2006/main" xmlns:r="http://schemas.openxmlformats.org/officeDocument/2006/relationships" xmlns:p="http://schemas.openxmlformats.org/presentationml/2006/main">
  <p:tag name="OTLMARKERSHAPE" val="OTL"/>
</p:tagLst>
</file>

<file path=ppt/tags/tag127.xml><?xml version="1.0" encoding="utf-8"?>
<p:tagLst xmlns:a="http://schemas.openxmlformats.org/drawingml/2006/main" xmlns:r="http://schemas.openxmlformats.org/officeDocument/2006/relationships" xmlns:p="http://schemas.openxmlformats.org/presentationml/2006/main">
  <p:tag name="OTLMARKERSHAPE" val="OTL"/>
</p:tagLst>
</file>

<file path=ppt/tags/tag128.xml><?xml version="1.0" encoding="utf-8"?>
<p:tagLst xmlns:a="http://schemas.openxmlformats.org/drawingml/2006/main" xmlns:r="http://schemas.openxmlformats.org/officeDocument/2006/relationships" xmlns:p="http://schemas.openxmlformats.org/presentationml/2006/main">
  <p:tag name="OTLMARKERSHAPE" val="OTL"/>
</p:tagLst>
</file>

<file path=ppt/tags/tag129.xml><?xml version="1.0" encoding="utf-8"?>
<p:tagLst xmlns:a="http://schemas.openxmlformats.org/drawingml/2006/main" xmlns:r="http://schemas.openxmlformats.org/officeDocument/2006/relationships" xmlns:p="http://schemas.openxmlformats.org/presentationml/2006/main">
  <p:tag name="OTLMARKERSHAPE" val="OTL"/>
</p:tagLst>
</file>

<file path=ppt/tags/tag130.xml><?xml version="1.0" encoding="utf-8"?>
<p:tagLst xmlns:a="http://schemas.openxmlformats.org/drawingml/2006/main" xmlns:r="http://schemas.openxmlformats.org/officeDocument/2006/relationships" xmlns:p="http://schemas.openxmlformats.org/presentationml/2006/main">
  <p:tag name="OTLMARKERSHAPE" val="OTL"/>
</p:tagLst>
</file>

<file path=ppt/tags/tag131.xml><?xml version="1.0" encoding="utf-8"?>
<p:tagLst xmlns:a="http://schemas.openxmlformats.org/drawingml/2006/main" xmlns:r="http://schemas.openxmlformats.org/officeDocument/2006/relationships" xmlns:p="http://schemas.openxmlformats.org/presentationml/2006/main">
  <p:tag name="OTLMARKERSHAPE" val="OTL"/>
</p:tagLst>
</file>

<file path=ppt/tags/tag132.xml><?xml version="1.0" encoding="utf-8"?>
<p:tagLst xmlns:a="http://schemas.openxmlformats.org/drawingml/2006/main" xmlns:r="http://schemas.openxmlformats.org/officeDocument/2006/relationships" xmlns:p="http://schemas.openxmlformats.org/presentationml/2006/main">
  <p:tag name="OTLMARKERSHAPE" val="OTL"/>
</p:tagLst>
</file>

<file path=ppt/tags/tag133.xml><?xml version="1.0" encoding="utf-8"?>
<p:tagLst xmlns:a="http://schemas.openxmlformats.org/drawingml/2006/main" xmlns:r="http://schemas.openxmlformats.org/officeDocument/2006/relationships" xmlns:p="http://schemas.openxmlformats.org/presentationml/2006/main">
  <p:tag name="OTLMARKERSHAPE" val="OTL"/>
</p:tagLst>
</file>

<file path=ppt/tags/tag134.xml><?xml version="1.0" encoding="utf-8"?>
<p:tagLst xmlns:a="http://schemas.openxmlformats.org/drawingml/2006/main" xmlns:r="http://schemas.openxmlformats.org/officeDocument/2006/relationships" xmlns:p="http://schemas.openxmlformats.org/presentationml/2006/main">
  <p:tag name="OTLMARKERSHAPE" val="OTL"/>
</p:tagLst>
</file>

<file path=ppt/tags/tag135.xml><?xml version="1.0" encoding="utf-8"?>
<p:tagLst xmlns:a="http://schemas.openxmlformats.org/drawingml/2006/main" xmlns:r="http://schemas.openxmlformats.org/officeDocument/2006/relationships" xmlns:p="http://schemas.openxmlformats.org/presentationml/2006/main">
  <p:tag name="OTLMARKERSHAPE" val="OTL"/>
</p:tagLst>
</file>

<file path=ppt/tags/tag136.xml><?xml version="1.0" encoding="utf-8"?>
<p:tagLst xmlns:a="http://schemas.openxmlformats.org/drawingml/2006/main" xmlns:r="http://schemas.openxmlformats.org/officeDocument/2006/relationships" xmlns:p="http://schemas.openxmlformats.org/presentationml/2006/main">
  <p:tag name="OTLMARKERSHAPE" val="OTL"/>
</p:tagLst>
</file>

<file path=ppt/tags/tag137.xml><?xml version="1.0" encoding="utf-8"?>
<p:tagLst xmlns:a="http://schemas.openxmlformats.org/drawingml/2006/main" xmlns:r="http://schemas.openxmlformats.org/officeDocument/2006/relationships" xmlns:p="http://schemas.openxmlformats.org/presentationml/2006/main">
  <p:tag name="__PART_0" val="eyIkaWQiOiIxIiwiX3N3aW1sYW5lc1YyIjpbeyIkaWQiOiIyIiwiX2FjdGl2aXRpZXMiOlt7IiRpZCI6IjMiLCJfcm93cyI6W3siJGlkIjoiNCIsIl90YXNrcyI6W3siJGlkIjoiNSIsIl9hdHRhY2hlZE1pbGVzdG9uZXMiOltdLCJUYXNrRGVmaW5pdGlvbiI6eyIkaWQiOiI2IiwiR3JvdXBOYW1lIjpudWxsLCJTdGFydERhdGUiOiIyMDI2LTA0LTIwVDIzOjU5OjAwWiIsIkVuZERhdGUiOiIyMDI3LTA3LTIyVDIzOjU5OjAwWiIsIlBlcmNlbnRhZ2VDb21wbGV0ZSI6bnVsbCwiU3R5bGUiOnsiJGlkIjoiNyIsIlNoYXBlIjoxLCJTaGFwZVRoaWNrbmVzcyI6MywiRHVyYXRpb25Gb3JtYXQiOjAsIkluY2x1ZGVOb25Xb3JraW5nRGF5c0luRHVyYXRpb24iOmZhbHNlLCJQZXJjZW50YWdlQ29tcGxldGVTdHlsZSI6eyIkaWQiOiI4IiwiRm9udFNldHRpbmdzIjp7IiRpZCI6IjkiLCJGb250U2l6ZSI6MTAsIkZvbnROYW1lIjoiQ2FsaWJyaSIsIklzQm9sZCI6ZmFsc2UsIklzSXRhbGljIjpmYWxzZSwiSXNVbmRlcmxpbmVkIjpmYWxzZSwiUGFyZW50U3R5bGUiOm51bGx9LCJBdXRvU2l6ZSI6MCwiRm9yZWdyb3VuZCI6eyIkaWQiOiIxMCIsIkNvbG9yIjp7IiRpZCI6IjEx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TIiLCJUb3AiOjAuMCwiTGVmdCI6MC4wLCJSaWdodCI6MC4wLCJCb3R0b20iOjAuMH0sIlBhZGRpbmciOnsiJGlkIjoiMTMiLCJUb3AiOjAuMCwiTGVmdCI6MC4wLCJSaWdodCI6MC4wLCJCb3R0b20iOjAuMH0sIkJhY2tncm91bmQiOnsiJGlkIjoiMTQiLCJDb2xvciI6eyIkaWQiOiIxNSIsIkEiOjg5LCJSIjowLCJHIjowLCJCIjowfX0sIklzVmlzaWJsZSI6dHJ1ZSwiV2lkdGgiOjAuMCwiSGVpZ2h0IjowLjAsIkJvcmRlclN0eWxlIjp7IiRpZCI6IjE2IiwiTGluZUNvbG9yIjpudWxsLCJMaW5lV2VpZ2h0IjowLjAsIkxpbmVUeXBlIjowLCJQYXJlbnRTdHlsZSI6bnVsbH0sIlBhcmVudFN0eWxlIjpudWxsfSwiRHVyYXRpb25TdHlsZSI6eyIkaWQiOiIxNyIsIkZvbnRTZXR0aW5ncyI6eyIkaWQiOiIxOCIsIkZvbnRTaXplIjoxMCwiRm9udE5hbWUiOiJDYWxpYnJpIiwiSXNCb2xkIjpmYWxzZSwiSXNJdGFsaWMiOmZhbHNlLCJJc1VuZGVybGluZWQiOmZhbHNlLCJQYXJlbnRTdHlsZSI6bnVsbH0sIkF1dG9TaXplIjowLCJGb3JlZ3JvdW5kIjp7IiRpZCI6IjE5IiwiQ29sb3IiOnsiJGlkIjoiMjA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yMSIsIlRvcCI6MC4wLCJMZWZ0IjowLjAsIlJpZ2h0IjowLjAsIkJvdHRvbSI6MC4wfSwiUGFkZGluZyI6eyIkaWQiOiIyMiIsIlRvcCI6MC4wLCJMZWZ0IjowLjAsIlJpZ2h0IjowLjAsIkJvdHRvbSI6MC4wfSwiQmFja2dyb3VuZCI6eyIkaWQiOiIyMyIsIkNvbG9yIjp7IiRpZCI6IjI0IiwiQSI6MCwiUiI6MCwiRyI6MCwiQiI6MH19LCJJc1Zpc2libGUiOnRydWUsIldpZHRoIjowLjAsIkhlaWdodCI6MC4wLCJCb3JkZXJTdHlsZSI6eyIkaWQiOiIyNSIsIkxpbmVDb2xvciI6bnVsbCwiTGluZVdlaWdodCI6MC4wLCJMaW5lVHlwZSI6MCwiUGFyZW50U3R5bGUiOm51bGx9LCJQYXJlbnRTdHlsZSI6bnVsbH0sIkhvcml6b250YWxDb25uZWN0b3JTdHlsZSI6eyIkaWQiOiIyNiIsIkxpbmVDb2xvciI6eyIkaWQiOiIyNyIsIiR0eXBlIjoiTkxSRS5Db21tb24uRG9tLlNvbGlkQ29sb3JCcnVzaCwgTkxSRS5Db21tb24iLCJDb2xvciI6eyIkaWQiOiIyOCIsIkEiOjI1NSwiUiI6MjA0LCJHIjoyMDQsIkIiOjIwNH19LCJMaW5lV2VpZ2h0IjoxLjAsIkxpbmVUeXBlIjowLCJQYXJlbnRTdHlsZSI6bnVsbH0sIlZlcnRpY2FsQ29ubmVjdG9yU3R5bGUiOnsiJGlkIjoiMjkiLCJMaW5lQ29sb3IiOnsiJGlkIjoiMzAiLCIkdHlwZSI6Ik5MUkUuQ29tbW9uLkRvbS5Tb2xpZENvbG9yQnJ1c2gsIE5MUkUuQ29tbW9uIiwiQ29sb3IiOnsiJGlkIjoiMzEiLCJBIjoyNTUsIlIiOjIwNCwiRyI6MjA0LCJCIjoyMDR9fSwiTGluZVdlaWdodCI6MC4wLCJMaW5lVHlwZSI6MCwiUGFyZW50U3R5bGUiOm51bGx9LCJNYXJnaW4iOm51bGwsIlN0YXJ0RGF0ZVBvc2l0aW9uIjozLCJFbmREYXRlUG9zaXRpb24iOjMsIkRhdGVJc1Zpc2libGUiOnRydWUsIlRpdGxlUG9zaXRpb24iOjQsIkR1cmF0aW9uUG9zaXRpb24iOjYsIlBlcmNlbnRhZ2VDb21wbGV0ZWRQb3NpdGlvbiI6NiwiU3BhY2luZyI6NSwiSXNCZWxvd1RpbWViYW5kIjpmYWxzZSwiUGVyY2VudGFnZUNvbXBsZXRlU2hhcGVPcGFjaXR5IjozNSwiU2hhcGVTdHlsZSI6eyIkaWQiOiIzMiIsIk1hcmdpbiI6eyIkaWQiOiIzMyIsIlRvcCI6MC4wLCJMZWZ0Ijo0LjAsIlJpZ2h0Ijo0LjAsIkJvdHRvbSI6MC4wfSwiUGFkZGluZyI6eyIkaWQiOiIzNCIsIlRvcCI6MC4wLCJMZWZ0IjowLjAsIlJpZ2h0IjowLjAsIkJvdHRvbSI6MC4wfSwiQmFja2dyb3VuZCI6eyIkaWQiOiIzNSIsIkNvbG9yIjp7IiRpZCI6IjM2IiwiQSI6MjU1LCJSIjo4LCJHIjo0OSwiQiI6NDJ9fSwiSXNWaXNpYmxlIjp0cnVlLCJXaWR0aCI6MzE2LjIyOTYxNDI1NzgxMjUsIkhlaWdodCI6MTAuMzE1NTkwODU4NDU5NDczLCJCb3JkZXJTdHlsZSI6eyIkaWQiOiIzNyIsIkxpbmVDb2xvciI6eyIkaWQiOiIzOCIsIiR0eXBlIjoiTkxSRS5Db21tb24uRG9tLlNvbGlkQ29sb3JCcnVzaCwgTkxSRS5Db21tb24iLCJDb2xvciI6eyIkaWQiOiIzOSIsIkEiOjI1NSwiUiI6MjU1LCJHIjowLCJCIjowfX0sIkxpbmVXZWlnaHQiOjAuMCwiTGluZVR5cGUiOjAsIlBhcmVudFN0eWxlIjpudWxsfSwiUGFyZW50U3R5bGUiOm51bGx9LCJUaXRsZVN0eWxlIjp7IiRpZCI6IjQwIiwiRm9udFNldHRpbmdzIjp7IiRpZCI6IjQxIiwiRm9udFNpemUiOjExLCJGb250TmFtZSI6IkNhbGlicmkiLCJJc0JvbGQiOnRydWUsIklzSXRhbGljIjpmYWxzZSwiSXNVbmRlcmxpbmVkIjpmYWxzZSwiUGFyZW50U3R5bGUiOm51bGx9LCJBdXRvU2l6ZSI6MiwiRm9yZWdyb3VuZCI6eyIkaWQiOiI0MiIsIkNvbG9yIjp7IiRpZCI6IjQzIiwiQSI6MjU1LCJSIjowLCJHIjowLCJCIjowfX0sIk1heFdpZHRoIjo5Mi4wLCJNYXhIZWlnaHQiOiJJbmZpbml0eSIsIlNtYXJ0Rm9yZWdyb3VuZElzQWN0aXZlIjpmYWxzZSwiSG9yaXpvbnRhbEFsaWdubWVudCI6MCwiVmVydGljYWxBbGlnbm1lbnQiOjAsIlNtYXJ0Rm9yZWdyb3VuZCI6bnVsbCwiQmFja2dyb3VuZEZpbGxUeXBlIjowLCJNYXJnaW4iOnsiJGlkIjoiNDQiLCJUb3AiOjAuMCwiTGVmdCI6MC4wLCJSaWdodCI6MC4wLCJCb3R0b20iOjAuMH0sIlBhZGRpbmciOnsiJGlkIjoiNDUiLCJUb3AiOjAuMCwiTGVmdCI6MC4wLCJSaWdodCI6MC4wLCJCb3R0b20iOjAuMH0sIkJhY2tncm91bmQiOnsiJGlkIjoiNDYiLCJDb2xvciI6eyIkaWQiOiI0NyIsIkEiOjAsIlIiOjAsIkciOjAsIkIiOjB9fSwiSXNWaXNpYmxlIjp0cnVlLCJXaWR0aCI6MC4wLCJIZWlnaHQiOjAuMCwiQm9yZGVyU3R5bGUiOnsiJGlkIjoiNDgiLCJMaW5lQ29sb3IiOm51bGwsIkxpbmVXZWlnaHQiOjAuMCwiTGluZVR5cGUiOjAsIlBhcmVudFN0eWxlIjpudWxsfSwiUGFyZW50U3R5bGUiOm51bGx9LCJEYXRlU3R5bGUiOnsiJGlkIjoiNDkiLCJGb250U2V0dGluZ3MiOnsiJGlkIjoiNTAiLCJGb250U2l6ZSI6MTAsIkZvbnROYW1lIjoiQ2FsaWJyaSIsIklzQm9sZCI6dHJ1ZSwiSXNJdGFsaWMiOmZhbHNlLCJJc1VuZGVybGluZWQiOmZhbHNlLCJQYXJlbnRTdHlsZSI6bnVsbH0sIkF1dG9TaXplIjowLCJGb3JlZ3JvdW5kIjp7IiRpZCI6IjUxIiwiQ29sb3IiOnsiJGlkIjoiNTIiLCJBIjoyNTUsIlIiOjEyNywiRyI6MTI3LCJCIjoxMjd9fSwiTWF4V2lkdGgiOjIwMC4wLCJNYXhIZWlnaHQiOiJJbmZpbml0eSIsIlNtYXJ0Rm9yZWdyb3VuZElzQWN0aXZlIjpmYWxzZSwiSG9yaXpvbnRhbEFsaWdubWVudCI6MCwiVmVydGljYWxBbGlnbm1lbnQiOjAsIlNtYXJ0Rm9yZWdyb3VuZCI6bnVsbCwiQmFja2dyb3VuZEZpbGxUeXBlIjowLCJNYXJnaW4iOnsiJGlkIjoiNTMiLCJUb3AiOjAuMCwiTGVmdCI6MC4wLCJSaWdodCI6MC4wLCJCb3R0b20iOjAuMH0sIlBhZGRpbmciOnsiJGlkIjoiNTQiLCJUb3AiOjAuMCwiTGVmdCI6MC4wLCJSaWdodCI6MC4wLCJCb3R0b20iOjAuMH0sIkJhY2tncm91bmQiOnsiJGlkIjoiNTUiLCJDb2xvciI6eyIkaWQiOiI1NiIsIkEiOjAsIlIiOjAsIkciOjAsIkIiOjB9fSwiSXNWaXNpYmxlIjp0cnVlLCJXaWR0aCI6MC4wLCJIZWlnaHQiOjAuMCwiQm9yZGVyU3R5bGUiOnsiJGlkIjoiNTciLCJMaW5lQ29sb3IiOm51bGwsIkxpbmVXZWlnaHQiOjAuMCwiTGluZVR5cGUiOjAsIlBhcmVudFN0eWxlIjpudWxsfSwiUGFyZW50U3R5bGUiOm51bGx9LCJEYXRlRm9ybWF0Ijp7IiRpZCI6IjU4IiwiRm9ybWF0U3RyaW5nIjoiTS9kL3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1OSIsIkZvcm1hdCI6MCwiSXNWaXNpYmxlIjpmYWxzZSwiTGFzdEtub3duVmlzaWJpbGl0eVN0YXRlIjpmYWxzZX0sIklzVmlzaWJsZSI6dHJ1ZSwiUGFyZW50U3R5bGUiOm51bGx9LCJJbmRleCI6MCwiU21hcnREdXJhdGlvbkFjdGl2YXRlZCI6ZmFsc2UsIkRhdGVGb3JtYXQiOnsiJHJlZiI6IjU4In0sIldlZWtOdW1iZXJpbmciOnsiJGlkIjoiNjAiLCJGb3JtYXQiOjAsIklzVmlzaWJsZSI6ZmFsc2UsIkxhc3RLbm93blZpc2liaWxpdHlTdGF0ZSI6ZmFsc2V9LCJJZCI6IjFkYmFlMmFiLWQ3OTEtNDIxZS04Mjg3LTIyYTUxOTNlOGQ0OCIsIkltcG9ydElkIjpudWxsLCJUaXRsZSI6IkxTUyIsIk5vdGUiOm51bGwsIkh5cGVybGluayI6eyIkaWQiOiI2MSIsIkFkZHJlc3MiOm51bGwsIlN1YkFkZHJlc3MiOm51bGx9LCJJc0NoYW5nZWQiOmZhbHNlLCJJc05ldyI6ZmFsc2V9fV0sIl9taWxlc3RvbmVzIjpbXSwiSWQiOiIwMDAwMDAwMC0wMDAwLTAwMDAtMDAwMC0wMDAwMDAwMDAwMDAiLCJJc1NpbmdsZUl0ZW1Sb3ciOnRydWV9LHsiJGlkIjoiNjIiLCJfdGFza3MiOltdLCJfbWlsZXN0b25lcyI6W3siJGlkIjoiNjMiLCJJZCI6ImIwN2NhYjMyLTJmN2MtNDQ5Zi05ZTUxLTkzMWQ2ZmE3NmQ0NyIsIkluZGV4IjoxLCJHcm91cElkIjpudWxsLCJUaXRsZSI6IjFzdCBTSVYgIiwiRGF0ZVRpbWUiOiIyMDI2LTA0LTA3VDIzOjU5OjAwWiIsIlBlcmNlbnRhZ2VDb21wbGV0ZSI6bnVsbCwiTm90ZSI6bnVsbCwiU3R5bGUiOnsiJGlkIjoiNjQiLCJUaXRsZVBvc2l0aW9uIjoiTGVmdCIsIkRhdGVQb3NpdGlvbiI6IkxlZnQiLCJTaGFwZVR5cGUiOjIsIlNoYXBlU2l6ZSI6MSwiU2hhcGVTdHlsZSI6eyIkaWQiOiI2NSIsIk1hcmdpbiI6eyIkaWQiOiI2NiIsIlRvcCI6MC4wLCJMZWZ0IjowLjAsIlJpZ2h0IjowLjAsIkJvdHRvbSI6MC4wfSwiUGFkZGluZyI6eyIkaWQiOiI2NyIsIlRvcCI6MC4wLCJMZWZ0IjowLjAsIlJpZ2h0IjowLjAsIkJvdHRvbSI6MC4wfSwiQmFja2dyb3VuZCI6eyIkaWQiOiI2OCIsIkNvbG9yIjp7IiRpZCI6IjY5IiwiQSI6MjU1LCJSIjo4LCJHIjo0OSwiQiI6NDJ9fSwiSXNWaXNpYmxlIjp0cnVlLCJXaWR0aCI6MTMuMCwiSGVpZ2h0IjoxMy4wLCJCb3JkZXJTdHlsZSI6eyIkaWQiOiI3MCIsIkxpbmVDb2xvciI6eyIkaWQiOiI3MSIsIiR0eXBlIjoiTkxSRS5Db21tb24uRG9tLlNvbGlkQ29sb3JCcnVzaCwgTkxSRS5Db21tb24iLCJDb2xvciI6eyIkaWQiOiI3MiIsIkEiOjI1NSwiUiI6MjU1LCJHIjowLCJCIjowfX0sIkxpbmVXZWlnaHQiOjAuMCwiTGluZVR5cGUiOjAsIlBhcmVudFN0eWxlIjpudWxsfSwiUGFyZW50U3R5bGUiOm51bGx9LCJUaXRsZVN0eWxlIjp7IiRpZCI6IjczIiwiRm9udFNldHRpbmdzIjp7IiRpZCI6Ijc0IiwiRm9udFNpemUiOjExLCJGb250TmFtZSI6IkNhbGlicmkiLCJJc0JvbGQiOnRydWUsIklzSXRhbGljIjpmYWxzZSwiSXNVbmRlcmxpbmVkIjpmYWxzZSwiUGFyZW50U3R5bGUiOm51bGx9LCJBdXRvU2l6ZSI6MCwiRm9yZWdyb3VuZCI6eyIkaWQiOiI3NSIsIkNvbG9yIjp7IiRpZCI6Ijc2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c3IiwiVG9wIjowLjAsIkxlZnQiOjAuMCwiUmlnaHQiOjAuMCwiQm90dG9tIjowLjB9LCJQYWRkaW5nIjp7IiRpZCI6Ijc4IiwiVG9wIjowLjAsIkxlZnQiOjAuMCwiUmlnaHQiOjAuMCwiQm90dG9tIjowLjB9LCJCYWNrZ3JvdW5kIjp7IiRpZCI6Ijc5IiwiQ29sb3IiOnsiJGlkIjoiODAiLCJBIjowLCJSIjowLCJHIjowLCJCIjowfX0sIklzVmlzaWJsZSI6dHJ1ZSwiV2lkdGgiOjAuMCwiSGVpZ2h0IjowLjAsIkJvcmRlclN0eWxlIjp7IiRpZCI6IjgxIiwiTGluZUNvbG9yIjpudWxsLCJMaW5lV2VpZ2h0IjowLjAsIkxpbmVUeXBlIjowLCJQYXJlbnRTdHlsZSI6bnVsbH0sIlBhcmVudFN0eWxlIjpudWxsfSwiRGF0ZVN0eWxlIjp7IiRpZCI6IjgyIiwiRm9udFNldHRpbmdzIjp7IiRpZCI6IjgzIiwiRm9udFNpemUiOjEwLCJGb250TmFtZSI6IkNhbGlicmkiLCJJc0JvbGQiOnRydWUsIklzSXRhbGljIjpmYWxzZSwiSXNVbmRlcmxpbmVkIjpmYWxzZSwiUGFyZW50U3R5bGUiOm51bGx9LCJBdXRvU2l6ZSI6MCwiRm9yZWdyb3VuZCI6eyIkaWQiOiI4NCIsIkNvbG9yIjp7IiRpZCI6Ijg1IiwiQSI6MjU1LCJSIjoxMjcsIkciOjEyNywiQiI6MTI3fX0sIk1heFdpZHRoIjoyMDAuMCwiTWF4SGVpZ2h0IjoiSW5maW5pdHkiLCJTbWFydEZvcmVncm91bmRJc0FjdGl2ZSI6ZmFsc2UsIkhvcml6b250YWxBbGlnbm1lbnQiOjIsIlZlcnRpY2FsQWxpZ25tZW50IjowLCJTbWFydEZvcmVncm91bmQiOm51bGwsIkJhY2tncm91bmRGaWxsVHlwZSI6MCwiTWFyZ2luIjp7IiRpZCI6Ijg2IiwiVG9wIjowLjAsIkxlZnQiOjAuMCwiUmlnaHQiOjAuMCwiQm90dG9tIjowLjB9LCJQYWRkaW5nIjp7IiRpZCI6Ijg3IiwiVG9wIjowLjAsIkxlZnQiOjAuMCwiUmlnaHQiOjAuMCwiQm90dG9tIjowLjB9LCJCYWNrZ3JvdW5kIjp7IiRpZCI6Ijg4IiwiQ29sb3IiOnsiJGlkIjoiODkiLCJBIjowLCJSIjowLCJHIjowLCJCIjowfX0sIklzVmlzaWJsZSI6dHJ1ZSwiV2lkdGgiOjAuMCwiSGVpZ2h0IjowLjAsIkJvcmRlclN0eWxlIjp7IiRpZCI6IjkwIiwiTGluZUNvbG9yIjpudWxsLCJMaW5lV2VpZ2h0IjowLjAsIkxpbmVUeXBlIjowLCJQYXJlbnRTdHlsZSI6bnVsbH0sIlBhcmVudFN0eWxlIjpudWxsfSwiRGF0ZUZvcm1hdCI6eyIkaWQiOiI5MSIsIkZvcm1hdFN0cmluZyI6Ik0vZC95eSIsIlNlcGFyYXRvciI6Ii8iLCJVc2VJbnRlcm5hdGlvbmFsRGF0ZUZvcm1hdCI6ZmFsc2UsIkRhdGVJc1Zpc2libGUiOnRydWUsIlRpbWVJc1Zpc2libGUiOmZhbHNlLCJIb3VyRGlnaXRzIjoxLCJBbVBtRGVzaWduYXRvciI6MiwiVHJpbTAwTWludXRlcyI6ZmFsc2UsIkxhc3RLbm93blZpc2liaWxpdHlTdGF0ZSI6eyIkaWQiOiI5MiIsIkRhdGVQYXJ0SXNWaXNpYmxlIjp0cnVlLCJUaW1lUGFydElzVmlzaWJsZSI6ZmFsc2V9fSwiV2Vla051bWJlcmluZyI6eyIkaWQiOiI5MyIsIkZvcm1hdCI6MCwiSXNWaXNpYmxlIjpmYWxzZSwiTGFzdEtub3duVmlzaWJpbGl0eVN0YXRlIjpmYWxzZX0sIklzVmlzaWJsZSI6ZmFsc2UsIlBhcmVudFN0eWxlIjpudWxsfSwiSHlwZXJsaW5rIjpudWxsLCJJbXBvcnRJZCI6bnVsbH1dLCJJZCI6IjAwMDAwMDAwLTAwMDAtMDAwMC0wMDAwLTAwMDAwMDAwMDAwMCIsIklzU2luZ2xlSXRlbVJvdyI6dHJ1ZX0seyIkaWQiOiI5NCIsIl90YXNrcyI6W10sIl9taWxlc3RvbmVzIjpbeyIkaWQiOiI5NSIsIklkIjoiYzVjMWJhZTMtOWNmNi00MmQ0LTljZGItMTg4ODFmNjVjZDRhIiwiSW5kZXgiOjMsIkdyb3VwSWQiOm51bGwsIlRpdGxlIjoiS2V5IFJlc3VsdHMiLCJEYXRlVGltZSI6IjIwMjktMDEtMjFUMjM6NTk6MDBaIiwiUGVyY2VudGFnZUNvbXBsZXRlIjpudWxsLCJOb3RlIjpudWxsLCJTdHlsZSI6eyIkaWQiOiI5NiIsIlRpdGxlUG9zaXRpb24iOiJMZWZ0IiwiRGF0ZVBvc2l0aW9uIjoiTGVmdCIsIlNoYXBlVHlwZSI6MiwiU2hhcGVTaXplIjoxLCJTaGFwZVN0eWxlIjp7IiRpZCI6Ijk3IiwiTWFyZ2luIjp7IiRyZWYiOiI2NiJ9LCJQYWRkaW5nIjp7IiRyZWYiOiI2NyJ9LCJCYWNrZ3JvdW5kIjp7IiRpZCI6Ijk4IiwiQ29sb3IiOnsiJGlkIjoiOTkiLCJBIjoyNTUsIlIiOjgsIkciOjQ5LCJCIjo0Mn19LCJJc1Zpc2libGUiOnRydWUsIldpZHRoIjoxMy4wLCJIZWlnaHQiOjEzLjAsIkJvcmRlclN0eWxlIjp7IiRpZCI6IjEwMCIsIkxpbmVDb2xvciI6eyIkcmVmIjoiNzEifSwiTGluZVdlaWdodCI6MC4wLCJMaW5lVHlwZSI6MCwiUGFyZW50U3R5bGUiOm51bGx9LCJQYXJlbnRTdHlsZSI6bnVsbH0sIlRpdGxlU3R5bGUiOnsiJGlkIjoiMTAxIiwiRm9udFNldHRpbmdzIjp7IiRpZCI6IjEwMiIsIkZvbnRTaXplIjoxMSwiRm9udE5hbWUiOiJDYWxpYnJpIiwiSXNCb2xkIjp0cnVlLCJJc0l0YWxpYyI6ZmFsc2UsIklzVW5kZXJsaW5lZCI6ZmFsc2UsIlBhcmVudFN0eWxlIjpudWxsfSwiQXV0b1NpemUiOjIsIkZvcmVncm91bmQiOnsiJGlkIjoiMTAzIiwiQ29sb3IiOnsiJGlkIjoiMTA0IiwiQSI6MjU1LCJSIjowLCJHIjowLCJCIjowfX0sIk1heFdpZHRoIjo1Ny42Njk2ODUzNjM3Njk1MzEsIk1heEhlaWdodCI6IkluZmluaXR5IiwiU21hcnRGb3JlZ3JvdW5kSXNBY3RpdmUiOmZhbHNlLCJIb3Jpem9udGFsQWxpZ25tZW50IjoyLCJWZXJ0aWNhbEFsaWdubWVudCI6MCwiU21hcnRGb3JlZ3JvdW5kIjpudWxsLCJCYWNrZ3JvdW5kRmlsbFR5cGUiOjAsIk1hcmdpbiI6eyIkcmVmIjoiNzcifSwiUGFkZGluZyI6eyIkcmVmIjoiNzgifSwiQmFja2dyb3VuZCI6eyIkcmVmIjoiNzkifSwiSXNWaXNpYmxlIjp0cnVlLCJXaWR0aCI6MC4wLCJIZWlnaHQiOjAuMCwiQm9yZGVyU3R5bGUiOnsiJGlkIjoiMTA1IiwiTGluZUNvbG9yIjpudWxsLCJMaW5lV2VpZ2h0IjowLjAsIkxpbmVUeXBlIjowLCJQYXJlbnRTdHlsZSI6bnVsbH0sIlBhcmVudFN0eWxlIjpudWxsfSwiRGF0ZVN0eWxlIjp7IiRpZCI6IjEwNiIsIkZvbnRTZXR0aW5ncyI6eyIkaWQiOiIxMDciLCJGb250U2l6ZSI6MTAsIkZvbnROYW1lIjoiQ2FsaWJyaSIsIklzQm9sZCI6dHJ1ZSwiSXNJdGFsaWMiOmZhbHNlLCJJc1VuZGVybGluZWQiOmZhbHNlLCJQYXJlbnRTdHlsZSI6bnVsbH0sIkF1dG9TaXplIjowLCJGb3JlZ3JvdW5kIjp7IiRpZCI6IjEwOCIsIkNvbG9yIjp7IiRpZCI6IjEwOSIsIkEiOjI1NSwiUiI6MTY2LCJHIjoxNjYsIkIiOjE2Nn19LCJNYXhXaWR0aCI6MjAwLjAsIk1heEhlaWdodCI6IkluZmluaXR5IiwiU21hcnRGb3JlZ3JvdW5kSXNBY3RpdmUiOmZhbHNlLCJIb3Jpem9udGFsQWxpZ25tZW50IjowLCJWZXJ0aWNhbEFsaWdubWVudCI6MCwiU21hcnRGb3JlZ3JvdW5kIjpudWxsLCJCYWNrZ3JvdW5kRmlsbFR5cGUiOjAsIk1hcmdpbiI6eyIkcmVmIjoiODYifSwiUGFkZGluZyI6eyIkcmVmIjoiODcifSwiQmFja2dyb3VuZCI6eyIkcmVmIjoiODgifSwiSXNWaXNpYmxlIjp0cnVlLCJXaWR0aCI6MC4wLCJIZWlnaHQiOjAuMCwiQm9yZGVyU3R5bGUiOnsiJGlkIjoiMTEwIiwiTGluZUNvbG9yIjpudWxsLCJMaW5lV2VpZ2h0IjowLjAsIkxpbmVUeXBlIjowLCJQYXJlbnRTdHlsZSI6bnVsbH0sIlBhcmVudFN0eWxlIjpudWxsfSwiRGF0ZUZvcm1hdCI6eyIkaWQiOiIxMTEiLCJGb3JtYXRTdHJpbmciOiJNL2QveXkiLCJTZXBhcmF0b3IiOiIvIiwiVXNlSW50ZXJuYXRpb25hbERhdGVGb3JtYXQiOmZhbHNlLCJEYXRlSXNWaXNpYmxlIjp0cnVlLCJUaW1lSXNWaXNpYmxlIjpmYWxzZSwiSG91ckRpZ2l0cyI6MSwiQW1QbURlc2lnbmF0b3IiOjIsIlRyaW0wME1pbnV0ZXMiOmZhbHNlLCJMYXN0S25vd25WaXNpYmlsaXR5U3RhdGUiOnsiJGlkIjoiMTEyIiwiRGF0ZVBhcnRJc1Zpc2libGUiOnRydWUsIlRpbWVQYXJ0SXNWaXNpYmxlIjpmYWxzZX19LCJXZWVrTnVtYmVyaW5nIjp7IiRpZCI6IjExMyIsIkZvcm1hdCI6MCwiSXNWaXNpYmxlIjpmYWxzZSwiTGFzdEtub3duVmlzaWJpbGl0eVN0YXRlIjpmYWxzZX0sIklzVmlzaWJsZSI6ZmFsc2UsIlBhcmVudFN0eWxlIjpudWxsfSwiSHlwZXJsaW5rIjpudWxsLCJJbXBvcnRJZCI6bnVsbH1dLCJJZCI6IjAwMDAwMDAwLTAwMDAtMDAwMC0wMDAwLTAwMDAwMDAwMDAwMCIsIklzU2luZ2xlSXRlbVJvdyI6dHJ1ZX1dLCJJbmRleCI6MCwiSWQiOiJjZDIzMDhkMC0yZDY5LTQ0ZDEtODJiMS1hMzE2OWY0NjA0YzUiLCJIZWFkZXJUZXh0IjpudWxsLCJJc0RlZmF1bHQiOnRydWUsIlN0eWxlIjp7IiRpZCI6IjExNCIsIkhlYWRlclN0eWxlIjp7IiRpZCI6IjExNSIsIlRleHRTdHlsZSI6eyIkaWQiOiIxMTYiLCJGb250U2V0dGluZ3MiOnsiJGlkIjoiMTE3IiwiRm9udFNpemUiOjExLCJGb250TmFtZSI6IkNhbGlicmkiLCJJc0JvbGQiOmZhbHNlLCJJc0l0YWxpYyI6ZmFsc2UsIklzVW5kZXJsaW5lZCI6ZmFsc2UsIlBhcmVudFN0eWxlIjpudWxsfSwiQXV0b1NpemUiOjIsIkZvcmVncm91bmQiOnsiJGlkIjoiMTE4IiwiQ29sb3IiOnsiJGlkIjoiMTE5IiwiQSI6MjU1LCJSIjowLCJHIjowLCJCIjowfX0sIk1heFdpZHRoIjowLjAsIk1heEhlaWdodCI6IkluZmluaXR5IiwiU21hcnRGb3JlZ3JvdW5kSXNBY3RpdmUiOmZhbHNlLCJIb3Jpem9udGFsQWxpZ25tZW50IjowLCJWZXJ0aWNhbEFsaWdubWVudCI6MCwiU21hcnRGb3JlZ3JvdW5kIjpudWxsLCJCYWNrZ3JvdW5kRmlsbFR5cGUiOjAsIk1hcmdpbiI6eyIkaWQiOiIxMjAiLCJUb3AiOjAuMCwiTGVmdCI6MC4wLCJSaWdodCI6MC4wLCJCb3R0b20iOjAuMH0sIlBhZGRpbmciOnsiJGlkIjoiMTIxIiwiVG9wIjowLjAsIkxlZnQiOjAuMCwiUmlnaHQiOjAuMCwiQm90dG9tIjowLjB9LCJCYWNrZ3JvdW5kIjpudWxsLCJJc1Zpc2libGUiOnRydWUsIldpZHRoIjowLjAsIkhlaWdodCI6MC4wLCJCb3JkZXJTdHlsZSI6bnVsbCwiUGFyZW50U3R5bGUiOm51bGx9LCJSZWN0YW5nbGVTdHlsZSI6eyIkaWQiOiIxMjIiLCJNYXJnaW4iOnsiJGlkIjoiMTIzIiwiVG9wIjowLjAsIkxlZnQiOjAuMCwiUmlnaHQiOjAuMCwiQm90dG9tIjowLjB9LCJQYWRkaW5nIjp7IiRpZCI6IjEyNCIsIlRvcCI6MC4wLCJMZWZ0IjowLjAsIlJpZ2h0IjowLjAsIkJvdHRvbSI6MC4wfSwiQmFja2dyb3VuZCI6eyIkaWQiOiIxMjUiLCJDb2xvciI6eyIkaWQiOiIxMjYiLCJBIjo2MywiUiI6OCwiRyI6NDksIkIiOjQyfX0sIklzVmlzaWJsZSI6dHJ1ZSwiV2lkdGgiOjAuMCwiSGVpZ2h0IjowLjAsIkJvcmRlclN0eWxlIjp7IiRpZCI6IjEyNyIsIkxpbmVDb2xvciI6eyIkaWQiOiIxMjgiLCIkdHlwZSI6Ik5MUkUuQ29tbW9uLkRvbS5Tb2xpZENvbG9yQnJ1c2gsIE5MUkUuQ29tbW9uIiwiQ29sb3IiOnsiJGlkIjoiMTI5IiwiQSI6MjU1LCJSIjoxLCJHIjoxNSwiQiI6MTF9fSwiTGluZVdlaWdodCI6MC4wLCJMaW5lVHlwZSI6MCwiUGFyZW50U3R5bGUiOm51bGx9LCJQYXJlbnRTdHlsZSI6bnVsbH0sIk1hcmdpbiI6eyIkaWQiOiIxMzAiLCJUb3AiOjAuMCwiTGVmdCI6MC4wLCJSaWdodCI6MC4wLCJCb3R0b20iOjAuMH0sIlBhZGRpbmciOnsiJGlkIjoiMTMxIiwiVG9wIjowLjAsIkxlZnQiOjAuMCwiUmlnaHQiOjAuMCwiQm90dG9tIjowLjB9LCJCYWNrZ3JvdW5kIjpudWxsLCJJc1Zpc2libGUiOnRydWUsIldpZHRoIjowLjAsIkhlaWdodCI6MC4wLCJCb3JkZXJTdHlsZSI6bnVsbCwiUGFyZW50U3R5bGUiOm51bGx9LCJCYWNrZ3JvdW5kU3R5bGUiOnsiJGlkIjoiMTMyIiwiTWFyZ2luIjp7IiRpZCI6IjEzMyIsIlRvcCI6MC4wLCJMZWZ0IjowLjAsIlJpZ2h0IjowLjAsIkJvdHRvbSI6MC4wfSwiUGFkZGluZyI6eyIkaWQiOiIxMzQiLCJUb3AiOjAuMCwiTGVmdCI6MC4wLCJSaWdodCI6MC4wLCJCb3R0b20iOjAuMH0sIkJhY2tncm91bmQiOnsiJGlkIjoiMTM1IiwiQ29sb3IiOnsiJGlkIjoiMTM2IiwiQSI6NTEsIlIiOjE5NywiRyI6MTk1LCJCIjoyMzh9fSwiSXNWaXNpYmxlIjp0cnVlLCJXaWR0aCI6MC4wLCJIZWlnaHQiOjAuMCwiQm9yZGVyU3R5bGUiOnsiJGlkIjoiMTM3IiwiTGluZUNvbG9yIjp7IiRpZCI6IjEzOCIsIiR0eXBlIjoiTkxSRS5Db21tb24uRG9tLlNvbGlkQ29sb3JCcnVzaCwgTkxSRS5Db21tb24iLCJDb2xvciI6eyIkaWQiOiIxMzkiLCJBIjoyNTUsIlIiOjEsIkciOjE1LCJCIjoxMX19LCJMaW5lV2VpZ2h0IjowLjAsIkxpbmVUeXBlIjowLCJQYXJlbnRTdHlsZSI6bnVsbH0sIlBhcmVudFN0eWxlIjpudWxsfSwiTWFyZ2luIjp7IiRpZCI6IjE0MCIsIlRvcCI6MC4wLCJMZWZ0IjowLjAsIlJpZ2h0IjowLjAsIkJvdHRvbSI6MC4wfSwiUGFkZGluZyI6eyIkaWQiOiIxNDEiLCJUb3AiOjAuMCwiTGVmdCI6MC4wLCJSaWdodCI6MC4wLCJCb3R0b20iOjAuMH0sIklzVmlzaWJsZSI6ZmFsc2UsIldpZHRoIjowLjAsIkhlaWdodCI6MC4wLCJCb3JkZXJTdHlsZSI6bnVsbCwiUGFyZW50U3R5bGUiOm51bGx9fV0sIklkIjoiMDA4YjM1N2EtOTU5Zi00ZDkxLTgzZTctYzNkZjQ0MTk3YzI3IiwiSW5kZXgiOjAsIkhlYWRlclRleHQiOiJHbG9iYWwiLCJTdHlsZSI6eyIkaWQiOiIxNDIiLCJIZWFkZXJTdHlsZSI6eyIkaWQiOiIxNDMiLCJUZXh0SXNWZXJ0aWNhbCI6ZmFsc2UsIlRleHRTdHlsZSI6eyIkaWQiOiIxNDQiLCJGb250U2V0dGluZ3MiOnsiJGlkIjoiMTQ1IiwiRm9udFNpemUiOjI0LCJGb250TmFtZSI6IkNhbGlicmkiLCJJc0JvbGQiOnRydWUsIklzSXRhbGljIjpmYWxzZSwiSXNVbmRlcmxpbmVkIjpmYWxzZSwiUGFyZW50U3R5bGUiOm51bGx9LCJBdXRvU2l6ZSI6MiwiRm9yZWdyb3VuZCI6eyIkaWQiOiIxNDYiLCJDb2xvciI6eyIkaWQiOiIxNDciLCJBIjoyNTUsIlIiOjI1NSwiRyI6MjU1LCJCIjoyNTV9fSwiTWF4V2lkdGgiOjE0Ny4wLCJNYXhIZWlnaHQiOjAuMCwiU21hcnRGb3JlZ3JvdW5kSXNBY3RpdmUiOmZhbHNlLCJIb3Jpem9udGFsQWxpZ25tZW50IjowLCJWZXJ0aWNhbEFsaWdubWVudCI6MCwiU21hcnRGb3JlZ3JvdW5kIjpudWxsLCJCYWNrZ3JvdW5kRmlsbFR5cGUiOjAsIk1hcmdpbiI6eyIkaWQiOiIxNDgiLCJUb3AiOjAuMCwiTGVmdCI6MC4wLCJSaWdodCI6MC4wLCJCb3R0b20iOjAuMH0sIlBhZGRpbmciOnsiJGlkIjoiMTQ5IiwiVG9wIjowLjAsIkxlZnQiOjAuMCwiUmlnaHQiOjAuMCwiQm90dG9tIjowLjB9LCJCYWNrZ3JvdW5kIjpudWxsLCJJc1Zpc2libGUiOnRydWUsIldpZHRoIjowLjAsIkhlaWdodCI6MC4wLCJCb3JkZXJTdHlsZSI6bnVsbCwiUGFyZW50U3R5bGUiOm51bGx9LCJSZWN0YW5nbGVTdHlsZSI6eyIkaWQiOiIxNTAiLCJNYXJnaW4iOnsiJGlkIjoiMTUxIiwiVG9wIjowLjAsIkxlZnQiOjAuMCwiUmlnaHQiOjAuMCwiQm90dG9tIjowLjB9LCJQYWRkaW5nIjp7IiRpZCI6IjE1MiIsIlRvcCI6MC4wLCJMZWZ0IjowLjAsIlJpZ2h0IjowLjAsIkJvdHRvbSI6MC4wfSwiQmFja2dyb3VuZCI6eyIkaWQiOiIxNTMiLCJDb2xvciI6eyIkaWQiOiIxNTQiLCJBIjoyNTUsIlIiOjAsIkciOjIyOCwiQiI6MTI0fX0sIklzVmlzaWJsZSI6dHJ1ZSwiV2lkdGgiOjAuMCwiSGVpZ2h0IjowLjAsIkJvcmRlclN0eWxlIjp7IiRpZCI6IjE1NSIsIkxpbmVDb2xvciI6eyIkaWQiOiIxNTYiLCIkdHlwZSI6Ik5MUkUuQ29tbW9uLkRvbS5Tb2xpZENvbG9yQnJ1c2gsIE5MUkUuQ29tbW9uIiwiQ29sb3IiOnsiJGlkIjoiMTU3IiwiQSI6MjU1LCJSIjoyNTUsIkciOjI1NSwiQiI6MjU1fX0sIkxpbmVXZWlnaHQiOjAuMCwiTGluZVR5cGUiOjAsIlBhcmVudFN0eWxlIjpudWxsfSwiUGFyZW50U3R5bGUiOm51bGx9LCJNYXJnaW4iOnsiJGlkIjoiMTU4IiwiVG9wIjowLjAsIkxlZnQiOjAuMCwiUmlnaHQiOjAuMCwiQm90dG9tIjowLjB9LCJQYWRkaW5nIjp7IiRpZCI6IjE1OSIsIlRvcCI6MC4wLCJMZWZ0IjowLjAsIlJpZ2h0IjowLjAsIkJvdHRvbSI6MC4wfSwiQmFja2dyb3VuZCI6bnVsbCwiSXNWaXNpYmxlIjp0cnVlLCJXaWR0aCI6MC4wLCJIZWlnaHQiOjAuMCwiQm9yZGVyU3R5bGUiOm51bGwsIlBhcmVudFN0eWxlIjpudWxsfSwiQmFja2dyb3VuZFN0eWxlIjp7IiRpZCI6IjE2MCIsIk1hcmdpbiI6eyIkaWQiOiIxNjEiLCJUb3AiOjAuMCwiTGVmdCI6MC4wLCJSaWdodCI6MC4wLCJCb3R0b20iOjAuMH0sIlBhZGRpbmciOnsiJGlkIjoiMTYyIiwiVG9wIjowLjAsIkxlZnQiOjAuMCwiUmlnaHQiOjAuMCwiQm90dG9tIjowLjB9LCJCYWNrZ3JvdW5kIjp7IiRpZCI6IjE2MyIsIkNvbG9yIjp7IiRpZCI6IjE2NCIsIkEiOjUxLCJSIjoxOTcsIkciOjE5NSwiQiI6MjM4fX0sIklzVmlzaWJsZSI6dHJ1ZSwiV2lkdGgiOjAuMCwiSGVpZ2h0IjowLjAsIkJvcmRlclN0eWxlIjp7IiRpZCI6IjE2NSIsIkxpbmVDb2xvciI6eyIkaWQiOiIxNjYiLCIkdHlwZSI6Ik5MUkUuQ29tbW9uLkRvbS5Tb2xpZENvbG9yQnJ1c2gsIE5MUkUuQ29tbW9uIiwiQ29sb3IiOnsiJGlkIjoiMTY3IiwiQSI6MjU1LCJSIjoxLCJHIjoxNSwiQiI6MTF9fSwiTGluZVdlaWdodCI6MC4wLCJMaW5lVHlwZSI6MCwiUGFyZW50U3R5bGUiOm51bGx9LCJQYXJlbnRTdHlsZSI6bnVsbH0sIklzQWJvdmVUaW1lYmFuZCI6ZmFsc2UsIk1hcmdpbiI6eyIkaWQiOiIxNjgiLCJUb3AiOjAuMCwiTGVmdCI6MC4wLCJSaWdodCI6MC4wLCJCb3R0b20iOjAuMH0sIlBhZGRpbmciOnsiJGlkIjoiMTY5IiwiVG9wIjowLjAsIkxlZnQiOjAuMCwiUmlnaHQiOjAuMCwiQm90dG9tIjowLjB9LCJJc1Zpc2libGUiOnRydWUsIldpZHRoIjowLjAsIkhlaWdodCI6MC4wLCJCb3JkZXJTdHlsZSI6eyIkaWQiOiIxNzAiLCJMaW5lQ29sb3IiOm51bGwsIkxpbmVXZWlnaHQiOjAuMCwiTGluZVR5cGUiOjAsIlBhcmVudFN0eWxlIjpudWxsfSwiUGFyZW50U3R5bGUiOm51bGx9fSx7IiRpZCI6IjE3MSIsIl9hY3Rpdml0aWVzIjpbeyIkaWQiOiIxNzIiLCJfcm93cyI6W3siJGlkIjoiMTczIiwiX3Rhc2tzIjpbeyIkaWQiOiIxNzQiLCJfYXR0YWNoZWRNaWxlc3RvbmVzIjpbXSwiVGFza0RlZmluaXRpb24iOnsiJGlkIjoiMTc1IiwiR3JvdXBOYW1lIjpudWxsLCJTdGFydERhdGUiOiIyMDI1LTA1LTI3VDIzOjU5OjAwWiIsIkVuZERhdGUiOiIyMDI1LTA4LTI5VDIzOjU5OjAwWiIsIlBlcmNlbnRhZ2VDb21wbGV0ZSI6bnVsbCwiU3R5bGUiOnsiJGlkIjoiMTc2IiwiU2hhcGUiOjEsIlNoYXBlVGhpY2tuZXNzIjowLCJEdXJhdGlvbkZvcm1hdCI6MCwiSW5jbHVkZU5vbldvcmtpbmdEYXlzSW5EdXJhdGlvbiI6ZmFsc2UsIlBlcmNlbnRhZ2VDb21wbGV0ZVN0eWxlIjp7IiRpZCI6IjE3NyIsIkZvbnRTZXR0aW5ncyI6eyIkaWQiOiIxNzgiLCJGb250U2l6ZSI6MTAsIkZvbnROYW1lIjoiQ2FsaWJyaSIsIklzQm9sZCI6ZmFsc2UsIklzSXRhbGljIjpmYWxzZSwiSXNVbmRlcmxpbmVkIjpmYWxzZSwiUGFyZW50U3R5bGUiOm51bGx9LCJBdXRvU2l6ZSI6MCwiRm9yZWdyb3VuZCI6eyIkcmVmIjoiMTAifSwiTWF4V2lkdGgiOjIwMC4wLCJNYXhIZWlnaHQiOiJJbmZpbml0eSIsIlNtYXJ0Rm9yZWdyb3VuZElzQWN0aXZlIjpmYWxzZSwiSG9yaXpvbnRhbEFsaWdubWVudCI6MCwiVmVydGljYWxBbGlnbm1lbnQiOjAsIlNtYXJ0Rm9yZWdyb3VuZCI6bnVsbCwiQmFja2dyb3VuZEZpbGxUeXBlIjowLCJNYXJnaW4iOnsiJHJlZiI6IjEyIn0sIlBhZGRpbmciOnsiJHJlZiI6IjEzIn0sIkJhY2tncm91bmQiOnsiJHJlZiI6IjE0In0sIklzVmlzaWJsZSI6dHJ1ZSwiV2lkdGgiOjAuMCwiSGVpZ2h0IjowLjAsIkJvcmRlclN0eWxlIjp7IiRpZCI6IjE3OSIsIkxpbmVDb2xvciI6bnVsbCwiTGluZVdlaWdodCI6MC4wLCJMaW5lVHlwZSI6MCwiUGFyZW50U3R5bGUiOm51bGx9LCJQYXJlbnRTdHlsZSI6bnVsbH0sIkR1cmF0aW9uU3R5bGUiOnsiJGlkIjoiMTgwIiwiRm9udFNldHRpbmdzIjp7IiRpZCI6IjE4MSIsIkZvbnRTaXplIjoxMCwiRm9udE5hbWUiOiJDYWxpYnJpIiwiSXNCb2xkIjpmYWxzZSwiSXNJdGFsaWMiOmZhbHNlLCJJc1VuZGVybGluZWQiOmZhbHNlLCJQYXJlbnRTdHlsZSI6bnVsbH0sIkF1dG9TaXplIjowLCJGb3JlZ3JvdW5kIjp7IiRyZWYiOiIxOSJ9LCJNYXhXaWR0aCI6MjAwLjAsIk1heEhlaWdodCI6IkluZmluaXR5IiwiU21hcnRGb3JlZ3JvdW5kSXNBY3RpdmUiOmZhbHNlLCJIb3Jpem9udGFsQWxpZ25tZW50IjowLCJWZXJ0aWNhbEFsaWdubWVudCI6MCwiU21hcnRGb3JlZ3JvdW5kIjpudWxsLCJCYWNrZ3JvdW5kRmlsbFR5cGUiOjAsIk1hcmdpbiI6eyIkcmVmIjoiMjEifSwiUGFkZGluZyI6eyIkcmVmIjoiMjIifSwiQmFja2dyb3VuZCI6eyIkcmVmIjoiMjMifSwiSXNWaXNpYmxlIjp0cnVlLCJXaWR0aCI6MC4wLCJIZWlnaHQiOjAuMCwiQm9yZGVyU3R5bGUiOnsiJGlkIjoiMTgyIiwiTGluZUNvbG9yIjpudWxsLCJMaW5lV2VpZ2h0IjowLjAsIkxpbmVUeXBlIjowLCJQYXJlbnRTdHlsZSI6bnVsbH0sIlBhcmVudFN0eWxlIjpudWxsfSwiSG9yaXpvbnRhbENvbm5lY3RvclN0eWxlIjp7IiRpZCI6IjE4MyIsIkxpbmVDb2xvciI6eyIkcmVmIjoiMjcifSwiTGluZVdlaWdodCI6MS4wLCJMaW5lVHlwZSI6MCwiUGFyZW50U3R5bGUiOm51bGx9LCJWZXJ0aWNhbENvbm5lY3RvclN0eWxlIjp7IiRpZCI6IjE4NCIsIkxpbmVDb2xvciI6eyIkcmVmIjoiMzAifSwiTGluZVdlaWdodCI6MC4wLCJMaW5lVHlwZSI6MCwiUGFyZW50U3R5bGUiOm51bGx9LCJNYXJnaW4iOm51bGwsIlN0YXJ0RGF0ZVBvc2l0aW9uIjozLCJFbmREYXRlUG9zaXRpb24iOjMsIkRhdGVJc1Zpc2libGUiOnRydWUsIlRpdGxlUG9zaXRpb24iOjQsIkR1cmF0aW9uUG9zaXRpb24iOjYsIlBlcmNlbnRhZ2VDb21wbGV0ZWRQb3NpdGlvbiI6NiwiU3BhY2luZyI6NSwiSXNCZWxvd1RpbWViYW5kIjp0cnVlLCJQZXJjZW50YWdlQ29tcGxldGVTaGFwZU9wYWNpdHkiOjM1LCJTaGFwZVN0eWxlIjp7IiRpZCI6IjE4NSIsIk1hcmdpbiI6eyIkcmVmIjoiMzMifSwiUGFkZGluZyI6eyIkcmVmIjoiMzQifSwiQmFja2dyb3VuZCI6eyIkaWQiOiIxODYiLCJDb2xvciI6eyIkaWQiOiIxODciLCJBIjoyNTUsIlIiOjgsIkciOjQ5LCJCIjo0Mn19LCJJc1Zpc2libGUiOnRydWUsIldpZHRoIjo1MC41MTY1MzY3MTI2NDY0ODQsIkhlaWdodCI6MTAuMCwiQm9yZGVyU3R5bGUiOnsiJGlkIjoiMTg4IiwiTGluZUNvbG9yIjp7IiRpZCI6IjE4OSIsIiR0eXBlIjoiTkxSRS5Db21tb24uRG9tLlNvbGlkQ29sb3JCcnVzaCwgTkxSRS5Db21tb24iLCJDb2xvciI6eyIkaWQiOiIxOTAiLCJBIjoyNTUsIlIiOjEsIkciOjE1LCJCIjoxMX19LCJMaW5lV2VpZ2h0IjowLjAsIkxpbmVUeXBlIjowLCJQYXJlbnRTdHlsZSI6bnVsbH0sIlBhcmVudFN0eWxlIjpudWxsfSwiVGl0bGVTdHlsZSI6eyIkaWQiOiIxOTEiLCJGb250U2V0dGluZ3MiOnsiJGlkIjoiMTkyIiwiRm9udFNpemUiOjExLCJGb250TmFtZSI6IkNhbGlicmkiLCJJc0JvbGQiOnRydWUsIklzSXRhbGljIjpmYWxzZSwiSXNVbmRlcmxpbmVkIjpmYWxzZSwiUGFyZW50U3R5bGUiOm51bGx9LCJBdXRvU2l6ZSI6MiwiRm9yZWdyb3VuZCI6eyIkaWQiOiIxOTMiLCJDb2xvciI6eyIkaWQiOiIxOTQiLCJBIjoyNTUsIlIiOjAsIkciOjAsIkIiOjB9fSwiTWF4V2lkdGgiOjEzOC4xMTIzNjU3MjI2NTYyNSwiTWF4SGVpZ2h0IjoiSW5maW5pdHkiLCJTbWFydEZvcmVncm91bmRJc0FjdGl2ZSI6ZmFsc2UsIkhvcml6b250YWxBbGlnbm1lbnQiOjAsIlZlcnRpY2FsQWxpZ25tZW50IjowLCJTbWFydEZvcmVncm91bmQiOm51bGwsIkJhY2tncm91bmRGaWxsVHlwZSI6MCwiTWFyZ2luIjp7IiRyZWYiOiI0NCJ9LCJQYWRkaW5nIjp7IiRyZWYiOiI0NSJ9LCJCYWNrZ3JvdW5kIjp7IiRpZCI6IjE5NSIsIkNvbG9yIjp7IiRpZCI6IjE5NiIsIkEiOjAsIlIiOjI1NSwiRyI6MjU1LCJCIjoyNTV9fSwiSXNWaXNpYmxlIjp0cnVlLCJXaWR0aCI6MC4wLCJIZWlnaHQiOjAuMCwiQm9yZGVyU3R5bGUiOnsiJGlkIjoiMTk3IiwiTGluZUNvbG9yIjpudWxsLCJMaW5lV2VpZ2h0IjowLjAsIkxpbmVUeXBlIjowLCJQYXJlbnRTdHlsZSI6bnVsbH0sIlBhcmVudFN0eWxlIjpudWxsfSwiRGF0ZVN0eWxlIjp7IiRpZCI6IjE5OCIsIkZvbnRTZXR0aW5ncyI6eyIkaWQiOiIxOTkiLCJGb250U2l6ZSI6MTAsIkZvbnROYW1lIjoiQ2FsaWJyaSIsIklzQm9sZCI6dHJ1ZSwiSXNJdGFsaWMiOmZhbHNlLCJJc1VuZGVybGluZWQiOmZhbHNlLCJQYXJlbnRTdHlsZSI6bnVsbH0sIkF1dG9TaXplIjoyLCJGb3JlZ3JvdW5kIjp7IiRpZCI6IjIwMCIsIkNvbG9yIjp7IiRpZCI6IjIwMSIsIkEiOjI1NSwiUiI6MTI3LCJHIjoxMjcsIkIiOjEyN319LCJNYXhXaWR0aCI6OTkuMTgwODYyNDI2NzU3ODEyLCJNYXhIZWlnaHQiOiJJbmZpbml0eSIsIlNtYXJ0Rm9yZWdyb3VuZElzQWN0aXZlIjpmYWxzZSwiSG9yaXpvbnRhbEFsaWdubWVudCI6MiwiVmVydGljYWxBbGlnbm1lbnQiOjAsIlNtYXJ0Rm9yZWdyb3VuZCI6bnVsbCwiQmFja2dyb3VuZEZpbGxUeXBlIjowLCJNYXJnaW4iOnsiJHJlZiI6IjUzIn0sIlBhZGRpbmciOnsiJHJlZiI6IjU0In0sIkJhY2tncm91bmQiOnsiJGlkIjoiMjAyIiwiQ29sb3IiOnsiJGlkIjoiMjAzIiwiQSI6MCwiUiI6MjU1LCJHIjoyNTUsIkIiOjI1NX19LCJJc1Zpc2libGUiOnRydWUsIldpZHRoIjowLjAsIkhlaWdodCI6MC4wLCJCb3JkZXJTdHlsZSI6eyIkaWQiOiIyMDQiLCJMaW5lQ29sb3IiOm51bGwsIkxpbmVXZWlnaHQiOjAuMCwiTGluZVR5cGUiOjAsIlBhcmVudFN0eWxlIjpudWxsfSwiUGFyZW50U3R5bGUiOm51bGx9LCJEYXRlRm9ybWF0Ijp7IiRpZCI6IjIwNSIsIkZvcm1hdFN0cmluZyI6Ik0vZC95eS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A2IiwiRm9ybWF0IjowLCJJc1Zpc2libGUiOmZhbHNlLCJMYXN0S25vd25WaXNpYmlsaXR5U3RhdGUiOmZhbHNlfSwiSXNWaXNpYmxlIjp0cnVlLCJQYXJlbnRTdHlsZSI6bnVsbH0sIkluZGV4IjowLCJTbWFydER1cmF0aW9uQWN0aXZhdGVkIjpmYWxzZSwiRGF0ZUZvcm1hdCI6eyIkcmVmIjoiMjA1In0sIldlZWtOdW1iZXJpbmciOnsiJGlkIjoiMjA3IiwiRm9ybWF0IjowLCJJc1Zpc2libGUiOmZhbHNlLCJMYXN0S25vd25WaXNpYmlsaXR5U3RhdGUiOmZhbHNlfSwiSWQiOiIyMDRhYzlkOS0yOTFmLTQ5YjktOGYwMi1kY2UwZWZjNzc3ZTMiLCJJbXBvcnRJZCI6bnVsbCwiVGl0bGUiOiJwcmUtSU5EIHN1Ym1pc3Npb24tYXBwcm92YWwiLCJOb3RlIjpudWxsLCJIeXBlcmxpbmsiOnsiJGlkIjoiMjA4IiwiQWRkcmVzcyI6bnVsbCwiU3ViQWRkcmVzcyI6bnVsbH0sIklzQ2hhbmdlZCI6ZmFsc2UsIklzTmV3IjpmYWxzZX19XSwiX21pbGVzdG9uZXMiOltdLCJJZCI6IjAwMDAwMDAwLTAwMDAtMDAwMC0wMDAwLTAwMDAwMDAwMDAwMCIsIklzU2luZ2xlSXRlbVJvdyI6dHJ1ZX0seyIkaWQiOiIyMDkiLCJfdGFza3MiOlt7IiRpZCI6IjIxMCIsIl9hdHRhY2hlZE1pbGVzdG9uZXMiOltdLCJUYXNrRGVmaW5pdGlvbiI6eyIkaWQiOiIyMTEiLCJHcm91cE5hbWUiOm51bGwsIlN0YXJ0RGF0ZSI6IjIwMjYtMDEtMTNUMjM6NTk6MDBaIiwiRW5kRGF0ZSI6IjIwMjYtMDMtMDhUMjM6NTk6MDBaIiwiUGVyY2VudGFnZUNvbXBsZXRlIjpudWxsLCJTdHlsZSI6eyIkaWQiOiIyMTIiLCJTaGFwZSI6MSwiU2hhcGVUaGlja25lc3MiOjAsIkR1cmF0aW9uRm9ybWF0IjowLCJJbmNsdWRlTm9uV29ya2luZ0RheXNJbkR1cmF0aW9uIjpmYWxzZSwiUGVyY2VudGFnZUNvbXBsZXRlU3R5bGUiOnsiJGlkIjoiMjEzIiwiRm9udFNldHRpbmdzIjp7IiRpZCI6IjIxNCIsIkZvbnRTaXplIjoxMCwiRm9udE5hbWUiOiJDYWxpYnJpIiwiSXNCb2xkIjpmYWxzZSwiSXNJdGFsaWMiOmZhbHNlLCJJc1VuZGVybGluZWQiOmZhbHNlLCJQYXJlbnRTdHlsZSI6bnVsbH0sIkF1dG9TaXplIjowLCJGb3JlZ3JvdW5kIjp7IiRyZWYiOiIxMCJ9LCJNYXhXaWR0aCI6MjAwLjAsIk1heEhlaWdodCI6IkluZmluaXR5IiwiU21hcnRGb3JlZ3JvdW5kSXNBY3RpdmUiOmZhbHNlLCJIb3Jpem9udGFsQWxpZ25tZW50IjowLCJWZXJ0aWNhbEFsaWdubWVudCI6MCwiU21hcnRGb3JlZ3JvdW5kIjpudWxsLCJCYWNrZ3JvdW5kRmlsbFR5cGUiOjAsIk1hcmdpbiI6eyIkcmVmIjoiMTIifSwiUGFkZGluZyI6eyIkcmVmIjoiMTMifSwiQmFja2dyb3VuZCI6eyIkcmVmIjoiMTQifSwiSXNWaXNpYmxlIjp0cnVlLCJXaWR0aCI6MC4wLCJIZWlnaHQiOjAuMCwiQm9yZGVyU3R5bGUiOnsiJGlkIjoiMjE1IiwiTGluZUNvbG9yIjpudWxsLCJMaW5lV2VpZ2h0IjowLjAsIkxpbmVUeXBlIjowLCJQYXJlbnRTdHlsZSI6bnVsbH0sIlBhcmVudFN0eWxlIjpudWxsfSwiRHVyYXRpb25TdHlsZSI6eyIkaWQiOiIyMTYiLCJGb250U2V0dGluZ3MiOnsiJGlkIjoiMjE3IiwiRm9udFNpemUiOjEwLCJGb250TmFtZSI6IkNhbGlicmkiLCJJc0JvbGQiOmZhbHNlLCJJc0l0YWxpYyI6ZmFsc2UsIklzVW5kZXJsaW5lZCI6ZmFsc2UsIlBhcmVudFN0eWxlIjpudWxsfSwiQXV0b1NpemUiOjAsIkZvcmVncm91bmQiOnsiJHJlZiI6IjE5In0sIk1heFdpZHRoIjoyMDAuMCwiTWF4SGVpZ2h0IjoiSW5maW5pdHkiLCJTbWFydEZvcmVncm91bmRJc0FjdGl2ZSI6ZmFsc2UsIkhvcml6b250YWxBbGlnbm1lbnQiOjAsIlZlcnRpY2FsQWxpZ25tZW50IjowLCJTbWFydEZvcmVncm91bmQiOm51bGwsIkJhY2tncm91bmRGaWxsVHlwZSI6MCwiTWFyZ2luIjp7IiRyZWYiOiIyMSJ9LCJQYWRkaW5nIjp7IiRyZWYiOiIyMiJ9LCJCYWNrZ3JvdW5kIjp7IiRyZWYiOiIyMyJ9LCJJc1Zpc2libGUiOnRydWUsIldpZHRoIjowLjAsIkhlaWdodCI6MC4wLCJCb3JkZXJTdHlsZSI6eyIkaWQiOiIyMTgiLCJMaW5lQ29sb3IiOm51bGwsIkxpbmVXZWlnaHQiOjAuMCwiTGluZVR5cGUiOjAsIlBhcmVudFN0eWxlIjpudWxsfSwiUGFyZW50U3R5bGUiOm51bGx9LCJIb3Jpem9udGFsQ29ubmVjdG9yU3R5bGUiOnsiJGlkIjoiMjE5IiwiTGluZUNvbG9yIjp7IiRyZWYiOiIyNyJ9LCJMaW5lV2VpZ2h0IjoxLjAsIkxpbmVUeXBlIjowLCJQYXJlbnRTdHlsZSI6bnVsbH0sIlZlcnRpY2FsQ29ubmVjdG9yU3R5bGUiOnsiJGlkIjoiMjIwIiwiTGluZUNvbG9yIjp7IiRyZWYiOiIzMCJ9LCJMaW5lV2VpZ2h0IjowLjAsIkxpbmVUeXBlIjowLCJQYXJlbnRTdHlsZSI6bnVsbH0sIk1hcmdpbiI6bnVsbCwiU3RhcnREYXRlUG9zaXRpb24iOjMsIkVuZERhdGVQb3NpdGlvbiI6MywiRGF0ZUlzVmlzaWJsZSI6dHJ1ZSwiVGl0bGVQb3NpdGlvbiI6NCwiRHVyYXRpb25Qb3NpdGlvbiI6NiwiUGVyY2VudGFnZUNvbXBsZXRlZFBvc2l0aW9uIjo2LCJTcGFjaW5nIjo1LCJJc0JlbG93VGltZWJhbmQiOnRydWUsIlBlcmNlbnRhZ2VDb21wbGV0ZVNoYXBlT3BhY2l0eSI6MzUsIlNoYXBlU3R5bGUiOnsiJGlkIjoiMjIxIiwiTWFyZ2luIjp7IiRyZWYiOiIzMyJ9LCJQYWRkaW5nIjp7IiRyZWYiOiIzNCJ9LCJCYWNrZ3JvdW5kIjp7IiRpZCI6IjIyMiIsIkNvbG9yIjp7IiRpZCI6IjIyMyIsIkEiOjI1NSwiUiI6OCwiRyI6NDksIkIiOjQyfX0sIklzVmlzaWJsZSI6dHJ1ZSwiV2lkdGgiOjIyLjg5NzAwNjk4ODUyNTM5MSwiSGVpZ2h0IjoxMC4wLCJCb3JkZXJTdHlsZSI6eyIkaWQiOiIyMjQiLCJMaW5lQ29sb3IiOnsiJGlkIjoiMjI1IiwiJHR5cGUiOiJOTFJFLkNvbW1vbi5Eb20uU29saWRDb2xvckJydXNoLCBOTFJFLkNvbW1vbiIsIkNvbG9yIjp7IiRpZCI6IjIyNiIsIkEiOjI1NSwiUiI6MSwiRyI6MTUsIkIiOjExfX0sIkxpbmVXZWlnaHQiOjAuMCwiTGluZVR5cGUiOjAsIlBhcmVudFN0eWxlIjpudWxsfSwiUGFyZW50U3R5bGUiOm51bGx9LCJUaXRsZVN0eWxlIjp7IiRpZCI6IjIyNyIsIkZvbnRTZXR0aW5ncyI6eyIkaWQiOiIyMjgiLCJGb250U2l6ZSI6MTEsIkZvbnROYW1lIjoiQ2FsaWJyaSIsIklzQm9sZCI6dHJ1ZSwiSXNJdGFsaWMiOmZhbHNlLCJJc1VuZGVybGluZWQiOmZhbHNlLCJQYXJlbnRTdHlsZSI6bnVsbH0sIkF1dG9TaXplIjoyLCJGb3JlZ3JvdW5kIjp7IiRpZCI6IjIyOSIsIkNvbG9yIjp7IiRpZCI6IjIzMCIsIkEiOjI1NSwiUiI6MCwiRyI6MCwiQiI6MH19LCJNYXhXaWR0aCI6MTIwLjM0NzAwNzc1MTQ2NDg0LCJNYXhIZWlnaHQiOiJJbmZpbml0eSIsIlNtYXJ0Rm9yZWdyb3VuZElzQWN0aXZlIjpmYWxzZSwiSG9yaXpvbnRhbEFsaWdubWVudCI6MCwiVmVydGljYWxBbGlnbm1lbnQiOjAsIlNtYXJ0Rm9yZWdyb3VuZCI6bnVsbCwiQmFja2dyb3VuZEZpbGxUeXBlIjowLCJNYXJnaW4iOnsiJHJlZiI6IjQ0In0sIlBhZGRpbmciOnsiJHJlZiI6IjQ1In0sIkJhY2tncm91bmQiOnsiJGlkIjoiMjMxIiwiQ29sb3IiOnsiJGlkIjoiMjMyIiwiQSI6MCwiUiI6MjU1LCJHIjoyNTUsIkIiOjI1NX19LCJJc1Zpc2libGUiOnRydWUsIldpZHRoIjowLjAsIkhlaWdodCI6MC4wLCJCb3JkZXJTdHlsZSI6eyIkaWQiOiIyMzMiLCJMaW5lQ29sb3IiOm51bGwsIkxpbmVXZWlnaHQiOjAuMCwiTGluZVR5cGUiOjAsIlBhcmVudFN0eWxlIjpudWxsfSwiUGFyZW50U3R5bGUiOm51bGx9LCJEYXRlU3R5bGUiOnsiJGlkIjoiMjM0IiwiRm9udFNldHRpbmdzIjp7IiRpZCI6IjIzNSIsIkZvbnRTaXplIjoxMCwiRm9udE5hbWUiOiJDYWxpYnJpIiwiSXNCb2xkIjp0cnVlLCJJc0l0YWxpYyI6ZmFsc2UsIklzVW5kZXJsaW5lZCI6ZmFsc2UsIlBhcmVudFN0eWxlIjpudWxsfSwiQXV0b1NpemUiOjAsIkZvcmVncm91bmQiOnsiJGlkIjoiMjM2IiwiQ29sb3IiOnsiJGlkIjoiMjM3IiwiQSI6MjU1LCJSIjoyMDAsIkciOjIwMCwiQiI6MjAwfX0sIk1heFdpZHRoIjoyMDAuMCwiTWF4SGVpZ2h0IjoiSW5maW5pdHkiLCJTbWFydEZvcmVncm91bmRJc0FjdGl2ZSI6ZmFsc2UsIkhvcml6b250YWxBbGlnbm1lbnQiOjAsIlZlcnRpY2FsQWxpZ25tZW50IjowLCJTbWFydEZvcmVncm91bmQiOm51bGwsIkJhY2tncm91bmRGaWxsVHlwZSI6MCwiTWFyZ2luIjp7IiRyZWYiOiI1MyJ9LCJQYWRkaW5nIjp7IiRyZWYiOiI1NCJ9LCJCYWNrZ3JvdW5kIjp7IiRpZCI6IjIzOCIsIkNvbG9yIjp7IiRpZCI6IjIzOSIsIkEiOjAsIlIiOjI1NSwiRyI6MjU1LCJCIjoyNTV9fSwiSXNWaXNpYmxlIjp0cnVlLCJXaWR0aCI6MC4wLCJIZWlnaHQiOjAuMCwiQm9yZGVyU3R5bGUiOnsiJGlkIjoiMjQwIiwiTGluZUNvbG9yIjpudWxsLCJMaW5lV2VpZ2h0IjowLjAsIkxpbmVUeXBlIjowLCJQYXJlbnRTdHlsZSI6bnVsbH0sIlBhcmVudFN0eWxlIjpudWxsfSwiRGF0ZUZvcm1hdCI6eyIkaWQiOiIyNDEiLCJGb3JtYXRTdHJpbmciOiJNL2QveXk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0MiIsIkZvcm1hdCI6MCwiSXNWaXNpYmxlIjpmYWxzZSwiTGFzdEtub3duVmlzaWJpbGl0eVN0YXRlIjpmYWxzZX0sIklzVmlzaWJsZSI6dHJ1ZSwiUGFyZW50U3R5bGUiOm51bGx9LCJJbmRleCI6MSwiU21hcnREdXJhdGlvbkFjdGl2YXRlZCI6ZmFsc2UsIkRhdGVGb3JtYXQiOnsiJHJlZiI6IjI0MSJ9LCJXZWVrTnVtYmVyaW5nIjp7IiRpZCI6IjI0MyIsIkZvcm1hdCI6MCwiSXNWaXNpYmxlIjpmYWxzZSwiTGFzdEtub3duVmlzaWJpbGl0eVN0YXRlIjpmYWxzZX0sIklkIjoiNWU4OWVmNjItZDZiMi00MzA5LTg0MTgtMjg3YTlmNTMxMmI0IiwiSW1wb3J0SWQiOm51bGwsIlRpdGxlIjoiQ1RBIHN1Ym1pc3Npb24tYXBwcm92YWwiLCJOb3RlIjpudWxsLCJIeXBlcmxpbmsiOnsiJGlkIjoiMjQ0IiwiQWRkcmVzcyI6bnVsbCwiU3ViQWRkcmVzcyI6bnVsbH0sIklzQ2hhbmdlZCI6ZmFsc2UsIklzTmV3IjpmYWxzZX19XSwiX21pbGVzdG9uZXMiOltdLCJJZCI6IjAwMDAwMDAwLTAwMDAtMDAwMC0wMDAwLTAwMDAwMDAwMDAwMCIsIklzU2luZ2xlSXRlbVJvdyI6dHJ1ZX0seyIkaWQiOiIyNDUiLCJfdGFza3MiOltdLCJfbWlsZXN0b25lcyI6W3siJGlkIjoiMjQ2IiwiSWQiOiI5ZmFmM2MwNy0wNDc3LTQ4YTAtODU3Yy1mMjg2ZTQ5OTc0ODAiLCJJbmRleCI6MiwiR3JvdXBJZCI6bnVsbCwiVGl0bGUiOiIxc3QgU0lWIiwiRGF0ZVRpbWUiOiIyMDI2LTA0LTMwVDAwOjAwOjAwWiIsIlBlcmNlbnRhZ2VDb21wbGV0ZSI6bnVsbCwiTm90ZSI6bnVsbCwiU3R5bGUiOnsiJGlkIjoiMjQ3IiwiVGl0bGVQb3NpdGlvbiI6IlJpZ2h0IiwiRGF0ZVBvc2l0aW9uIjoiQmVsb3ciLCJTaGFwZVR5cGUiOjEsIlNoYXBlU2l6ZSI6MSwiU2hhcGVTdHlsZSI6eyIkaWQiOiIyNDgiLCJNYXJnaW4iOnsiJHJlZiI6IjY2In0sIlBhZGRpbmciOnsiJHJlZiI6IjY3In0sIkJhY2tncm91bmQiOnsiJGlkIjoiMjQ5IiwiQ29sb3IiOnsiJGlkIjoiMjUwIiwiQSI6MjU1LCJSIjowLCJHIjoxMTQsIkIiOjE4OH19LCJJc1Zpc2libGUiOnRydWUsIldpZHRoIjoxMy4wLCJIZWlnaHQiOjEzLjAsIkJvcmRlclN0eWxlIjp7IiRpZCI6IjI1MSIsIkxpbmVDb2xvciI6eyIkcmVmIjoiNzEifSwiTGluZVdlaWdodCI6MC4wLCJMaW5lVHlwZSI6MCwiUGFyZW50U3R5bGUiOm51bGx9LCJQYXJlbnRTdHlsZSI6bnVsbH0sIlRpdGxlU3R5bGUiOnsiJGlkIjoiMjUyIiwiRm9udFNldHRpbmdzIjp7IiRpZCI6IjI1MyIsIkZvbnRTaXplIjoxMSwiRm9udE5hbWUiOiJDYWxpYnJpIiwiSXNCb2xkIjp0cnVlLCJJc0l0YWxpYyI6ZmFsc2UsIklzVW5kZXJsaW5lZCI6ZmFsc2UsIlBhcmVudFN0eWxlIjpudWxsfSwiQXV0b1NpemUiOjAsIkZvcmVncm91bmQiOnsiJGlkIjoiMjU0IiwiQ29sb3IiOnsiJGlkIjoiMjU1IiwiQSI6MjU1LCJSIjowLCJHIjowLCJCIjowfX0sIk1heFdpZHRoIjoyMDAuMCwiTWF4SGVpZ2h0IjoiSW5maW5pdHkiLCJTbWFydEZvcmVncm91bmRJc0FjdGl2ZSI6ZmFsc2UsIkhvcml6b250YWxBbGlnbm1lbnQiOjIsIlZlcnRpY2FsQWxpZ25tZW50IjowLCJTbWFydEZvcmVncm91bmQiOm51bGwsIkJhY2tncm91bmRGaWxsVHlwZSI6MCwiTWFyZ2luIjp7IiRyZWYiOiI3NyJ9LCJQYWRkaW5nIjp7IiRyZWYiOiI3OCJ9LCJCYWNrZ3JvdW5kIjp7IiRyZWYiOiI3OSJ9LCJJc1Zpc2libGUiOnRydWUsIldpZHRoIjowLjAsIkhlaWdodCI6MC4wLCJCb3JkZXJTdHlsZSI6eyIkaWQiOiIyNTYiLCJMaW5lQ29sb3IiOm51bGwsIkxpbmVXZWlnaHQiOjAuMCwiTGluZVR5cGUiOjAsIlBhcmVudFN0eWxlIjpudWxsfSwiUGFyZW50U3R5bGUiOm51bGx9LCJEYXRlU3R5bGUiOnsiJGlkIjoiMjU3IiwiRm9udFNldHRpbmdzIjp7IiRpZCI6IjI1OCIsIkZvbnRTaXplIjoxMCwiRm9udE5hbWUiOiJDYWxpYnJpIiwiSXNCb2xkIjp0cnVlLCJJc0l0YWxpYyI6ZmFsc2UsIklzVW5kZXJsaW5lZCI6ZmFsc2UsIlBhcmVudFN0eWxlIjpudWxsfSwiQXV0b1NpemUiOjAsIkZvcmVncm91bmQiOnsiJGlkIjoiMjU5IiwiQ29sb3IiOnsiJGlkIjoiMjYwIiwiQSI6MjU1LCJSIjoyMTYsIkciOjExLCJCIjoxMn19LCJNYXhXaWR0aCI6MjAwLjAsIk1heEhlaWdodCI6IkluZmluaXR5IiwiU21hcnRGb3JlZ3JvdW5kSXNBY3RpdmUiOmZhbHNlLCJIb3Jpem9udGFsQWxpZ25tZW50IjowLCJWZXJ0aWNhbEFsaWdubWVudCI6MCwiU21hcnRGb3JlZ3JvdW5kIjpudWxsLCJCYWNrZ3JvdW5kRmlsbFR5cGUiOjAsIk1hcmdpbiI6eyIkcmVmIjoiODYifSwiUGFkZGluZyI6eyIkcmVmIjoiODcifSwiQmFja2dyb3VuZCI6eyIkcmVmIjoiODgifSwiSXNWaXNpYmxlIjp0cnVlLCJXaWR0aCI6MC4wLCJIZWlnaHQiOjAuMCwiQm9yZGVyU3R5bGUiOnsiJGlkIjoiMjYxIiwiTGluZUNvbG9yIjpudWxsLCJMaW5lV2VpZ2h0IjowLjAsIkxpbmVUeXBlIjowLCJQYXJlbnRTdHlsZSI6bnVsbH0sIlBhcmVudFN0eWxlIjpudWxsfSwiRGF0ZUZvcm1hdCI6eyIkaWQiOiIyNjIiLCJGb3JtYXRTdHJpbmciOiJNL2QveXkiLCJTZXBhcmF0b3IiOiIvIiwiVXNlSW50ZXJuYXRpb25hbERhdGVGb3JtYXQiOmZhbHNlLCJEYXRlSXNWaXNpYmxlIjp0cnVlLCJUaW1lSXNWaXNpYmxlIjpmYWxzZSwiSG91ckRpZ2l0cyI6MSwiQW1QbURlc2lnbmF0b3IiOjIsIlRyaW0wME1pbnV0ZXMiOmZhbHNlLCJMYXN0S25vd25WaXNpYmlsaXR5U3RhdGUiOnsiJGlkIjoiMjYzIiwiRGF0ZVBhcnRJc1Zpc2libGUiOnRydWUsIlRpbWVQYXJ0SXNWaXNpYmxlIjpmYWxzZX19LCJXZWVrTnVtYmVyaW5nIjp7IiRpZCI6IjI2NCIsIkZvcm1hdCI6MCwiSXNWaXNpYmxlIjpmYWxzZSwiTGFzdEtub3duVmlzaWJpbGl0eVN0YXRlIjpmYWxzZX0sIklzVmlzaWJsZSI6dHJ1ZSwiUGFyZW50U3R5bGUiOm51bGx9LCJIeXBlcmxpbmsiOm51bGwsIkltcG9ydElkIjpudWxsfV0sIklkIjoiMDAwMDAwMDAtMDAwMC0wMDAwLTAwMDAtMDAwMDAwMDAwMDAwIiwiSXNTaW5nbGVJdGVtUm93Ijp0cnVlfSx7IiRpZCI6IjI2NSIsIl90YXNrcyI6W3siJGlkIjoiMjY2IiwiX2F0dGFjaGVkTWlsZXN0b25lcyI6W10sIlRhc2tEZWZpbml0aW9uIjp7IiRpZCI6IjI2NyIsIkdyb3VwTmFtZSI6bnVsbCwiU3RhcnREYXRlIjoiMjAyNi0wNS0xNVQyMzo1OTowMFoiLCJFbmREYXRlIjoiMjAyNy0wNy0yMlQyMzo1OTowMFoiLCJQZXJjZW50YWdlQ29tcGxldGUiOm51bGwsIlN0eWxlIjp7IiRpZCI6IjI2OCIsIlNoYXBlIjoxLCJTaGFwZVRoaWNrbmVzcyI6MywiRHVyYXRpb25Gb3JtYXQiOjAsIkluY2x1ZGVOb25Xb3JraW5nRGF5c0luRHVyYXRpb24iOmZhbHNlLCJQZXJjZW50YWdlQ29tcGxldGVTdHlsZSI6eyIkaWQiOiIyNjkiLCJGb250U2V0dGluZ3MiOnsiJGlkIjoiMjcwIiwiRm9udFNpemUiOjEwLCJGb250TmFtZSI6IkNhbGlicmkiLCJJc0JvbGQiOmZhbHNlLCJJc0l0YWxpYyI6ZmFsc2UsIklzVW5kZXJsaW5lZCI6ZmFsc2UsIlBhcmVudFN0eWxlIjpudWxsfSwiQXV0b1NpemUiOjAsIkZvcmVncm91bmQiOnsiJHJlZiI6IjEwIn0sIk1heFdpZHRoIjoyMDAuMCwiTWF4SGVpZ2h0IjoiSW5maW5pdHkiLCJTbWFydEZvcmVncm91bmRJc0FjdGl2ZSI6ZmFsc2UsIkhvcml6b250YWxBbGlnbm1lbnQiOjAsIlZlcnRpY2FsQWxpZ25tZW50IjowLCJTbWFydEZvcmVncm91bmQiOm51bGwsIkJhY2tncm91bmRGaWxsVHlwZSI6MCwiTWFyZ2luIjp7IiRyZWYiOiIxMiJ9LCJQYWRkaW5nIjp7IiRyZWYiOiIxMyJ9LCJCYWNrZ3JvdW5kIjp7IiRyZWYiOiIxNCJ9LCJJc1Zpc2libGUiOnRydWUsIldpZHRoIjowLjAsIkhlaWdodCI6MC4wLCJCb3JkZXJTdHlsZSI6eyIkaWQiOiIyNzEiLCJMaW5lQ29sb3IiOm51bGwsIkxpbmVXZWlnaHQiOjAuMCwiTGluZVR5cGUiOjAsIlBhcmVudFN0eWxlIjpudWxsfSwiUGFyZW50U3R5bGUiOm51bGx9LCJEdXJhdGlvblN0eWxlIjp7IiRpZCI6IjI3MiIsIkZvbnRTZXR0aW5ncyI6eyIkaWQiOiIyNzMiLCJGb250U2l6ZSI6MTAsIkZvbnROYW1lIjoiQ2FsaWJyaSIsIklzQm9sZCI6ZmFsc2UsIklzSXRhbGljIjpmYWxzZSwiSXNVbmRlcmxpbmVkIjpmYWxzZSwiUGFyZW50U3R5bGUiOm51bGx9LCJBdXRvU2l6ZSI6MCwiRm9yZWdyb3VuZCI6eyIkcmVmIjoiMTkifSwiTWF4V2lkdGgiOjIwMC4wLCJNYXhIZWlnaHQiOiJJbmZpbml0eSIsIlNtYXJ0Rm9yZWdyb3VuZElzQWN0aXZlIjpmYWxzZSwiSG9yaXpvbnRhbEFsaWdubWVudCI6MCwiVmVydGljYWxBbGlnbm1lbnQiOjAsIlNtYXJ0Rm9yZWdyb3VuZCI6bnVsbCwiQmFja2dyb3VuZEZpbGxUeXBlIjowLCJNYXJnaW4iOnsiJHJlZiI6IjIxIn0sIlBhZGRpbmciOnsiJHJlZiI6IjIyIn0sIkJhY2tncm91bmQiOnsiJHJlZiI6IjIzIn0sIklzVmlzaWJsZSI6dHJ1ZSwiV2lkdGgiOjAuMCwiSGVpZ2h0IjowLjAsIkJvcmRlclN0eWxlIjp7IiRpZCI6IjI3NCIsIkxpbmVDb2xvciI6bnVsbCwiTGluZVdlaWdodCI6MC4wLCJMaW5lVHlwZSI6MCwiUGFyZW50U3R5bGUiOm51bGx9LCJQYXJlbnRTdHlsZSI6bnVsbH0sIkhvcml6b250YWxDb25uZWN0b3JTdHlsZSI6eyIkaWQiOiIyNzUiLCJMaW5lQ29sb3IiOnsiJHJlZiI6IjI3In0sIkxpbmVXZWlnaHQiOjEuMCwiTGluZVR5cGUiOjAsIlBhcmVudFN0eWxlIjpudWxsfSwiVmVydGljYWxDb25uZWN0b3JTdHlsZSI6eyIkaWQiOiIyNzYiLCJMaW5lQ29sb3IiOnsiJHJlZiI6IjMwIn0sIkxpbmVXZWlnaHQiOjAuMCwiTGluZVR5cGUiOjAsIlBhcmVudFN0eWxlIjpudWxsfSwiTWFyZ2luIjpudWxsLCJTdGFydERhdGVQb3NpdGlvbiI6MywiRW5kRGF0ZVBvc2l0aW9uIjozLCJEYXRlSXNWaXNpYmxlIjp0cnVlLCJUaXRsZVBvc2l0aW9uIjo0LCJEdXJhdGlvblBvc2l0aW9uIjo2LCJQZXJjZW50YWdlQ29tcGxldGVkUG9zaXRpb24iOjYsIlNwYWNpbmciOjUsIklzQmVsb3dUaW1lYmFuZCI6ZmFsc2UsIlBlcmNlbnRhZ2VDb21wbGV0ZVNoYXBlT3BhY2l0eSI6MzUsIlNoYXBlU3R5bGUiOnsiJGlkIjoiMjc3IiwiTWFyZ2luIjp7IiRyZWYiOiIzMyJ9LCJQYWRkaW5nIjp7IiRyZWYiOiIzNCJ9LCJCYWNrZ3JvdW5kIjp7IiRpZCI6IjI3OCIsIkNvbG9yIjp7IiRpZCI6IjI3OSIsIkEiOjI1NSwiUiI6OCwiRyI6NDksIkIiOjQyfX0sIklzVmlzaWJsZSI6dHJ1ZSwiV2lkdGgiOjI4Ni4yODQ3OTAwMzkwNjI1LCJIZWlnaHQiOjExLjEwMzQ2NDEyNjU4NjkxNCwiQm9yZGVyU3R5bGUiOnsiJGlkIjoiMjgwIiwiTGluZUNvbG9yIjp7IiRyZWYiOiIzOCJ9LCJMaW5lV2VpZ2h0IjowLjAsIkxpbmVUeXBlIjowLCJQYXJlbnRTdHlsZSI6bnVsbH0sIlBhcmVudFN0eWxlIjpudWxsfSwiVGl0bGVTdHlsZSI6eyIkaWQiOiIyODEiLCJGb250U2V0dGluZ3MiOnsiJGlkIjoiMjgyIiwiRm9udFNpemUiOjExLCJGb250TmFtZSI6IkNhbGlicmkiLCJJc0JvbGQiOnRydWUsIklzSXRhbGljIjpmYWxzZSwiSXNVbmRlcmxpbmVkIjpmYWxzZSwiUGFyZW50U3R5bGUiOm51bGx9LCJBdXRvU2l6ZSI6MiwiRm9yZWdyb3VuZCI6eyIkcmVmIjoiNDIifSwiTWF4V2lkdGgiOjkyLjAsIk1heEhlaWdodCI6IkluZmluaXR5IiwiU21hcnRGb3JlZ3JvdW5kSXNBY3RpdmUiOmZhbHNlLCJIb3Jpem9udGFsQWxpZ25tZW50IjowLCJWZXJ0aWNhbEFsaWdubWVudCI6MCwiU21hcnRGb3JlZ3JvdW5kIjpudWxsLCJCYWNrZ3JvdW5kRmlsbFR5cGUiOjAsIk1hcmdpbiI6eyIkcmVmIjoiNDQifSwiUGFkZGluZyI6eyIkcmVmIjoiNDUifSwiQmFja2dyb3VuZCI6eyIkcmVmIjoiNDYifSwiSXNWaXNpYmxlIjp0cnVlLCJXaWR0aCI6MC4wLCJIZWlnaHQiOjAuMCwiQm9yZGVyU3R5bGUiOnsiJGlkIjoiMjgzIiwiTGluZUNvbG9yIjpudWxsLCJMaW5lV2VpZ2h0IjowLjAsIkxpbmVUeXBlIjowLCJQYXJlbnRTdHlsZSI6bnVsbH0sIlBhcmVudFN0eWxlIjpudWxsfSwiRGF0ZVN0eWxlIjp7IiRpZCI6IjI4NCIsIkZvbnRTZXR0aW5ncyI6eyIkaWQiOiIyODUiLCJGb250U2l6ZSI6MTAsIkZvbnROYW1lIjoiQ2FsaWJyaSIsIklzQm9sZCI6dHJ1ZSwiSXNJdGFsaWMiOmZhbHNlLCJJc1VuZGVybGluZWQiOmZhbHNlLCJQYXJlbnRTdHlsZSI6bnVsbH0sIkF1dG9TaXplIjowLCJGb3JlZ3JvdW5kIjp7IiRpZCI6IjI4NiIsIkNvbG9yIjp7IiRpZCI6IjI4NyIsIkEiOjI1NSwiUiI6MjU1LCJHIjowLCJCIjowfX0sIk1heFdpZHRoIjoyMDAuMCwiTWF4SGVpZ2h0IjoiSW5maW5pdHkiLCJTbWFydEZvcmVncm91bmRJc0FjdGl2ZSI6ZmFsc2UsIkhvcml6b250YWxBbGlnbm1lbnQiOjAsIlZlcnRpY2FsQWxpZ25tZW50IjowLCJTbWFydEZvcmVncm91bmQiOm51bGwsIkJhY2tncm91bmRGaWxsVHlwZSI6MCwiTWFyZ2luIjp7IiRyZWYiOiI1MyJ9LCJQYWRkaW5nIjp7IiRyZWYiOiI1NCJ9LCJCYWNrZ3JvdW5kIjp7IiRyZWYiOiI1NSJ9LCJJc1Zpc2libGUiOnRydWUsIldpZHRoIjowLjAsIkhlaWdodCI6MC4wLCJCb3JkZXJTdHlsZSI6eyIkaWQiOiIyODgiLCJMaW5lQ29sb3IiOm51bGwsIkxpbmVXZWlnaHQiOjAuMCwiTGluZVR5cGUiOjAsIlBhcmVudFN0eWxlIjpudWxsfSwiUGFyZW50U3R5bGUiOm51bGx9LCJEYXRlRm9ybWF0Ijp7IiRpZCI6IjI4OSIsIkZvcm1hdFN0cmluZyI6Ik0vZC95eS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kwIiwiRm9ybWF0IjowLCJJc1Zpc2libGUiOmZhbHNlLCJMYXN0S25vd25WaXNpYmlsaXR5U3RhdGUiOmZhbHNlfSwiSXNWaXNpYmxlIjp0cnVlLCJQYXJlbnRTdHlsZSI6bnVsbH0sIkluZGV4IjozLCJTbWFydER1cmF0aW9uQWN0aXZhdGVkIjpmYWxzZSwiRGF0ZUZvcm1hdCI6eyIkcmVmIjoiMjg5In0sIldlZWtOdW1iZXJpbmciOnsiJGlkIjoiMjkxIiwiRm9ybWF0IjowLCJJc1Zpc2libGUiOmZhbHNlLCJMYXN0S25vd25WaXNpYmlsaXR5U3RhdGUiOmZhbHNlfSwiSWQiOiIxOWIxYWJiMC03ZGI0LTQzM2YtOWY4OC01MDJlMjViMmVmYjYiLCJJbXBvcnRJZCI6bnVsbCwiVGl0bGUiOiJGU1MtTFNTIiwiTm90ZSI6bnVsbCwiSHlwZXJsaW5rIjp7IiRpZCI6IjI5MiIsIkFkZHJlc3MiOm51bGwsIlN1YkFkZHJlc3MiOm51bGx9LCJJc0NoYW5nZWQiOmZhbHNlLCJJc05ldyI6ZmFsc2V9fV0sIl9taWxlc3RvbmVzIjpbXSwiSWQiOiIwMDAwMDAwMC0wMDAwLTAwMDAtMDAwMC0wMDAwMDAwMDAwMDAiLCJJc1NpbmdsZUl0ZW1Sb3ciOnRydWV9XSwiSW5kZXgiOjEsIklkIjoiYmQ4MTJiNWEtYmEwZC00ZWNlLTkzMWMtYjAxOTQ4NDQ2NmI4IiwiSGVhZGVyVGV4dCI6bnVsbCwiSXNEZWZhdWx0Ijp0cnVlLCJTdHlsZSI6eyIkaWQiOiIyOTMiLCJIZWFkZXJTdHlsZSI6eyIkaWQiOiIyOTQiLCJUZXh0U3R5bGUiOnsiJGlkIjoiMjk1IiwiRm9udFNldHRpbmdzIjp7IiRpZCI6IjI5NiIsIkZvbnRTaXplIjoxMSwiRm9udE5hbWUiOiJDYWxpYnJpIiwiSXNCb2xkIjpmYWxzZSwiSXNJdGFsaWMiOmZhbHNlLCJJc1VuZGVybGluZWQiOmZhbHNlLCJQYXJlbnRTdHlsZSI6bnVsbH0sIkF1dG9TaXplIjoyLCJGb3JlZ3JvdW5kIjp7IiRpZCI6IjI5NyIsIkNvbG9yIjp7IiRpZCI6IjI5OCIsIkEiOjI1NSwiUiI6MCwiRyI6MCwiQiI6MH19LCJNYXhXaWR0aCI6IkluZmluaXR5IiwiTWF4SGVpZ2h0IjoiSW5maW5pdHkiLCJTbWFydEZvcmVncm91bmRJc0FjdGl2ZSI6ZmFsc2UsIkhvcml6b250YWxBbGlnbm1lbnQiOjAsIlZlcnRpY2FsQWxpZ25tZW50IjowLCJTbWFydEZvcmVncm91bmQiOm51bGwsIkJhY2tncm91bmRGaWxsVHlwZSI6MCwiTWFyZ2luIjp7IiRpZCI6IjI5OSIsIlRvcCI6MC4wLCJMZWZ0IjowLjAsIlJpZ2h0IjowLjAsIkJvdHRvbSI6MC4wfSwiUGFkZGluZyI6eyIkaWQiOiIzMDAiLCJUb3AiOjAuMCwiTGVmdCI6MC4wLCJSaWdodCI6MC4wLCJCb3R0b20iOjAuMH0sIkJhY2tncm91bmQiOm51bGwsIklzVmlzaWJsZSI6dHJ1ZSwiV2lkdGgiOjAuMCwiSGVpZ2h0IjowLjAsIkJvcmRlclN0eWxlIjpudWxsLCJQYXJlbnRTdHlsZSI6bnVsbH0sIlJlY3RhbmdsZVN0eWxlIjp7IiRpZCI6IjMwMSIsIk1hcmdpbiI6eyIkaWQiOiIzMDIiLCJUb3AiOjAuMCwiTGVmdCI6MC4wLCJSaWdodCI6MC4wLCJCb3R0b20iOjAuMH0sIlBhZGRpbmciOnsiJGlkIjoiMzAzIiwiVG9wIjowLjAsIkxlZnQiOjAuMCwiUmlnaHQiOjAuMCwiQm90dG9tIjowLjB9LCJCYWNrZ3JvdW5kIjp7IiRpZCI6IjMwNCIsIkNvbG9yIjp7IiRpZCI6IjMwNSIsIkEiOjYzLCJSIjoxOTcsIkciOjE5NSwiQiI6MjM4fX0sIklzVmlzaWJsZSI6dHJ1ZSwiV2lkdGgiOjAuMCwiSGVpZ2h0IjowLjAsIkJvcmRlclN0eWxlIjp7IiRpZCI6IjMwNiIsIkxpbmVDb2xvciI6eyIkaWQiOiIzMDciLCIkdHlwZSI6Ik5MUkUuQ29tbW9uLkRvbS5Tb2xpZENvbG9yQnJ1c2gsIE5MUkUuQ29tbW9uIiwiQ29sb3IiOnsiJGlkIjoiMzA4IiwiQSI6MjU1LCJSIjoyNTUsIkciOjAsIkIiOjB9fSwiTGluZVdlaWdodCI6MC4wLCJMaW5lVHlwZSI6MCwiUGFyZW50U3R5bGUiOm51bGx9LCJQYXJlbnRTdHlsZSI6bnVsbH0sIk1hcmdpbiI6eyIkaWQiOiIzMDkiLCJUb3AiOjAuMCwiTGVmdCI6MC4wLCJSaWdodCI6MC4wLCJCb3R0b20iOjAuMH0sIlBhZGRpbmciOnsiJGlkIjoiMzEwIiwiVG9wIjowLjAsIkxlZnQiOjAuMCwiUmlnaHQiOjAuMCwiQm90dG9tIjowLjB9LCJCYWNrZ3JvdW5kIjpudWxsLCJJc1Zpc2libGUiOnRydWUsIldpZHRoIjowLjAsIkhlaWdodCI6MC4wLCJCb3JkZXJTdHlsZSI6bnVsbCwiUGFyZW50U3R5bGUiOm51bGx9LCJCYWNrZ3JvdW5kU3R5bGUiOnsiJGlkIjoiMzExIiwiTWFyZ2luIjp7IiRpZCI6IjMxMiIsIlRvcCI6MC4wLCJMZWZ0IjowLjAsIlJpZ2h0IjowLjAsIkJvdHRvbSI6MC4wfSwiUGFkZGluZyI6eyIkaWQiOiIzMTMiLCJUb3AiOjAuMCwiTGVmdCI6MC4wLCJSaWdodCI6MC4wLCJCb3R0b20iOjAuMH0sIkJhY2tncm91bmQiOnsiJGlkIjoiMzE0IiwiQ29sb3IiOnsiJGlkIjoiMzE1IiwiQSI6NTEsIlIiOjE5NywiRyI6MTk1LCJCIjoyMzh9fSwiSXNWaXNpYmxlIjp0cnVlLCJXaWR0aCI6MC4wLCJIZWlnaHQiOjAuMCwiQm9yZGVyU3R5bGUiOnsiJGlkIjoiMzE2IiwiTGluZUNvbG9yIjp7IiRpZCI6IjMxNyIsIiR0eXBlIjoiTkxSRS5Db21tb24uRG9tLlNvbGlkQ29sb3JCcnVzaCwgTkxSRS5Db21tb24iLCJDb2xvciI6eyIkaWQiOiIzMTgiLCJBIjoyNTUsIlIiOjI1NSwiRyI6MCwiQiI6MH19LCJMaW5lV2VpZ2h0IjowLjAsIkxpbmVUeXBlIjowLCJQYXJlbnRTdHlsZSI6bnVsbH0sIlBhcmVudFN0eWxlIjpudWxsfSwiTWFyZ2luIjp7IiRpZCI6IjMxOSIsIlRvcCI6MC4wLCJMZWZ0IjowLjAsIlJpZ2h0IjowLjAsIkJvdHRvbSI6MC4wfSwiUGFkZGluZyI6eyIkaWQiOiIzMjAiLCJUb3AiOjAuMCwiTGVmdCI6MC4wLCJSaWdodCI6MC4wLCJCb3R0b20iOjAuMH0sIklzVmlzaWJsZSI6ZmFsc2UsIldpZHRoIjowLjAsIkhlaWdodCI6MC4wLCJCb3JkZXJTdHlsZSI6bnVsbCwiUGFyZW50U3R5bGUiOm51bGx9fV0sIklkIjoiYWUwMzk3NzQtZjVkOS00MTM0LTg3NjctZWZkMTkzOGM5NjhkIiwiSW5kZXgiOjEsIkhlYWRlclRleHQiOiJDaGluYSIsIlN0eWxlIjp7IiRpZCI6IjMyMSIsIkhlYWRlclN0eWxlIjp7IiRpZCI6IjMyMiIsIlRleHRJc1ZlcnRpY2FsIjpmYWxzZSwiVGV4dFN0eWxlIjp7IiRpZCI6IjMyMyIsIkZvbnRTZXR0aW5ncyI6eyIkaWQiOiIzMjQiLCJGb250U2l6ZSI6MjQsIkZvbnROYW1lIjoiQ2FsaWJyaSIsIklzQm9sZCI6dHJ1ZSwiSXNJdGFsaWMiOmZhbHNlLCJJc1VuZGVybGluZWQiOmZhbHNlLCJQYXJlbnRTdHlsZSI6bnVsbH0sIkF1dG9TaXplIjoyLCJGb3JlZ3JvdW5kIjp7IiRyZWYiOiIxNDYifSwiTWF4V2lkdGgiOjE0Ny4wLCJNYXhIZWlnaHQiOjAuMCwiU21hcnRGb3JlZ3JvdW5kSXNBY3RpdmUiOmZhbHNlLCJIb3Jpem9udGFsQWxpZ25tZW50IjowLCJWZXJ0aWNhbEFsaWdubWVudCI6MCwiU21hcnRGb3JlZ3JvdW5kIjpudWxsLCJCYWNrZ3JvdW5kRmlsbFR5cGUiOjAsIk1hcmdpbiI6eyIkcmVmIjoiMTQ4In0sIlBhZGRpbmciOnsiJHJlZiI6IjE0OSJ9LCJCYWNrZ3JvdW5kIjpudWxsLCJJc1Zpc2libGUiOnRydWUsIldpZHRoIjowLjAsIkhlaWdodCI6MC4wLCJCb3JkZXJTdHlsZSI6bnVsbCwiUGFyZW50U3R5bGUiOm51bGx9LCJSZWN0YW5nbGVTdHlsZSI6eyIkaWQiOiIzMjUiLCJNYXJnaW4iOnsiJGlkIjoiMzI2IiwiVG9wIjowLjAsIkxlZnQiOjAuMCwiUmlnaHQiOjAuMCwiQm90dG9tIjowLjB9LCJQYWRkaW5nIjp7IiRpZCI6IjMyNyIsIlRvcCI6MC4wLCJMZWZ0IjowLjAsIlJpZ2h0IjowLjAsIkJvdHRvbSI6MC4wfSwiQmFja2dyb3VuZCI6eyIkaWQiOiIzMjgiLCJDb2xvciI6eyIkaWQiOiIzMjkiLCJBIjoyNTUsIlIiOjE5NywiRyI6MTk1LCJCIjoyMzh9fSwiSXNWaXNpYmxlIjp0cnVlLCJXaWR0aCI6MC4wLCJIZWlnaHQiOjAuMCwiQm9yZGVyU3R5bGUiOnsiJGlkIjoiMzMwIiwiTGluZUNvbG9yIjp7IiRpZCI6IjMzMSIsIiR0eXBlIjoiTkxSRS5Db21tb24uRG9tLlNvbGlkQ29sb3JCcnVzaCwgTkxSRS5Db21tb24iLCJDb2xvciI6eyIkaWQiOiIzMzIiLCJBIjoyNTUsIlIiOjI1NSwiRyI6MCwiQiI6MH19LCJMaW5lV2VpZ2h0IjowLjAsIkxpbmVUeXBlIjowLCJQYXJlbnRTdHlsZSI6bnVsbH0sIlBhcmVudFN0eWxlIjpudWxsfSwiTWFyZ2luIjp7IiRpZCI6IjMzMyIsIlRvcCI6MC4wLCJMZWZ0IjowLjAsIlJpZ2h0IjowLjAsIkJvdHRvbSI6MC4wfSwiUGFkZGluZyI6eyIkaWQiOiIzMzQiLCJUb3AiOjAuMCwiTGVmdCI6MC4wLCJSaWdodCI6MC4wLCJCb3R0b20iOjAuMH0sIkJhY2tncm91bmQiOm51bGwsIklzVmlzaWJsZSI6dHJ1ZSwiV2lkdGgiOjAuMCwiSGVpZ2h0IjowLjAsIkJvcmRlclN0eWxlIjpudWxsLCJQYXJlbnRTdHlsZSI6bnVsbH0sIkJhY2tncm91bmRTdHlsZSI6eyIkaWQiOiIzMzUiLCJNYXJnaW4iOnsiJGlkIjoiMzM2IiwiVG9wIjowLjAsIkxlZnQiOjAuMCwiUmlnaHQiOjAuMCwiQm90dG9tIjowLjB9LCJQYWRkaW5nIjp7IiRpZCI6IjMzNyIsIlRvcCI6MC4wLCJMZWZ0IjowLjAsIlJpZ2h0IjowLjAsIkJvdHRvbSI6MC4wfSwiQmFja2dyb3VuZCI6eyIkaWQiOiIzMzgiLCJDb2xvciI6eyIkaWQiOiIzMzkiLCJBIjo1MSwiUiI6MTk3LCJHIjoxOTUsIkIiOjIzOH19LCJJc1Zpc2libGUiOnRydWUsIldpZHRoIjowLjAsIkhlaWdodCI6MC4wLCJCb3JkZXJTdHlsZSI6eyIkaWQiOiIzNDAiLCJMaW5lQ29sb3IiOnsiJGlkIjoiMzQxIiwiJHR5cGUiOiJOTFJFLkNvbW1vbi5Eb20uU29saWRDb2xvckJydXNoLCBOTFJFLkNvbW1vbiIsIkNvbG9yIjp7IiRpZCI6IjM0MiIsIkEiOjI1NSwiUiI6MjU1LCJHIjowLCJCIjowfX0sIkxpbmVXZWlnaHQiOjAuMCwiTGluZVR5cGUiOjAsIlBhcmVudFN0eWxlIjpudWxsfSwiUGFyZW50U3R5bGUiOm51bGx9LCJJc0Fib3ZlVGltZWJhbmQiOmZhbHNlLCJNYXJnaW4iOnsiJGlkIjoiMzQzIiwiVG9wIjowLjAsIkxlZnQiOjAuMCwiUmlnaHQiOjAuMCwiQm90dG9tIjowLjB9LCJQYWRkaW5nIjp7IiRpZCI6IjM0NCIsIlRvcCI6MC4wLCJMZWZ0IjowLjAsIlJpZ2h0IjowLjAsIkJvdHRvbSI6MC4wfSwiSXNWaXNpYmxlIjp0cnVlLCJXaWR0aCI6MC4wLCJIZWlnaHQiOjAuMCwiQm9yZGVyU3R5bGUiOnsiJGlkIjoiMzQ1IiwiTGluZUNvbG9yIjpudWxsLCJMaW5lV2VpZ2h0IjowLjAsIkxpbmVUeXBlIjowLCJQYXJlbnRTdHlsZSI6bnVsbH0sIlBhcmVudFN0eWxlIjpudWxsfX1dLCJDdWx0dXJlSW5mb05hbWUiOiJlbi1VUyIsIlN0eWxlTmFtZSI6bnVsbCwiVmVyc2lvbiI6eyIkaWQiOiIzNDYiLCJWZXJzaW9uIjoiMy43LjMiLCJPcmlnaW5hbEFzc2VtYmx5VmVyc2lvbiI6IjcuMDAuMTYuMDAiLCJFZGl0aW9uIjpudWxsLCJMYXN0U2F2ZWRFZGl0aW9uIjowLCJJc1BsdXNFZGl0aW9uIjpmYWxzZSwiSXNQcm9FZGl0aW9uIjpmYWxzZX0sIkVmZmVjdCI6MSwiU3R5bGUiOnsiJGlkIjoiMzQ3IiwiRGVmYXVsdERlcGVuZGVuY3lTdHlsZSI6eyIkaWQiOiIzNDgiLCJMaW5lU3R5bGUiOnsiJGlkIjoiMzQ5IiwiTGluZUNvbG9yIjp7IiRpZCI6IjM1MCIsIiR0eXBlIjoiTkxSRS5Db21tb24uRG9tLlNvbGlkQ29sb3JCcnVzaCwgTkxSRS5Db21tb24iLCJDb2xvciI6eyIkaWQiOiIzNTEiLCJBIjoyNTUsIlIiOjAsIkciOjAsIkIiOjB9fSwiTGluZVdlaWdodCI6MS4wLCJMaW5lVHlwZSI6MCwiUGFyZW50U3R5bGUiOm51bGx9LCJFbmRBcnJvd2hlYWRMaW5lU3R5bGUiOnsiJGlkIjoiMzUyIiwiS2luZCI6MSwiV2lkdGgiOjEsIkxlbmd0aCI6MCwiUGFyZW50U3R5bGUiOm51bGx9LCJCcmluZ1RvRnJvbnQiOnRydWUsIkVsYm93UmFkaXVzIjowLjAsIk1hcmdpbiI6eyIkaWQiOiIzNTMiLCJUb3AiOjAuMCwiTGVmdCI6MC4wLCJSaWdodCI6MC4wLCJCb3R0b20iOjAuMH0sIlBhZGRpbmciOnsiJGlkIjoiMzU0IiwiVG9wIjowLjAsIkxlZnQiOjAuMCwiUmlnaHQiOjAuMCwiQm90dG9tIjowLjB9LCJCYWNrZ3JvdW5kIjpudWxsLCJJc1Zpc2libGUiOnRydWUsIldpZHRoIjowLjAsIkhlaWdodCI6MC4wLCJCb3JkZXJTdHlsZSI6bnVsbCwiUGFyZW50U3R5bGUiOm51bGx9LCJDcml0aWNhbFBhdGhTdHlsZSI6eyIkaWQiOiIzNTUiLCJDcml0aWNhbFBhdGhTdHlsZU9wdGlvbnMiOjE1LCJMaW5lU3R5bGUiOnsiJGlkIjoiMzU2IiwiTGluZUNvbG9yIjp7IiRpZCI6IjM1NyIsIiR0eXBlIjoiTkxSRS5Db21tb24uRG9tLlNvbGlkQ29sb3JCcnVzaCwgTkxSRS5Db21tb24iLCJDb2xvciI6eyIkaWQiOiIzNTgiLCJBIjoyNTUsIlIiOjIyMiwiRyI6NTAsIkIiOjUwfX0sIkxpbmVXZWlnaHQiOjEuMCwiTGluZVR5cGUiOjAsIlBhcmVudFN0eWxlIjpudWxsfSwiVGl0bGVGb3JlZ3JvdW5kIjp7IiRpZCI6IjM1OSIsIkNvbG9yIjp7IiRpZCI6IjM2MCIsIkEiOjI1NSwiUiI6MTc2LCJHIjoxOSwiQiI6MjV9fSwiU2hhcGVzQmFja2dyb3VuZCI6eyIkaWQiOiIzNjEiLCJDb2xvciI6eyIkaWQiOiIzNjIiLCJBIjoyNTUsIlIiOjI1MywiRyI6MjAzLCJCIjoyMDh9fSwiU2hhcGVzQm9yZGVyU3R5bGUiOnsiJGlkIjoiMzYzIiwiTGluZUNvbG9yIjp7IiRpZCI6IjM2NCIsIiR0eXBlIjoiTkxSRS5Db21tb24uRG9tLlNvbGlkQ29sb3JCcnVzaCwgTkxSRS5Db21tb24iLCJDb2xvciI6eyIkaWQiOiIzNjUiLCJBIjoyNTUsIlIiOjIyMiwiRyI6NTAsIkIiOjUwfX0sIkxpbmVXZWlnaHQiOjEuNSwiTGluZVR5cGUiOjAsIlBhcmVudFN0eWxlIjpudWxsfSwiTWFyZ2luIjp7IiRpZCI6IjM2NiIsIlRvcCI6MC4wLCJMZWZ0IjowLjAsIlJpZ2h0IjowLjAsIkJvdHRvbSI6MC4wfSwiUGFkZGluZyI6eyIkaWQiOiIzNjciLCJUb3AiOjAuMCwiTGVmdCI6MC4wLCJSaWdodCI6MC4wLCJCb3R0b20iOjAuMH0sIkJhY2tncm91bmQiOm51bGwsIklzVmlzaWJsZSI6ZmFsc2UsIldpZHRoIjowLjAsIkhlaWdodCI6MC4wLCJCb3JkZXJTdHlsZSI6bnVsbCwiUGFyZW50U3R5bGUiOm51bGx9LCJUaW1lYmFuZFN0eWxlIjp7IiRpZCI6IjM2OCIsIlNjYWxlTWFya2luZyI6MSwiU2hhcGUiOjAsIlNoYXBlU3R5bGUiOnsiJGlkIjoiMzY5IiwiTWFyZ2luIjp7IiRpZCI6IjM3MCIsIlRvcCI6MC4wLCJMZWZ0IjoxMC4wLCJSaWdodCI6MTAuMCwiQm90dG9tIjowLjB9LCJQYWRkaW5nIjp7IiRpZCI6IjM3MSIsIlRvcCI6My4wLCJMZWZ0IjowLjAsIlJpZ2h0IjowLjAsIkJvdHRvbSI6My4wfSwiQmFja2dyb3VuZCI6eyIkaWQiOiIzNzIiLCJDb2xvciI6eyIkaWQiOiIzNzMiLCJBIjoyNTUsIlIiOjY4LCJHIjo4NCwiQiI6MTA2fX0sIklzVmlzaWJsZSI6dHJ1ZSwiV2lkdGgiOjg1OC4wLCJIZWlnaHQiOjIwLjAsIkJvcmRlclN0eWxlIjp7IiRpZCI6IjM3NCIsIkxpbmVDb2xvciI6eyIkaWQiOiIzNzUiLCIkdHlwZSI6Ik5MUkUuQ29tbW9uLkRvbS5Tb2xpZENvbG9yQnJ1c2gsIE5MUkUuQ29tbW9uIiwiQ29sb3IiOnsiJGlkIjoiMzc2IiwiQSI6MjU1LCJSIjoyNTUsIkciOjAsIkIiOjB9fSwiTGluZVdlaWdodCI6MC4wLCJMaW5lVHlwZSI6MCwiUGFyZW50U3R5bGUiOm51bGx9LCJQYXJlbnRTdHlsZSI6bnVsbH0sIk1pZGRsZVRpZXJTaGFwZVN0eWxlIjp7IiRpZCI6IjM3NyIsIk1hcmdpbiI6eyIkaWQiOiIzNzgiLCJUb3AiOjAuMCwiTGVmdCI6MTAuMCwiUmlnaHQiOjEwLjAsIkJvdHRvbSI6MC4wfSwiUGFkZGluZyI6eyIkaWQiOiIzNzkiLCJUb3AiOjMuMCwiTGVmdCI6MC4wLCJSaWdodCI6MC4wLCJCb3R0b20iOjMuMH0sIkJhY2tncm91bmQiOnsiJGlkIjoiMzgwIiwiQ29sb3IiOnsiJGlkIjoiMzgxIiwiQSI6MjU1LCJSIjo2OCwiRyI6ODQsIkIiOjEwNn19LCJJc1Zpc2libGUiOnRydWUsIldpZHRoIjo4NTguMCwiSGVpZ2h0IjoyMC4wLCJCb3JkZXJTdHlsZSI6eyIkaWQiOiIzODIiLCJMaW5lQ29sb3IiOnsiJGlkIjoiMzgzIiwiJHR5cGUiOiJOTFJFLkNvbW1vbi5Eb20uU29saWRDb2xvckJydXNoLCBOTFJFLkNvbW1vbiIsIkNvbG9yIjp7IiRpZCI6IjM4NCIsIkEiOjI1NSwiUiI6MjU1LCJHIjowLCJCIjowfX0sIkxpbmVXZWlnaHQiOjAuMCwiTGluZVR5cGUiOjAsIlBhcmVudFN0eWxlIjpudWxsfSwiUGFyZW50U3R5bGUiOm51bGx9LCJCb3R0b21UaWVyU2hhcGVTdHlsZSI6eyIkaWQiOiIzODUiLCJNYXJnaW4iOnsiJGlkIjoiMzg2IiwiVG9wIjowLjAsIkxlZnQiOjEwLjAsIlJpZ2h0IjoxMC4wLCJCb3R0b20iOjAuMH0sIlBhZGRpbmciOnsiJGlkIjoiMzg3IiwiVG9wIjozLjAsIkxlZnQiOjAuMCwiUmlnaHQiOjAuMCwiQm90dG9tIjozLjB9LCJCYWNrZ3JvdW5kIjp7IiRpZCI6IjM4OCIsIkNvbG9yIjp7IiRpZCI6IjM4OSIsIkEiOjI1NSwiUiI6NjgsIkciOjg0LCJCIjoxMDZ9fSwiSXNWaXNpYmxlIjp0cnVlLCJXaWR0aCI6ODU4LjAsIkhlaWdodCI6MjAuMCwiQm9yZGVyU3R5bGUiOnsiJGlkIjoiMzkwIiwiTGluZUNvbG9yIjp7IiRpZCI6IjM5MSIsIiR0eXBlIjoiTkxSRS5Db21tb24uRG9tLlNvbGlkQ29sb3JCcnVzaCwgTkxSRS5Db21tb24iLCJDb2xvciI6eyIkaWQiOiIzOTIiLCJBIjoyNTUsIlIiOjI1NSwiRyI6MCwiQiI6MH19LCJMaW5lV2VpZ2h0IjowLjAsIkxpbmVUeXBlIjowLCJQYXJlbnRTdHlsZSI6bnVsbH0sIlBhcmVudFN0eWxlIjpudWxsfSwiUmlnaHRFbmRDYXBzU3R5bGUiOnsiJGlkIjoiMzkzIiwiRm9udFNldHRpbmdzIjp7IiRpZCI6IjM5NCIsIkZvbnRTaXplIjoxOCwiRm9udE5hbWUiOiJDYWxpYnJpIiwiSXNCb2xkIjp0cnVlLCJJc0l0YWxpYyI6ZmFsc2UsIklzVW5kZXJsaW5lZCI6ZmFsc2UsIlBhcmVudFN0eWxlIjpudWxsfSwiQXV0b1NpemUiOjAsIkZvcmVncm91bmQiOnsiJGlkIjoiMzk1IiwiQ29sb3IiOnsiJGlkIjoiMzk2IiwiQSI6MjU1LCJSIjoyMzcsIkciOjEyNSwiQiI6NDl9fSwiTWF4V2lkdGgiOiJJbmZpbml0eSIsIk1heEhlaWdodCI6IkluZmluaXR5IiwiU21hcnRGb3JlZ3JvdW5kSXNBY3RpdmUiOmZhbHNlLCJIb3Jpem9udGFsQWxpZ25tZW50IjowLCJWZXJ0aWNhbEFsaWdubWVudCI6MCwiU21hcnRGb3JlZ3JvdW5kIjpudWxsLCJCYWNrZ3JvdW5kRmlsbFR5cGUiOjAsIk1hcmdpbiI6eyIkaWQiOiIzOTciLCJUb3AiOjAuMCwiTGVmdCI6MC4wLCJSaWdodCI6MjAuMCwiQm90dG9tIjowLjB9LCJQYWRkaW5nIjp7IiRpZCI6IjM5OCIsIlRvcCI6MC4wLCJMZWZ0IjowLjAsIlJpZ2h0IjowLjAsIkJvdHRvbSI6MC4wfSwiQmFja2dyb3VuZCI6eyIkaWQiOiIzOTkiLCJDb2xvciI6eyIkaWQiOiI0MDAiLCJBIjowLCJSIjowLCJHIjowLCJCIjowfX0sIklzVmlzaWJsZSI6ZmFsc2UsIldpZHRoIjowLjAsIkhlaWdodCI6MC4wLCJCb3JkZXJTdHlsZSI6bnVsbCwiUGFyZW50U3R5bGUiOm51bGx9LCJMZWZ0RW5kQ2Fwc1N0eWxlIjp7IiRpZCI6IjQwMSIsIkZvbnRTZXR0aW5ncyI6eyIkaWQiOiI0MDIiLCJGb250U2l6ZSI6MTgsIkZvbnROYW1lIjoiQ2FsaWJyaSIsIklzQm9sZCI6dHJ1ZSwiSXNJdGFsaWMiOmZhbHNlLCJJc1VuZGVybGluZWQiOmZhbHNlLCJQYXJlbnRTdHlsZSI6bnVsbH0sIkF1dG9TaXplIjowLCJGb3JlZ3JvdW5kIjp7IiRpZCI6IjQwMyIsIkNvbG9yIjp7IiRpZCI6IjQwNCIsIkEiOjI1NSwiUiI6MjM3LCJHIjoxMjUsIkIiOjQ5fX0sIk1heFdpZHRoIjoiSW5maW5pdHkiLCJNYXhIZWlnaHQiOiJJbmZpbml0eSIsIlNtYXJ0Rm9yZWdyb3VuZElzQWN0aXZlIjpmYWxzZSwiSG9yaXpvbnRhbEFsaWdubWVudCI6MCwiVmVydGljYWxBbGlnbm1lbnQiOjAsIlNtYXJ0Rm9yZWdyb3VuZCI6bnVsbCwiQmFja2dyb3VuZEZpbGxUeXBlIjowLCJNYXJnaW4iOnsiJGlkIjoiNDA1IiwiVG9wIjowLjAsIkxlZnQiOjExNS41MDY2NjY2NjY2NjY2NiwiUmlnaHQiOjAuMCwiQm90dG9tIjowLjB9LCJQYWRkaW5nIjp7IiRpZCI6IjQwNiIsIlRvcCI6MC4wLCJMZWZ0IjowLjAsIlJpZ2h0IjowLjAsIkJvdHRvbSI6MC4wfSwiQmFja2dyb3VuZCI6eyIkaWQiOiI0MDciLCJDb2xvciI6eyIkaWQiOiI0MDgiLCJBIjowLCJSIjowLCJHIjowLCJCIjowfX0sIklzVmlzaWJsZSI6ZmFsc2UsIldpZHRoIjowLjAsIkhlaWdodCI6MC4wLCJCb3JkZXJTdHlsZSI6bnVsbCwiUGFyZW50U3R5bGUiOm51bGx9LCJUb2RheVRleHRTdHlsZSI6eyIkaWQiOiI0MDkiLCJGb250U2V0dGluZ3MiOnsiJGlkIjoiNDEwIiwiRm9udFNpemUiOjEyLCJGb250TmFtZSI6IkNhbGlicmkiLCJJc0JvbGQiOmZhbHNlLCJJc0l0YWxpYyI6ZmFsc2UsIklzVW5kZXJsaW5lZCI6ZmFsc2UsIlBhcmVudFN0eWxlIjpudWxsfSwiQXV0b1NpemUiOjAsIkZvcmVncm91bmQiOnsiJGlkIjoiNDExIiwiQ29sb3IiOnsiJGlkIjoiNDEy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QxMyIsIlRvcCI6MC4wLCJMZWZ0IjowLjAsIlJpZ2h0IjowLjAsIkJvdHRvbSI6MC4wfSwiUGFkZGluZyI6eyIkaWQiOiI0MTQiLCJUb3AiOjAuMCwiTGVmdCI6MC4wLCJSaWdodCI6MC4wLCJCb3R0b20iOjAuMH0sIkJhY2tncm91bmQiOnsiJGlkIjoiNDE1IiwiQ29sb3IiOnsiJGlkIjoiNDE2IiwiQSI6MCwiUiI6MCwiRyI6MCwiQiI6MH19LCJJc1Zpc2libGUiOnRydWUsIldpZHRoIjowLjAsIkhlaWdodCI6MC4wLCJCb3JkZXJTdHlsZSI6bnVsbCwiUGFyZW50U3R5bGUiOm51bGx9LCJUb2RheU1hcmtlclN0eWxlIjp7IiRpZCI6IjQxNyIsIk1hcmdpbiI6eyIkaWQiOiI0MTgiLCJUb3AiOjAuMCwiTGVmdCI6MC4wLCJSaWdodCI6MC4wLCJCb3R0b20iOjAuMH0sIlBhZGRpbmciOnsiJGlkIjoiNDE5IiwiVG9wIjowLjAsIkxlZnQiOjAuMCwiUmlnaHQiOjAuMCwiQm90dG9tIjowLjB9LCJCYWNrZ3JvdW5kIjp7IiRpZCI6IjQyMCIsIkNvbG9yIjp7IiRpZCI6IjQyMSIsIkEiOjI1NSwiUiI6MjU1LCJHIjowLCJCIjowfX0sIklzVmlzaWJsZSI6dHJ1ZSwiV2lkdGgiOjAuMCwiSGVpZ2h0IjowLjAsIkJvcmRlclN0eWxlIjpudWxsLCJQYXJlbnRTdHlsZSI6bnVsbH0sIlNjYWxlU3R5bGUiOnsiJGlkIjoiNDIyIiwiU2hhcGUiOjMsIlNob3dTZWdtZW50U2VwYXJhdG9ycyI6dHJ1ZSwiU2VnbWVudFNlcGFyYXRvck9wYWNpdHkiOjMwLCJIYXNCZWVuVmlzaWJsZUJlZm9yZSI6dHJ1ZSwiRm9udFNldHRpbmdzIjp7IiRpZCI6IjQyMyIsIkZvbnRTaXplIjoxMiwiRm9udE5hbWUiOiJDYWxpYnJpIiwiSXNCb2xkIjpmYWxzZSwiSXNJdGFsaWMiOmZhbHNlLCJJc1VuZGVybGluZWQiOmZhbHNlLCJQYXJlbnRTdHlsZSI6bnVsbH0sIkF1dG9TaXplIjowLCJGb3JlZ3JvdW5kIjp7IiRpZCI6IjQyNCIsIkNvbG9yIjp7IiRpZCI6IjQyNSIsIkEiOjI1NSwiUiI6MjU1LCJHIjoyNTUsIkIiOjI1NX19LCJNYXhXaWR0aCI6MjAwLjAsIk1heEhlaWdodCI6IkluZmluaXR5IiwiU21hcnRGb3JlZ3JvdW5kSXNBY3RpdmUiOmZhbHNlLCJIb3Jpem9udGFsQWxpZ25tZW50IjowLCJWZXJ0aWNhbEFsaWdubWVudCI6MSwiU21hcnRGb3JlZ3JvdW5kIjpudWxsLCJCYWNrZ3JvdW5kRmlsbFR5cGUiOjAsIk1hcmdpbiI6eyIkaWQiOiI0MjYiLCJUb3AiOjAuMCwiTGVmdCI6NS4wLCJSaWdodCI6MC4wLCJCb3R0b20iOjAuMH0sIlBhZGRpbmciOnsiJGlkIjoiNDI3IiwiVG9wIjowLjAsIkxlZnQiOjAuMCwiUmlnaHQiOjAuMCwiQm90dG9tIjowLjB9LCJCYWNrZ3JvdW5kIjp7IiRpZCI6IjQyOCIsIkNvbG9yIjp7IiRpZCI6IjQyOSIsIkEiOjAsIlIiOjAsIkciOjAsIkIiOjB9fSwiSXNWaXNpYmxlIjp0cnVlLCJXaWR0aCI6MC4wLCJIZWlnaHQiOjAuMCwiQm9yZGVyU3R5bGUiOm51bGwsIlBhcmVudFN0eWxlIjpudWxsfSwiU2luZ2xlU2NhbGVTaGFwZVN0eWxlIjp7IiRpZCI6IjQzMCIsIlNoYXBlIjowLCJIZWlnaHQiOjAuMH0sIk1pZGRsZVRpZXJTY2FsZVN0eWxlIjp7IiRpZCI6IjQzMSIsIlNoYXBlIjozLCJTaG93U2VnbWVudFNlcGFyYXRvcnMiOnRydWUsIlNlZ21lbnRTZXBhcmF0b3JPcGFjaXR5IjozMCwiSGFzQmVlblZpc2libGVCZWZvcmUiOmZhbHNlLCJGb250U2V0dGluZ3MiOnsiJGlkIjoiNDMyIiwiRm9udFNpemUiOjEyLCJGb250TmFtZSI6IkNhbGlicmkiLCJJc0JvbGQiOmZhbHNlLCJJc0l0YWxpYyI6ZmFsc2UsIklzVW5kZXJsaW5lZCI6ZmFsc2UsIlBhcmVudFN0eWxlIjpudWxsfSwiQXV0b1NpemUiOjAsIkZvcmVncm91bmQiOnsiJGlkIjoiNDMzIiwiQ29sb3IiOnsiJGlkIjoiNDM0IiwiQSI6MjU1LCJSIjoyNTUsIkciOjI1NSwiQiI6MjU1fX0sIk1heFdpZHRoIjoyMDAuMCwiTWF4SGVpZ2h0IjoiSW5maW5pdHkiLCJTbWFydEZvcmVncm91bmRJc0FjdGl2ZSI6ZmFsc2UsIkhvcml6b250YWxBbGlnbm1lbnQiOjAsIlZlcnRpY2FsQWxpZ25tZW50IjoxLCJTbWFydEZvcmVncm91bmQiOm51bGwsIkJhY2tncm91bmRGaWxsVHlwZSI6MCwiTWFyZ2luIjp7IiRpZCI6IjQzNSIsIlRvcCI6MC4wLCJMZWZ0Ijo1LjAsIlJpZ2h0IjowLjAsIkJvdHRvbSI6MC4wfSwiUGFkZGluZyI6eyIkaWQiOiI0MzYiLCJUb3AiOjAuMCwiTGVmdCI6MC4wLCJSaWdodCI6MC4wLCJCb3R0b20iOjAuMH0sIkJhY2tncm91bmQiOnsiJGlkIjoiNDM3IiwiQ29sb3IiOnsiJGlkIjoiNDM4IiwiQSI6MCwiUiI6MCwiRyI6MCwiQiI6MH19LCJJc1Zpc2libGUiOmZhbHNlLCJXaWR0aCI6MC4wLCJIZWlnaHQiOjAuMCwiQm9yZGVyU3R5bGUiOm51bGwsIlBhcmVudFN0eWxlIjpudWxsfSwiQm90dG9tVGllclNjYWxlU3R5bGUiOnsiJGlkIjoiNDM5IiwiU2hhcGUiOjMsIlNob3dTZWdtZW50U2VwYXJhdG9ycyI6dHJ1ZSwiU2VnbWVudFNlcGFyYXRvck9wYWNpdHkiOjMwLCJIYXNCZWVuVmlzaWJsZUJlZm9yZSI6ZmFsc2UsIkZvbnRTZXR0aW5ncyI6eyIkaWQiOiI0NDAiLCJGb250U2l6ZSI6MTIsIkZvbnROYW1lIjoiQ2FsaWJyaSIsIklzQm9sZCI6ZmFsc2UsIklzSXRhbGljIjpmYWxzZSwiSXNVbmRlcmxpbmVkIjpmYWxzZSwiUGFyZW50U3R5bGUiOm51bGx9LCJBdXRvU2l6ZSI6MCwiRm9yZWdyb3VuZCI6eyIkaWQiOiI0NDEiLCJDb2xvciI6eyIkaWQiOiI0NDIiLCJBIjoyNTUsIlIiOjI1NSwiRyI6MjU1LCJCIjoyNTV9fSwiTWF4V2lkdGgiOjIwMC4wLCJNYXhIZWlnaHQiOiJJbmZpbml0eSIsIlNtYXJ0Rm9yZWdyb3VuZElzQWN0aXZlIjpmYWxzZSwiSG9yaXpvbnRhbEFsaWdubWVudCI6MCwiVmVydGljYWxBbGlnbm1lbnQiOjEsIlNtYXJ0Rm9yZWdyb3VuZCI6bnVsbCwiQmFja2dyb3VuZEZpbGxUeXBlIjowLCJNYXJnaW4iOnsiJGlkIjoiNDQzIiwiVG9wIjowLjAsIkxlZnQiOjUuMCwiUmlnaHQiOjAuMCwiQm90dG9tIjowLjB9LCJQYWRkaW5nIjp7IiRpZCI6IjQ0NCIsIlRvcCI6MC4wLCJMZWZ0IjowLjAsIlJpZ2h0IjowLjAsIkJvdHRvbSI6MC4wfSwiQmFja2dyb3VuZCI6eyIkaWQiOiI0NDUiLCJDb2xvciI6eyIkaWQiOiI0NDYiLCJBIjowLCJSIjowLCJHIjowLCJCIjowfX0sIklzVmlzaWJsZSI6ZmFsc2UsIldpZHRoIjowLjAsIkhlaWdodCI6MC4wLCJCb3JkZXJTdHlsZSI6bnVsbCwiUGFyZW50U3R5bGUiOm51bGx9LCJFbGFwc2VkVGltZUJhY2tncm91bmQiOnsiJGlkIjoiNDQ3IiwiQ29sb3IiOnsiJGlkIjoiNDQ4IiwiQSI6MTkxLCJSIjoyNTUsIkciOjAsIkIiOjB9fSwiQXBwZW5kWWVhck9uWWVhckNoYW5nZSI6ZmFsc2UsIkVsYXBzZWRUaW1lRm9ybWF0IjowLCJUb2RheU1hcmtlclBvc2l0aW9uIjoyLCJRdWlja1Bvc2l0aW9uIjozLCJBYnNvbHV0ZVBvc2l0aW9uIjoxMDcuNDg3MDA3LCJNYXJnaW4iOnsiJGlkIjoiNDQ5IiwiVG9wIjowLjAsIkxlZnQiOjEwLjAsIlJpZ2h0IjoxMC4wLCJCb3R0b20iOjAuMH0sIlBhZGRpbmciOnsiJGlkIjoiNDUwIiwiVG9wIjowLjAsIkxlZnQiOjAuMCwiUmlnaHQiOjAuMCwiQm90dG9tIjowLjB9LCJCYWNrZ3JvdW5kIjp7IiRpZCI6IjQ1MSIsIkNvbG9yIjp7IiRpZCI6IjQ1MiIsIkEiOjI1NSwiUiI6NDcsIkciOjU0LCJCIjoxNTN9fSwiSXNWaXNpYmxlIjp0cnVlLCJXaWR0aCI6MC4wLCJIZWlnaHQiOjAuMCwiQm9yZGVyU3R5bGUiOm51bGwsIlBhcmVudFN0eWxlIjpudWxsfSwiRGVmYXVsdE1pbGVzdG9uZVN0eWxlIjp7IiRpZCI6IjQ1MyIsIlNoYXBlIjoyLCJDb25uZWN0b3JNYXJnaW4iOnsiJGlkIjoiNDU0IiwiVG9wIjowLjAsIkxlZnQiOjIuMCwiUmlnaHQiOjIuMCwiQm90dG9tIjowLjB9LCJDb25uZWN0b3JTdHlsZSI6eyIkaWQiOiI0NTUiLCJMaW5lQ29sb3IiOnsiJGlkIjoiNDU2IiwiJHR5cGUiOiJOTFJFLkNvbW1vbi5Eb20uU29saWRDb2xvckJydXNoLCBOTFJFLkNvbW1vbiIsIkNvbG9yIjp7IiRpZCI6IjQ1NyIsIkEiOjEyNywiUiI6NzksIkciOjEyOSwiQiI6MTg5fX0sIkxpbmVXZWlnaHQiOjEuMCwiTGluZVR5cGUiOjAsIlBhcmVudFN0eWxlIjpudWxsfSwiSXNCZWxvd1RpbWViYW5kIjpmYWxzZSwiUG9zaXRpb25PblRhc2siOjAsIkhpZGVEYXRlIjpmYWxzZSwiU2hhcGVTaXplIjoxLCJTcGFjaW5nIjoyLjAsIlBhZGRpbmciOnsiJGlkIjoiNDU4IiwiVG9wIjo3LjAsIkxlZnQiOjMuMCwiUmlnaHQiOjAuMCwiQm90dG9tIjoyLjB9LCJTaGFwZVN0eWxlIjp7IiRpZCI6IjQ1OSIsIk1hcmdpbiI6eyIkcmVmIjoiNjYifSwiUGFkZGluZyI6eyIkcmVmIjoiNjcifSwiQmFja2dyb3VuZCI6eyIkaWQiOiI0NjAiLCJDb2xvciI6eyIkaWQiOiI0NjEiLCJBIjoyNTUsIlIiOjAsIkciOjExNCwiQiI6MTg4fX0sIklzVmlzaWJsZSI6dHJ1ZSwiV2lkdGgiOjEzLjAsIkhlaWdodCI6MTMuMCwiQm9yZGVyU3R5bGUiOnsiJGlkIjoiNDYyIiwiTGluZUNvbG9yIjp7IiRyZWYiOiI3MSJ9LCJMaW5lV2VpZ2h0IjowLjAsIkxpbmVUeXBlIjowLCJQYXJlbnRTdHlsZSI6bnVsbH0sIlBhcmVudFN0eWxlIjpudWxsfSwiVGl0bGVTdHlsZSI6eyIkaWQiOiI0NjMiLCJGb250U2V0dGluZ3MiOnsiJGlkIjoiNDY0IiwiRm9udFNpemUiOjExLCJGb250TmFtZSI6IkNhbGlicmkiLCJJc0JvbGQiOnRydWUsIklzSXRhbGljIjpmYWxzZSwiSXNVbmRlcmxpbmVkIjpmYWxzZSwiUGFyZW50U3R5bGUiOm51bGx9LCJBdXRvU2l6ZSI6MCwiRm9yZWdyb3VuZCI6eyIkaWQiOiI0NjUiLCJDb2xvciI6eyIkaWQiOiI0NjYiLCJBIjoyNTUsIlIiOjAsIkciOjAsIkIiOjB9fSwiTWF4V2lkdGgiOjIwMC4wLCJNYXhIZWlnaHQiOiJJbmZpbml0eSIsIlNtYXJ0Rm9yZWdyb3VuZElzQWN0aXZlIjpmYWxzZSwiSG9yaXpvbnRhbEFsaWdubWVudCI6MCwiVmVydGljYWxBbGlnbm1lbnQiOjAsIlNtYXJ0Rm9yZWdyb3VuZCI6bnVsbCwiQmFja2dyb3VuZEZpbGxUeXBlIjowLCJNYXJnaW4iOnsiJHJlZiI6Ijc3In0sIlBhZGRpbmciOnsiJHJlZiI6Ijc4In0sIkJhY2tncm91bmQiOnsiJHJlZiI6Ijc5In0sIklzVmlzaWJsZSI6dHJ1ZSwiV2lkdGgiOjAuMCwiSGVpZ2h0IjowLjAsIkJvcmRlclN0eWxlIjpudWxsLCJQYXJlbnRTdHlsZSI6bnVsbH0sIkRhdGVTdHlsZSI6eyIkaWQiOiI0NjciLCJGb250U2V0dGluZ3MiOnsiJGlkIjoiNDY4IiwiRm9udFNpemUiOjEwLCJGb250TmFtZSI6IkNhbGlicmkiLCJJc0JvbGQiOmZhbHNlLCJJc0l0YWxpYyI6ZmFsc2UsIklzVW5kZXJsaW5lZCI6ZmFsc2UsIlBhcmVudFN0eWxlIjpudWxsfSwiQXV0b1NpemUiOjAsIkZvcmVncm91bmQiOnsiJGlkIjoiNDY5IiwiQ29sb3IiOnsiJGlkIjoiNDcw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cmVmIjoiODYifSwiUGFkZGluZyI6eyIkcmVmIjoiODcifSwiQmFja2dyb3VuZCI6eyIkcmVmIjoiODgifSwiSXNWaXNpYmxlIjp0cnVlLCJXaWR0aCI6MC4wLCJIZWlnaHQiOjAuMCwiQm9yZGVyU3R5bGUiOm51bGwsIlBhcmVudFN0eWxlIjpudWxsfSwiRGF0ZUZvcm1hdCI6eyIkaWQiOiI0NzEiLCJGb3JtYXRTdHJpbmciOiJNL2QveXkiLCJTZXBhcmF0b3IiOiIvIiwiVXNlSW50ZXJuYXRpb25hbERhdGVGb3JtYXQiOmZhbHNlLCJEYXRlSXNWaXNpYmxlIjp0cnVlLCJUaW1lSXNWaXNpYmxlIjpmYWxzZSwiSG91ckRpZ2l0cyI6MSwiQW1QbURlc2lnbmF0b3IiOjIsIlRyaW0wME1pbnV0ZXMiOmZhbHNlLCJMYXN0S25vd25WaXNpYmlsaXR5U3RhdGUiOnsiJGlkIjoiNDcyIiwiRGF0ZVBhcnRJc1Zpc2libGUiOnRydWUsIlRpbWVQYXJ0SXNWaXNpYmxlIjpmYWxzZX19LCJXZWVrTnVtYmVyaW5nIjp7IiRpZCI6IjQ3MyIsIkZvcm1hdCI6MCwiSXNWaXNpYmxlIjpmYWxzZSwiTGFzdEtub3duVmlzaWJpbGl0eVN0YXRlIjpmYWxzZX0sIklzVmlzaWJsZSI6dHJ1ZSwiUGFyZW50U3R5bGUiOm51bGx9LCJEZWZhdWx0VGFza1N0eWxlIjp7IiRpZCI6IjQ3NCIsIlNoYXBlIjoxLCJTaGFwZVRoaWNrbmVzcyI6MCwiRHVyYXRpb25Gb3JtYXQiOjAsIkluY2x1ZGVOb25Xb3JraW5nRGF5c0luRHVyYXRpb24iOmZhbHNlLCJQZXJjZW50YWdlQ29tcGxldGVTdHlsZSI6eyIkaWQiOiI0NzUiLCJGb250U2V0dGluZ3MiOnsiJGlkIjoiNDc2IiwiRm9udFNpemUiOjEwLCJGb250TmFtZSI6IkNhbGlicmkiLCJJc0JvbGQiOmZhbHNlLCJJc0l0YWxpYyI6ZmFsc2UsIklzVW5kZXJsaW5lZCI6ZmFsc2UsIlBhcmVudFN0eWxlIjpudWxsfSwiQXV0b1NpemUiOjAsIkZvcmVncm91bmQiOnsiJHJlZiI6IjEwIn0sIk1heFdpZHRoIjoyMDAuMCwiTWF4SGVpZ2h0IjoiSW5maW5pdHkiLCJTbWFydEZvcmVncm91bmRJc0FjdGl2ZSI6ZmFsc2UsIkhvcml6b250YWxBbGlnbm1lbnQiOjAsIlZlcnRpY2FsQWxpZ25tZW50IjowLCJTbWFydEZvcmVncm91bmQiOm51bGwsIkJhY2tncm91bmRGaWxsVHlwZSI6MCwiTWFyZ2luIjp7IiRyZWYiOiIxMiJ9LCJQYWRkaW5nIjp7IiRyZWYiOiIxMyJ9LCJCYWNrZ3JvdW5kIjp7IiRyZWYiOiIxNCJ9LCJJc1Zpc2libGUiOnRydWUsIldpZHRoIjowLjAsIkhlaWdodCI6MC4wLCJCb3JkZXJTdHlsZSI6bnVsbCwiUGFyZW50U3R5bGUiOm51bGx9LCJEdXJhdGlvblN0eWxlIjp7IiRpZCI6IjQ3NyIsIkZvbnRTZXR0aW5ncyI6eyIkaWQiOiI0NzgiLCJGb250U2l6ZSI6MTAsIkZvbnROYW1lIjoiQ2FsaWJyaSIsIklzQm9sZCI6ZmFsc2UsIklzSXRhbGljIjpmYWxzZSwiSXNVbmRlcmxpbmVkIjpmYWxzZSwiUGFyZW50U3R5bGUiOm51bGx9LCJBdXRvU2l6ZSI6MCwiRm9yZWdyb3VuZCI6eyIkcmVmIjoiMTkifSwiTWF4V2lkdGgiOjIwMC4wLCJNYXhIZWlnaHQiOiJJbmZpbml0eSIsIlNtYXJ0Rm9yZWdyb3VuZElzQWN0aXZlIjpmYWxzZSwiSG9yaXpvbnRhbEFsaWdubWVudCI6MCwiVmVydGljYWxBbGlnbm1lbnQiOjAsIlNtYXJ0Rm9yZWdyb3VuZCI6bnVsbCwiQmFja2dyb3VuZEZpbGxUeXBlIjowLCJNYXJnaW4iOnsiJHJlZiI6IjIxIn0sIlBhZGRpbmciOnsiJHJlZiI6IjIyIn0sIkJhY2tncm91bmQiOnsiJHJlZiI6IjIzIn0sIklzVmlzaWJsZSI6dHJ1ZSwiV2lkdGgiOjAuMCwiSGVpZ2h0IjowLjAsIkJvcmRlclN0eWxlIjpudWxsLCJQYXJlbnRTdHlsZSI6bnVsbH0sIkhvcml6b250YWxDb25uZWN0b3JTdHlsZSI6eyIkaWQiOiI0NzkiLCJMaW5lQ29sb3IiOnsiJHJlZiI6IjI3In0sIkxpbmVXZWlnaHQiOjEuMCwiTGluZVR5cGUiOjAsIlBhcmVudFN0eWxlIjpudWxsfSwiVmVydGljYWxDb25uZWN0b3JTdHlsZSI6eyIkaWQiOiI0ODAiLCJMaW5lQ29sb3IiOnsiJHJlZiI6IjMwIn0sIkxpbmVXZWlnaHQiOjAuMCwiTGluZVR5cGUiOjAsIlBhcmVudFN0eWxlIjpudWxsfSwiTWFyZ2luIjpudWxsLCJTdGFydERhdGVQb3NpdGlvbiI6MywiRW5kRGF0ZVBvc2l0aW9uIjozLCJEYXRlSXNWaXNpYmxlIjp0cnVlLCJUaXRsZVBvc2l0aW9uIjo0LCJEdXJhdGlvblBvc2l0aW9uIjo2LCJQZXJjZW50YWdlQ29tcGxldGVkUG9zaXRpb24iOjYsIlNwYWNpbmciOjUsIklzQmVsb3dUaW1lYmFuZCI6ZmFsc2UsIlBlcmNlbnRhZ2VDb21wbGV0ZVNoYXBlT3BhY2l0eSI6MzUsIlNoYXBlU3R5bGUiOnsiJGlkIjoiNDgxIiwiTWFyZ2luIjp7IiRyZWYiOiIzMyJ9LCJQYWRkaW5nIjp7IiRyZWYiOiIzNCJ9LCJCYWNrZ3JvdW5kIjp7IiRpZCI6IjQ4MiIsIkNvbG9yIjp7IiRpZCI6IjQ4MyIsIkEiOjI1NSwiUiI6MCwiRyI6MTE0LCJCIjoxODh9fSwiSXNWaXNpYmxlIjp0cnVlLCJXaWR0aCI6MC4wLCJIZWlnaHQiOjEwLjAsIkJvcmRlclN0eWxlIjp7IiRpZCI6IjQ4NCIsIkxpbmVDb2xvciI6eyIkcmVmIjoiMzgifSwiTGluZVdlaWdodCI6MC4wLCJMaW5lVHlwZSI6MCwiUGFyZW50U3R5bGUiOm51bGx9LCJQYXJlbnRTdHlsZSI6bnVsbH0sIlRpdGxlU3R5bGUiOnsiJGlkIjoiNDg1IiwiRm9udFNldHRpbmdzIjp7IiRpZCI6IjQ4NiIsIkZvbnRTaXplIjoxMSwiRm9udE5hbWUiOiJDYWxpYnJpIiwiSXNCb2xkIjp0cnVlLCJJc0l0YWxpYyI6ZmFsc2UsIklzVW5kZXJsaW5lZCI6ZmFsc2UsIlBhcmVudFN0eWxlIjpudWxsfSwiQXV0b1NpemUiOjAsIkZvcmVncm91bmQiOnsiJHJlZiI6IjQyIn0sIk1heFdpZHRoIjo5NjAuMCwiTWF4SGVpZ2h0IjoiSW5maW5pdHkiLCJTbWFydEZvcmVncm91bmRJc0FjdGl2ZSI6ZmFsc2UsIkhvcml6b250YWxBbGlnbm1lbnQiOjAsIlZlcnRpY2FsQWxpZ25tZW50IjowLCJTbWFydEZvcmVncm91bmQiOm51bGwsIkJhY2tncm91bmRGaWxsVHlwZSI6MCwiTWFyZ2luIjp7IiRyZWYiOiI0NCJ9LCJQYWRkaW5nIjp7IiRyZWYiOiI0NSJ9LCJCYWNrZ3JvdW5kIjp7IiRyZWYiOiI0NiJ9LCJJc1Zpc2libGUiOnRydWUsIldpZHRoIjowLjAsIkhlaWdodCI6MC4wLCJCb3JkZXJTdHlsZSI6bnVsbCwiUGFyZW50U3R5bGUiOm51bGx9LCJEYXRlU3R5bGUiOnsiJGlkIjoiNDg3IiwiRm9udFNldHRpbmdzIjp7IiRpZCI6IjQ4OCIsIkZvbnRTaXplIjoxMCwiRm9udE5hbWUiOiJDYWxpYnJpIiwiSXNCb2xkIjpmYWxzZSwiSXNJdGFsaWMiOmZhbHNlLCJJc1VuZGVybGluZWQiOmZhbHNlLCJQYXJlbnRTdHlsZSI6bnVsbH0sIkF1dG9TaXplIjowLCJGb3JlZ3JvdW5kIjp7IiRpZCI6IjQ4OSIsIkNvbG9yIjp7IiRpZCI6IjQ5MCIsIkEiOjI1NSwiUiI6NjgsIkciOjg0LCJCIjoxMDZ9fSwiTWF4V2lkdGgiOjIwMC4wLCJNYXhIZWlnaHQiOiJJbmZpbml0eSIsIlNtYXJ0Rm9yZWdyb3VuZElzQWN0aXZlIjpmYWxzZSwiSG9yaXpvbnRhbEFsaWdubWVudCI6MiwiVmVydGljYWxBbGlnbm1lbnQiOjAsIlNtYXJ0Rm9yZWdyb3VuZCI6bnVsbCwiQmFja2dyb3VuZEZpbGxUeXBlIjowLCJNYXJnaW4iOnsiJHJlZiI6IjUzIn0sIlBhZGRpbmciOnsiJHJlZiI6IjU0In0sIkJhY2tncm91bmQiOnsiJHJlZiI6IjU1In0sIklzVmlzaWJsZSI6dHJ1ZSwiV2lkdGgiOjAuMCwiSGVpZ2h0IjowLjAsIkJvcmRlclN0eWxlIjpudWxsLCJQYXJlbnRTdHlsZSI6bnVsbH0sIkRhdGVGb3JtYXQiOnsiJGlkIjoiNDkxIiwiRm9ybWF0U3RyaW5nIjoiTS9kL3l5IiwiU2VwYXJhdG9yIjoiLyIsIlVzZUludGVybmF0aW9uYWxEYXRlRm9ybWF0IjpmYWxzZSwiRGF0ZUlzVmlzaWJsZSI6dHJ1ZSwiVGltZUlzVmlzaWJsZSI6ZmFsc2UsIkhvdXJEaWdpdHMiOjEsIkFtUG1EZXNpZ25hdG9yIjoyLCJUcmltMDBNaW51dGVzIjpmYWxzZSwiTGFzdEtub3duVmlzaWJpbGl0eVN0YXRlIjpudWxsfSwiV2Vla051bWJlcmluZyI6eyIkaWQiOiI0OTIiLCJGb3JtYXQiOjAsIklzVmlzaWJsZSI6ZmFsc2UsIkxhc3RLbm93blZpc2liaWxpdHlTdGF0ZSI6ZmFsc2V9LCJJc1Zpc2libGUiOnRydWUsIlBhcmVudFN0eWxlIjpudWxsLCJfZXhwbGljaXRseVNldCI6eyIkaWQiOiI0OTMiLCJTaGFwZVN0eWxlIjpmYWxzZSwiVGl0bGVTdHlsZSI6ZmFsc2UsIkRhdG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NwYWNpbmciOmZhbHNlLCJJc0JlbG93VGltZWJhbmQiOmZhbHNlLCJEYXRlRm9ybWF0IjpmYWxzZSwiV2Vla051bWJlcmluZyI6ZmFsc2UsIklzVmlzaWJsZSI6ZmFsc2V9fSwiR3JpZGxpbmVQYW5lbFN0eWxlIjp7IiRpZCI6IjQ5NCIsIkdyaWRsaW5lU3R5bGUiOnsiJGlkIjoiNDk1IiwiTGluZUNvbG9yIjp7IiRpZCI6IjQ5NiIsIiR0eXBlIjoiTkxSRS5Db21tb24uRG9tLlNvbGlkQ29sb3JCcnVzaCwgTkxSRS5Db21tb24iLCJDb2xvciI6eyIkaWQiOiI0OTciLCJBIjozOCwiUiI6MjQ1LCJHIjoxMzgsIkIiOjEwNH19LCJMaW5lV2VpZ2h0IjoxLjUsIkxpbmVUeXBlIjowLCJQYXJlbnRTdHlsZSI6bnVsbH0sIk1hcmdpbiI6eyIkaWQiOiI0OTgiLCJUb3AiOjAuMCwiTGVmdCI6MC4wLCJSaWdodCI6MC4wLCJCb3R0b20iOjAuMH0sIlBhZGRpbmciOnsiJGlkIjoiNDk5IiwiVG9wIjowLjAsIkxlZnQiOjAuMCwiUmlnaHQiOjAuMCwiQm90dG9tIjowLjB9LCJCYWNrZ3JvdW5kIjpudWxsLCJJc1Zpc2libGUiOnRydWUsIldpZHRoIjowLjAsIkhlaWdodCI6MC4wLCJCb3JkZXJTdHlsZSI6eyIkaWQiOiI1MDAiLCJMaW5lQ29sb3IiOm51bGwsIkxpbmVXZWlnaHQiOjAuMCwiTGluZVR5cGUiOjAsIlBhcmVudFN0eWxlIjpudWxsfSwiUGFyZW50U3R5bGUiOm51bGx9LCJBY3Rpdml0eUxpbmVQYW5lbFN0eWxlIjp7IiRpZCI6IjUwMSIsIkFjdGl2aXR5TGluZVN0eWxlIjp7IiRpZCI6IjUwMiIsIkxpbmVDb2xvciI6eyIkaWQiOiI1MDMiLCIkdHlwZSI6Ik5MUkUuQ29tbW9uLkRvbS5Tb2xpZENvbG9yQnJ1c2gsIE5MUkUuQ29tbW9uIiwiQ29sb3IiOnsiJGlkIjoiNTA0IiwiQSI6MzgsIlIiOjY4LCJHIjoxMTQsIkIiOjE5Nn19LCJMaW5lV2VpZ2h0IjoxLjAsIkxpbmVUeXBlIjowLCJQYXJlbnRTdHlsZSI6bnVsbH0sIk1hcmdpbiI6eyIkaWQiOiI1MDUiLCJUb3AiOjAuMCwiTGVmdCI6MC4wLCJSaWdodCI6MC4wLCJCb3R0b20iOjAuMH0sIlBhZGRpbmciOnsiJGlkIjoiNTA2IiwiVG9wIjowLjAsIkxlZnQiOjAuMCwiUmlnaHQiOjAuMCwiQm90dG9tIjowLjB9LCJCYWNrZ3JvdW5kIjpudWxsLCJJc1Zpc2libGUiOnRydWUsIldpZHRoIjowLjAsIkhlaWdodCI6MC4wLCJCb3JkZXJTdHlsZSI6eyIkaWQiOiI1MDciLCJMaW5lQ29sb3IiOm51bGwsIkxpbmVXZWlnaHQiOjAuMCwiTGluZVR5cGUiOjAsIlBhcmVudFN0eWxlIjpudWxsfSwiUGFyZW50U3R5bGUiOm51bGx9LCJTaG93RWxhcHNlZFRpbWVHcmFkaWVudFN0eWxlIjpmYWxzZSwiVGltZWJhbmRSZXNlcnZlZExlZnRBcmVhU3R5bGUiOnsiJGlkIjoiNTA4IiwiQWN0aXZpdHlIZWFkZXJXaWR0aCI6NzYuMCwiSXNTZXQiOmZhbHNlfSwiRGVmYXVsdFN3aW1sYW5lU3R5bGUiOm51bGx9LCJTY2FsZSI6bnVsbCwiU2NhbGVWMiI6eyIkaWQiOiI1MDkiLCJTdGFydERhdGUiOiIwMDAxLTAxLTAxVDAwOjAwOjAwIiwiRW5kRGF0ZSI6IjIwMzAtMTAtMzBUMjM6NTk6MDAiLCJBdXRvRGF0ZVJhbmdlIjp0cnVlLCJXb3JraW5nRGF5cyI6MzEsIkZpc2NhbFllYXIiOnsiJGlkIjoiNTEwIiwiU3RhcnRNb250aCI6MSwiVXNlU3RhcnRpbmdZZWFyRm9yTnVtYmVyaW5nIjp0cnVlLCJTaG93RmlzY2FsWWVhckxhYmVsIjp0cnVlfSwiVG9kYXlNYXJrZXJUZXh0IjoiVG9kYXkiLCJBdXRvU2NhbGVUeXBlIjp0cnVlLCJUaW1lYmFuZFNjYWxlcyI6eyIkaWQiOiI1MTEiLCJUb3BTY2FsZUxheWVyIjp7IiRpZCI6IjUxMiIsIkZvcm1hdCI6Ik1NTSIsIlR5cGUiOjJ9LCJNaWRkbGVTY2FsZUxheWVyIjp7IiRpZCI6IjUxMyIsIkZvcm1hdCI6bnVsbCwiVHlwZSI6MH0sIkJvdHRvbVNjYWxlTGF5ZXIiOnsiJGlkIjoiNTE0IiwiRm9ybWF0IjpudWxsLCJUeXBlIjowfX19LCJNaWxlc3RvbmVzIjpbXSwiVGFza3MiOltdLCJTd2ltbGFuZXMiOltdLCJNc1Byb2plY3RJdGVtc1RyZWUiOnsiJGlkIjoiNTE1IiwiUm9vdCI6eyJJbXBvcnRJZCI6bnVsbCwiSXNJbXBvcnRlZCI6ZmFsc2UsIkNoaWxkcmVuIjpbXX19LCJNZXRhZGF0YSI6eyIkaWQiOiI1MTYiLCJSZWNlbnRDb2xvcnNDb2xsZWN0aW9uIjoiW10iLCJTb3VyY2VUZW1wbGF0ZSI6IntcIiRpZFwiOlwiMVwiLFwiSWRcIjpcImNjMjZmODYzLTI3Y2UtNDgwZS1hNTg5LWIzZjEyZjJkNmViMFwiLFwiQ3VsdHVyZUluZm9OYW1lXCI6XCJlbi1VU1wiLFwiVmVyc2lvblwiOntcIiRpZFwiOlwiMlwiLFwiVGVtcGxhdGVEb21WZXJzaW9uXCI6XCIxLjMuMVwifSxcIkVmZmVjdFwiOjEsXCJTdHlsZVwiOntcIiRpZFwiOlwiM1wiLFwiVGltZWJhbmRTdHlsZVwiOntcIiRpZFwiOlwiNFwiLFwiU2NhbGVNYXJraW5nXCI6MSxcIlNoYXBlXCI6MTAsXCJTaGFwZVN0eWxlXCI6e1wiJGlkXCI6XCI1XCIsXCJNYXJnaW5cIjp7XCIkaWRcIjpcIjZcIixcIlRvcFwiOjAuMCxcIkxlZnRcIjoxMC4wLFwiUmlnaHRcIjoxMC4wLFwiQm90dG9tXCI6MC4wfSxcIlBhZGRpbmdcIjp7XCIkaWRcIjpcIjdcIixcIlRvcFwiOjMuMCxcIkxlZnRcIjowLjAsXCJSaWdodFwiOjAuMCxcIkJvdHRvbVwiOjMuMH0sXCJCYWNrZ3JvdW5kXCI6e1wiJGlkXCI6XCI4XCIsXCJDb2xvclwiOntcIiRpZFwiOlwiOVwiLFwiQVwiOjI1NSxcIlJcIjo2OCxcIkdcIjo4NCxcIkJcIjoxMDZ9fSxcIklzVmlzaWJsZVwiOnRydWUsXCJXaWR0aFwiOjg1OC4wLFwiSGVpZ2h0XCI6MjAuMCxcIkJvcmRlclN0eWxlXCI6e1wiJGlkXCI6XCIxMFwiLFwiTGluZUNvbG9yXCI6e1wiJGlkXCI6XCIxMVwiLFwiJHR5cGVcIjpcIk5MUkUuQ29tbW9uLkRvbS5Tb2xpZENvbG9yQnJ1c2gsIE5MUkUuQ29tbW9uXCIsXCJDb2xvclwiOntcIiRpZFwiOlwiMTJcIixcIkFcIjoyNTUsXCJSXCI6MjU1LFwiR1wiOjAsXCJCXCI6MH19LFwiTGluZVdlaWdodFwiOjAuMCxcIkxpbmVUeXBlXCI6MH19LFwiTWlkZGxlVGllclNoYXBlU3R5bGVcIjp7XCIkaWRcIjpcIjEzXCIsXCJNYXJnaW5cIjp7XCIkaWRcIjpcIjE0XCIsXCJUb3BcIjowLjAsXCJMZWZ0XCI6MTAuMCxcIlJpZ2h0XCI6MTAuMCxcIkJvdHRvbVwiOjAuMH0sXCJQYWRkaW5nXCI6e1wiJGlkXCI6XCIxNVwiLFwiVG9wXCI6My4wLFwiTGVmdFwiOjAuMCxcIlJpZ2h0XCI6MC4wLFwiQm90dG9tXCI6My4wfSxcIkJhY2tncm91bmRcIjp7XCIkaWRcIjpcIjE2XCIsXCJDb2xvclwiOntcIiRpZFwiOlwiMTdcIixcIkFcIjoyNTUsXCJSXCI6NjgsXCJHXCI6ODQsXCJCXCI6MTA2fX0sXCJJc1Zpc2libGVcIjp0cnVlLFwiV2lkdGhcIjo4NTguMCxcIkhlaWdodFwiOjIwLjAsXCJCb3JkZXJTdHlsZVwiOntcIiRpZFwiOlwiMThcIixcIkxpbmVDb2xvclwiOntcIiRpZFwiOlwiMTlcIixcIiR0eXBlXCI6XCJOTFJFLkNvbW1vbi5Eb20uU29saWRDb2xvckJydXNoLCBOTFJFLkNvbW1vblwiLFwiQ29sb3JcIjp7XCIkaWRcIjpcIjIwXCIsXCJBXCI6MjU1LFwiUlwiOjI1NSxcIkdcIjowLFwiQlwiOjB9fSxcIkxpbmVXZWlnaHRcIjowLjAsXCJMaW5lVHlwZVwiOjB9fSxcIkJvdHRvbVRpZXJTaGFwZVN0eWxlXCI6e1wiJGlkXCI6XCIyMVwiLFwiTWFyZ2luXCI6e1wiJGlkXCI6XCIyMlwiLFwiVG9wXCI6MC4wLFwiTGVmdFwiOjEwLjAsXCJSaWdodFwiOjEwLjAsXCJCb3R0b21cIjowLjB9LFwiUGFkZGluZ1wiOntcIiRpZFwiOlwiMjNcIixcIlRvcFwiOjMuMCxcIkxlZnRcIjowLjAsXCJSaWdodFwiOjAuMCxcIkJvdHRvbVwiOjMuMH0sXCJCYWNrZ3JvdW5kXCI6e1wiJGlkXCI6XCIyNFwiLFwiQ29sb3JcIjp7XCIkaWRcIjpcIjI1XCIsXCJBXCI6MjU1LFwiUlwiOjY4LFwiR1wiOjg0LFwiQlwiOjEwNn19LFwiSXNWaXNpYmxlXCI6dHJ1ZSxcIldpZHRoXCI6ODU4LjAsXCJIZWlnaHRcIjoyMC4wLFwiQm9yZGVyU3R5bGVcIjp7XCIkaWRcIjpcIjI2XCIsXCJMaW5lQ29sb3JcIjp7XCIkaWRcIjpcIjI3XCIsXCIkdHlwZVwiOlwiTkxSRS5Db21tb24uRG9tLlNvbGlkQ29sb3JCcnVzaCwgTkxSRS5Db21tb25cIixcIkNvbG9yXCI6e1wiJGlkXCI6XCIyOFwiLFwiQVwiOjI1NSxcIlJcIjoyNTUsXCJHXCI6MCxcIkJcIjowfX0sXCJMaW5lV2VpZ2h0XCI6MC4wLFwiTGluZVR5cGVcIjowfX0sXCJSaWdodEVuZENhcHNTdHlsZVwiOntcIiRpZFwiOlwiMjlcIixcIkZvbnRTZXR0aW5nc1wiOntcIiRpZFwiOlwiMzBcIixcIkZvbnRTaXplXCI6MTgsXCJGb250TmFtZVwiOlwiQ2FsaWJyaVwiLFwiSXNCb2xkXCI6dHJ1ZSxcIklzSXRhbGljXCI6ZmFsc2UsXCJJc1VuZGVybGluZWRcIjpmYWxzZX0sXCJBdXRvU2l6ZVwiOjAsXCJGb3JlZ3JvdW5kXCI6e1wiJGlkXCI6XCIzMVwiLFwiQ29sb3JcIjp7XCIkaWRcIjpcIjMyXCIsXCJBXCI6MjU1LFwiUlwiOjIzNyxcIkdcIjoxMjUsXCJCXCI6NDl9fSxcIkJhY2tncm91bmRGaWxsVHlwZVwiOjAsXCJNYXhXaWR0aFwiOlwiSW5maW5pdHlcIixcIk1heEhlaWdodFwiOlwiSW5maW5pdHlcIixcIlNtYXJ0Rm9yZWdyb3VuZElzQWN0aXZlXCI6ZmFsc2UsXCJIb3Jpem9udGFsQWxpZ25tZW50XCI6MCxcIlZlcnRpY2FsQWxpZ25tZW50XCI6MCxcIlNtYXJ0Rm9yZWdyb3VuZFwiOm51bGwsXCJNYXJnaW5cIjp7XCIkaWRcIjpcIjMzXCIsXCJUb3BcIjowLjAsXCJMZWZ0XCI6MC4wLFwiUmlnaHRcIjoyMC4wLFwiQm90dG9tXCI6MC4wfSxcIlBhZGRpbmdcIjp7XCIkaWRcIjpcIjM0XCIsXCJUb3BcIjowLjAsXCJMZWZ0XCI6MC4wLFwiUmlnaHRcIjowLjAsXCJCb3R0b21cIjowLjB9LFwiQmFja2dyb3VuZFwiOntcIiRpZFwiOlwiMzVcIixcIkNvbG9yXCI6e1wiJGlkXCI6XCIzNlwiLFwiQVwiOjAsXCJSXCI6MCxcIkdcIjowLFwiQlwiOjB9fSxcIklzVmlzaWJsZVwiOnRydWUsXCJXaWR0aFwiOjAuMCxcIkhlaWdodFwiOjAuMCxcIkJvcmRlclN0eWxlXCI6bnVsbH0sXCJMZWZ0RW5kQ2Fwc1N0eWxlXCI6e1wiJGlkXCI6XCIzN1wiLFwiRm9udFNldHRpbmdzXCI6e1wiJGlkXCI6XCIzOFwiLFwiRm9udFNpemVcIjoxOCxcIkZvbnROYW1lXCI6XCJDYWxpYnJpXCIsXCJJc0JvbGRcIjp0cnVlLFwiSXNJdGFsaWNcIjpmYWxzZSxcIklzVW5kZXJsaW5lZFwiOmZhbHNlfSxcIkF1dG9TaXplXCI6MCxcIkZvcmVncm91bmRcIjp7XCIkaWRcIjpcIjM5XCIsXCJDb2xvclwiOntcIiRpZFwiOlwiNDBcIixcIkFcIjoyNTUsXCJSXCI6MjM3LFwiR1wiOjEyNSxcIkJcIjo0OX19LFwiQmFja2dyb3VuZEZpbGxUeXBlXCI6MCxcIk1heFdpZHRoXCI6XCJJbmZpbml0eVwiLFwiTWF4SGVpZ2h0XCI6XCJJbmZpbml0eVwiLFwiU21hcnRGb3JlZ3JvdW5kSXNBY3RpdmVcIjpmYWxzZSxcIkhvcml6b250YWxBbGlnbm1lbnRcIjowLFwiVmVydGljYWxBbGlnbm1lbnRcIjowLFwiU21hcnRGb3JlZ3JvdW5kXCI6bnVsbCxcIk1hcmdpblwiOntcIiRpZFwiOlwiNDFcIixcIlRvcFwiOjAuMCxcIkxlZnRcIjoyMC4wLFwiUmlnaHRcIjowLjAsXCJCb3R0b21cIjowLjB9LFwiUGFkZGluZ1wiOntcIiRpZFwiOlwiNDJcIixcIlRvcFwiOjAuMCxcIkxlZnRcIjowLjAsXCJSaWdodFwiOjAuMCxcIkJvdHRvbVwiOjAuMH0sXCJCYWNrZ3JvdW5kXCI6e1wiJGlkXCI6XCI0M1wiLFwiQ29sb3JcIjp7XCIkcmVmXCI6XCIzNlwifX0sXCJJc1Zpc2libGVcIjpmYWxzZSxcIldpZHRoXCI6MC4wLFwiSGVpZ2h0XCI6MC4wLFwiQm9yZGVyU3R5bGVcIjpudWxsfSxcIlRvZGF5VGV4dFN0eWxlXCI6e1wiJGlkXCI6XCI0NFwiLFwiRm9udFNldHRpbmdzXCI6e1wiJGlkXCI6XCI0NVwiLFwiRm9udFNpemVcIjoxMixcIkZvbnROYW1lXCI6XCJDYWxpYnJpXCIsXCJJc0JvbGRcIjpmYWxzZSxcIklzSXRhbGljXCI6ZmFsc2UsXCJJc1VuZGVybGluZWRcIjpmYWxzZX0sXCJBdXRvU2l6ZVwiOjAsXCJGb3JlZ3JvdW5kXCI6e1wiJGlkXCI6XCI0NlwiLFwiQ29sb3JcIjp7XCIkaWRcIjpcIjQ3XCIsXCJBXCI6MjU1LFwiUlwiOjAsXCJHXCI6MCxcIkJcIjowfX0sXCJCYWNrZ3JvdW5kRmlsbFR5cGVcIjowLFwiTWF4V2lkdGhcIjoyMDAuMCxcIk1heEhlaWdodFwiOlwiSW5maW5pdHlcIixcIlNtYXJ0Rm9yZWdyb3VuZElzQWN0aXZlXCI6ZmFsc2UsXCJIb3Jpem9udGFsQWxpZ25tZW50XCI6MCxcIlZlcnRpY2FsQWxpZ25tZW50XCI6MCxcIlNtYXJ0Rm9yZWdyb3VuZFwiOm51bGwsXCJNYXJnaW5cIjp7XCIkaWRcIjpcIjQ4XCIsXCJUb3BcIjowLjAsXCJMZWZ0XCI6MC4wLFwiUmlnaHRcIjowLjAsXCJCb3R0b21cIjowLjB9LFwiUGFkZGluZ1wiOntcIiRpZFwiOlwiNDlcIixcIlRvcFwiOjAuMCxcIkxlZnRcIjowLjAsXCJSaWdodFwiOjAuMCxcIkJvdHRvbVwiOjAuMH0sXCJCYWNrZ3JvdW5kXCI6e1wiJGlkXCI6XCI1MFwiLFwiQ29sb3JcIjp7XCIkcmVmXCI6XCIzNlwifX0sXCJJc1Zpc2libGVcIjp0cnVlLFwiV2lkdGhcIjowLjAsXCJIZWlnaHRcIjowLjAsXCJCb3JkZXJTdHlsZVwiOm51bGx9LFwiVG9kYXlNYXJrZXJTdHlsZVwiOntcIiRpZFwiOlwiNTFcIixcIk1hcmdpblwiOntcIiRpZFwiOlwiNTJcIixcIlRvcFwiOjAuMCxcIkxlZnRcIjowLjAsXCJSaWdodFwiOjAuMCxcIkJvdHRvbVwiOjAuMH0sXCJQYWRkaW5nXCI6e1wiJGlkXCI6XCI1M1wiLFwiVG9wXCI6MC4wLFwiTGVmdFwiOjAuMCxcIlJpZ2h0XCI6MC4wLFwiQm90dG9tXCI6MC4wfSxcIkJhY2tncm91bmRcIjp7XCIkaWRcIjpcIjU0XCIsXCJDb2xvclwiOntcIiRpZFwiOlwiNTVcIixcIkFcIjoyNTUsXCJSXCI6MjU1LFwiR1wiOjAsXCJCXCI6MH19LFwiSXNWaXNpYmxlXCI6dHJ1ZSxcIldpZHRoXCI6MC4wLFwiSGVpZ2h0XCI6MC4wLFwiQm9yZGVyU3R5bGVcIjpudWxsfSxcIlNjYWxlU3R5bGVcIjp7XCIkaWRcIjpcIjU2XCIsXCJTaG93U2VnbWVudFNlcGFyYXRvcnNcIjp0cnVlLFwiU2VnbWVudFNlcGFyYXRvck9wYWNpdHlcIjozMCxcIlNoYXBlXCI6MyxcIkhhc0JlZW5WaXNpYmxlQmVmb3JlXCI6dHJ1ZSxcIkZvbnRTZXR0aW5nc1wiOntcIiRpZFwiOlwiNTdcIixcIkZvbnRTaXplXCI6MTIsXCJGb250TmFtZVwiOlwiQ2FsaWJyaVwiLFwiSXNCb2xkXCI6ZmFsc2UsXCJJc0l0YWxpY1wiOmZhbHNlLFwiSXNVbmRlcmxpbmVkXCI6ZmFsc2V9LFwiQXV0b1NpemVcIjowLFwiRm9yZWdyb3VuZFwiOntcIiRpZFwiOlwiNThcIixcIkNvbG9yXCI6e1wiJGlkXCI6XCI1OVwiLFwiQVwiOjI1NSxcIlJcIjoyNTUsXCJHXCI6MjU1LFwiQlwiOjI1NX19LFwiQmFja2dyb3VuZEZpbGxUeXBlXCI6MCxcIk1heFdpZHRoXCI6MjAwLjAsXCJNYXhIZWlnaHRcIjpcIkluZmluaXR5XCIsXCJTbWFydEZvcmVncm91bmRJc0FjdGl2ZVwiOmZhbHNlLFwiSG9yaXpvbnRhbEFsaWdubWVudFwiOjAsXCJWZXJ0aWNhbEFsaWdubWVudFwiOjEsXCJTbWFydEZvcmVncm91bmRcIjpudWxsLFwiTWFyZ2luXCI6e1wiJGlkXCI6XCI2MFwiLFwiVG9wXCI6MC4wLFwiTGVmdFwiOjUuMCxcIlJpZ2h0XCI6MC4wLFwiQm90dG9tXCI6MC4wfSxcIlBhZGRpbmdcIjp7XCIkaWRcIjpcIjYxXCIsXCJUb3BcIjowLjAsXCJMZWZ0XCI6MC4wLFwiUmlnaHRcIjowLjAsXCJCb3R0b21cIjowLjB9LFwiQmFja2dyb3VuZFwiOntcIiRpZFwiOlwiNjJcIixcIkNvbG9yXCI6e1wiJHJlZlwiOlwiMzZcIn19LFwiSXNWaXNpYmxlXCI6dHJ1ZSxcIldpZHRoXCI6MC4wLFwiSGVpZ2h0XCI6MC4wLFwiQm9yZGVyU3R5bGVcIjpudWxsfSxcIk1pZGRsZVRpZXJTY2FsZVN0eWxlXCI6e1wiJGlkXCI6XCI2M1wiLFwiU2hvd1NlZ21lbnRTZXBhcmF0b3JzXCI6dHJ1ZSxcIlNlZ21lbnRTZXBhcmF0b3JPcGFjaXR5XCI6MzAsXCJTaGFwZVwiOjMsXCJIYXNCZWVuVmlzaWJsZUJlZm9yZVwiOmZhbHNlLFwiRm9udFNldHRpbmdzXCI6e1wiJGlkXCI6XCI2NFwiLFwiRm9udFNpemVcIjoxMixcIkZvbnROYW1lXCI6XCJDYWxpYnJpXCIsXCJJc0JvbGRcIjpmYWxzZSxcIklzSXRhbGljXCI6ZmFsc2UsXCJJc1VuZGVybGluZWRcIjpmYWxzZX0sXCJBdXRvU2l6ZVwiOjAsXCJGb3JlZ3JvdW5kXCI6e1wiJGlkXCI6XCI2NVwiLFwiQ29sb3JcIjp7XCIkaWRcIjpcIjY2XCIsXCJBXCI6MjU1LFwiUlwiOjI1NSxcIkdcIjoyNTUsXCJCXCI6MjU1fX0sXCJCYWNrZ3JvdW5kRmlsbFR5cGVcIjowLFwiTWF4V2lkdGhcIjoyMDAuMCxcIk1heEhlaWdodFwiOlwiSW5maW5pdHlcIixcIlNtYXJ0Rm9yZWdyb3VuZElzQWN0aXZlXCI6ZmFsc2UsXCJIb3Jpem9udGFsQWxpZ25tZW50XCI6MCxcIlZlcnRpY2FsQWxpZ25tZW50XCI6MSxcIlNtYXJ0Rm9yZWdyb3VuZFwiOm51bGwsXCJNYXJnaW5cIjp7XCIkaWRcIjpcIjY3XCIsXCJUb3BcIjowLjAsXCJMZWZ0XCI6NS4wLFwiUmlnaHRcIjowLjAsXCJCb3R0b21cIjowLjB9LFwiUGFkZGluZ1wiOntcIiRpZFwiOlwiNjhcIixcIlRvcFwiOjAuMCxcIkxlZnRcIjowLjAsXCJSaWdodFwiOjAuMCxcIkJvdHRvbVwiOjAuMH0sXCJCYWNrZ3JvdW5kXCI6e1wiJGlkXCI6XCI2OVwiLFwiQ29sb3JcIjp7XCIkaWRcIjpcIjcwXCIsXCJBXCI6MCxcIlJcIjowLFwiR1wiOjAsXCJCXCI6MH19LFwiSXNWaXNpYmxlXCI6ZmFsc2UsXCJXaWR0aFwiOjAuMCxcIkhlaWdodFwiOjAuMCxcIkJvcmRlclN0eWxlXCI6bnVsbH0sXCJCb3R0b21UaWVyU2NhbGVTdHlsZVwiOntcIiRpZFwiOlwiNzFcIixcIlNob3dTZWdtZW50U2VwYXJhdG9yc1wiOnRydWUsXCJTZWdtZW50U2VwYXJhdG9yT3BhY2l0eVwiOjMwLFwiU2hhcGVcIjozLFwiSGFzQmVlblZpc2libGVCZWZvcmVcIjpmYWxzZSxcIkZvbnRTZXR0aW5nc1wiOntcIiRpZFwiOlwiNzJcIixcIkZvbnRTaXplXCI6MTIsXCJGb250TmFtZVwiOlwiQ2FsaWJyaVwiLFwiSXNCb2xkXCI6ZmFsc2UsXCJJc0l0YWxpY1wiOmZhbHNlLFwiSXNVbmRlcmxpbmVkXCI6ZmFsc2V9LFwiQXV0b1NpemVcIjowLFwiRm9yZWdyb3VuZFwiOntcIiRpZFwiOlwiNzNcIixcIkNvbG9yXCI6e1wiJGlkXCI6XCI3NFwiLFwiQVwiOjI1NSxcIlJcIjoyNTUsXCJHXCI6MjU1LFwiQlwiOjI1NX19LFwiQmFja2dyb3VuZEZpbGxUeXBlXCI6MCxcIk1heFdpZHRoXCI6MjAwLjAsXCJNYXhIZWlnaHRcIjpcIkluZmluaXR5XCIsXCJTbWFydEZvcmVncm91bmRJc0FjdGl2ZVwiOmZhbHNlLFwiSG9yaXpvbnRhbEFsaWdubWVudFwiOjAsXCJWZXJ0aWNhbEFsaWdubWVudFwiOjEsXCJTbWFydEZvcmVncm91bmRcIjpudWxsLFwiTWFyZ2luXCI6e1wiJGlkXCI6XCI3NVwiLFwiVG9wXCI6MC4wLFwiTGVmdFwiOjUuMCxcIlJpZ2h0XCI6MC4wLFwiQm90dG9tXCI6MC4wfSxcIlBhZGRpbmdcIjp7XCIkaWRcIjpcIjc2XCIsXCJUb3BcIjowLjAsXCJMZWZ0XCI6MC4wLFwiUmlnaHRcIjowLjAsXCJCb3R0b21cIjowLjB9LFwiQmFja2dyb3VuZFwiOntcIiRpZFwiOlwiNzdcIixcIkNvbG9yXCI6e1wiJGlkXCI6XCI3OFwiLFwiQVwiOjAsXCJSXCI6MCxcIkdcIjowLFwiQlwiOjB9fSxcIklzVmlzaWJsZVwiOmZhbHNlLFwiV2lkdGhcIjowLjAsXCJIZWlnaHRcIjowLjAsXCJCb3JkZXJTdHlsZVwiOm51bGx9LFwiU2luZ2xlU2NhbGVTaGFwZVN0eWxlXCI6bnVsbCxcIkVsYXBzZWRUaW1lQmFja2dyb3VuZFwiOntcIiRpZFwiOlwiNzlcIixcIkNvbG9yXCI6e1wiJGlkXCI6XCI4MFwiLFwiQVwiOjE5MSxcIlJcIjoyNTUsXCJHXCI6MCxcIkJcIjowfX0sXCJBcHBlbmRZZWFyT25ZZWFyQ2hhbmdlXCI6ZmFsc2UsXCJFbGFwc2VkVGltZUZvcm1hdFwiOjIsXCJUb2RheU1hcmtlclBvc2l0aW9uXCI6MyxcIlF1aWNrUG9zaXRpb25cIjoyLFwiQWJzb2x1dGVQb3NpdGlvblwiOjQwNS4wLFwiTWFyZ2luXCI6e1wiJGlkXCI6XCI4MVwiLFwiVG9wXCI6MC4wLFwiTGVmdFwiOjEwLjAsXCJSaWdodFwiOjEwLjAsXCJCb3R0b21cIjowLjB9LFwiUGFkZGluZ1wiOntcIiRpZFwiOlwiODJcIixcIlRvcFwiOjAuMCxcIkxlZnRcIjowLjAsXCJSaWdodFwiOjAuMCxcIkJvdHRvbVwiOjAuMH0sXCJCYWNrZ3JvdW5kXCI6e1wiJGlkXCI6XCI4M1wiLFwiQ29sb3JcIjp7XCIkaWRcIjpcIjg0XCIsXCJBXCI6MjU1LFwiUlwiOjQ3LFwiR1wiOjU0LFwiQlwiOjE1M319LFwiSXNWaXNpYmxlXCI6dHJ1ZSxcIldpZHRoXCI6MC4wLFwiSGVpZ2h0XCI6MC4wLFwiQm9yZGVyU3R5bGVcIjpudWxsfSxcIkRlZmF1bHRNaWxlc3RvbmVTdHlsZVwiOntcIiRpZFwiOlwiODVcIixcIlNoYXBlXCI6MixcIkNvbm5lY3Rvck1hcmdpblwiOntcIiRpZFwiOlwiODZcIixcIlRvcFwiOjAuMCxcIkxlZnRcIjoyLjAsXCJSaWdodFwiOjIuMCxcIkJvdHRvbVwiOjAuMH0sXCJDb25uZWN0b3JTdHlsZVwiOntcIiRpZFwiOlwiODdcIixcIkxpbmVDb2xvclwiOntcIiRpZFwiOlwiODhcIixcIiR0eXBlXCI6XCJOTFJFLkNvbW1vbi5Eb20uU29saWRDb2xvckJydXNoLCBOTFJFLkNvbW1vblwiLFwiQ29sb3JcIjp7XCIkaWRcIjpcIjg5XCIsXCJBXCI6MTI3LFwiUlwiOjc5LFwiR1wiOjEyOSxcIkJcIjoxODl9fSxcIkxpbmVXZWlnaHRcIjoxLjAsXCJMaW5lVHlwZVwiOjB9LFwiSXNCZWxvd1RpbWViYW5kXCI6ZmFsc2UsXCJIaWRlRGF0ZVwiOmZhbHNlLFwiU2hhcGVTaXplXCI6MSxcIlNwYWNpbmdcIjoyLjAsXCJQYWRkaW5nXCI6e1wiJGlkXCI6XCI5MFwiLFwiVG9wXCI6Ny4wLFwiTGVmdFwiOjMuMCxcIlJpZ2h0XCI6MC4wLFwiQm90dG9tXCI6Mi4wfSxcIlBvc2l0aW9uXCI6bnVsbCxcIlBvc2l0aW9uT25UYXNrXCI6MCxcIlNoYXBlU3R5bGVcIjp7XCIkaWRcIjpcIjkxXCIsXCJNYXJnaW5cIjp7XCIkaWRcIjpcIjkyXCIsXCJUb3BcIjowLjAsXCJMZWZ0XCI6MC4wLFwiUmlnaHRcIjowLjAsXCJCb3R0b21cIjowLjB9LFwiUGFkZGluZ1wiOntcIiRpZFwiOlwiOTNcIixcIlRvcFwiOjAuMCxcIkxlZnRcIjowLjAsXCJSaWdodFwiOjAuMCxcIkJvdHRvbVwiOjAuMH0sXCJCYWNrZ3JvdW5kXCI6e1wiJGlkXCI6XCI5NFwiLFwiQ29sb3JcIjp7XCIkaWRcIjpcIjk1XCIsXCJBXCI6MjU1LFwiUlwiOjAsXCJHXCI6MTE0LFwiQlwiOjE4OH19LFwiSXNWaXNpYmxlXCI6dHJ1ZSxcIldpZHRoXCI6MTMuMCxcIkhlaWdodFwiOjEzLjAsXCJCb3JkZXJTdHlsZVwiOntcIiRpZFwiOlwiOTZcIixcIkxpbmVDb2xvclwiOntcIiRpZFwiOlwiOTdcIixcIiR0eXBlXCI6XCJOTFJFLkNvbW1vbi5Eb20uU29saWRDb2xvckJydXNoLCBOTFJFLkNvbW1vblwiLFwiQ29sb3JcIjp7XCIkaWRcIjpcIjk4XCIsXCJBXCI6MjU1LFwiUlwiOjI1NSxcIkdcIjowLFwiQlwiOjB9fSxcIkxpbmVXZWlnaHRcIjowLjAsXCJMaW5lVHlwZVwiOjB9fSxcIlRpdGxlU3R5bGVcIjp7XCIkaWRcIjpcIjk5XCIsXCJGb250U2V0dGluZ3NcIjp7XCIkaWRcIjpcIjEwMFwiLFwiRm9udFNpemVcIjoxMSxcIkZvbnROYW1lXCI6XCJDYWxpYnJpXCIsXCJJc0JvbGRcIjp0cnVlLFwiSXNJdGFsaWNcIjpmYWxzZSxcIklzVW5kZXJsaW5lZFwiOmZhbHNlfSxcIkF1dG9TaXplXCI6MCxcIkZvcmVncm91bmRcIjp7XCIkaWRcIjpcIjEwMVwiLFwiQ29sb3JcIjp7XCIkaWRcIjpcIjEwMlwiLFwiQVwiOjI1NSxcIlJcIjowLFwiR1wiOjAsXCJCXCI6MH19LFwiQmFja2dyb3VuZEZpbGxUeXBlXCI6MCxcIk1heFdpZHRoXCI6MjAwLjAsXCJNYXhIZWlnaHRcIjpcIkluZmluaXR5XCIsXCJTbWFydEZvcmVncm91bmRJc0FjdGl2ZVwiOmZhbHNlLFwiSG9yaXpvbnRhbEFsaWdubWVudFwiOjAsXCJWZXJ0aWNhbEFsaWdubWVudFwiOjAsXCJTbWFydEZvcmVncm91bmRcIjpudWxsLFwiTWFyZ2luXCI6e1wiJGlkXCI6XCIxMDNcIixcIlRvcFwiOjAuMCxcIkxlZnRcIjowLjAsXCJSaWdodFwiOjAuMCxcIkJvdHRvbVwiOjAuMH0sXCJQYWRkaW5nXCI6e1wiJGlkXCI6XCIxMDRcIixcIlRvcFwiOjAuMCxcIkxlZnRcIjowLjAsXCJSaWdodFwiOjAuMCxcIkJvdHRvbVwiOjAuMH0sXCJCYWNrZ3JvdW5kXCI6e1wiJGlkXCI6XCIxMDVcIixcIkNvbG9yXCI6e1wiJHJlZlwiOlwiMzZcIn19LFwiSXNWaXNpYmxlXCI6dHJ1ZSxcIldpZHRoXCI6MC4wLFwiSGVpZ2h0XCI6MC4wLFwiQm9yZGVyU3R5bGVcIjpudWxsfSxcIkRhdGVTdHlsZVwiOntcIiRpZFwiOlwiMTA2XCIsXCJGb250U2V0dGluZ3NcIjp7XCIkaWRcIjpcIjEwN1wiLFwiRm9udFNpemVcIjoxMCxcIkZvbnROYW1lXCI6XCJDYWxpYnJpXCIsXCJJc0JvbGRcIjpmYWxzZSxcIklzSXRhbGljXCI6ZmFsc2UsXCJJc1VuZGVybGluZWRcIjpmYWxzZX0sXCJBdXRvU2l6ZVwiOjAsXCJGb3JlZ3JvdW5kXCI6e1wiJGlkXCI6XCIxMDhcIixcIkNvbG9yXCI6e1wiJGlkXCI6XCIxMDlcIixcIkFcIjoyNTUsXCJSXCI6NjgsXCJHXCI6ODQsXCJCXCI6MTA2fX0sXCJCYWNrZ3JvdW5kRmlsbFR5cGVcIjowLFwiTWF4V2lkdGhcIjoyMDAuMCxcIk1heEhlaWdodFwiOlwiSW5maW5pdHlcIixcIlNtYXJ0Rm9yZWdyb3VuZElzQWN0aXZlXCI6ZmFsc2UsXCJIb3Jpem9udGFsQWxpZ25tZW50XCI6MCxcIlZlcnRpY2FsQWxpZ25tZW50XCI6MCxcIlNtYXJ0Rm9yZWdyb3VuZFwiOm51bGwsXCJNYXJnaW5cIjp7XCIkaWRcIjpcIjExMFwiLFwiVG9wXCI6MC4wLFwiTGVmdFwiOjAuMCxcIlJpZ2h0XCI6MC4wLFwiQm90dG9tXCI6MC4wfSxcIlBhZGRpbmdcIjp7XCIkaWRcIjpcIjExMVwiLFwiVG9wXCI6MC4wLFwiTGVmdFwiOjAuMCxcIlJpZ2h0XCI6MC4wLFwiQm90dG9tXCI6MC4wfSxcIkJhY2tncm91bmRcIjp7XCIkaWRcIjpcIjExMlwiLFwiQ29sb3JcIjp7XCIkcmVmXCI6XCIzNlwifX0sXCJJc1Zpc2libGVcIjp0cnVlLFwiV2lkdGhcIjowLjAsXCJIZWlnaHRcIjowLjAsXCJCb3JkZXJTdHlsZVwiOm51bGx9LFwiRGF0ZUZvcm1hdFwiOntcIiRpZFwiOlwiMTEzXCIsXCJGb3JtYXRTdHJpbmdcIjpcIk1NTSBkXCIsXCJTZXBhcmF0b3JcIjpcIi9cIixcIlVzZUludGVybmF0aW9uYWxEYXRlRm9ybWF0XCI6ZmFsc2UsXCJEYXRlSXNWaXNpYmxlXCI6dHJ1ZSxcIlRpbWVJc1Zpc2libGVcIjpmYWxzZSxcIkhvdXJEaWdpdHNcIjoxLFwiQW1QbURlc2lnbmF0b3JcIjoyLFwiVHJpbTAwTWludXRlc1wiOmZhbHNlLFwiTGFzdEtub3duVmlzaWJpbGl0eVN0YXRlXCI6bnVsbH0sXCJJc1Zpc2libGVcIjp0cnVlfSxcIkRlZmF1bHRUYXNrU3R5bGVcIjp7XCIkaWRcIjpcIjExNFwiLFwiU2hhcGVcIjoxLFwiU2hhcGVUaGlja25lc3NcIjowLFwiRHVyYXRpb25Gb3JtYXRcIjowLFwiUGVyY2VudGFnZUNvbXBsZXRlU3R5bGVcIjp7XCIkaWRcIjpcIjExNVwiLFwiRm9udFNldHRpbmdzXCI6e1wiJGlkXCI6XCIxMTZcIixcIkZvbnRTaXplXCI6MTAsXCJGb250TmFtZVwiOlwiQ2FsaWJyaVwiLFwiSXNCb2xkXCI6ZmFsc2UsXCJJc0l0YWxpY1wiOmZhbHNlLFwiSXNVbmRlcmxpbmVkXCI6ZmFsc2V9LFwiQXV0b1NpemVcIjowLFwiRm9yZWdyb3VuZFwiOntcIiRpZFwiOlwiMTE3XCIsXCJDb2xvclwiOntcIiRpZFwiOlwiMTE4XCIsXCJBXCI6MjU1LFwiUlwiOjIzNyxcIkdcIjoxMjUsXCJCXCI6NDl9fSxcIkJhY2tncm91bmRGaWxsVHlwZVwiOjAsXCJNYXhXaWR0aFwiOjIwMC4wLFwiTWF4SGVpZ2h0XCI6XCJJbmZpbml0eVwiLFwiU21hcnRGb3JlZ3JvdW5kSXNBY3RpdmVcIjpmYWxzZSxcIkhvcml6b250YWxBbGlnbm1lbnRcIjowLFwiVmVydGljYWxBbGlnbm1lbnRcIjowLFwiU21hcnRGb3JlZ3JvdW5kXCI6bnVsbCxcIk1hcmdpblwiOntcIiRpZFwiOlwiMTE5XCIsXCJUb3BcIjowLjAsXCJMZWZ0XCI6MC4wLFwiUmlnaHRcIjowLjAsXCJCb3R0b21cIjowLjB9LFwiUGFkZGluZ1wiOntcIiRpZFwiOlwiMTIwXCIsXCJUb3BcIjowLjAsXCJMZWZ0XCI6MC4wLFwiUmlnaHRcIjowLjAsXCJCb3R0b21cIjowLjB9LFwiQmFja2dyb3VuZFwiOntcIiRpZFwiOlwiMTIxXCIsXCJDb2xvclwiOntcIiRyZWZcIjpcIjM2XCJ9fSxcIklzVmlzaWJsZVwiOnRydWUsXCJXaWR0aFwiOjAuMCxcIkhlaWdodFwiOjAuMCxcIkJvcmRlclN0eWxlXCI6bnVsbH0sXCJEdXJhdGlvblN0eWxlXCI6e1wiJGlkXCI6XCIxMjJcIixcIkZvbnRTZXR0aW5nc1wiOntcIiRpZFwiOlwiMTIzXCIsXCJGb250U2l6ZVwiOjEwLFwiRm9udE5hbWVcIjpcIkNhbGlicmlcIixcIklzQm9sZFwiOmZhbHNlLFwiSXNJdGFsaWNcIjpmYWxzZSxcIklzVW5kZXJsaW5lZFwiOmZhbHNlfSxcIkF1dG9TaXplXCI6MCxcIkZvcmVncm91bmRcIjp7XCIkaWRcIjpcIjEyNFwiLFwiQ29sb3JcIjp7XCIkaWRcIjpcIjEyNVwiLFwiQVwiOjI1NSxcIlJcIjoyMzcsXCJHXCI6MTI1LFwiQlwiOjQ5fX0sXCJCYWNrZ3JvdW5kRmlsbFR5cGVcIjowLFwiTWF4V2lkdGhcIjoyMDAuMCxcIk1heEhlaWdodFwiOlwiSW5maW5pdHlcIixcIlNtYXJ0Rm9yZWdyb3VuZElzQWN0aXZlXCI6ZmFsc2UsXCJIb3Jpem9udGFsQWxpZ25tZW50XCI6MCxcIlZlcnRpY2FsQWxpZ25tZW50XCI6MCxcIlNtYXJ0Rm9yZWdyb3VuZFwiOm51bGwsXCJNYXJnaW5cIjp7XCIkaWRcIjpcIjEyNlwiLFwiVG9wXCI6MC4wLFwiTGVmdFwiOjAuMCxcIlJpZ2h0XCI6MC4wLFwiQm90dG9tXCI6MC4wfSxcIlBhZGRpbmdcIjp7XCIkaWRcIjpcIjEyN1wiLFwiVG9wXCI6MC4wLFwiTGVmdFwiOjAuMCxcIlJpZ2h0XCI6MC4wLFwiQm90dG9tXCI6MC4wfSxcIkJhY2tncm91bmRcIjp7XCIkaWRcIjpcIjEyOFwiLFwiQ29sb3JcIjp7XCIkcmVmXCI6XCIzNlwifX0sXCJJc1Zpc2libGVcIjp0cnVlLFwiV2lkdGhcIjowLjAsXCJIZWlnaHRcIjowLjAsXCJCb3JkZXJTdHlsZVwiOm51bGx9LFwiSG9yaXpvbnRhbENvbm5lY3RvclN0eWxlXCI6e1wiJGlkXCI6XCIxMjlcIixcIkxpbmVDb2xvclwiOntcIiRpZFwiOlwiMTMwXCIsXCIkdHlwZVwiOlwiTkxSRS5Db21tb24uRG9tLlNvbGlkQ29sb3JCcnVzaCwgTkxSRS5Db21tb25cIixcIkNvbG9yXCI6e1wiJGlkXCI6XCIxMzFcIixcIkFcIjoyNTUsXCJSXCI6MjA0LFwiR1wiOjIwNCxcIkJcIjoyMDR9fSxcIkxpbmVXZWlnaHRcIjoxLjAsXCJMaW5lVHlwZVwiOjB9LFwiVmVydGljYWxDb25uZWN0b3JTdHlsZVwiOntcIiRpZFwiOlwiMTMyXCIsXCJMaW5lQ29sb3JcIjp7XCIkaWRcIjpcIjEzM1wiLFwiJHR5cGVcIjpcIk5MUkUuQ29tbW9uLkRvbS5Tb2xpZENvbG9yQnJ1c2gsIE5MUkUuQ29tbW9uXCIsXCJDb2xvclwiOntcIiRpZFwiOlwiMTM0XCIsXCJBXCI6MjU1LFwiUlwiOjIwNCxcIkdcIjoyMDQsXCJCXCI6MjA0fX0sXCJMaW5lV2VpZ2h0XCI6MC4wLFwiTGluZVR5cGVcIjowfSxcIk1hcmdpblwiOm51bGwsXCJTdGFydERhdGVQb3NpdGlvblwiOjMsXCJFbmREYXRlUG9zaXRpb25cIjozLFwiVGl0bGVQb3NpdGlvblwiOjQsXCJEdXJhdGlvblBvc2l0aW9uXCI6NixcIlBlcmNlbnRhZ2VDb21wbGV0ZWRQb3NpdGlvblwiOjYsXCJTcGFjaW5nXCI6NSxcIklzQmVsb3dUaW1lYmFuZFwiOmZhbHNlLFwiUGVyY2VudGFnZUNvbXBsZXRlU2hhcGVPcGFjaXR5XCI6MzUsXCJHcm91cE5hbWVcIjpudWxsLFwiQXR0YWNoZWRNaWxlc3RvbmVzU3R5bGVzXCI6bnVsbCxcIlNoYXBlU3R5bGVcIjp7XCIkaWRcIjpcIjEzNVwiLFwiTWFyZ2luXCI6e1wiJGlkXCI6XCIxMzZcIixcIlRvcFwiOjAuMCxcIkxlZnRcIjo0LjAsXCJSaWdodFwiOjQuMCxcIkJvdHRvbVwiOjAuMH0sXCJQYWRkaW5nXCI6e1wiJGlkXCI6XCIxMzdcIixcIlRvcFwiOjAuMCxcIkxlZnRcIjowLjAsXCJSaWdodFwiOjAuMCxcIkJvdHRvbVwiOjAuMH0sXCJCYWNrZ3JvdW5kXCI6e1wiJGlkXCI6XCIxMzhcIixcIkNvbG9yXCI6e1wiJGlkXCI6XCIxMzlcIixcIkFcIjoyNTUsXCJSXCI6MCxcIkdcIjoxMTQsXCJCXCI6MTg4fX0sXCJJc1Zpc2libGVcIjp0cnVlLFwiV2lkdGhcIjowLjAsXCJIZWlnaHRcIjoxMC4wLFwiQm9yZGVyU3R5bGVcIjp7XCIkaWRcIjpcIjE0MFwiLFwiTGluZUNvbG9yXCI6e1wiJGlkXCI6XCIxNDFcIixcIiR0eXBlXCI6XCJOTFJFLkNvbW1vbi5Eb20uU29saWRDb2xvckJydXNoLCBOTFJFLkNvbW1vblwiLFwiQ29sb3JcIjp7XCIkaWRcIjpcIjE0MlwiLFwiQVwiOjI1NSxcIlJcIjoyNTUsXCJHXCI6MCxcIkJcIjowfX0sXCJMaW5lV2VpZ2h0XCI6MC4wLFwiTGluZVR5cGVcIjowfX0sXCJUaXRsZVN0eWxlXCI6e1wiJGlkXCI6XCIxNDNcIixcIkZvbnRTZXR0aW5nc1wiOntcIiRpZFwiOlwiMTQ0XCIsXCJGb250U2l6ZVwiOjExLFwiRm9udE5hbWVcIjpcIkNhbGlicmlcIixcIklzQm9sZFwiOnRydWUsXCJJc0l0YWxpY1wiOmZhbHNlLFwiSXNVbmRlcmxpbmVkXCI6ZmFsc2V9LFwiQXV0b1NpemVcIjowLFwiRm9yZWdyb3VuZFwiOntcIiRpZFwiOlwiMTQ1XCIsXCJDb2xvclwiOntcIiRpZFwiOlwiMTQ2XCIsXCJBXCI6MjU1LFwiUlwiOjAsXCJHXCI6MCxcIkJcIjowfX0sXCJCYWNrZ3JvdW5kRmlsbFR5cGVcIjowLFwiTWF4V2lkdGhcIjo5NjAuMCxcIk1heEhlaWdodFwiOlwiSW5maW5pdHlcIixcIlNtYXJ0Rm9yZWdyb3VuZElzQWN0aXZlXCI6ZmFsc2UsXCJIb3Jpem9udGFsQWxpZ25tZW50XCI6MCxcIlZlcnRpY2FsQWxpZ25tZW50XCI6MCxcIlNtYXJ0Rm9yZWdyb3VuZFwiOm51bGwsXCJNYXJnaW5cIjp7XCIkaWRcIjpcIjE0N1wiLFwiVG9wXCI6MC4wLFwiTGVmdFwiOjAuMCxcIlJpZ2h0XCI6MC4wLFwiQm90dG9tXCI6MC4wfSxcIlBhZGRpbmdcIjp7XCIkaWRcIjpcIjE0OFwiLFwiVG9wXCI6MC4wLFwiTGVmdFwiOjAuMCxcIlJpZ2h0XCI6MC4wLFwiQm90dG9tXCI6MC4wfSxcIkJhY2tncm91bmRcIjp7XCIkaWRcIjpcIjE0OVwiLFwiQ29sb3JcIjp7XCIkcmVmXCI6XCIzNlwifX0sXCJJc1Zpc2libGVcIjp0cnVlLFwiV2lkdGhcIjowLjAsXCJIZWlnaHRcIjowLjAsXCJCb3JkZXJTdHlsZVwiOm51bGx9LFwiRGF0ZVN0eWxlXCI6e1wiJGlkXCI6XCIxNTBcIixcIkZvbnRTZXR0aW5nc1wiOntcIiRpZFwiOlwiMTUxXCIsXCJGb250U2l6ZVwiOjEwLFwiRm9udE5hbWVcIjpcIkNhbGlicmlcIixcIklzQm9sZFwiOmZhbHNlLFwiSXNJdGFsaWNcIjpmYWxzZSxcIklzVW5kZXJsaW5lZFwiOmZhbHNlfSxcIkF1dG9TaXplXCI6MCxcIkZvcmVncm91bmRcIjp7XCIkaWRcIjpcIjE1MlwiLFwiQ29sb3JcIjp7XCIkaWRcIjpcIjE1M1wiLFwiQVwiOjI1NSxcIlJcIjo2OCxcIkdcIjo4NCxcIkJcIjoxMDZ9fSxcIkJhY2tncm91bmRGaWxsVHlwZVwiOjAsXCJNYXhXaWR0aFwiOjIwMC4wLFwiTWF4SGVpZ2h0XCI6XCJJbmZpbml0eVwiLFwiU21hcnRGb3JlZ3JvdW5kSXNBY3RpdmVcIjpmYWxzZSxcIkhvcml6b250YWxBbGlnbm1lbnRcIjoyLFwiVmVydGljYWxBbGlnbm1lbnRcIjowLFwiU21hcnRGb3JlZ3JvdW5kXCI6bnVsbCxcIk1hcmdpblwiOntcIiRpZFwiOlwiMTU0XCIsXCJUb3BcIjowLjAsXCJMZWZ0XCI6MC4wLFwiUmlnaHRcIjowLjAsXCJCb3R0b21cIjowLjB9LFwiUGFkZGluZ1wiOntcIiRpZFwiOlwiMTU1XCIsXCJUb3BcIjowLjAsXCJMZWZ0XCI6MC4wLFwiUmlnaHRcIjowLjAsXCJCb3R0b21cIjowLjB9LFwiQmFja2dyb3VuZFwiOntcIiRpZFwiOlwiMTU2XCIsXCJDb2xvclwiOntcIiRyZWZcIjpcIjM2XCJ9fSxcIklzVmlzaWJsZVwiOnRydWUsXCJXaWR0aFwiOjAuMCxcIkhlaWdodFwiOjAuMCxcIkJvcmRlclN0eWxlXCI6bnVsbH0sXCJEYXRlRm9ybWF0XCI6e1wiJGlkXCI6XCIxNTdcIixcIkZvcm1hdFN0cmluZ1wiOlwiTU1NIGRcIixcIlNlcGFyYXRvclwiOlwiL1wiLFwiVXNlSW50ZXJuYXRpb25hbERhdGVGb3JtYXRcIjpmYWxzZSxcIkRhdGVJc1Zpc2libGVcIjp0cnVlLFwiVGltZUlzVmlzaWJsZVwiOmZhbHNlLFwiSG91ckRpZ2l0c1wiOjEsXCJBbVBtRGVzaWduYXRvclwiOjIsXCJUcmltMDBNaW51dGVzXCI6ZmFsc2UsXCJMYXN0S25vd25WaXNpYmlsaXR5U3RhdGVcIjpudWxsfSxcIklzVmlzaWJsZVwiOnRydWV9LFwiU2hvd0VsYXBzZWRUaW1lR3JhZGllbnRTdHlsZVwiOmZhbHNlLFwiVGltZWJhbmRSZXNlcnZlZExlZnRBcmVhU3R5bGVcIjpudWxsLFwiRGVmYXVsdFN3aW1sYW5lU3R5bGVcIjp7XCIkaWRcIjpcIjE1OFwiLFwiSGVhZGVyU3R5bGVcIjp7XCIkaWRcIjpcIjE1OVwiLFwiVGV4dFN0eWxlXCI6e1wiJGlkXCI6XCIxNjBcIixcIkZvbnRTZXR0aW5nc1wiOntcIiRpZFwiOlwiMTYxXCIsXCJGb250U2l6ZVwiOjEyLFwiRm9udE5hbWVcIjpcIkNhbGlicmlcIixcIklzQm9sZFwiOmZhbHNlLFwiSXNJdGFsaWNcIjpmYWxzZSxcIklzVW5kZXJsaW5lZFwiOmZhbHNlfSxcIkF1dG9TaXplXCI6MCxcIkZvcmVncm91bmRcIjp7XCIkaWRcIjpcIjE2MlwiLFwiQ29sb3JcIjp7XCIkaWRcIjpcIjE2M1wiLFwiQVwiOjI1NSxcIlJcIjozMixcIkdcIjo1NixcIkJcIjoxMDB9fSxcIkJhY2tncm91bmRGaWxsVHlwZVwiOjAsXCJNYXhXaWR0aFwiOjAuMCxcIk1heEhlaWdodFwiOjAuMCxcIlNtYXJ0Rm9yZWdyb3VuZElzQWN0aXZlXCI6ZmFsc2UsXCJIb3Jpem9udGFsQWxpZ25tZW50XCI6MCxcIlZlcnRpY2FsQWxpZ25tZW50XCI6MCxcIlNtYXJ0Rm9yZWdyb3VuZFwiOm51bGwsXCJNYXJnaW5cIjp7XCIkaWRcIjpcIjE2NFwiLFwiVG9wXCI6MC4wLFwiTGVmdFwiOjAuMCxcIlJpZ2h0XCI6MC4wLFwiQm90dG9tXCI6MC4wfSxcIlBhZGRpbmdcIjp7XCIkaWRcIjpcIjE2NVwiLFwiVG9wXCI6MC4wLFwiTGVmdFwiOjAuMCxcIlJpZ2h0XCI6MC4wLFwiQm90dG9tXCI6MC4wfSxcIkJhY2tncm91bmRcIjpudWxsLFwiSXNWaXNpYmxlXCI6ZmFsc2UsXCJXaWR0aFwiOjAuMCxcIkhlaWdodFwiOjAuMCxcIkJvcmRlclN0eWxlXCI6bnVsbH0sXCJSZWN0YW5nbGVTdHlsZVwiOntcIiRpZFwiOlwiMTY2XCIsXCJNYXJnaW5cIjp7XCIkaWRcIjpcIjE2N1wiLFwiVG9wXCI6MC4wLFwiTGVmdFwiOjAuMCxcIlJpZ2h0XCI6MC4wLFwiQm90dG9tXCI6MC4wfSxcIlBhZGRpbmdcIjp7XCIkaWRcIjpcIjE2OFwiLFwiVG9wXCI6MC4wLFwiTGVmdFwiOjAuMCxcIlJpZ2h0XCI6MC4wLFwiQm90dG9tXCI6MC4wfSxcIkJhY2tncm91bmRcIjp7XCIkaWRcIjpcIjE2OVwiLFwiQ29sb3JcIjp7XCIkaWRcIjpcIjE3MFwiLFwiQVwiOjEyNyxcIlJcIjo5MSxcIkdcIjoxNTUsXCJCXCI6MjEzfX0sXCJJc1Zpc2libGVcIjpmYWxzZSxcIldpZHRoXCI6MC4wLFwiSGVpZ2h0XCI6MC4wLFwiQm9yZGVyU3R5bGVcIjp7XCIkaWRcIjpcIjE3MVwiLFwiTGluZUNvbG9yXCI6e1wiJGlkXCI6XCIxNzJcIixcIiR0eXBlXCI6XCJOTFJFLkNvbW1vbi5Eb20uU29saWRDb2xvckJydXNoLCBOTFJFLkNvbW1vblwiLFwiQ29sb3JcIjp7XCIkaWRcIjpcIjE3M1wiLFwiQVwiOjI1NSxcIlJcIjoyNTUsXCJHXCI6MCxcIkJcIjowfX0sXCJMaW5lV2VpZ2h0XCI6MC4wLFwiTGluZVR5cGVcIjowfX0sXCJUZXh0SXNWZXJ0aWNhbFwiOmZhbHNlfSxcIkJhY2tncm91bmRTdHlsZVwiOntcIiRpZFwiOlwiMTc0XCIsXCJNYXJnaW5cIjp7XCIkaWRcIjpcIjE3NVwiLFwiVG9wXCI6MC4wLFwiTGVmdFwiOjAuMCxcIlJpZ2h0XCI6MC4wLFwiQm90dG9tXCI6MC4wfSxcIlBhZGRpbmdcIjp7XCIkaWRcIjpcIjE3NlwiLFwiVG9wXCI6MC4wLFwiTGVmdFwiOjAuMCxcIlJpZ2h0XCI6MC4wLFwiQm90dG9tXCI6MC4wfSxcIkJhY2tncm91bmRcIjp7XCIkaWRcIjpcIjE3N1wiLFwiQ29sb3JcIjp7XCIkaWRcIjpcIjE3OFwiLFwiQVwiOjM4LFwiUlwiOjkxLFwiR1wiOjE1NSxcIkJcIjoyMTN9fSxcIklzVmlzaWJsZVwiOnRydWUsXCJXaWR0aFwiOjAuMCxcIkhlaWdodFwiOjAuMCxcIkJvcmRlclN0eWxlXCI6e1wiJGlkXCI6XCIxNzlcIixcIkxpbmVDb2xvclwiOntcIiRpZFwiOlwiMTgwXCIsXCIkdHlwZVwiOlwiTkxSRS5Db21tb24uRG9tLlNvbGlkQ29sb3JCcnVzaCwgTkxSRS5Db21tb25cIixcIkNvbG9yXCI6e1wiJGlkXCI6XCIxODFcIixcIkFcIjoyNTUsXCJSXCI6MjU1LFwiR1wiOjAsXCJCXCI6MH19LFwiTGluZVdlaWdodFwiOjAuMCxcIkxpbmVUeXBlXCI6MH19LFwiSXNBYm92ZVRpbWViYW5kXCI6ZmFsc2V9LFwiQ3VzdG9tTWlsZXN0b25lU3R5bGVMaXN0XCI6W10sXCJDdXN0b21UYXNrU3R5bGVMaXN0XCI6W10sXCJDdXN0b21Td2ltbGFuZURlZmluaXRpb25TdHlsZUxpc3RcIjpbXSxcIkN1c3RvbVN3aW1sYW5lVjJTdHlsZUxpc3RcIjpbXSxcIkdyaWRsaW5lUGFuZWxTdHlsZVwiOntcIiRpZFwiOlwiMTgyXCIsXCJHcmlkbGluZVN0eWxlXCI6e1wiJGlkXCI6XCIxODNcIixcIkxpbmVDb2xvclwiOntcIiRpZFwiOlwiMTg0XCIsXCIkdHlwZVwiOlwiTkxSRS5Db21tb24uRG9tLlNvbGlkQ29sb3JCcnVzaCwgTkxSRS5Db21tb25cIixcIkNvbG9yXCI6e1wiJGlkXCI6XCIxODVcIixcIkFcIjozOCxcIlJcIjo5MSxcIkdcIjoxNTUsXCJCXCI6MjEzfX0sXCJMaW5lV2VpZ2h0XCI6MS4wLFwiTGluZVR5cGVcIjowfSxcIklzVmlzaWJsZVwiOnRydWV9LFwiQWN0aXZpdHlMaW5lUGFuZWxTdHlsZVwiOntcIiRpZFwiOlwiMTg2XCIsXCJBY3Rpdml0eUxpbmVTdHlsZVwiOntcIiRpZFwiOlwiMTg3XCIsXCJMaW5lQ29sb3JcIjp7XCIkaWRcIjpcIjE4OFwiLFwiJHR5cGVcIjpcIk5MUkUuQ29tbW9uLkRvbS5Tb2xpZENvbG9yQnJ1c2gsIE5MUkUuQ29tbW9uXCIsXCJDb2xvclwiOntcIiRpZFwiOlwiMTg5XCIsXCJBXCI6MzgsXCJSXCI6NjgsXCJHXCI6MTE0LFwiQlwiOjE5Nn19LFwiTGluZVdlaWdodFwiOjEuMCxcIkxpbmVUeXBlXCI6MH0sXCJJc1Zpc2libGVcIjp0cnVlfSxcIkRlZmF1bHREZXBlbmRlbmN5U3R5bGVcIjp7XCIkaWRcIjpcIjE5MFwiLFwiTGluZVN0eWxlXCI6e1wiJGlkXCI6XCIxOTFcIixcIkxpbmVDb2xvclwiOntcIiRpZFwiOlwiMTkyXCIsXCIkdHlwZVwiOlwiTkxSRS5Db21tb24uRG9tLlNvbGlkQ29sb3JCcnVzaCwgTkxSRS5Db21tb25cIixcIkNvbG9yXCI6e1wiJGlkXCI6XCIxOTNcIixcIkFcIjoyNTUsXCJSXCI6MCxcIkdcIjowLFwiQlwiOjB9fSxcIkxpbmVXZWlnaHRcIjoxLjAsXCJMaW5lVHlwZVwiOjB9LFwiRW5kQXJyb3doZWFkTGluZVN0eWxlXCI6e1wiJGlkXCI6XCIxOTRcIixcIktpbmRcIjoxLFwiV2lkdGhcIjoxLFwiTGVuZ3RoXCI6MCxcIlBhcmVudFN0eWxlXCI6bnVsbH0sXCJCcmluZ1RvRnJvbnRcIjp0cnVlLFwiSXNWaXNpYmxlXCI6dHJ1ZSxcIlJhZGl1c1wiOjAuMH0sXCJDcml0aWNhbFBhdGhTdHlsZVwiOntcIiRpZFwiOlwiMTk1XCIsXCJDcml0aWNhbFBhdGhTdHlsZU9wdGlvbnNcIjoxNSxcIkxpbmVTdHlsZVwiOntcIiRpZFwiOlwiMTk2XCIsXCJMaW5lQ29sb3JcIjp7XCIkaWRcIjpcIjE5N1wiLFwiJHR5cGVcIjpcIk5MUkUuQ29tbW9uLkRvbS5Tb2xpZENvbG9yQnJ1c2gsIE5MUkUuQ29tbW9uXCIsXCJDb2xvclwiOntcIiRpZFwiOlwiMTk4XCIsXCJBXCI6MjU1LFwiUlwiOjIyMixcIkdcIjo1MCxcIkJcIjo1MH19LFwiTGluZVdlaWdodFwiOjEuMCxcIkxpbmVUeXBlXCI6MH0sXCJUaXRsZUZvcmVncm91bmRcIjp7XCIkaWRcIjpcIjE5OVwiLFwiQ29sb3JcIjp7XCIkaWRcIjpcIjIwMFwiLFwiQVwiOjI1NSxcIlJcIjoxNzYsXCJHXCI6MTksXCJCXCI6MjV9fSxcIlNoYXBlc0JhY2tncm91bmRcIjp7XCIkaWRcIjpcIjIwMVwiLFwiQ29sb3JcIjp7XCIkaWRcIjpcIjIwMlwiLFwiQVwiOjI1NSxcIlJcIjoyNTMsXCJHXCI6MjAzLFwiQlwiOjIwOH19LFwiU2hhcGVzQm9yZGVyU3R5bGVcIjp7XCIkaWRcIjpcIjIwM1wiLFwiTGluZUNvbG9yXCI6e1wiJGlkXCI6XCIyMDRcIixcIiR0eXBlXCI6XCJOTFJFLkNvbW1vbi5Eb20uU29saWRDb2xvckJydXNoLCBOTFJFLkNvbW1vblwiLFwiQ29sb3JcIjp7XCIkaWRcIjpcIjIwNVwiLFwiQVwiOjI1NSxcIlJcIjoyMjIsXCJHXCI6NTAsXCJCXCI6NTB9fSxcIkxpbmVXZWlnaHRcIjoxLjUsXCJMaW5lVHlwZVwiOjB9LFwiSXNWaXNpYmxlXCI6ZmFsc2V9fSxcIlNjYWxlXCI6e1wiJGlkXCI6XCIyMDZcIixcIlN0YXJ0RGF0ZVwiOlwiMDAwMS0wMS0wMVQwMDowMDowMFwiLFwiRW5kRGF0ZVwiOlwiMDAwMS0wMS0wMVQwMDowMDowMFwiLFwiRm9ybWF0XCI6XCJ3XCIsXCJUeXBlXCI6MSxcIkF1dG9EYXRlUmFuZ2VcIjp0cnVlLFwiV29ya2luZ0RheXNcIjozMSxcIlRvZGF5TWFya2VyVGV4dFwiOlwiVG9kYXlcIixcIkF1dG9TY2FsZVR5cGVcIjp0cnVlfSxcIlNjYWxlVjJcIjp7XCIkaWRcIjpcIjIwN1wiLFwiU3RhcnREYXRlXCI6XCIwMDAxLTAxLTAxVDAwOjAwOjAwXCIsXCJFbmREYXRlXCI6XCIwMDAxLTAxLTAxVDAwOjAwOjAwXCIsXCJBdXRvRGF0ZVJhbmdlXCI6dHJ1ZSxcIldvcmtpbmdEYXlzXCI6MzEsXCJUb2RheU1hcmtlclRleHRcIjpcIlRvZGF5XCIsXCJBdXRvU2NhbGVUeXBlXCI6dHJ1ZSxcIlRpbWViYW5kU2NhbGVzXCI6e1wiJGlkXCI6XCIyMDhcIixcIlRvcFNjYWxlTGF5ZXJcIjp7XCIkaWRcIjpcIjIwOVwiLFwiRm9ybWF0XCI6XCJ3XCIsXCJUeXBlXCI6MX0sXCJNaWRkbGVTY2FsZUxheWVyXCI6e1wiJGlkXCI6XCIyMTBcIixcIkZvcm1hdFwiOm51bGwsXCJUeXBlXCI6MH0sXCJCb3R0b21TY2FsZUxheWVyXCI6e1wiJGlkXCI6XCIyMTFcIixcIkZvcm1hdFwiOm51bGwsXCJUeXBlXCI6MH19fSxcIk1pbGVzdG9uZXNcIjpbXSxcIlRhc2tzXCI6W10sXCJTd2ltbGFuZXNcIjpbXSxcIlN3aW1sYW5lc1YyXCI6W10sXCJEZXBlbmRlbmNpZXNcIjpbXSxcIkRlcGVuZGVuY3lTZXR0aW5nc1wiOntcIiRpZFwiOlwiMjEyXCIsXCJEZXBlbmRlbmN5TW9kdWxlRW5hYmxlZFwiOmZhbHNlLFwiU2NoZWR1bGluZ1NldHRpbmdzXCI6e1wiJGlkXCI6XCIyMTNcIixcIkRlcGVuZGVuY2llc1NjaGVkdWxpbmdNb2RlU2V0dGluZ1wiOjEsXCJEZXBlbmRlbmNpZXNQcmV2aW91c1NjaGVkdWxpbmdNb2RlXCI6MSxcIk9uQnJlYWtpbmdGbGV4aWJsZVNjaGVkdWxpbmdNb2RlU2V0dGluZ1wiOjAsXCJPbkJyZWFraW5nU3RyaWN0U2NoZWR1bGluZ01vZGVTZXR0aW5nXCI6MH19LFwiU2V0dGluZ3NcIjp7XCIkaWRcIjpcIjIxNFwiLFwiSW1wYU9wdGlvbnNcIjp7XCIkaWRcIjpcIjIxNVwiLFwiTGVmdFRvUmlnaHRcIjpmYWxzZSxcIlBheWxvYWRPcHRpb25zXCI6Mn19LFwiVGltZUNvbmZpZ3VyYXRpb25cIjp7XCIkaWRcIjpcIjIxNlwiLFwiVXNlVGltZVwiOmZhbHNlLFwiV29ya0RheVN0YXJ0XCI6XCIwMDowMDowMFwiLFwiV29ya0RheUVuZFwiOlwiMjM6NTk6MDBcIn19In0sIlNldHRpbmdzIjp7IiRpZCI6IjUxNyIsIkltcGFPcHRpb25zIjp7IiRpZCI6IjUxOCIsIkxlZnRUb1JpZ2h0IjpmYWxzZSwiUGF5bG9hZE9wdGlvbnMiOjJ9LCJVc2VDb21wcmVzc2lvbiI6ZmFsc2UsIkNvbXByZXNpb25QZXJjZW50YWdlIjo1MC4wLCJJbmFjdGl2ZUludGVydmFsV2lkdGhUaHJlc2hvbGQiOjMwLjAsIkluYWN0aXZlSW50ZXJ2YWxXaWR0aCI6MS4wLCJTcGxpdFRhc2tzIjpmYWxzZSwiVXNlQ2x1c3RlciI6ZmFsc2UsIkVwc2lsb24iOjUuMCwiTWluUG9pbnRzVG9Gb3JtQUNsdXN0ZXIiOjIsIkdlbmVyYXRlSW52aXNpYmxlU2hhcGVzIjpmYWxzZSwiU21hcnRUaW1lbGluZVRhc2tQZXJjZW50YWdlRml0IjpmYWxzZX0sIklzTmV3IjpmYWxzZSwiSW1wb3J0VHlwZSI6MCwiRmlsZVBhdGgiOm51bGwsIlRpbWVDb25maWd1cmF0aW9uIjp7IiRpZCI6IjUxOSIsIlVzZVRpbWUiOmZhbHNlLCJXb3JrRGF5U3RhcnQiOiIwMDowMDowMCIsIldvcmtEYXlFbmQiOiIyMzo1OTowMCJ9LCJMYXN0VXNlZFRlbXBsYXRlSWQiOiJjYzI2Zjg2My0yN2NlLTQ4MGUtYTU4OS1iM2YxMmYyZDZlYjAiLCJGaXJzdFdlZWtPZlllYXIiOjAsIlBsYWNlTWlsZXN0b25lQXRUaGVCZWdpbm5pbmdPZlRoZURheSI6ZmFsc2UsIkRlcGVuZGVuY3lTY2hlZHVsaW5nU2V0dGluZ3MiOnsiJGlkIjoiNTIwIiwiRGVwZW5kZW5jaWVzU2NoZWR1bGluZ01vZGVTZXR0aW5nIjoiRmxleGlibGUiLCJEZXBlbmRlbmNpZXNQcmV2aW91c1NjaGVkdWxpbmdNb2RlIjoiRmxleGlibGUiLCJPbkJyZWFraW5nRmxleGlibGVTY2hlZHVsaW5nTW9kZVNldHRpbmciOiJBc2tFdmVyeXRpbWUiLCJPbkJyZWFraW5nU3RyaWN0U2NoZWR1bGluZ01vZGVTZXR0aW5nIjoiQXNrRXZlcnl0aW1lIn0sIkRlcGVuZGVuY3lNb2R1bGVFbmFibGVkIjpmYWxzZSwiRGVwZW5kZW5jaWVzIjp7Il9kZXBlbmRlbmNpZXMiOltdfX0="/>
  <p:tag name="__MASTER" val="__part_0"/>
</p:tagLst>
</file>

<file path=ppt/tags/tag138.xml><?xml version="1.0" encoding="utf-8"?>
<p:tagLst xmlns:a="http://schemas.openxmlformats.org/drawingml/2006/main" xmlns:r="http://schemas.openxmlformats.org/officeDocument/2006/relationships" xmlns:p="http://schemas.openxmlformats.org/presentationml/2006/main">
  <p:tag name="OTLMARKERSHAPE" val="OTL"/>
</p:tagLst>
</file>

<file path=ppt/tags/tag139.xml><?xml version="1.0" encoding="utf-8"?>
<p:tagLst xmlns:a="http://schemas.openxmlformats.org/drawingml/2006/main" xmlns:r="http://schemas.openxmlformats.org/officeDocument/2006/relationships" xmlns:p="http://schemas.openxmlformats.org/presentationml/2006/main">
  <p:tag name="OTLMARKERSHAPE" val="OTL"/>
</p:tagLst>
</file>

<file path=ppt/tags/tag140.xml><?xml version="1.0" encoding="utf-8"?>
<p:tagLst xmlns:a="http://schemas.openxmlformats.org/drawingml/2006/main" xmlns:r="http://schemas.openxmlformats.org/officeDocument/2006/relationships" xmlns:p="http://schemas.openxmlformats.org/presentationml/2006/main">
  <p:tag name="OTLMARKERSHAPE" val="OTL"/>
</p:tagLst>
</file>

<file path=ppt/tags/tag141.xml><?xml version="1.0" encoding="utf-8"?>
<p:tagLst xmlns:a="http://schemas.openxmlformats.org/drawingml/2006/main" xmlns:r="http://schemas.openxmlformats.org/officeDocument/2006/relationships" xmlns:p="http://schemas.openxmlformats.org/presentationml/2006/main">
  <p:tag name="OTLMARKERSHAPE" val="OTL"/>
</p:tagLst>
</file>

<file path=ppt/tags/tag142.xml><?xml version="1.0" encoding="utf-8"?>
<p:tagLst xmlns:a="http://schemas.openxmlformats.org/drawingml/2006/main" xmlns:r="http://schemas.openxmlformats.org/officeDocument/2006/relationships" xmlns:p="http://schemas.openxmlformats.org/presentationml/2006/main">
  <p:tag name="OTLMARKERSHAPE" val="OTL"/>
</p:tagLst>
</file>

<file path=ppt/tags/tag143.xml><?xml version="1.0" encoding="utf-8"?>
<p:tagLst xmlns:a="http://schemas.openxmlformats.org/drawingml/2006/main" xmlns:r="http://schemas.openxmlformats.org/officeDocument/2006/relationships" xmlns:p="http://schemas.openxmlformats.org/presentationml/2006/main">
  <p:tag name="OTLMARKERSHAPE" val="OTL"/>
</p:tagLst>
</file>

<file path=ppt/tags/tag144.xml><?xml version="1.0" encoding="utf-8"?>
<p:tagLst xmlns:a="http://schemas.openxmlformats.org/drawingml/2006/main" xmlns:r="http://schemas.openxmlformats.org/officeDocument/2006/relationships" xmlns:p="http://schemas.openxmlformats.org/presentationml/2006/main">
  <p:tag name="OTLMARKERSHAPE" val="OTL"/>
</p:tagLst>
</file>

<file path=ppt/tags/tag145.xml><?xml version="1.0" encoding="utf-8"?>
<p:tagLst xmlns:a="http://schemas.openxmlformats.org/drawingml/2006/main" xmlns:r="http://schemas.openxmlformats.org/officeDocument/2006/relationships" xmlns:p="http://schemas.openxmlformats.org/presentationml/2006/main">
  <p:tag name="OTLMARKERSHAPE" val="OTL"/>
</p:tagLst>
</file>

<file path=ppt/tags/tag146.xml><?xml version="1.0" encoding="utf-8"?>
<p:tagLst xmlns:a="http://schemas.openxmlformats.org/drawingml/2006/main" xmlns:r="http://schemas.openxmlformats.org/officeDocument/2006/relationships" xmlns:p="http://schemas.openxmlformats.org/presentationml/2006/main">
  <p:tag name="OTLMARKERSHAPE" val="OTL"/>
</p:tagLst>
</file>

<file path=ppt/tags/tag147.xml><?xml version="1.0" encoding="utf-8"?>
<p:tagLst xmlns:a="http://schemas.openxmlformats.org/drawingml/2006/main" xmlns:r="http://schemas.openxmlformats.org/officeDocument/2006/relationships" xmlns:p="http://schemas.openxmlformats.org/presentationml/2006/main">
  <p:tag name="OTLMARKERSHAPE" val="OTL"/>
</p:tagLst>
</file>

<file path=ppt/tags/tag148.xml><?xml version="1.0" encoding="utf-8"?>
<p:tagLst xmlns:a="http://schemas.openxmlformats.org/drawingml/2006/main" xmlns:r="http://schemas.openxmlformats.org/officeDocument/2006/relationships" xmlns:p="http://schemas.openxmlformats.org/presentationml/2006/main">
  <p:tag name="OTLMARKERSHAPE" val="OTL"/>
</p:tagLst>
</file>

<file path=ppt/tags/tag149.xml><?xml version="1.0" encoding="utf-8"?>
<p:tagLst xmlns:a="http://schemas.openxmlformats.org/drawingml/2006/main" xmlns:r="http://schemas.openxmlformats.org/officeDocument/2006/relationships" xmlns:p="http://schemas.openxmlformats.org/presentationml/2006/main">
  <p:tag name="OTLMARKERSHAPE" val="OTL"/>
</p:tagLst>
</file>

<file path=ppt/tags/tag150.xml><?xml version="1.0" encoding="utf-8"?>
<p:tagLst xmlns:a="http://schemas.openxmlformats.org/drawingml/2006/main" xmlns:r="http://schemas.openxmlformats.org/officeDocument/2006/relationships" xmlns:p="http://schemas.openxmlformats.org/presentationml/2006/main">
  <p:tag name="OTLMARKERSHAPE" val="OTL"/>
</p:tagLst>
</file>

<file path=ppt/tags/tag151.xml><?xml version="1.0" encoding="utf-8"?>
<p:tagLst xmlns:a="http://schemas.openxmlformats.org/drawingml/2006/main" xmlns:r="http://schemas.openxmlformats.org/officeDocument/2006/relationships" xmlns:p="http://schemas.openxmlformats.org/presentationml/2006/main">
  <p:tag name="OTLMARKERSHAPE" val="OTL"/>
</p:tagLst>
</file>

<file path=ppt/tags/tag152.xml><?xml version="1.0" encoding="utf-8"?>
<p:tagLst xmlns:a="http://schemas.openxmlformats.org/drawingml/2006/main" xmlns:r="http://schemas.openxmlformats.org/officeDocument/2006/relationships" xmlns:p="http://schemas.openxmlformats.org/presentationml/2006/main">
  <p:tag name="OTLMARKERSHAPE" val="OTL"/>
</p:tagLst>
</file>

<file path=ppt/tags/tag153.xml><?xml version="1.0" encoding="utf-8"?>
<p:tagLst xmlns:a="http://schemas.openxmlformats.org/drawingml/2006/main" xmlns:r="http://schemas.openxmlformats.org/officeDocument/2006/relationships" xmlns:p="http://schemas.openxmlformats.org/presentationml/2006/main">
  <p:tag name="OTLMARKERSHAPE" val="OTL"/>
</p:tagLst>
</file>

<file path=ppt/tags/tag154.xml><?xml version="1.0" encoding="utf-8"?>
<p:tagLst xmlns:a="http://schemas.openxmlformats.org/drawingml/2006/main" xmlns:r="http://schemas.openxmlformats.org/officeDocument/2006/relationships" xmlns:p="http://schemas.openxmlformats.org/presentationml/2006/main">
  <p:tag name="OTLMARKERSHAPE" val="OTL"/>
</p:tagLst>
</file>

<file path=ppt/tags/tag155.xml><?xml version="1.0" encoding="utf-8"?>
<p:tagLst xmlns:a="http://schemas.openxmlformats.org/drawingml/2006/main" xmlns:r="http://schemas.openxmlformats.org/officeDocument/2006/relationships" xmlns:p="http://schemas.openxmlformats.org/presentationml/2006/main">
  <p:tag name="OTLMARKERSHAPE" val="OTL"/>
</p:tagLst>
</file>

<file path=ppt/tags/tag156.xml><?xml version="1.0" encoding="utf-8"?>
<p:tagLst xmlns:a="http://schemas.openxmlformats.org/drawingml/2006/main" xmlns:r="http://schemas.openxmlformats.org/officeDocument/2006/relationships" xmlns:p="http://schemas.openxmlformats.org/presentationml/2006/main">
  <p:tag name="OTLMARKERSHAPE" val="OTL"/>
</p:tagLst>
</file>

<file path=ppt/tags/tag157.xml><?xml version="1.0" encoding="utf-8"?>
<p:tagLst xmlns:a="http://schemas.openxmlformats.org/drawingml/2006/main" xmlns:r="http://schemas.openxmlformats.org/officeDocument/2006/relationships" xmlns:p="http://schemas.openxmlformats.org/presentationml/2006/main">
  <p:tag name="OTLMARKERSHAPE" val="OTL"/>
</p:tagLst>
</file>

<file path=ppt/tags/tag158.xml><?xml version="1.0" encoding="utf-8"?>
<p:tagLst xmlns:a="http://schemas.openxmlformats.org/drawingml/2006/main" xmlns:r="http://schemas.openxmlformats.org/officeDocument/2006/relationships" xmlns:p="http://schemas.openxmlformats.org/presentationml/2006/main">
  <p:tag name="OTLMARKERSHAPE" val="OTL"/>
</p:tagLst>
</file>

<file path=ppt/tags/tag159.xml><?xml version="1.0" encoding="utf-8"?>
<p:tagLst xmlns:a="http://schemas.openxmlformats.org/drawingml/2006/main" xmlns:r="http://schemas.openxmlformats.org/officeDocument/2006/relationships" xmlns:p="http://schemas.openxmlformats.org/presentationml/2006/main">
  <p:tag name="OTLMARKERSHAPE" val="OTL"/>
</p:tagLst>
</file>

<file path=ppt/tags/tag160.xml><?xml version="1.0" encoding="utf-8"?>
<p:tagLst xmlns:a="http://schemas.openxmlformats.org/drawingml/2006/main" xmlns:r="http://schemas.openxmlformats.org/officeDocument/2006/relationships" xmlns:p="http://schemas.openxmlformats.org/presentationml/2006/main">
  <p:tag name="OTLMARKERSHAPE" val="OTL"/>
</p:tagLst>
</file>

<file path=ppt/tags/tag161.xml><?xml version="1.0" encoding="utf-8"?>
<p:tagLst xmlns:a="http://schemas.openxmlformats.org/drawingml/2006/main" xmlns:r="http://schemas.openxmlformats.org/officeDocument/2006/relationships" xmlns:p="http://schemas.openxmlformats.org/presentationml/2006/main">
  <p:tag name="OTLMARKERSHAPE" val="OTL"/>
  <p:tag name="OTLTODAYPOSITION" val="Auto"/>
</p:tagLst>
</file>

<file path=ppt/tags/tag162.xml><?xml version="1.0" encoding="utf-8"?>
<p:tagLst xmlns:a="http://schemas.openxmlformats.org/drawingml/2006/main" xmlns:r="http://schemas.openxmlformats.org/officeDocument/2006/relationships" xmlns:p="http://schemas.openxmlformats.org/presentationml/2006/main">
  <p:tag name="OTLMARKERSHAPE" val="OTL"/>
</p:tagLst>
</file>

<file path=ppt/tags/tag163.xml><?xml version="1.0" encoding="utf-8"?>
<p:tagLst xmlns:a="http://schemas.openxmlformats.org/drawingml/2006/main" xmlns:r="http://schemas.openxmlformats.org/officeDocument/2006/relationships" xmlns:p="http://schemas.openxmlformats.org/presentationml/2006/main">
  <p:tag name="OTLMARKERSHAPE" val="OTL"/>
</p:tagLst>
</file>

<file path=ppt/tags/tag164.xml><?xml version="1.0" encoding="utf-8"?>
<p:tagLst xmlns:a="http://schemas.openxmlformats.org/drawingml/2006/main" xmlns:r="http://schemas.openxmlformats.org/officeDocument/2006/relationships" xmlns:p="http://schemas.openxmlformats.org/presentationml/2006/main">
  <p:tag name="OTLMARKERSHAPE" val="OTL"/>
</p:tagLst>
</file>

<file path=ppt/tags/tag165.xml><?xml version="1.0" encoding="utf-8"?>
<p:tagLst xmlns:a="http://schemas.openxmlformats.org/drawingml/2006/main" xmlns:r="http://schemas.openxmlformats.org/officeDocument/2006/relationships" xmlns:p="http://schemas.openxmlformats.org/presentationml/2006/main">
  <p:tag name="OTLMARKERSHAPE" val="OTL"/>
</p:tagLst>
</file>

<file path=ppt/tags/tag166.xml><?xml version="1.0" encoding="utf-8"?>
<p:tagLst xmlns:a="http://schemas.openxmlformats.org/drawingml/2006/main" xmlns:r="http://schemas.openxmlformats.org/officeDocument/2006/relationships" xmlns:p="http://schemas.openxmlformats.org/presentationml/2006/main">
  <p:tag name="OTLMARKERSHAPE" val="OTL"/>
</p:tagLst>
</file>

<file path=ppt/tags/tag167.xml><?xml version="1.0" encoding="utf-8"?>
<p:tagLst xmlns:a="http://schemas.openxmlformats.org/drawingml/2006/main" xmlns:r="http://schemas.openxmlformats.org/officeDocument/2006/relationships" xmlns:p="http://schemas.openxmlformats.org/presentationml/2006/main">
  <p:tag name="OTLMARKERSHAPE" val="OTL"/>
</p:tagLst>
</file>

<file path=ppt/tags/tag168.xml><?xml version="1.0" encoding="utf-8"?>
<p:tagLst xmlns:a="http://schemas.openxmlformats.org/drawingml/2006/main" xmlns:r="http://schemas.openxmlformats.org/officeDocument/2006/relationships" xmlns:p="http://schemas.openxmlformats.org/presentationml/2006/main">
  <p:tag name="OTLMARKERSHAPE" val="OTL"/>
</p:tagLst>
</file>

<file path=ppt/tags/tag169.xml><?xml version="1.0" encoding="utf-8"?>
<p:tagLst xmlns:a="http://schemas.openxmlformats.org/drawingml/2006/main" xmlns:r="http://schemas.openxmlformats.org/officeDocument/2006/relationships" xmlns:p="http://schemas.openxmlformats.org/presentationml/2006/main">
  <p:tag name="OTLMARKERSHAPE" val="OTL"/>
</p:tagLst>
</file>

<file path=ppt/tags/tag170.xml><?xml version="1.0" encoding="utf-8"?>
<p:tagLst xmlns:a="http://schemas.openxmlformats.org/drawingml/2006/main" xmlns:r="http://schemas.openxmlformats.org/officeDocument/2006/relationships" xmlns:p="http://schemas.openxmlformats.org/presentationml/2006/main">
  <p:tag name="OTLMARKERSHAPE" val="OTL"/>
</p:tagLst>
</file>

<file path=ppt/tags/tag171.xml><?xml version="1.0" encoding="utf-8"?>
<p:tagLst xmlns:a="http://schemas.openxmlformats.org/drawingml/2006/main" xmlns:r="http://schemas.openxmlformats.org/officeDocument/2006/relationships" xmlns:p="http://schemas.openxmlformats.org/presentationml/2006/main">
  <p:tag name="OTLMARKERSHAPE" val="OTL"/>
</p:tagLst>
</file>

<file path=ppt/tags/tag172.xml><?xml version="1.0" encoding="utf-8"?>
<p:tagLst xmlns:a="http://schemas.openxmlformats.org/drawingml/2006/main" xmlns:r="http://schemas.openxmlformats.org/officeDocument/2006/relationships" xmlns:p="http://schemas.openxmlformats.org/presentationml/2006/main">
  <p:tag name="OTLMARKERSHAPE" val="OTL"/>
</p:tagLst>
</file>

<file path=ppt/tags/tag173.xml><?xml version="1.0" encoding="utf-8"?>
<p:tagLst xmlns:a="http://schemas.openxmlformats.org/drawingml/2006/main" xmlns:r="http://schemas.openxmlformats.org/officeDocument/2006/relationships" xmlns:p="http://schemas.openxmlformats.org/presentationml/2006/main">
  <p:tag name="OTLDATEFORMATAMPMDESIGNATOR" val="AmPmLowerCase"/>
  <p:tag name="OTLDATEFORMATDATEISVISIBLE" val="True"/>
  <p:tag name="OTLDATEFORMATHOURDIGITS" val="H"/>
  <p:tag name="OTLDATEFORMATSEPARATOR" val="/"/>
  <p:tag name="OTLDATEFORMATSTRING" val="M/d/yy"/>
  <p:tag name="OTLDATEFORMATTIMEISVISIBLE" val="False"/>
  <p:tag name="OTLDATEFORMATTRIM00MINUTES" val="False"/>
  <p:tag name="OTLDATEFORMATUSEUS" val="True"/>
  <p:tag name="OTLDURATIONFORMAT" val="day"/>
  <p:tag name="OTLENDDATE" val="2026-03-08T23:59:00.0000000Z"/>
  <p:tag name="OTLMARKERSHAPE" val="OTL"/>
  <p:tag name="OTLSHAPETHICKNESSTYPE" val="Thin"/>
  <p:tag name="OTLSPACING" val="5"/>
  <p:tag name="OTLSTARTDATE" val="2025-12-08T23:59:00.0000000Z"/>
  <p:tag name="OTLWEEKNUMBERINGFORMAT" val="WNFormat1"/>
  <p:tag name="OTLWEEKNUMBERINGISVISIBLE" val="False"/>
</p:tagLst>
</file>

<file path=ppt/tags/tag174.xml><?xml version="1.0" encoding="utf-8"?>
<p:tagLst xmlns:a="http://schemas.openxmlformats.org/drawingml/2006/main" xmlns:r="http://schemas.openxmlformats.org/officeDocument/2006/relationships" xmlns:p="http://schemas.openxmlformats.org/presentationml/2006/main">
  <p:tag name="OTLDATEFORMATAMPMDESIGNATOR" val="AmPmLowerCase"/>
  <p:tag name="OTLDATEFORMATDATEISVISIBLE" val="True"/>
  <p:tag name="OTLDATEFORMATHOURDIGITS" val="H"/>
  <p:tag name="OTLDATEFORMATSEPARATOR" val="/"/>
  <p:tag name="OTLDATEFORMATSTRING" val="M/d/yy"/>
  <p:tag name="OTLDATEFORMATTIMEISVISIBLE" val="False"/>
  <p:tag name="OTLDATEFORMATTRIM00MINUTES" val="False"/>
  <p:tag name="OTLDATEFORMATUSEUS" val="True"/>
  <p:tag name="OTLDURATIONFORMAT" val="day"/>
  <p:tag name="OTLENDDATE" val="2027-07-22T23:59:00.0000000Z"/>
  <p:tag name="OTLMARKERSHAPE" val="OTL"/>
  <p:tag name="OTLSHAPETHICKNESSTYPE" val="Custom"/>
  <p:tag name="OTLSPACING" val="5"/>
  <p:tag name="OTLSTARTDATE" val="2026-02-04T23:59:00.0000000Z"/>
  <p:tag name="OTLWEEKNUMBERINGFORMAT" val="WNFormat1"/>
  <p:tag name="OTLWEEKNUMBERINGISVISIBLE" val="False"/>
</p:tagLst>
</file>

<file path=ppt/tags/tag175.xml><?xml version="1.0" encoding="utf-8"?>
<p:tagLst xmlns:a="http://schemas.openxmlformats.org/drawingml/2006/main" xmlns:r="http://schemas.openxmlformats.org/officeDocument/2006/relationships" xmlns:p="http://schemas.openxmlformats.org/presentationml/2006/main">
  <p:tag name="OTLDATEFORMATAMPMDESIGNATOR" val="AmPmLowerCase"/>
  <p:tag name="OTLDATEFORMATDATEISVISIBLE" val="True"/>
  <p:tag name="OTLDATEFORMATHOURDIGITS" val="H"/>
  <p:tag name="OTLDATEFORMATSEPARATOR" val="/"/>
  <p:tag name="OTLDATEFORMATSTRING" val="M/d/yy"/>
  <p:tag name="OTLDATEFORMATTIMEISVISIBLE" val="False"/>
  <p:tag name="OTLDATEFORMATTRIM00MINUTES" val="False"/>
  <p:tag name="OTLDATEFORMATUSEUS" val="True"/>
  <p:tag name="OTLDURATIONFORMAT" val="day"/>
  <p:tag name="OTLENDDATE" val="2027-07-22T23:59:00.0000000Z"/>
  <p:tag name="OTLMARKERSHAPE" val="OTL"/>
  <p:tag name="OTLSHAPETHICKNESSTYPE" val="Custom"/>
  <p:tag name="OTLSPACING" val="5"/>
  <p:tag name="OTLSTARTDATE" val="2026-06-08T23:59:00.0000000Z"/>
  <p:tag name="OTLWEEKNUMBERINGFORMAT" val="WNFormat1"/>
  <p:tag name="OTLWEEKNUMBERINGISVISIBLE" val="False"/>
</p:tagLst>
</file>

<file path=ppt/tags/tag176.xml><?xml version="1.0" encoding="utf-8"?>
<p:tagLst xmlns:a="http://schemas.openxmlformats.org/drawingml/2006/main" xmlns:r="http://schemas.openxmlformats.org/officeDocument/2006/relationships" xmlns:p="http://schemas.openxmlformats.org/presentationml/2006/main">
  <p:tag name="OTLDATEFORMATAMPMDESIGNATOR" val="AmPmLowerCase"/>
  <p:tag name="OTLDATEFORMATDATEISVISIBLE" val="True"/>
  <p:tag name="OTLDATEFORMATHOURDIGITS" val="H"/>
  <p:tag name="OTLDATEFORMATSEPARATOR" val="/"/>
  <p:tag name="OTLDATEFORMATSTRING" val="M/d/yy"/>
  <p:tag name="OTLDATEFORMATTIMEISVISIBLE" val="False"/>
  <p:tag name="OTLDATEFORMATTRIM00MINUTES" val="False"/>
  <p:tag name="OTLDATEFORMATUSEUS" val="True"/>
  <p:tag name="OTLDURATIONFORMAT" val="day"/>
  <p:tag name="OTLENDDATE" val="2025-10-09T23:59:00.0000000Z"/>
  <p:tag name="OTLMARKERSHAPE" val="OTL"/>
  <p:tag name="OTLSHAPETHICKNESSTYPE" val="Thin"/>
  <p:tag name="OTLSPACING" val="5"/>
  <p:tag name="OTLSTARTDATE" val="2025-07-11T23:59:00.0000000Z"/>
  <p:tag name="OTLWEEKNUMBERINGFORMAT" val="WNFormat1"/>
  <p:tag name="OTLWEEKNUMBERINGISVISIBLE" val="False"/>
</p:tagLst>
</file>

<file path=ppt/tags/tag177.xml><?xml version="1.0" encoding="utf-8"?>
<p:tagLst xmlns:a="http://schemas.openxmlformats.org/drawingml/2006/main" xmlns:r="http://schemas.openxmlformats.org/officeDocument/2006/relationships" xmlns:p="http://schemas.openxmlformats.org/presentationml/2006/main">
  <p:tag name="OTLDATE" val="2026-05-08T00:00:00.0000000"/>
  <p:tag name="OTLDATEFORMATAMPMDESIGNATOR" val="AmPmLowerCase"/>
  <p:tag name="OTLDATEFORMATDATEISVISIBLE" val="True"/>
  <p:tag name="OTLDATEFORMATHOURDIGITS" val="H"/>
  <p:tag name="OTLDATEFORMATSEPARATOR" val="/"/>
  <p:tag name="OTLDATEFORMATSTRING" val="M/d/yy"/>
  <p:tag name="OTLDATEFORMATTIMEISVISIBLE" val="False"/>
  <p:tag name="OTLDATEFORMATTRIM00MINUTES" val="False"/>
  <p:tag name="OTLDATEFORMATUSEUS" val="True"/>
  <p:tag name="OTLMARKERSHAPE" val="OTL"/>
  <p:tag name="OTLMTITLE" val="首家中心启动"/>
  <p:tag name="OTLPOSITIONONTASK" val="None"/>
  <p:tag name="OTLRELATEDTASKID" val="00000000-0000-0000-0000-000000000000"/>
  <p:tag name="OTLWEEKNUMBERINGFORMAT" val="WNFormat1"/>
  <p:tag name="OTLWEEKNUMBERINGISVISIBLE" val="False"/>
</p:tagLst>
</file>

<file path=ppt/tags/tag178.xml><?xml version="1.0" encoding="utf-8"?>
<p:tagLst xmlns:a="http://schemas.openxmlformats.org/drawingml/2006/main" xmlns:r="http://schemas.openxmlformats.org/officeDocument/2006/relationships" xmlns:p="http://schemas.openxmlformats.org/presentationml/2006/main">
  <p:tag name="OTLMARKERSHAPE" val="OTL"/>
</p:tagLst>
</file>

<file path=ppt/tags/tag179.xml><?xml version="1.0" encoding="utf-8"?>
<p:tagLst xmlns:a="http://schemas.openxmlformats.org/drawingml/2006/main" xmlns:r="http://schemas.openxmlformats.org/officeDocument/2006/relationships" xmlns:p="http://schemas.openxmlformats.org/presentationml/2006/main">
  <p:tag name="OTLMARKERSHAPE" val="OTL"/>
</p:tagLst>
</file>

<file path=ppt/tags/tag180.xml><?xml version="1.0" encoding="utf-8"?>
<p:tagLst xmlns:a="http://schemas.openxmlformats.org/drawingml/2006/main" xmlns:r="http://schemas.openxmlformats.org/officeDocument/2006/relationships" xmlns:p="http://schemas.openxmlformats.org/presentationml/2006/main">
  <p:tag name="OTLMARKERSHAPE" val="OTL"/>
</p:tagLst>
</file>

<file path=ppt/tags/tag181.xml><?xml version="1.0" encoding="utf-8"?>
<p:tagLst xmlns:a="http://schemas.openxmlformats.org/drawingml/2006/main" xmlns:r="http://schemas.openxmlformats.org/officeDocument/2006/relationships" xmlns:p="http://schemas.openxmlformats.org/presentationml/2006/main">
  <p:tag name="OTLMARKERSHAPE" val="OTL"/>
</p:tagLst>
</file>

<file path=ppt/tags/tag182.xml><?xml version="1.0" encoding="utf-8"?>
<p:tagLst xmlns:a="http://schemas.openxmlformats.org/drawingml/2006/main" xmlns:r="http://schemas.openxmlformats.org/officeDocument/2006/relationships" xmlns:p="http://schemas.openxmlformats.org/presentationml/2006/main">
  <p:tag name="OTLMARKERSHAPE" val="OTL"/>
</p:tagLst>
</file>

<file path=ppt/tags/tag183.xml><?xml version="1.0" encoding="utf-8"?>
<p:tagLst xmlns:a="http://schemas.openxmlformats.org/drawingml/2006/main" xmlns:r="http://schemas.openxmlformats.org/officeDocument/2006/relationships" xmlns:p="http://schemas.openxmlformats.org/presentationml/2006/main">
  <p:tag name="OTLMARKERSHAPE" val="OTL"/>
</p:tagLst>
</file>

<file path=ppt/tags/tag184.xml><?xml version="1.0" encoding="utf-8"?>
<p:tagLst xmlns:a="http://schemas.openxmlformats.org/drawingml/2006/main" xmlns:r="http://schemas.openxmlformats.org/officeDocument/2006/relationships" xmlns:p="http://schemas.openxmlformats.org/presentationml/2006/main">
  <p:tag name="OTLMARKERSHAPE" val="OTL"/>
</p:tagLst>
</file>

<file path=ppt/tags/tag185.xml><?xml version="1.0" encoding="utf-8"?>
<p:tagLst xmlns:a="http://schemas.openxmlformats.org/drawingml/2006/main" xmlns:r="http://schemas.openxmlformats.org/officeDocument/2006/relationships" xmlns:p="http://schemas.openxmlformats.org/presentationml/2006/main">
  <p:tag name="OTLMARKERSHAPE" val="OTL"/>
</p:tagLst>
</file>

<file path=ppt/tags/tag186.xml><?xml version="1.0" encoding="utf-8"?>
<p:tagLst xmlns:a="http://schemas.openxmlformats.org/drawingml/2006/main" xmlns:r="http://schemas.openxmlformats.org/officeDocument/2006/relationships" xmlns:p="http://schemas.openxmlformats.org/presentationml/2006/main">
  <p:tag name="OTLMARKERSHAPE" val="OTL"/>
</p:tagLst>
</file>

<file path=ppt/tags/tag187.xml><?xml version="1.0" encoding="utf-8"?>
<p:tagLst xmlns:a="http://schemas.openxmlformats.org/drawingml/2006/main" xmlns:r="http://schemas.openxmlformats.org/officeDocument/2006/relationships" xmlns:p="http://schemas.openxmlformats.org/presentationml/2006/main">
  <p:tag name="OTLMARKERSHAPE" val="OTL"/>
</p:tagLst>
</file>

<file path=ppt/tags/tag188.xml><?xml version="1.0" encoding="utf-8"?>
<p:tagLst xmlns:a="http://schemas.openxmlformats.org/drawingml/2006/main" xmlns:r="http://schemas.openxmlformats.org/officeDocument/2006/relationships" xmlns:p="http://schemas.openxmlformats.org/presentationml/2006/main">
  <p:tag name="OTLMARKERSHAPE" val="OTL"/>
</p:tagLst>
</file>

<file path=ppt/tags/tag189.xml><?xml version="1.0" encoding="utf-8"?>
<p:tagLst xmlns:a="http://schemas.openxmlformats.org/drawingml/2006/main" xmlns:r="http://schemas.openxmlformats.org/officeDocument/2006/relationships" xmlns:p="http://schemas.openxmlformats.org/presentationml/2006/main">
  <p:tag name="OTLMARKERSHAPE" val="OTL"/>
</p:tagLst>
</file>

<file path=ppt/tags/tag190.xml><?xml version="1.0" encoding="utf-8"?>
<p:tagLst xmlns:a="http://schemas.openxmlformats.org/drawingml/2006/main" xmlns:r="http://schemas.openxmlformats.org/officeDocument/2006/relationships" xmlns:p="http://schemas.openxmlformats.org/presentationml/2006/main">
  <p:tag name="OTLMARKERSHAPE" val="OTL"/>
</p:tagLst>
</file>

<file path=ppt/tags/tag191.xml><?xml version="1.0" encoding="utf-8"?>
<p:tagLst xmlns:a="http://schemas.openxmlformats.org/drawingml/2006/main" xmlns:r="http://schemas.openxmlformats.org/officeDocument/2006/relationships" xmlns:p="http://schemas.openxmlformats.org/presentationml/2006/main">
  <p:tag name="OTLMARKERSHAPE" val="OTL"/>
</p:tagLst>
</file>

<file path=ppt/tags/tag192.xml><?xml version="1.0" encoding="utf-8"?>
<p:tagLst xmlns:a="http://schemas.openxmlformats.org/drawingml/2006/main" xmlns:r="http://schemas.openxmlformats.org/officeDocument/2006/relationships" xmlns:p="http://schemas.openxmlformats.org/presentationml/2006/main">
  <p:tag name="OTLMARKERSHAPE" val="OTL"/>
</p:tagLst>
</file>

<file path=ppt/tags/tag193.xml><?xml version="1.0" encoding="utf-8"?>
<p:tagLst xmlns:a="http://schemas.openxmlformats.org/drawingml/2006/main" xmlns:r="http://schemas.openxmlformats.org/officeDocument/2006/relationships" xmlns:p="http://schemas.openxmlformats.org/presentationml/2006/main">
  <p:tag name="OTLMARKERSHAPE" val="OTL"/>
</p:tagLst>
</file>

<file path=ppt/tags/tag194.xml><?xml version="1.0" encoding="utf-8"?>
<p:tagLst xmlns:a="http://schemas.openxmlformats.org/drawingml/2006/main" xmlns:r="http://schemas.openxmlformats.org/officeDocument/2006/relationships" xmlns:p="http://schemas.openxmlformats.org/presentationml/2006/main">
  <p:tag name="OTLMARKERSHAPE" val="OTL"/>
</p:tagLst>
</file>

<file path=ppt/tags/tag195.xml><?xml version="1.0" encoding="utf-8"?>
<p:tagLst xmlns:a="http://schemas.openxmlformats.org/drawingml/2006/main" xmlns:r="http://schemas.openxmlformats.org/officeDocument/2006/relationships" xmlns:p="http://schemas.openxmlformats.org/presentationml/2006/main">
  <p:tag name="OTLMARKERSHAPE" val="OTL"/>
</p:tagLst>
</file>

<file path=ppt/tags/tag196.xml><?xml version="1.0" encoding="utf-8"?>
<p:tagLst xmlns:a="http://schemas.openxmlformats.org/drawingml/2006/main" xmlns:r="http://schemas.openxmlformats.org/officeDocument/2006/relationships" xmlns:p="http://schemas.openxmlformats.org/presentationml/2006/main">
  <p:tag name="OTLMARKERSHAPE" val="OTL"/>
</p:tagLst>
</file>

<file path=ppt/tags/tag197.xml><?xml version="1.0" encoding="utf-8"?>
<p:tagLst xmlns:a="http://schemas.openxmlformats.org/drawingml/2006/main" xmlns:r="http://schemas.openxmlformats.org/officeDocument/2006/relationships" xmlns:p="http://schemas.openxmlformats.org/presentationml/2006/main">
  <p:tag name="OTLMARKERSHAPE" val="OTL"/>
</p:tagLst>
</file>

<file path=ppt/tags/tag198.xml><?xml version="1.0" encoding="utf-8"?>
<p:tagLst xmlns:a="http://schemas.openxmlformats.org/drawingml/2006/main" xmlns:r="http://schemas.openxmlformats.org/officeDocument/2006/relationships" xmlns:p="http://schemas.openxmlformats.org/presentationml/2006/main">
  <p:tag name="OTLMARKERSHAPE" val="OTL"/>
</p:tagLst>
</file>

<file path=ppt/tags/tag199.xml><?xml version="1.0" encoding="utf-8"?>
<p:tagLst xmlns:a="http://schemas.openxmlformats.org/drawingml/2006/main" xmlns:r="http://schemas.openxmlformats.org/officeDocument/2006/relationships" xmlns:p="http://schemas.openxmlformats.org/presentationml/2006/main">
  <p:tag name="OTLMARKERSHAPE" val="OTL"/>
</p:tagLst>
</file>

<file path=ppt/tags/tag200.xml><?xml version="1.0" encoding="utf-8"?>
<p:tagLst xmlns:a="http://schemas.openxmlformats.org/drawingml/2006/main" xmlns:r="http://schemas.openxmlformats.org/officeDocument/2006/relationships" xmlns:p="http://schemas.openxmlformats.org/presentationml/2006/main">
  <p:tag name="OTLMARKERSHAPE" val="OTL"/>
</p:tagLst>
</file>

<file path=ppt/tags/tag201.xml><?xml version="1.0" encoding="utf-8"?>
<p:tagLst xmlns:a="http://schemas.openxmlformats.org/drawingml/2006/main" xmlns:r="http://schemas.openxmlformats.org/officeDocument/2006/relationships" xmlns:p="http://schemas.openxmlformats.org/presentationml/2006/main">
  <p:tag name="OTLMARKERSHAPE" val="OTL"/>
</p:tagLst>
</file>

<file path=ppt/tags/tag202.xml><?xml version="1.0" encoding="utf-8"?>
<p:tagLst xmlns:a="http://schemas.openxmlformats.org/drawingml/2006/main" xmlns:r="http://schemas.openxmlformats.org/officeDocument/2006/relationships" xmlns:p="http://schemas.openxmlformats.org/presentationml/2006/main">
  <p:tag name="OTLMARKERSHAPE" val="OTL"/>
</p:tagLst>
</file>

<file path=ppt/tags/tag203.xml><?xml version="1.0" encoding="utf-8"?>
<p:tagLst xmlns:a="http://schemas.openxmlformats.org/drawingml/2006/main" xmlns:r="http://schemas.openxmlformats.org/officeDocument/2006/relationships" xmlns:p="http://schemas.openxmlformats.org/presentationml/2006/main">
  <p:tag name="OTLMARKERSHAPE" val="OTL"/>
</p:tagLst>
</file>

<file path=ppt/tags/tag204.xml><?xml version="1.0" encoding="utf-8"?>
<p:tagLst xmlns:a="http://schemas.openxmlformats.org/drawingml/2006/main" xmlns:r="http://schemas.openxmlformats.org/officeDocument/2006/relationships" xmlns:p="http://schemas.openxmlformats.org/presentationml/2006/main">
  <p:tag name="OTLMARKERSHAPE" val="OTL"/>
</p:tagLst>
</file>

<file path=ppt/tags/tag205.xml><?xml version="1.0" encoding="utf-8"?>
<p:tagLst xmlns:a="http://schemas.openxmlformats.org/drawingml/2006/main" xmlns:r="http://schemas.openxmlformats.org/officeDocument/2006/relationships" xmlns:p="http://schemas.openxmlformats.org/presentationml/2006/main">
  <p:tag name="OTLMARKERSHAPE" val="OTL"/>
</p:tagLst>
</file>

<file path=ppt/tags/tag206.xml><?xml version="1.0" encoding="utf-8"?>
<p:tagLst xmlns:a="http://schemas.openxmlformats.org/drawingml/2006/main" xmlns:r="http://schemas.openxmlformats.org/officeDocument/2006/relationships" xmlns:p="http://schemas.openxmlformats.org/presentationml/2006/main">
  <p:tag name="OTLMARKERSHAPE" val="OTL"/>
</p:tagLst>
</file>

<file path=ppt/tags/tag207.xml><?xml version="1.0" encoding="utf-8"?>
<p:tagLst xmlns:a="http://schemas.openxmlformats.org/drawingml/2006/main" xmlns:r="http://schemas.openxmlformats.org/officeDocument/2006/relationships" xmlns:p="http://schemas.openxmlformats.org/presentationml/2006/main">
  <p:tag name="OTLMARKERSHAPE" val="OTL"/>
</p:tagLst>
</file>

<file path=ppt/tags/tag208.xml><?xml version="1.0" encoding="utf-8"?>
<p:tagLst xmlns:a="http://schemas.openxmlformats.org/drawingml/2006/main" xmlns:r="http://schemas.openxmlformats.org/officeDocument/2006/relationships" xmlns:p="http://schemas.openxmlformats.org/presentationml/2006/main">
  <p:tag name="OTLMARKERSHAPE" val="OTL"/>
</p:tagLst>
</file>

<file path=ppt/tags/tag209.xml><?xml version="1.0" encoding="utf-8"?>
<p:tagLst xmlns:a="http://schemas.openxmlformats.org/drawingml/2006/main" xmlns:r="http://schemas.openxmlformats.org/officeDocument/2006/relationships" xmlns:p="http://schemas.openxmlformats.org/presentationml/2006/main">
  <p:tag name="OTLMARKERSHAPE" val="OTL"/>
</p:tagLst>
</file>

<file path=ppt/tags/tag210.xml><?xml version="1.0" encoding="utf-8"?>
<p:tagLst xmlns:a="http://schemas.openxmlformats.org/drawingml/2006/main" xmlns:r="http://schemas.openxmlformats.org/officeDocument/2006/relationships" xmlns:p="http://schemas.openxmlformats.org/presentationml/2006/main">
  <p:tag name="OTLMARKERSHAPE" val="OTL"/>
</p:tagLst>
</file>

<file path=ppt/tags/tag211.xml><?xml version="1.0" encoding="utf-8"?>
<p:tagLst xmlns:a="http://schemas.openxmlformats.org/drawingml/2006/main" xmlns:r="http://schemas.openxmlformats.org/officeDocument/2006/relationships" xmlns:p="http://schemas.openxmlformats.org/presentationml/2006/main">
  <p:tag name="OTLMARKERSHAPE" val="OTL"/>
</p:tagLst>
</file>

<file path=ppt/tags/tag212.xml><?xml version="1.0" encoding="utf-8"?>
<p:tagLst xmlns:a="http://schemas.openxmlformats.org/drawingml/2006/main" xmlns:r="http://schemas.openxmlformats.org/officeDocument/2006/relationships" xmlns:p="http://schemas.openxmlformats.org/presentationml/2006/main">
  <p:tag name="OTLDATE" val="2026-05-08T00:00:00.0000000"/>
  <p:tag name="OTLDATEFORMATAMPMDESIGNATOR" val="AmPmLowerCase"/>
  <p:tag name="OTLDATEFORMATDATEISVISIBLE" val="True"/>
  <p:tag name="OTLDATEFORMATHOURDIGITS" val="H"/>
  <p:tag name="OTLDATEFORMATSEPARATOR" val="/"/>
  <p:tag name="OTLDATEFORMATSTRING" val="M/d/yy"/>
  <p:tag name="OTLDATEFORMATTIMEISVISIBLE" val="False"/>
  <p:tag name="OTLDATEFORMATTRIM00MINUTES" val="False"/>
  <p:tag name="OTLDATEFORMATUSEUS" val="True"/>
  <p:tag name="OTLMARKERSHAPE" val="OTL"/>
  <p:tag name="OTLMTITLE" val="首家中心启动"/>
  <p:tag name="OTLPOSITIONONTASK" val="None"/>
  <p:tag name="OTLRELATEDTASKID" val="00000000-0000-0000-0000-000000000000"/>
  <p:tag name="OTLWEEKNUMBERINGFORMAT" val="WNFormat1"/>
  <p:tag name="OTLWEEKNUMBERINGISVISIBLE" val="False"/>
</p:tagLst>
</file>

<file path=ppt/tags/tag213.xml><?xml version="1.0" encoding="utf-8"?>
<p:tagLst xmlns:a="http://schemas.openxmlformats.org/drawingml/2006/main" xmlns:r="http://schemas.openxmlformats.org/officeDocument/2006/relationships" xmlns:p="http://schemas.openxmlformats.org/presentationml/2006/main">
  <p:tag name="OTLMARKERSHAPE" val="OTL"/>
</p:tagLst>
</file>

<file path=ppt/tags/tag214.xml><?xml version="1.0" encoding="utf-8"?>
<p:tagLst xmlns:a="http://schemas.openxmlformats.org/drawingml/2006/main" xmlns:r="http://schemas.openxmlformats.org/officeDocument/2006/relationships" xmlns:p="http://schemas.openxmlformats.org/presentationml/2006/main">
  <p:tag name="OTLMARKERSHAPE" val="OTL"/>
</p:tagLst>
</file>

<file path=ppt/tags/tag215.xml><?xml version="1.0" encoding="utf-8"?>
<p:tagLst xmlns:a="http://schemas.openxmlformats.org/drawingml/2006/main" xmlns:r="http://schemas.openxmlformats.org/officeDocument/2006/relationships" xmlns:p="http://schemas.openxmlformats.org/presentationml/2006/main">
  <p:tag name="OTLMARKERSHAPE" val="OTL"/>
</p:tagLst>
</file>

<file path=ppt/tags/tag216.xml><?xml version="1.0" encoding="utf-8"?>
<p:tagLst xmlns:a="http://schemas.openxmlformats.org/drawingml/2006/main" xmlns:r="http://schemas.openxmlformats.org/officeDocument/2006/relationships" xmlns:p="http://schemas.openxmlformats.org/presentationml/2006/main">
  <p:tag name="OTLMARKERSHAPE" val="OTL"/>
</p:tagLst>
</file>

<file path=ppt/tags/tag217.xml><?xml version="1.0" encoding="utf-8"?>
<p:tagLst xmlns:a="http://schemas.openxmlformats.org/drawingml/2006/main" xmlns:r="http://schemas.openxmlformats.org/officeDocument/2006/relationships" xmlns:p="http://schemas.openxmlformats.org/presentationml/2006/main">
  <p:tag name="OTLMARKERSHAPE" val="OTL"/>
</p:tagLst>
</file>

<file path=ppt/tags/tag218.xml><?xml version="1.0" encoding="utf-8"?>
<p:tagLst xmlns:a="http://schemas.openxmlformats.org/drawingml/2006/main" xmlns:r="http://schemas.openxmlformats.org/officeDocument/2006/relationships" xmlns:p="http://schemas.openxmlformats.org/presentationml/2006/main">
  <p:tag name="OTLMARKERSHAPE" val="OTL"/>
</p:tagLst>
</file>

<file path=ppt/tags/tag219.xml><?xml version="1.0" encoding="utf-8"?>
<p:tagLst xmlns:a="http://schemas.openxmlformats.org/drawingml/2006/main" xmlns:r="http://schemas.openxmlformats.org/officeDocument/2006/relationships" xmlns:p="http://schemas.openxmlformats.org/presentationml/2006/main">
  <p:tag name="OTLMARKERSHAPE" val="OTL"/>
</p:tagLst>
</file>

<file path=ppt/tags/tag220.xml><?xml version="1.0" encoding="utf-8"?>
<p:tagLst xmlns:a="http://schemas.openxmlformats.org/drawingml/2006/main" xmlns:r="http://schemas.openxmlformats.org/officeDocument/2006/relationships" xmlns:p="http://schemas.openxmlformats.org/presentationml/2006/main">
  <p:tag name="OTLMARKERSHAPE" val="OTL"/>
</p:tagLst>
</file>

<file path=ppt/tags/tag221.xml><?xml version="1.0" encoding="utf-8"?>
<p:tagLst xmlns:a="http://schemas.openxmlformats.org/drawingml/2006/main" xmlns:r="http://schemas.openxmlformats.org/officeDocument/2006/relationships" xmlns:p="http://schemas.openxmlformats.org/presentationml/2006/main">
  <p:tag name="OTLMARKERSHAPE" val="OTL"/>
</p:tagLst>
</file>

<file path=ppt/tags/tag222.xml><?xml version="1.0" encoding="utf-8"?>
<p:tagLst xmlns:a="http://schemas.openxmlformats.org/drawingml/2006/main" xmlns:r="http://schemas.openxmlformats.org/officeDocument/2006/relationships" xmlns:p="http://schemas.openxmlformats.org/presentationml/2006/main">
  <p:tag name="OTLMARKERSHAPE" val="OTL"/>
</p:tagLst>
</file>

<file path=ppt/tags/tag223.xml><?xml version="1.0" encoding="utf-8"?>
<p:tagLst xmlns:a="http://schemas.openxmlformats.org/drawingml/2006/main" xmlns:r="http://schemas.openxmlformats.org/officeDocument/2006/relationships" xmlns:p="http://schemas.openxmlformats.org/presentationml/2006/main">
  <p:tag name="OTLMARKERSHAPE" val="OTL"/>
</p:tagLst>
</file>

<file path=ppt/tags/tag224.xml><?xml version="1.0" encoding="utf-8"?>
<p:tagLst xmlns:a="http://schemas.openxmlformats.org/drawingml/2006/main" xmlns:r="http://schemas.openxmlformats.org/officeDocument/2006/relationships" xmlns:p="http://schemas.openxmlformats.org/presentationml/2006/main">
  <p:tag name="OTLMARKERSHAPE" val="OTL"/>
</p:tagLst>
</file>

<file path=ppt/tags/tag225.xml><?xml version="1.0" encoding="utf-8"?>
<p:tagLst xmlns:a="http://schemas.openxmlformats.org/drawingml/2006/main" xmlns:r="http://schemas.openxmlformats.org/officeDocument/2006/relationships" xmlns:p="http://schemas.openxmlformats.org/presentationml/2006/main">
  <p:tag name="OTLMARKERSHAPE" val="OTL"/>
</p:tagLst>
</file>

<file path=ppt/tags/tag226.xml><?xml version="1.0" encoding="utf-8"?>
<p:tagLst xmlns:a="http://schemas.openxmlformats.org/drawingml/2006/main" xmlns:r="http://schemas.openxmlformats.org/officeDocument/2006/relationships" xmlns:p="http://schemas.openxmlformats.org/presentationml/2006/main">
  <p:tag name="OTLMARKERSHAPE" val="OTL"/>
</p:tagLst>
</file>

<file path=ppt/tags/tag227.xml><?xml version="1.0" encoding="utf-8"?>
<p:tagLst xmlns:a="http://schemas.openxmlformats.org/drawingml/2006/main" xmlns:r="http://schemas.openxmlformats.org/officeDocument/2006/relationships" xmlns:p="http://schemas.openxmlformats.org/presentationml/2006/main">
  <p:tag name="OTLMARKERSHAPE" val="OTL"/>
</p:tagLst>
</file>

<file path=ppt/tags/tag228.xml><?xml version="1.0" encoding="utf-8"?>
<p:tagLst xmlns:a="http://schemas.openxmlformats.org/drawingml/2006/main" xmlns:r="http://schemas.openxmlformats.org/officeDocument/2006/relationships" xmlns:p="http://schemas.openxmlformats.org/presentationml/2006/main">
  <p:tag name="OTLMARKERSHAPE" val="OTL"/>
</p:tagLst>
</file>

<file path=ppt/tags/tag229.xml><?xml version="1.0" encoding="utf-8"?>
<p:tagLst xmlns:a="http://schemas.openxmlformats.org/drawingml/2006/main" xmlns:r="http://schemas.openxmlformats.org/officeDocument/2006/relationships" xmlns:p="http://schemas.openxmlformats.org/presentationml/2006/main">
  <p:tag name="OTLMARKERSHAPE" val="OTL"/>
</p:tagLst>
</file>

<file path=ppt/tags/tag230.xml><?xml version="1.0" encoding="utf-8"?>
<p:tagLst xmlns:a="http://schemas.openxmlformats.org/drawingml/2006/main" xmlns:r="http://schemas.openxmlformats.org/officeDocument/2006/relationships" xmlns:p="http://schemas.openxmlformats.org/presentationml/2006/main">
  <p:tag name="OTLMARKERSHAPE" val="OTL"/>
</p:tagLst>
</file>

<file path=ppt/tags/tag231.xml><?xml version="1.0" encoding="utf-8"?>
<p:tagLst xmlns:a="http://schemas.openxmlformats.org/drawingml/2006/main" xmlns:r="http://schemas.openxmlformats.org/officeDocument/2006/relationships" xmlns:p="http://schemas.openxmlformats.org/presentationml/2006/main">
  <p:tag name="OTLMARKERSHAPE" val="OTL"/>
</p:tagLst>
</file>

<file path=ppt/tags/tag232.xml><?xml version="1.0" encoding="utf-8"?>
<p:tagLst xmlns:a="http://schemas.openxmlformats.org/drawingml/2006/main" xmlns:r="http://schemas.openxmlformats.org/officeDocument/2006/relationships" xmlns:p="http://schemas.openxmlformats.org/presentationml/2006/main">
  <p:tag name="__MASTER" val="__part_0"/>
  <p:tag name="__PART_0" val="eyIkaWQiOiIxIiwiX3N3aW1sYW5lc1YyIjpbeyIkaWQiOiIyIiwiX2FjdGl2aXRpZXMiOlt7IiRpZCI6IjMiLCJfcm93cyI6W3siJGlkIjoiNCIsIl90YXNrcyI6W3siJGlkIjoiNSIsIl9hdHRhY2hlZE1pbGVzdG9uZXMiOltdLCJUYXNrRGVmaW5pdGlvbiI6eyIkaWQiOiI2IiwiR3JvdXBOYW1lIjpudWxsLCJTdGFydERhdGUiOiIyMDI0LTAxLTEzVDEwOjAwOjAwIiwiRW5kRGF0ZSI6IjIwMjUtMDYtMjdUMTA6MDA6MDAiLCJQZXJjZW50YWdlQ29tcGxldGUiOm51bGwsIlN0eWxlIjp7IiRpZCI6IjciLCJTaGFwZSI6MywiU2hhcGVUaGlja25lc3MiOjMsIkR1cmF0aW9uRm9ybWF0IjowLCJJbmNsdWRlTm9uV29ya2luZ0RheXNJbkR1cmF0aW9uIjpmYWxzZSwiUGVyY2VudGFnZUNvbXBsZXRlU3R5bGUiOnsiJGlkIjoiOCIsIkZvbnRTZXR0aW5ncyI6eyIkaWQiOiI5IiwiRm9udFNpemUiOjEwLCJGb250TmFtZSI6IkNhbGlicmkiLCJJc0JvbGQiOmZhbHNlLCJJc0l0YWxpYyI6ZmFsc2UsIklzVW5kZXJsaW5lZCI6ZmFsc2UsIlBhcmVudFN0eWxlIjpudWxsfSwiQXV0b1NpemUiOjAsIkZvcmVncm91bmQiOnsiJGlkIjoiMTAiLCJDb2xvciI6eyIkaWQiOiIxMSIsIkEiOjI1NSwiUiI6MTkyLCJHIjo4MCwiQiI6Nzd9fSwiTWF4V2lkdGgiOjIwMC4wLCJNYXhIZWlnaHQiOiJJbmZpbml0eSIsIlNtYXJ0Rm9yZWdyb3VuZElzQWN0aXZlIjpmYWxzZSwiSG9yaXpvbnRhbEFsaWdubWVudCI6MCwiVmVydGljYWxBbGlnbm1lbnQiOjAsIlNtYXJ0Rm9yZWdyb3VuZCI6bnVsbCwiQmFja2dyb3VuZEZpbGxUeXBlIjowLCJNYXJnaW4iOnsiJGlkIjoiMTIiLCJUb3AiOjAuMCwiTGVmdCI6MC4wLCJSaWdodCI6MC4wLCJCb3R0b20iOjAuMH0sIlBhZGRpbmciOnsiJGlkIjoiMTMiLCJUb3AiOjAuMCwiTGVmdCI6MC4wLCJSaWdodCI6MC4wLCJCb3R0b20iOjAuMH0sIkJhY2tncm91bmQiOnsiJGlkIjoiMTQiLCJDb2xvciI6eyIkaWQiOiIxNSIsIkEiOjg5LCJSIjowLCJHIjowLCJCIjowfX0sIklzVmlzaWJsZSI6dHJ1ZSwiV2lkdGgiOjAuMCwiSGVpZ2h0IjowLjAsIkJvcmRlclN0eWxlIjp7IiRpZCI6IjE2IiwiTGluZUNvbG9yIjpudWxsLCJMaW5lV2VpZ2h0IjowLjAsIkxpbmVUeXBlIjowLCJQYXJlbnRTdHlsZSI6bnVsbH0sIlBhcmVudFN0eWxlIjpudWxsfSwiRHVyYXRpb25TdHlsZSI6eyIkaWQiOiIxNyIsIkZvbnRTZXR0aW5ncyI6eyIkaWQiOiIxOCIsIkZvbnRTaXplIjoxMCwiRm9udE5hbWUiOiJDYWxpYnJpIiwiSXNCb2xkIjpmYWxzZSwiSXNJdGFsaWMiOmZhbHNlLCJJc1VuZGVybGluZWQiOmZhbHNlLCJQYXJlbnRTdHlsZSI6bnVsbH0sIkF1dG9TaXplIjowLCJGb3JlZ3JvdW5kIjp7IiRpZCI6IjE5IiwiQ29sb3IiOnsiJGlkIjoiMjA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yMSIsIlRvcCI6MC4wLCJMZWZ0IjowLjAsIlJpZ2h0IjowLjAsIkJvdHRvbSI6MC4wfSwiUGFkZGluZyI6eyIkaWQiOiIyMiIsIlRvcCI6MC4wLCJMZWZ0IjowLjAsIlJpZ2h0IjowLjAsIkJvdHRvbSI6MC4wfSwiQmFja2dyb3VuZCI6eyIkaWQiOiIyMyIsIkNvbG9yIjp7IiRpZCI6IjI0IiwiQSI6MCwiUiI6MCwiRyI6MCwiQiI6MH19LCJJc1Zpc2libGUiOnRydWUsIldpZHRoIjowLjAsIkhlaWdodCI6MC4wLCJCb3JkZXJTdHlsZSI6eyIkaWQiOiIyNSIsIkxpbmVDb2xvciI6bnVsbCwiTGluZVdlaWdodCI6MC4wLCJMaW5lVHlwZSI6MCwiUGFyZW50U3R5bGUiOm51bGx9LCJQYXJlbnRTdHlsZSI6bnVsbH0sIkhvcml6b250YWxDb25uZWN0b3JTdHlsZSI6eyIkaWQiOiIyNiIsIkxpbmVDb2xvciI6eyIkaWQiOiIyNyIsIiR0eXBlIjoiTkxSRS5Db21tb24uRG9tLlNvbGlkQ29sb3JCcnVzaCwgTkxSRS5Db21tb24iLCJDb2xvciI6eyIkaWQiOiIyOCIsIkEiOjI1NSwiUiI6MjA0LCJHIjoyMDQsIkIiOjIwNH19LCJMaW5lV2VpZ2h0IjoxLjAsIkxpbmVUeXBlIjowLCJQYXJlbnRTdHlsZSI6bnVsbH0sIlZlcnRpY2FsQ29ubmVjdG9yU3R5bGUiOnsiJGlkIjoiMjkiLCJMaW5lQ29sb3IiOnsiJGlkIjoiMzAiLCIkdHlwZSI6Ik5MUkUuQ29tbW9uLkRvbS5Tb2xpZENvbG9yQnJ1c2gsIE5MUkUuQ29tbW9uIiwiQ29sb3IiOnsiJGlkIjoiMzEiLCJBIjoyNTUsIlIiOjIwNCwiRyI6MjA0LCJCIjoyMDR9fSwiTGluZVdlaWdodCI6MC4wLCJMaW5lVHlwZSI6MCwiUGFyZW50U3R5bGUiOm51bGx9LCJNYXJnaW4iOm51bGwsIlN0YXJ0RGF0ZVBvc2l0aW9uIjo2LCJFbmREYXRlUG9zaXRpb24iOjYsIkRhdGVJc1Zpc2libGUiOmZhbHNlLCJUaXRsZVBvc2l0aW9uIjoyLCJEdXJhdGlvblBvc2l0aW9uIjo2LCJQZXJjZW50YWdlQ29tcGxldGVkUG9zaXRpb24iOjYsIlNwYWNpbmciOjMsIklzQmVsb3dUaW1lYmFuZCI6dHJ1ZSwiUGVyY2VudGFnZUNvbXBsZXRlU2hhcGVPcGFjaXR5IjozNSwiQmFzZWxpbmVTdHlsZSI6eyIkaWQiOiIzMiIsIlNoYXBlU3R5bGUiOnsiJGlkIjoiMzMiLCJNYXJnaW4iOnsiJGlkIjoiMzQiLCJUb3AiOjAuMCwiTGVmdCI6MC4wLCJSaWdodCI6MC4wLCJCb3R0b20iOjAuMH0sIlBhZGRpbmciOnsiJGlkIjoiMzUiLCJUb3AiOjAuMCwiTGVmdCI6MC4wLCJSaWdodCI6MC4wLCJCb3R0b20iOjAuMH0sIkJhY2tncm91bmQiOnsiJGlkIjoiMzYiLCJDb2xvciI6eyIkaWQiOiIzNyIsIkEiOjE1MywiUiI6MCwiRyI6MCwiQiI6MH19LCJJc1Zpc2libGUiOnRydWUsIldpZHRoIjowLjAsIkhlaWdodCI6MC4wLCJCb3JkZXJTdHlsZSI6eyIkaWQiOiIzOCIsIkxpbmVDb2xvciI6bnVsbCwiTGluZVdlaWdodCI6MC4wLCJMaW5lVHlwZSI6MCwiUGFyZW50U3R5bGUiOm51bGx9LCJQYXJlbnRTdHlsZSI6bnVsbH0sIk1hcmdpbiI6eyIkaWQiOiIzOSIsIlRvcCI6MC4wLCJMZWZ0IjowLjAsIlJpZ2h0IjowLjAsIkJvdHRvbSI6MC4wfSwiUGFkZGluZyI6eyIkaWQiOiI0MCIsIlRvcCI6MC4wLCJMZWZ0IjowLjAsIlJpZ2h0IjowLjAsIkJvdHRvbSI6MC4wfSwiQmFja2dyb3VuZCI6bnVsbCwiSXNWaXNpYmxlIjp0cnVlLCJXaWR0aCI6MC4wLCJIZWlnaHQiOjAuMCwiQm9yZGVyU3R5bGUiOm51bGwsIlBhcmVudFN0eWxlIjpudWxsfSwiU2hhcGVTdHlsZSI6eyIkaWQiOiI0MSIsIk1hcmdpbiI6eyIkaWQiOiI0MiIsIlRvcCI6MC4wLCJMZWZ0Ijo0LjAsIlJpZ2h0Ijo0LjAsIkJvdHRvbSI6MC4wfSwiUGFkZGluZyI6eyIkaWQiOiI0MyIsIlRvcCI6MC4wLCJMZWZ0IjowLjAsIlJpZ2h0IjowLjAsIkJvdHRvbSI6MC4wfSwiQmFja2dyb3VuZCI6eyIkaWQiOiI0NCIsIkNvbG9yIjp7IiRpZCI6IjQ1IiwiQSI6MjU1LCJSIjo4LCJHIjo0OSwiQiI6NDJ9fSwiSXNWaXNpYmxlIjp0cnVlLCJXaWR0aCI6MTM1LjE3Nzc5NTQxMDE1NjI1LCJIZWlnaHQiOjE2LjQzNTU5MDc0NDAxODU1NSwiQm9yZGVyU3R5bGUiOnsiJGlkIjoiNDYiLCJMaW5lQ29sb3IiOnsiJGlkIjoiNDciLCIkdHlwZSI6Ik5MUkUuQ29tbW9uLkRvbS5Tb2xpZENvbG9yQnJ1c2gsIE5MUkUuQ29tbW9uIiwiQ29sb3IiOnsiJGlkIjoiNDgiLCJBIjoyNTUsIlIiOjI1NSwiRyI6MCwiQiI6MH19LCJMaW5lV2VpZ2h0IjowLjAsIkxpbmVUeXBlIjowLCJQYXJlbnRTdHlsZSI6bnVsbH0sIlBhcmVudFN0eWxlIjpudWxsfSwiVGl0bGVTdHlsZSI6eyIkaWQiOiI0OSIsIkZvbnRTZXR0aW5ncyI6eyIkaWQiOiI1MCIsIkZvbnRTaXplIjoxMSwiRm9udE5hbWUiOiJCb2VocmluZ2VyIEZvcndhcmQgVGV4dCIsIklzQm9sZCI6ZmFsc2UsIklzSXRhbGljIjpmYWxzZSwiSXNVbmRlcmxpbmVkIjpmYWxzZSwiUGFyZW50U3R5bGUiOm51bGx9LCJBdXRvU2l6ZSI6MiwiRm9yZWdyb3VuZCI6eyIkaWQiOiI1MSIsIkNvbG9yIjp7IiRpZCI6IjUyIiwiQSI6MjU1LCJSIjoyNTUsIkciOjI1NSwiQiI6MjU1fX0sIk1heFdpZHRoIjoxMTMuMDkxODEyMTMzNzg5MDYsIk1heEhlaWdodCI6IkluZmluaXR5IiwiU21hcnRGb3JlZ3JvdW5kSXNBY3RpdmUiOmZhbHNlLCJIb3Jpem9udGFsQWxpZ25tZW50IjoxLCJWZXJ0aWNhbEFsaWdubWVudCI6MCwiU21hcnRGb3JlZ3JvdW5kIjpudWxsLCJCYWNrZ3JvdW5kRmlsbFR5cGUiOjAsIk1hcmdpbiI6eyIkaWQiOiI1MyIsIlRvcCI6MC4wLCJMZWZ0IjowLjAsIlJpZ2h0IjowLjAsIkJvdHRvbSI6MC4wfSwiUGFkZGluZyI6eyIkaWQiOiI1NCIsIlRvcCI6MC4wLCJMZWZ0IjowLjAsIlJpZ2h0IjowLjAsIkJvdHRvbSI6MC4wfSwiQmFja2dyb3VuZCI6eyIkaWQiOiI1NSIsIkNvbG9yIjp7IiRpZCI6IjU2IiwiQSI6MCwiUiI6MjU1LCJHIjoyNTUsIkIiOjI1NX19LCJJc1Zpc2libGUiOnRydWUsIldpZHRoIjowLjAsIkhlaWdodCI6MC4wLCJCb3JkZXJTdHlsZSI6eyIkaWQiOiI1NyIsIkxpbmVDb2xvciI6bnVsbCwiTGluZVdlaWdodCI6MC4wLCJMaW5lVHlwZSI6MCwiUGFyZW50U3R5bGUiOm51bGx9LCJQYXJlbnRTdHlsZSI6bnVsbH0sIkRhdGVTdHlsZSI6eyIkaWQiOiI1OCIsIkZvbnRTZXR0aW5ncyI6eyIkaWQiOiI1OSIsIkZvbnRTaXplIjoxMCwiRm9udE5hbWUiOiJDYWxpYnJpIiwiSXNCb2xkIjpmYWxzZSwiSXNJdGFsaWMiOmZhbHNlLCJJc1VuZGVybGluZWQiOmZhbHNlLCJQYXJlbnRTdHlsZSI6bnVsbH0sIkF1dG9TaXplIjowLCJGb3JlZ3JvdW5kIjp7IiRpZCI6IjYwIiwiQ29sb3IiOnsiJGlkIjoiNjE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YyIiwiVG9wIjowLjAsIkxlZnQiOjAuMCwiUmlnaHQiOjAuMCwiQm90dG9tIjowLjB9LCJQYWRkaW5nIjp7IiRpZCI6IjYzIiwiVG9wIjowLjAsIkxlZnQiOjAuMCwiUmlnaHQiOjAuMCwiQm90dG9tIjowLjB9LCJCYWNrZ3JvdW5kIjp7IiRpZCI6IjY0IiwiQ29sb3IiOnsiJGlkIjoiNjUiLCJBIjowLCJSIjowLCJHIjowLCJCIjowfX0sIklzVmlzaWJsZSI6dHJ1ZSwiV2lkdGgiOjAuMCwiSGVpZ2h0IjowLjAsIkJvcmRlclN0eWxlIjp7IiRpZCI6IjY2IiwiTGluZUNvbG9yIjpudWxsLCJMaW5lV2VpZ2h0IjowLjAsIkxpbmVUeXBlIjowLCJQYXJlbnRTdHlsZSI6bnVsbH0sIlBhcmVudFN0eWxlIjpudWxsfSwiRGF0ZUZvcm1hdCI6eyIkaWQiOiI2Ny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2OCIsIkZvcm1hdCI6MCwiSXNWaXNpYmxlIjpmYWxzZSwiTGFzdEtub3duVmlzaWJpbGl0eVN0YXRlIjpmYWxzZX0sIklzVmlzaWJsZSI6dHJ1ZSwiUGFyZW50U3R5bGUiOm51bGx9LCJJbmRleCI6MCwiU21hcnREdXJhdGlvbkFjdGl2YXRlZCI6ZmFsc2UsIkRhdGVGb3JtYXQiOnsiJHJlZiI6IjY3In0sIldlZWtOdW1iZXJpbmciOnsiJGlkIjoiNjkiLCJGb3JtYXQiOjAsIklzVmlzaWJsZSI6ZmFsc2UsIkxhc3RLbm93blZpc2liaWxpdHlTdGF0ZSI6ZmFsc2V9LCJCYXNlbGluZURhdGEiOnsiJGlkIjoiNzAiLCJTdGFydERhdGUiOiIyMDI0LTAxLTEzVDEwOjAwOjAwIiwiRW5kRGF0ZSI6IjIwMjUtMDYtMjdUMTA6MDA6MDAifSwiSWQiOiI1YWMxZGJiYy1kMWI0LTRiNWYtYTA3NC1iZWY3MGRkZTQ4ZjEiLCJJbXBvcnRJZCI6bnVsbCwiVGl0bGUiOiJCZWFtaW9uIExVTkctMSBQaDEiLCJOb3RlIjpudWxsLCJIeXBlcmxpbmsiOnsiJGlkIjoiNzEiLCJBZGRyZXNzIjpudWxsLCJTdWJBZGRyZXNzIjpudWxsfSwiSXNDaGFuZ2VkIjpmYWxzZSwiSXNOZXciOmZhbHNlfX1dLCJfbWlsZXN0b25lcyI6W3siJGlkIjoiNzIiLCJJZCI6IjEyYTE1MzExLTk5ZWYtNDZmZC1iY2UxLWE1ZjFlYzYxMzUyMyIsIkluZGV4IjoxLCJHcm91cElkIjpudWxsLCJUaXRsZSI6IjJMIEFBIFVTIiwiRGF0ZVRpbWUiOiIyMDI1LTA4LTA0VDA4OjAwOjAwIiwiUGVyY2VudGFnZUNvbXBsZXRlIjpudWxsLCJOb3RlIjpudWxsLCJTdHlsZSI6eyIkaWQiOiI3MyIsIlRpdGxlUG9zaXRpb24iOiJSaWdodCIsIkRhdGVQb3NpdGlvbiI6IkxlZnQiLCJTaGFwZVR5cGUiOjEzLCJTaGFwZVNpemUiOjAsIlNwYWNpbmciOjUsIlNoYXBlU3R5bGUiOnsiJGlkIjoiNzQiLCJNYXJnaW4iOnsiJGlkIjoiNzUiLCJUb3AiOjAuMCwiTGVmdCI6MC4wLCJSaWdodCI6MC4wLCJCb3R0b20iOjAuMH0sIlBhZGRpbmciOnsiJGlkIjoiNzYiLCJUb3AiOjAuMCwiTGVmdCI6MC4wLCJSaWdodCI6MC4wLCJCb3R0b20iOjAuMH0sIkJhY2tncm91bmQiOnsiJGlkIjoiNzciLCJDb2xvciI6eyIkaWQiOiI3OCIsIkEiOjI1NSwiUiI6MjQ1LCJHIjoxMzgsIkIiOjEwNH19LCJJc1Zpc2libGUiOnRydWUsIldpZHRoIjoxMi4wLCJIZWlnaHQiOjE0LjAsIkJvcmRlclN0eWxlIjp7IiRpZCI6Ijc5IiwiTGluZUNvbG9yIjp7IiRpZCI6IjgwIiwiJHR5cGUiOiJOTFJFLkNvbW1vbi5Eb20uU29saWRDb2xvckJydXNoLCBOTFJFLkNvbW1vbiIsIkNvbG9yIjp7IiRpZCI6IjgxIiwiQSI6MjU1LCJSIjoyNTUsIkciOjAsIkIiOjB9fSwiTGluZVdlaWdodCI6MC4wLCJMaW5lVHlwZSI6MCwiUGFyZW50U3R5bGUiOm51bGx9LCJQYXJlbnRTdHlsZSI6bnVsbH0sIlRpdGxlU3R5bGUiOnsiJGlkIjoiODIiLCJGb250U2V0dGluZ3MiOnsiJGlkIjoiODMiLCJGb250U2l6ZSI6MTEsIkZvbnROYW1lIjoiQm9laHJpbmdlciBGb3J3YXJkIFRleHQiLCJJc0JvbGQiOnRydWUsIklzSXRhbGljIjpmYWxzZSwiSXNVbmRlcmxpbmVkIjpmYWxzZSwiUGFyZW50U3R5bGUiOm51bGx9LCJBdXRvU2l6ZSI6MCwiRm9yZWdyb3VuZCI6eyIkaWQiOiI4NCIsIkNvbG9yIjp7IiRpZCI6Ijg1IiwiQSI6MjU1LCJSIjo4LCJHIjo0OSwiQiI6NDJ9fSwiTWF4V2lkdGgiOjIwMC4wLCJNYXhIZWlnaHQiOiJJbmZpbml0eSIsIlNtYXJ0Rm9yZWdyb3VuZElzQWN0aXZlIjpmYWxzZSwiSG9yaXpvbnRhbEFsaWdubWVudCI6MCwiVmVydGljYWxBbGlnbm1lbnQiOjAsIlNtYXJ0Rm9yZWdyb3VuZCI6bnVsbCwiQmFja2dyb3VuZEZpbGxUeXBlIjowLCJNYXJnaW4iOnsiJGlkIjoiODYiLCJUb3AiOjAuMCwiTGVmdCI6MC4wLCJSaWdodCI6MC4wLCJCb3R0b20iOjAuMH0sIlBhZGRpbmciOnsiJGlkIjoiODciLCJUb3AiOjAuMCwiTGVmdCI6MC4wLCJSaWdodCI6MC4wLCJCb3R0b20iOjAuMH0sIkJhY2tncm91bmQiOnsiJGlkIjoiODgiLCJDb2xvciI6eyIkaWQiOiI4OSIsIkEiOjAsIlIiOjI1NSwiRyI6MjU1LCJCIjoyNTV9fSwiSXNWaXNpYmxlIjp0cnVlLCJXaWR0aCI6MC4wLCJIZWlnaHQiOjAuMCwiQm9yZGVyU3R5bGUiOm51bGwsIlBhcmVudFN0eWxlIjpudWxsfSwiRGF0ZVN0eWxlIjp7IiRpZCI6IjkwIiwiRm9udFNldHRpbmdzIjp7IiRpZCI6IjkxIiwiRm9udFNpemUiOjEwLCJGb250TmFtZSI6IkJvZWhyaW5nZXIgRm9yd2FyZCBUZXh0IiwiSXNCb2xkIjpmYWxzZSwiSXNJdGFsaWMiOmZhbHNlLCJJc1VuZGVybGluZWQiOmZhbHNlLCJQYXJlbnRTdHlsZSI6bnVsbH0sIkF1dG9TaXplIjowLCJGb3JlZ3JvdW5kIjp7IiRpZCI6IjkyIiwiQ29sb3IiOnsiJGlkIjoiOTMiLCJBIjoyNTUsIlIiOjI1NSwiRyI6MjU1LCJCIjoyNTV9fSwiTWF4V2lkdGgiOjIwMC4wLCJNYXhIZWlnaHQiOiJJbmZpbml0eSIsIlNtYXJ0Rm9yZWdyb3VuZElzQWN0aXZlIjpmYWxzZSwiSG9yaXpvbnRhbEFsaWdubWVudCI6MiwiVmVydGljYWxBbGlnbm1lbnQiOjAsIlNtYXJ0Rm9yZWdyb3VuZCI6bnVsbCwiQmFja2dyb3VuZEZpbGxUeXBlIjowLCJNYXJnaW4iOnsiJGlkIjoiOTQiLCJUb3AiOjAuMCwiTGVmdCI6MC4wLCJSaWdodCI6MC4wLCJCb3R0b20iOjAuMH0sIlBhZGRpbmciOnsiJGlkIjoiOTUiLCJUb3AiOjAuMCwiTGVmdCI6MC4wLCJSaWdodCI6MC4wLCJCb3R0b20iOjAuMH0sIkJhY2tncm91bmQiOnsiJGlkIjoiOTYiLCJDb2xvciI6eyIkaWQiOiI5NyIsIkEiOjAsIlIiOjI1NSwiRyI6MjU1LCJCIjoyNTV9fSwiSXNWaXNpYmxlIjpmYWxzZSwiV2lkdGgiOjAuMCwiSGVpZ2h0IjowLjAsIkJvcmRlclN0eWxlIjpudWxsLCJQYXJlbnRTdHlsZSI6bnVsbH0sIkRhdGVGb3JtYXQiOnsiJGlkIjoiOTg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OTkiLCJGb3JtYXQiOjAsIklzVmlzaWJsZSI6ZmFsc2UsIkxhc3RLbm93blZpc2liaWxpdHlTdGF0ZSI6ZmFsc2V9LCJJc1Zpc2libGUiOnRydWUsIlBhcmVudFN0eWxlIjpudWxsfSwiSHlwZXJsaW5rIjpudWxsLCJJbXBvcnRJZCI6IiJ9XSwiSWQiOiI4NzliMDAyNi01MWM5LTRhZDMtOWRlYi0xMzIwMDBkZWM2ZjUiLCJJc1NpbmdsZUl0ZW1Sb3ciOmZhbHNlfSx7IiRpZCI6IjEwMCIsIl90YXNrcyI6W3siJGlkIjoiMTAxIiwiX2F0dGFjaGVkTWlsZXN0b25lcyI6W3siJGlkIjoiMTAyIiwiRGF0ZSI6IjIwMjUtMDUtMTlUMDg6MDA6MDAiLCJTdHlsZSI6eyIkaWQiOiIxMDMiLCJTaGFwZSI6MSwiQ29ubmVjdG9yTWFyZ2luIjp7IiRpZCI6IjEwNCIsIlRvcCI6MC4wLCJMZWZ0IjoyLjAsIlJpZ2h0IjoyLjAsIkJvdHRvbSI6MC4wfSwiQ29ubmVjdG9yU3R5bGUiOnsiJGlkIjoiMTA1IiwiTGluZUNvbG9yIjp7IiRpZCI6IjEwNiIsIiR0eXBlIjoiTkxSRS5Db21tb24uRG9tLlNvbGlkQ29sb3JCcnVzaCwgTkxSRS5Db21tb24iLCJDb2xvciI6eyIkaWQiOiIxMDciLCJBIjoxMjcsIlIiOjAsIkciOjIyOCwiQiI6MTI0fX0sIkxpbmVXZWlnaHQiOjEuMCwiTGluZVR5cGUiOjAsIlBhcmVudFN0eWxlIjpudWxsfSwiSXNCZWxvd1RpbWViYW5kIjp0cnVlLCJQb3NpdGlvbk9uVGFzayI6MiwiSGlkZURhdGUiOmZhbHNlLCJTaGFwZVNpemUiOjAsIlNwYWNpbmciOjAuMCwiUGFkZGluZyI6eyIkaWQiOiIxMDgiLCJUb3AiOjUuMCwiTGVmdCI6My4wLCJSaWdodCI6MC4wLCJCb3R0b20iOjIuMH0sIlNoYXBlU3R5bGUiOnsiJGlkIjoiMTA5IiwiTWFyZ2luIjp7IiRyZWYiOiI3NSJ9LCJQYWRkaW5nIjp7IiRyZWYiOiI3NiJ9LCJCYWNrZ3JvdW5kIjp7IiRpZCI6IjExMCIsIkNvbG9yIjp7IiRpZCI6IjExMSIsIkEiOjI1NSwiUiI6MCwiRyI6MjI4LCJCIjoxMjR9fSwiSXNWaXNpYmxlIjp0cnVlLCJXaWR0aCI6MTIuMCwiSGVpZ2h0IjoxNC4wLCJCb3JkZXJTdHlsZSI6eyIkaWQiOiIxMTIiLCJMaW5lQ29sb3IiOnsiJGlkIjoiMTEzIiwiJHR5cGUiOiJOTFJFLkNvbW1vbi5Eb20uU29saWRDb2xvckJydXNoLCBOTFJFLkNvbW1vbiIsIkNvbG9yIjp7IiRpZCI6IjExNCIsIkEiOjI1NSwiUiI6OCwiRyI6NDksIkIiOjQyfX0sIkxpbmVXZWlnaHQiOjEuMCwiTGluZVR5cGUiOjAsIlBhcmVudFN0eWxlIjpudWxsfSwiUGFyZW50U3R5bGUiOm51bGx9LCJUaXRsZVN0eWxlIjp7IiRpZCI6IjExNSIsIkZvbnRTZXR0aW5ncyI6eyIkaWQiOiIxMTYiLCJGb250U2l6ZSI6MTEsIkZvbnROYW1lIjoiQm9laHJpbmdlciBGb3J3YXJkIFRleHQiLCJJc0JvbGQiOnRydWUsIklzSXRhbGljIjpmYWxzZSwiSXNVbmRlcmxpbmVkIjpmYWxzZSwiUGFyZW50U3R5bGUiOm51bGx9LCJBdXRvU2l6ZSI6MiwiRm9yZWdyb3VuZCI6eyIkaWQiOiIxMTciLCJDb2xvciI6eyIkaWQiOiIxMTgiLCJBIjoyNTUsIlIiOjgsIkciOjQ5LCJCIjo0Mn19LCJNYXhXaWR0aCI6MzcuMDI2ODQ1MzE1MDY3OTczLCJNYXhIZWlnaHQiOiJJbmZpbml0eSIsIlNtYXJ0Rm9yZWdyb3VuZElzQWN0aXZlIjpmYWxzZSwiSG9yaXpvbnRhbEFsaWdubWVudCI6MSwiVmVydGljYWxBbGlnbm1lbnQiOjAsIlNtYXJ0Rm9yZWdyb3VuZCI6bnVsbCwiQmFja2dyb3VuZEZpbGxUeXBlIjowLCJNYXJnaW4iOnsiJHJlZiI6Ijg2In0sIlBhZGRpbmciOnsiJHJlZiI6Ijg3In0sIkJhY2tncm91bmQiOnsiJGlkIjoiMTE5IiwiQ29sb3IiOnsiJGlkIjoiMTIwIiwiQSI6MCwiUiI6MjU1LCJHIjoyNTUsIkIiOjI1NX19LCJJc1Zpc2libGUiOnRydWUsIldpZHRoIjowLjAsIkhlaWdodCI6MC4wLCJCb3JkZXJTdHlsZSI6eyIkaWQiOiIxMjEiLCJMaW5lQ29sb3IiOm51bGwsIkxpbmVXZWlnaHQiOjAuMCwiTGluZVR5cGUiOjAsIlBhcmVudFN0eWxlIjpudWxsfSwiUGFyZW50U3R5bGUiOm51bGx9LCJEYXRlU3R5bGUiOnsiJGlkIjoiMTIyIiwiRm9udFNldHRpbmdzIjp7IiRpZCI6IjEyMyIsIkZvbnRTaXplIjoxMCwiRm9udE5hbWUiOiJCb2VocmluZ2VyIEZvcndhcmQgVGV4dCIsIklzQm9sZCI6ZmFsc2UsIklzSXRhbGljIjpmYWxzZSwiSXNVbmRlcmxpbmVkIjpmYWxzZSwiUGFyZW50U3R5bGUiOm51bGx9LCJBdXRvU2l6ZSI6MCwiRm9yZWdyb3VuZCI6eyIkaWQiOiIxMjQiLCJDb2xvciI6eyIkaWQiOiIxMjUiLCJBIjoyNTUsIlIiOjgsIkciOjQ5LCJCIjo0Mn19LCJNYXhXaWR0aCI6MjAwLjAsIk1heEhlaWdodCI6IkluZmluaXR5IiwiU21hcnRGb3JlZ3JvdW5kSXNBY3RpdmUiOmZhbHNlLCJIb3Jpem9udGFsQWxpZ25tZW50IjoxLCJWZXJ0aWNhbEFsaWdubWVudCI6MCwiU21hcnRGb3JlZ3JvdW5kIjpudWxsLCJCYWNrZ3JvdW5kRmlsbFR5cGUiOjAsIk1hcmdpbiI6eyIkcmVmIjoiOTQifSwiUGFkZGluZyI6eyIkcmVmIjoiOTUifSwiQmFja2dyb3VuZCI6eyIkaWQiOiIxMjYiLCJDb2xvciI6eyIkaWQiOiIxMjciLCJBIjowLCJSIjoyNTUsIkciOjI1NSwiQiI6MjU1fX0sIklzVmlzaWJsZSI6ZmFsc2UsIldpZHRoIjowLjAsIkhlaWdodCI6MC4wLCJCb3JkZXJTdHlsZSI6eyIkaWQiOiIxMjgiLCJMaW5lQ29sb3IiOm51bGwsIkxpbmVXZWlnaHQiOjAuMCwiTGluZVR5cGUiOjAsIlBhcmVudFN0eWxlIjpudWxsfSwiUGFyZW50U3R5bGUiOm51bGx9LCJEYXRlRm9ybWF0Ijp7IiRpZCI6IjEyO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MzAiLCJGb3JtYXQiOjAsIklzVmlzaWJsZSI6ZmFsc2UsIkxhc3RLbm93blZpc2liaWxpdHlTdGF0ZSI6ZmFsc2V9LCJJc1Zpc2libGUiOmZhbHNlLCJQYXJlbnRTdHlsZSI6bnVsbH0sIkluZGV4IjozLCJQZXJjZW50YWdlQ29tcGxldGUiOm51bGwsIlBvc2l0aW9uIjp7IlJhdGlvIjowLjAsIklzQ3VzdG9tIjpmYWxzZX0sIkRhdGVGb3JtYXQiOnsiJHJlZiI6IjEyOSJ9LCJXZWVrTnVtYmVyaW5nIjp7IiRpZCI6IjEzMSIsIkZvcm1hdCI6MCwiSXNWaXNpYmxlIjpmYWxzZSwiTGFzdEtub3duVmlzaWJpbGl0eVN0YXRlIjpmYWxzZX0sIlJlbGF0ZWRUYXNrSWQiOiI2ZTFkNDhkMS1hZWI3LTQzOTctYmNhNi0yYzZjMzg0YjYyMDgiLCJJZCI6ImM3YWU3NzQxLTZiNzYtNDEyOS1hZTYxLWYxYTRlYTVlMWFkZiIsIkltcG9ydElkIjpudWxsLCJUaXRsZSI6IklBIiwiTm90ZSI6bnVsbCwiSHlwZXJsaW5rIjp7IiRpZCI6IjEzMiIsIkFkZHJlc3MiOiIiLCJTdWJBZGRyZXNzIjoiIn0sIklzQ2hhbmdlZCI6ZmFsc2UsIklzTmV3IjpmYWxzZX0seyIkaWQiOiIxMzMiLCJEYXRlIjoiMjAyNS0xMC0xMVQwODowMDowMCIsIlN0eWxlIjp7IiRpZCI6IjEzNCIsIlNoYXBlIjoxLCJDb25uZWN0b3JNYXJnaW4iOnsiJGlkIjoiMTM1IiwiVG9wIjowLjAsIkxlZnQiOjIuMCwiUmlnaHQiOjIuMCwiQm90dG9tIjowLjB9LCJDb25uZWN0b3JTdHlsZSI6eyIkaWQiOiIxMzYiLCJMaW5lQ29sb3IiOnsiJGlkIjoiMTM3IiwiJHR5cGUiOiJOTFJFLkNvbW1vbi5Eb20uU29saWRDb2xvckJydXNoLCBOTFJFLkNvbW1vbiIsIkNvbG9yIjp7IiRpZCI6IjEzOCIsIkEiOjEyNywiUiI6MCwiRyI6MjI4LCJCIjoxMjR9fSwiTGluZVdlaWdodCI6MS4wLCJMaW5lVHlwZSI6MCwiUGFyZW50U3R5bGUiOm51bGx9LCJJc0JlbG93VGltZWJhbmQiOnRydWUsIlBvc2l0aW9uT25UYXNrIjoyLCJIaWRlRGF0ZSI6ZmFsc2UsIlNoYXBlU2l6ZSI6MCwiU3BhY2luZyI6MC4wLCJQYWRkaW5nIjp7IiRpZCI6IjEzOSIsIlRvcCI6NS4wLCJMZWZ0IjozLjAsIlJpZ2h0IjowLjAsIkJvdHRvbSI6Mi4wfSwiU2hhcGVTdHlsZSI6eyIkaWQiOiIxNDAiLCJNYXJnaW4iOnsiJGlkIjoiMTQxIiwiVG9wIjowLjAsIkxlZnQiOjAuMCwiUmlnaHQiOjAuMCwiQm90dG9tIjowLjB9LCJQYWRkaW5nIjp7IiRpZCI6IjE0MiIsIlRvcCI6MC4wLCJMZWZ0IjowLjAsIlJpZ2h0IjowLjAsIkJvdHRvbSI6MC4wfSwiQmFja2dyb3VuZCI6eyIkaWQiOiIxNDMiLCJDb2xvciI6eyIkaWQiOiIxNDQiLCJBIjoyNTUsIlIiOjAsIkciOjIyOCwiQiI6MTI0fX0sIklzVmlzaWJsZSI6dHJ1ZSwiV2lkdGgiOjEyLjAsIkhlaWdodCI6MTQuMCwiQm9yZGVyU3R5bGUiOnsiJGlkIjoiMTQ1IiwiTGluZUNvbG9yIjp7IiRyZWYiOiIxMTMifSwiTGluZVdlaWdodCI6MS41LCJMaW5lVHlwZSI6MCwiUGFyZW50U3R5bGUiOm51bGx9LCJQYXJlbnRTdHlsZSI6bnVsbH0sIlRpdGxlU3R5bGUiOnsiJGlkIjoiMTQ2IiwiRm9udFNldHRpbmdzIjp7IiRpZCI6IjE0NyIsIkZvbnRTaXplIjoxMSwiRm9udE5hbWUiOiJCb2VocmluZ2VyIEZvcndhcmQgVGV4dCIsIklzQm9sZCI6dHJ1ZSwiSXNJdGFsaWMiOmZhbHNlLCJJc1VuZGVybGluZWQiOmZhbHNlLCJQYXJlbnRTdHlsZSI6bnVsbH0sIkF1dG9TaXplIjoyLCJGb3JlZ3JvdW5kIjp7IiRpZCI6IjE0OCIsIkNvbG9yIjp7IiRpZCI6IjE0OSIsIkEiOjI1NSwiUiI6OCwiRyI6NDksIkIiOjQyfX0sIk1heFdpZHRoIjozNy4wMjY4NDUzMTUwNjc5NzMsIk1heEhlaWdodCI6IkluZmluaXR5IiwiU21hcnRGb3JlZ3JvdW5kSXNBY3RpdmUiOmZhbHNlLCJIb3Jpem9udGFsQWxpZ25tZW50IjoxLCJWZXJ0aWNhbEFsaWdubWVudCI6MCwiU21hcnRGb3JlZ3JvdW5kIjpudWxsLCJCYWNrZ3JvdW5kRmlsbFR5cGUiOjAsIk1hcmdpbiI6eyIkaWQiOiIxNTAiLCJUb3AiOjAuMCwiTGVmdCI6MC4wLCJSaWdodCI6MC4wLCJCb3R0b20iOjAuMH0sIlBhZGRpbmciOnsiJGlkIjoiMTUxIiwiVG9wIjowLjAsIkxlZnQiOjAuMCwiUmlnaHQiOjAuMCwiQm90dG9tIjowLjB9LCJCYWNrZ3JvdW5kIjp7IiRpZCI6IjE1MiIsIkNvbG9yIjp7IiRpZCI6IjE1MyIsIkEiOjAsIlIiOjI1NSwiRyI6MjU1LCJCIjoyNTV9fSwiSXNWaXNpYmxlIjp0cnVlLCJXaWR0aCI6MC4wLCJIZWlnaHQiOjAuMCwiQm9yZGVyU3R5bGUiOnsiJGlkIjoiMTU0IiwiTGluZUNvbG9yIjpudWxsLCJMaW5lV2VpZ2h0IjowLjAsIkxpbmVUeXBlIjowLCJQYXJlbnRTdHlsZSI6bnVsbH0sIlBhcmVudFN0eWxlIjpudWxsfSwiRGF0ZVN0eWxlIjp7IiRpZCI6IjE1NSIsIkZvbnRTZXR0aW5ncyI6eyIkaWQiOiIxNTYiLCJGb250U2l6ZSI6MTAsIkZvbnROYW1lIjoiQm9laHJpbmdlciBGb3J3YXJkIFRleHQiLCJJc0JvbGQiOmZhbHNlLCJJc0l0YWxpYyI6ZmFsc2UsIklzVW5kZXJsaW5lZCI6ZmFsc2UsIlBhcmVudFN0eWxlIjpudWxsfSwiQXV0b1NpemUiOjAsIkZvcmVncm91bmQiOnsiJGlkIjoiMTU3IiwiQ29sb3IiOnsiJGlkIjoiMTU4IiwiQSI6MjU1LCJSIjo4LCJHIjo0OSwiQiI6NDJ9fSwiTWF4V2lkdGgiOjIwMC4wLCJNYXhIZWlnaHQiOiJJbmZpbml0eSIsIlNtYXJ0Rm9yZWdyb3VuZElzQWN0aXZlIjpmYWxzZSwiSG9yaXpvbnRhbEFsaWdubWVudCI6MSwiVmVydGljYWxBbGlnbm1lbnQiOjAsIlNtYXJ0Rm9yZWdyb3VuZCI6bnVsbCwiQmFja2dyb3VuZEZpbGxUeXBlIjowLCJNYXJnaW4iOnsiJGlkIjoiMTU5IiwiVG9wIjowLjAsIkxlZnQiOjAuMCwiUmlnaHQiOjAuMCwiQm90dG9tIjowLjB9LCJQYWRkaW5nIjp7IiRpZCI6IjE2MCIsIlRvcCI6MC4wLCJMZWZ0IjowLjAsIlJpZ2h0IjowLjAsIkJvdHRvbSI6MC4wfSwiQmFja2dyb3VuZCI6eyIkaWQiOiIxNjEiLCJDb2xvciI6eyIkaWQiOiIxNjIiLCJBIjowLCJSIjoyNTUsIkciOjI1NSwiQiI6MjU1fX0sIklzVmlzaWJsZSI6ZmFsc2UsIldpZHRoIjowLjAsIkhlaWdodCI6MC4wLCJCb3JkZXJTdHlsZSI6eyIkaWQiOiIxNjMiLCJMaW5lQ29sb3IiOm51bGwsIkxpbmVXZWlnaHQiOjAuMCwiTGluZVR5cGUiOjAsIlBhcmVudFN0eWxlIjpudWxsfSwiUGFyZW50U3R5bGUiOm51bGx9LCJEYXRlRm9ybWF0Ijp7IiRyZWYiOiIxMjkifSwiV2Vla051bWJlcmluZyI6eyIkaWQiOiIxNjQiLCJGb3JtYXQiOjAsIklzVmlzaWJsZSI6ZmFsc2UsIkxhc3RLbm93blZpc2liaWxpdHlTdGF0ZSI6ZmFsc2V9LCJJc1Zpc2libGUiOnRydWUsIlBhcmVudFN0eWxlIjpudWxsfSwiSW5kZXgiOjQsIlBlcmNlbnRhZ2VDb21wbGV0ZSI6bnVsbCwiUG9zaXRpb24iOnsiUmF0aW8iOjAuMCwiSXNDdXN0b20iOmZhbHNlfSwiRGF0ZUZvcm1hdCI6eyIkcmVmIjoiMTI5In0sIldlZWtOdW1iZXJpbmciOnsiJGlkIjoiMTY1IiwiRm9ybWF0IjowLCJJc1Zpc2libGUiOmZhbHNlLCJMYXN0S25vd25WaXNpYmlsaXR5U3RhdGUiOmZhbHNlfSwiUmVsYXRlZFRhc2tJZCI6IjZlMWQ0OGQxLWFlYjctNDM5Ny1iY2E2LTJjNmMzODRiNjIwOCIsIklkIjoiNWU4MTMzNzYtMzAzYy00MjBhLTgzM2UtZDYxNTIzYWU3ZTk0IiwiSW1wb3J0SWQiOm51bGwsIlRpdGxlIjoiUEEiLCJOb3RlIjpudWxsLCJIeXBlcmxpbmsiOnsiJGlkIjoiMTY2IiwiQWRkcmVzcyI6IiIsIlN1YkFkZHJlc3MiOiIifSwiSXNDaGFuZ2VkIjpmYWxzZSwiSXNOZXciOmZhbHNlfV0sIlRhc2tEZWZpbml0aW9uIjp7IiRpZCI6IjE2NyIsIkdyb3VwTmFtZSI6bnVsbCwiU3RhcnREYXRlIjoiMjAyNC0wMi0xN1QxMDowMDowMCIsIkVuZERhdGUiOiIyMDI2LTAxLTExVDEwOjAwOjAwIiwiUGVyY2VudGFnZUNvbXBsZXRlIjpudWxsLCJTdHlsZSI6eyIkaWQiOiIxNjgiLCJTaGFwZSI6MywiU2hhcGVUaGlja25lc3MiOjMsIkR1cmF0aW9uRm9ybWF0IjowLCJJbmNsdWRlTm9uV29ya2luZ0RheXNJbkR1cmF0aW9uIjpmYWxzZSwiUGVyY2VudGFnZUNvbXBsZXRlU3R5bGUiOnsiJGlkIjoiMTY5IiwiRm9udFNldHRpbmdzIjp7IiRpZCI6IjE3MCIsIkZvbnRTaXplIjoxMCwiRm9udE5hbWUiOiJDYWxpYnJpIiwiSXNCb2xkIjpmYWxzZSwiSXNJdGFsaWMiOmZhbHNlLCJJc1VuZGVybGluZWQiOmZhbHNlLCJQYXJlbnRTdHlsZSI6bnVsbH0sIkF1dG9TaXplIjowLCJGb3JlZ3JvdW5kIjp7IiRyZWYiOiIxMCJ9LCJNYXhXaWR0aCI6MjAwLjAsIk1heEhlaWdodCI6IkluZmluaXR5IiwiU21hcnRGb3JlZ3JvdW5kSXNBY3RpdmUiOmZhbHNlLCJIb3Jpem9udGFsQWxpZ25tZW50IjowLCJWZXJ0aWNhbEFsaWdubWVudCI6MCwiU21hcnRGb3JlZ3JvdW5kIjpudWxsLCJCYWNrZ3JvdW5kRmlsbFR5cGUiOjAsIk1hcmdpbiI6eyIkcmVmIjoiMTIifSwiUGFkZGluZyI6eyIkcmVmIjoiMTMifSwiQmFja2dyb3VuZCI6eyIkcmVmIjoiMTQifSwiSXNWaXNpYmxlIjp0cnVlLCJXaWR0aCI6MC4wLCJIZWlnaHQiOjAuMCwiQm9yZGVyU3R5bGUiOnsiJGlkIjoiMTcxIiwiTGluZUNvbG9yIjpudWxsLCJMaW5lV2VpZ2h0IjowLjAsIkxpbmVUeXBlIjowLCJQYXJlbnRTdHlsZSI6bnVsbH0sIlBhcmVudFN0eWxlIjpudWxsfSwiRHVyYXRpb25TdHlsZSI6eyIkaWQiOiIxNzIiLCJGb250U2V0dGluZ3MiOnsiJGlkIjoiMTczIiwiRm9udFNpemUiOjEwLCJGb250TmFtZSI6IkNhbGlicmkiLCJJc0JvbGQiOmZhbHNlLCJJc0l0YWxpYyI6ZmFsc2UsIklzVW5kZXJsaW5lZCI6ZmFsc2UsIlBhcmVudFN0eWxlIjpudWxsfSwiQXV0b1NpemUiOjAsIkZvcmVncm91bmQiOnsiJHJlZiI6IjE5In0sIk1heFdpZHRoIjoyMDAuMCwiTWF4SGVpZ2h0IjoiSW5maW5pdHkiLCJTbWFydEZvcmVncm91bmRJc0FjdGl2ZSI6ZmFsc2UsIkhvcml6b250YWxBbGlnbm1lbnQiOjAsIlZlcnRpY2FsQWxpZ25tZW50IjowLCJTbWFydEZvcmVncm91bmQiOm51bGwsIkJhY2tncm91bmRGaWxsVHlwZSI6MCwiTWFyZ2luIjp7IiRyZWYiOiIyMSJ9LCJQYWRkaW5nIjp7IiRyZWYiOiIyMiJ9LCJCYWNrZ3JvdW5kIjp7IiRyZWYiOiIyMyJ9LCJJc1Zpc2libGUiOnRydWUsIldpZHRoIjowLjAsIkhlaWdodCI6MC4wLCJCb3JkZXJTdHlsZSI6eyIkaWQiOiIxNzQiLCJMaW5lQ29sb3IiOm51bGwsIkxpbmVXZWlnaHQiOjAuMCwiTGluZVR5cGUiOjAsIlBhcmVudFN0eWxlIjpudWxsfSwiUGFyZW50U3R5bGUiOm51bGx9LCJIb3Jpem9udGFsQ29ubmVjdG9yU3R5bGUiOnsiJGlkIjoiMTc1IiwiTGluZUNvbG9yIjp7IiRyZWYiOiIyNyJ9LCJMaW5lV2VpZ2h0IjoxLjAsIkxpbmVUeXBlIjowLCJQYXJlbnRTdHlsZSI6bnVsbH0sIlZlcnRpY2FsQ29ubmVjdG9yU3R5bGUiOnsiJGlkIjoiMTc2IiwiTGluZUNvbG9yIjp7IiRyZWYiOiIzMCJ9LCJMaW5lV2VpZ2h0IjowLjAsIkxpbmVUeXBlIjowLCJQYXJlbnRTdHlsZSI6bnVsbH0sIk1hcmdpbiI6bnVsbCwiU3RhcnREYXRlUG9zaXRpb24iOjYsIkVuZERhdGVQb3NpdGlvbiI6NiwiRGF0ZUlzVmlzaWJsZSI6ZmFsc2UsIlRpdGxlUG9zaXRpb24iOjIsIkR1cmF0aW9uUG9zaXRpb24iOjYsIlBlcmNlbnRhZ2VDb21wbGV0ZWRQb3NpdGlvbiI6NiwiU3BhY2luZyI6MywiSXNCZWxvd1RpbWViYW5kIjp0cnVlLCJQZXJjZW50YWdlQ29tcGxldGVTaGFwZU9wYWNpdHkiOjM1LCJCYXNlbGluZVN0eWxlIjp7IiRpZCI6IjE3NyIsIlNoYXBlU3R5bGUiOnsiJGlkIjoiMTc4IiwiTWFyZ2luIjp7IiRpZCI6IjE3OSIsIlRvcCI6MC4wLCJMZWZ0IjowLjAsIlJpZ2h0IjowLjAsIkJvdHRvbSI6MC4wfSwiUGFkZGluZyI6eyIkaWQiOiIxODAiLCJUb3AiOjAuMCwiTGVmdCI6MC4wLCJSaWdodCI6MC4wLCJCb3R0b20iOjAuMH0sIkJhY2tncm91bmQiOnsiJGlkIjoiMTgxIiwiQ29sb3IiOnsiJGlkIjoiMTgyIiwiQSI6MTUzLCJSIjowLCJHIjowLCJCIjowfX0sIklzVmlzaWJsZSI6dHJ1ZSwiV2lkdGgiOjAuMCwiSGVpZ2h0IjowLjAsIkJvcmRlclN0eWxlIjp7IiRpZCI6IjE4MyIsIkxpbmVDb2xvciI6bnVsbCwiTGluZVdlaWdodCI6MC4wLCJMaW5lVHlwZSI6MCwiUGFyZW50U3R5bGUiOm51bGx9LCJQYXJlbnRTdHlsZSI6bnVsbH0sIk1hcmdpbiI6eyIkaWQiOiIxODQiLCJUb3AiOjAuMCwiTGVmdCI6MC4wLCJSaWdodCI6MC4wLCJCb3R0b20iOjAuMH0sIlBhZGRpbmciOnsiJGlkIjoiMTg1IiwiVG9wIjowLjAsIkxlZnQiOjAuMCwiUmlnaHQiOjAuMCwiQm90dG9tIjowLjB9LCJCYWNrZ3JvdW5kIjpudWxsLCJJc1Zpc2libGUiOnRydWUsIldpZHRoIjowLjAsIkhlaWdodCI6MC4wLCJCb3JkZXJTdHlsZSI6bnVsbCwiUGFyZW50U3R5bGUiOm51bGx9LCJTaGFwZVN0eWxlIjp7IiRpZCI6IjE4NiIsIk1hcmdpbiI6eyIkcmVmIjoiNDIifSwiUGFkZGluZyI6eyIkcmVmIjoiNDMifSwiQmFja2dyb3VuZCI6eyIkaWQiOiIxODciLCJDb2xvciI6eyIkaWQiOiIxODgiLCJBIjoyNTUsIlIiOjgsIkciOjQ5LCJCIjo0Mn19LCJJc1Zpc2libGUiOnRydWUsIldpZHRoIjoyOTAuNzgwODUzMjcxNDg0MzgsIkhlaWdodCI6MTYuNjI5OTk5MTYwNzY2NiwiQm9yZGVyU3R5bGUiOnsiJGlkIjoiMTg5IiwiTGluZUNvbG9yIjp7IiRyZWYiOiI0NyJ9LCJMaW5lV2VpZ2h0IjowLjAsIkxpbmVUeXBlIjowLCJQYXJlbnRTdHlsZSI6bnVsbH0sIlBhcmVudFN0eWxlIjpudWxsfSwiVGl0bGVTdHlsZSI6eyIkaWQiOiIxOTAiLCJGb250U2V0dGluZ3MiOnsiJGlkIjoiMTkxIiwiRm9udFNpemUiOjExLCJGb250TmFtZSI6IkJvZWhyaW5nZXIgRm9yd2FyZCBUZXh0IiwiSXNCb2xkIjpmYWxzZSwiSXNJdGFsaWMiOmZhbHNlLCJJc1VuZGVybGluZWQiOmZhbHNlLCJQYXJlbnRTdHlsZSI6bnVsbH0sIkF1dG9TaXplIjoyLCJGb3JlZ3JvdW5kIjp7IiRpZCI6IjE5MiIsIkNvbG9yIjp7IiRpZCI6IjE5MyIsIkEiOjI1NSwiUiI6MjU1LCJHIjoyNTUsIkIiOjI1NX19LCJNYXhXaWR0aCI6MTE1LjM4MjQ3MDM1MDE5MDkxLCJNYXhIZWlnaHQiOiJJbmZpbml0eSIsIlNtYXJ0Rm9yZWdyb3VuZElzQWN0aXZlIjpmYWxzZSwiSG9yaXpvbnRhbEFsaWdubWVudCI6MSwiVmVydGljYWxBbGlnbm1lbnQiOjAsIlNtYXJ0Rm9yZWdyb3VuZCI6bnVsbCwiQmFja2dyb3VuZEZpbGxUeXBlIjowLCJNYXJnaW4iOnsiJHJlZiI6IjUzIn0sIlBhZGRpbmciOnsiJHJlZiI6IjU0In0sIkJhY2tncm91bmQiOnsiJGlkIjoiMTk0IiwiQ29sb3IiOnsiJGlkIjoiMTk1IiwiQSI6MCwiUiI6MjU1LCJHIjoyNTUsIkIiOjI1NX19LCJJc1Zpc2libGUiOnRydWUsIldpZHRoIjowLjAsIkhlaWdodCI6MC4wLCJCb3JkZXJTdHlsZSI6eyIkaWQiOiIxOTYiLCJMaW5lQ29sb3IiOm51bGwsIkxpbmVXZWlnaHQiOjAuMCwiTGluZVR5cGUiOjAsIlBhcmVudFN0eWxlIjpudWxsfSwiUGFyZW50U3R5bGUiOm51bGx9LCJEYXRlU3R5bGUiOnsiJGlkIjoiMTk3IiwiRm9udFNldHRpbmdzIjp7IiRpZCI6IjE5OCIsIkZvbnRTaXplIjoxMCwiRm9udE5hbWUiOiJDYWxpYnJpIiwiSXNCb2xkIjpmYWxzZSwiSXNJdGFsaWMiOmZhbHNlLCJJc1VuZGVybGluZWQiOmZhbHNlLCJQYXJlbnRTdHlsZSI6bnVsbH0sIkF1dG9TaXplIjowLCJGb3JlZ3JvdW5kIjp7IiRyZWYiOiI2MCJ9LCJNYXhXaWR0aCI6MjAwLjAsIk1heEhlaWdodCI6IkluZmluaXR5IiwiU21hcnRGb3JlZ3JvdW5kSXNBY3RpdmUiOmZhbHNlLCJIb3Jpem9udGFsQWxpZ25tZW50IjoyLCJWZXJ0aWNhbEFsaWdubWVudCI6MCwiU21hcnRGb3JlZ3JvdW5kIjpudWxsLCJCYWNrZ3JvdW5kRmlsbFR5cGUiOjAsIk1hcmdpbiI6eyIkcmVmIjoiNjIifSwiUGFkZGluZyI6eyIkcmVmIjoiNjMifSwiQmFja2dyb3VuZCI6eyIkcmVmIjoiNjQifSwiSXNWaXNpYmxlIjp0cnVlLCJXaWR0aCI6MC4wLCJIZWlnaHQiOjAuMCwiQm9yZGVyU3R5bGUiOnsiJGlkIjoiMTk5IiwiTGluZUNvbG9yIjpudWxsLCJMaW5lV2VpZ2h0IjowLjAsIkxpbmVUeXBlIjowLCJQYXJlbnRTdHlsZSI6bnVsbH0sIlBhcmVudFN0eWxlIjpudWxsfSwiRGF0ZUZvcm1hdCI6eyIkcmVmIjoiNjcifSwiV2Vla051bWJlcmluZyI6eyIkaWQiOiIyMDAiLCJGb3JtYXQiOjAsIklzVmlzaWJsZSI6ZmFsc2UsIkxhc3RLbm93blZpc2liaWxpdHlTdGF0ZSI6ZmFsc2V9LCJJc1Zpc2libGUiOnRydWUsIlBhcmVudFN0eWxlIjpudWxsfSwiSW5kZXgiOjMsIlNtYXJ0RHVyYXRpb25BY3RpdmF0ZWQiOmZhbHNlLCJEYXRlRm9ybWF0Ijp7IiRyZWYiOiI2NyJ9LCJXZWVrTnVtYmVyaW5nIjp7IiRpZCI6IjIwMSIsIkZvcm1hdCI6MCwiSXNWaXNpYmxlIjpmYWxzZSwiTGFzdEtub3duVmlzaWJpbGl0eVN0YXRlIjpmYWxzZX0sIkJhc2VsaW5lRGF0YSI6eyIkaWQiOiIyMDIiLCJTdGFydERhdGUiOiIyMDI0LTAyLTE3VDEwOjAwOjAwIiwiRW5kRGF0ZSI6IjIwMjYtMDEtMTFUMTA6MDA6MDAifSwiSWQiOiI2ZTFkNDhkMS1hZWI3LTQzOTctYmNhNi0yYzZjMzg0YjYyMDgiLCJJbXBvcnRJZCI6bnVsbCwiVGl0bGUiOiJCZWFtaW9uIExVTkctMiBQaDMiLCJOb3RlIjpudWxsLCJIeXBlcmxpbmsiOnsiJGlkIjoiMjAzIiwiQWRkcmVzcyI6bnVsbCwiU3ViQWRkcmVzcyI6bnVsbH0sIklzQ2hhbmdlZCI6ZmFsc2UsIklzTmV3IjpmYWxzZX19XSwiX21pbGVzdG9uZXMiOlt7IiRpZCI6IjIwNCIsIklkIjoiNjgzYWI3OTEtYzljYi00YTU2LThlN2QtMDE4YmFhNTA5NDI0IiwiSW5kZXgiOjIsIkdyb3VwSWQiOm51bGwsIlRpdGxlIjoiMUwgRkEgVVMiLCJEYXRlVGltZSI6IjIwMjYtMDYtMDJUMDg6MDA6MDAiLCJQZXJjZW50YWdlQ29tcGxldGUiOm51bGwsIk5vdGUiOm51bGwsIlN0eWxlIjp7IiRpZCI6IjIwNSIsIlRpdGxlUG9zaXRpb24iOiJSaWdodCIsIkRhdGVQb3NpdGlvbiI6IkxlZnQiLCJTaGFwZVR5cGUiOjEzLCJTaGFwZVNpemUiOjAsIlNwYWNpbmciOjUsIlNoYXBlU3R5bGUiOnsiJGlkIjoiMjA2IiwiTWFyZ2luIjp7IiRyZWYiOiI3NSJ9LCJQYWRkaW5nIjp7IiRyZWYiOiI3NiJ9LCJCYWNrZ3JvdW5kIjp7IiRpZCI6IjIwNyIsIkNvbG9yIjp7IiRpZCI6IjIwOCIsIkEiOjI1NSwiUiI6MjQ1LCJHIjoxMzgsIkIiOjEwNH19LCJJc1Zpc2libGUiOnRydWUsIldpZHRoIjoxMi4wLCJIZWlnaHQiOjE0LjAsIkJvcmRlclN0eWxlIjp7IiRpZCI6IjIwOSIsIkxpbmVDb2xvciI6eyIkaWQiOiIyMTAiLCIkdHlwZSI6Ik5MUkUuQ29tbW9uLkRvbS5Tb2xpZENvbG9yQnJ1c2gsIE5MUkUuQ29tbW9uIiwiQ29sb3IiOnsiJGlkIjoiMjExIiwiQSI6MjU1LCJSIjoyNTUsIkciOjAsIkIiOjB9fSwiTGluZVdlaWdodCI6MC4wLCJMaW5lVHlwZSI6MCwiUGFyZW50U3R5bGUiOm51bGx9LCJQYXJlbnRTdHlsZSI6bnVsbH0sIlRpdGxlU3R5bGUiOnsiJGlkIjoiMjEyIiwiRm9udFNldHRpbmdzIjp7IiRpZCI6IjIxMyIsIkZvbnRTaXplIjoxMSwiRm9udE5hbWUiOiJCb2VocmluZ2VyIEZvcndhcmQgVGV4dCIsIklzQm9sZCI6dHJ1ZSwiSXNJdGFsaWMiOmZhbHNlLCJJc1VuZGVybGluZWQiOmZhbHNlLCJQYXJlbnRTdHlsZSI6bnVsbH0sIkF1dG9TaXplIjowLCJGb3JlZ3JvdW5kIjp7IiRpZCI6IjIxNCIsIkNvbG9yIjp7IiRpZCI6IjIxNSIsIkEiOjI1NSwiUiI6OCwiRyI6NDksIkIiOjQyfX0sIk1heFdpZHRoIjoyMDAuMCwiTWF4SGVpZ2h0IjoiSW5maW5pdHkiLCJTbWFydEZvcmVncm91bmRJc0FjdGl2ZSI6ZmFsc2UsIkhvcml6b250YWxBbGlnbm1lbnQiOjEsIlZlcnRpY2FsQWxpZ25tZW50IjowLCJTbWFydEZvcmVncm91bmQiOm51bGwsIkJhY2tncm91bmRGaWxsVHlwZSI6MCwiTWFyZ2luIjp7IiRyZWYiOiI4NiJ9LCJQYWRkaW5nIjp7IiRyZWYiOiI4NyJ9LCJCYWNrZ3JvdW5kIjp7IiRpZCI6IjIxNiIsIkNvbG9yIjp7IiRpZCI6IjIxNyIsIkEiOjAsIlIiOjI1NSwiRyI6MjU1LCJCIjoyNTV9fSwiSXNWaXNpYmxlIjp0cnVlLCJXaWR0aCI6MC4wLCJIZWlnaHQiOjAuMCwiQm9yZGVyU3R5bGUiOm51bGwsIlBhcmVudFN0eWxlIjpudWxsfSwiRGF0ZVN0eWxlIjp7IiRpZCI6IjIxOCIsIkZvbnRTZXR0aW5ncyI6eyIkaWQiOiIyMTkiLCJGb250U2l6ZSI6MTAsIkZvbnROYW1lIjoiQm9laHJpbmdlciBGb3J3YXJkIFRleHQiLCJJc0JvbGQiOmZhbHNlLCJJc0l0YWxpYyI6ZmFsc2UsIklzVW5kZXJsaW5lZCI6ZmFsc2UsIlBhcmVudFN0eWxlIjpudWxsfSwiQXV0b1NpemUiOjAsIkZvcmVncm91bmQiOnsiJGlkIjoiMjIwIiwiQ29sb3IiOnsiJGlkIjoiMjIxIiwiQSI6MjU1LCJSIjo4LCJHIjo0OSwiQiI6NDJ9fSwiTWF4V2lkdGgiOjIwMC4wLCJNYXhIZWlnaHQiOiJJbmZpbml0eSIsIlNtYXJ0Rm9yZWdyb3VuZElzQWN0aXZlIjpmYWxzZSwiSG9yaXpvbnRhbEFsaWdubWVudCI6MiwiVmVydGljYWxBbGlnbm1lbnQiOjAsIlNtYXJ0Rm9yZWdyb3VuZCI6bnVsbCwiQmFja2dyb3VuZEZpbGxUeXBlIjowLCJNYXJnaW4iOnsiJHJlZiI6Ijk0In0sIlBhZGRpbmciOnsiJHJlZiI6Ijk1In0sIkJhY2tncm91bmQiOnsiJGlkIjoiMjIyIiwiQ29sb3IiOnsiJGlkIjoiMjIzIiwiQSI6MCwiUiI6MjU1LCJHIjoyNTUsIkIiOjI1NX19LCJJc1Zpc2libGUiOmZhbHNlLCJXaWR0aCI6MC4wLCJIZWlnaHQiOjAuMCwiQm9yZGVyU3R5bGUiOm51bGwsIlBhcmVudFN0eWxlIjpudWxsfSwiRGF0ZUZvcm1hdCI6eyIkcmVmIjoiMTI5In0sIldlZWtOdW1iZXJpbmciOnsiJGlkIjoiMjI0IiwiRm9ybWF0IjowLCJJc1Zpc2libGUiOmZhbHNlLCJMYXN0S25vd25WaXNpYmlsaXR5U3RhdGUiOmZhbHNlfSwiSXNWaXNpYmxlIjp0cnVlLCJQYXJlbnRTdHlsZSI6bnVsbH0sIkh5cGVybGluayI6bnVsbCwiSW1wb3J0SWQiOm51bGx9XSwiSWQiOiJiNjJhMDM1Zi01MTgwLTRlMWEtYmYxYi1jMmU1OWQ5ZWNlNzYiLCJJc1NpbmdsZUl0ZW1Sb3ciOmZhbHNlfSx7IiRpZCI6IjIyNSIsIl90YXNrcyI6W3siJGlkIjoiMjI2IiwiX2F0dGFjaGVkTWlsZXN0b25lcyI6W3siJGlkIjoiMjI3IiwiRGF0ZSI6IjIwMzAtMTAtMDFUMDg6MDA6MDAiLCJTdHlsZSI6eyIkaWQiOiIyMjgiLCJTaGFwZSI6MSwiQ29ubmVjdG9yTWFyZ2luIjp7IiRyZWYiOiIxMzUifSwiQ29ubmVjdG9yU3R5bGUiOnsiJGlkIjoiMjI5IiwiTGluZUNvbG9yIjp7IiRpZCI6IjIzMCIsIiR0eXBlIjoiTkxSRS5Db21tb24uRG9tLlNvbGlkQ29sb3JCcnVzaCwgTkxSRS5Db21tb24iLCJDb2xvciI6eyIkaWQiOiIyMzEiLCJBIjoxMjcsIlIiOjAsIkciOjIyOCwiQiI6MTI0fX0sIkxpbmVXZWlnaHQiOjEuMCwiTGluZVR5cGUiOjAsIlBhcmVudFN0eWxlIjpudWxsfSwiSXNCZWxvd1RpbWViYW5kIjp0cnVlLCJQb3NpdGlvbk9uVGFzayI6MiwiSGlkZURhdGUiOmZhbHNlLCJTaGFwZVNpemUiOjAsIlNwYWNpbmciOjAuMCwiUGFkZGluZyI6eyIkcmVmIjoiMTM5In0sIlNoYXBlU3R5bGUiOnsiJGlkIjoiMjMyIiwiTWFyZ2luIjp7IiRyZWYiOiIxNDEifSwiUGFkZGluZyI6eyIkcmVmIjoiMTQyIn0sIkJhY2tncm91bmQiOnsiJGlkIjoiMjMzIiwiQ29sb3IiOnsiJGlkIjoiMjM0IiwiQSI6MjU1LCJSIjowLCJHIjoyMjgsIkIiOjEyNH19LCJJc1Zpc2libGUiOnRydWUsIldpZHRoIjoxMi4wLCJIZWlnaHQiOjE0LjAsIkJvcmRlclN0eWxlIjp7IiRpZCI6IjIzNSIsIkxpbmVDb2xvciI6eyIkaWQiOiIyMzYiLCIkdHlwZSI6Ik5MUkUuQ29tbW9uLkRvbS5Tb2xpZENvbG9yQnJ1c2gsIE5MUkUuQ29tbW9uIiwiQ29sb3IiOnsiJGlkIjoiMjM3IiwiQSI6MjU1LCJSIjo4LCJHIjo0OSwiQiI6NDJ9fSwiTGluZVdlaWdodCI6MS41LCJMaW5lVHlwZSI6MCwiUGFyZW50U3R5bGUiOm51bGx9LCJQYXJlbnRTdHlsZSI6bnVsbH0sIlRpdGxlU3R5bGUiOnsiJGlkIjoiMjM4IiwiRm9udFNldHRpbmdzIjp7IiRpZCI6IjIzOSIsIkZvbnRTaXplIjoxMSwiRm9udE5hbWUiOiJCb2VocmluZ2VyIEZvcndhcmQgVGV4dCIsIklzQm9sZCI6dHJ1ZSwiSXNJdGFsaWMiOmZhbHNlLCJJc1VuZGVybGluZWQiOmZhbHNlLCJQYXJlbnRTdHlsZSI6bnVsbH0sIkF1dG9TaXplIjowLCJGb3JlZ3JvdW5kIjp7IiRpZCI6IjI0MCIsIkNvbG9yIjp7IiRpZCI6IjI0MSIsIkEiOjI1NSwiUiI6OCwiRyI6NDksIkIiOjQyfX0sIk1heFdpZHRoIjoyMDAuMCwiTWF4SGVpZ2h0IjoiSW5maW5pdHkiLCJTbWFydEZvcmVncm91bmRJc0FjdGl2ZSI6ZmFsc2UsIkhvcml6b250YWxBbGlnbm1lbnQiOjEsIlZlcnRpY2FsQWxpZ25tZW50IjowLCJTbWFydEZvcmVncm91bmQiOm51bGwsIkJhY2tncm91bmRGaWxsVHlwZSI6MCwiTWFyZ2luIjp7IiRyZWYiOiIxNTAifSwiUGFkZGluZyI6eyIkcmVmIjoiMTUxIn0sIkJhY2tncm91bmQiOnsiJGlkIjoiMjQyIiwiQ29sb3IiOnsiJGlkIjoiMjQzIiwiQSI6MCwiUiI6MjU1LCJHIjoyNTUsIkIiOjI1NX19LCJJc1Zpc2libGUiOnRydWUsIldpZHRoIjowLjAsIkhlaWdodCI6MC4wLCJCb3JkZXJTdHlsZSI6eyIkaWQiOiIyNDQiLCJMaW5lQ29sb3IiOm51bGwsIkxpbmVXZWlnaHQiOjAuMCwiTGluZVR5cGUiOjAsIlBhcmVudFN0eWxlIjpudWxsfSwiUGFyZW50U3R5bGUiOm51bGx9LCJEYXRlU3R5bGUiOnsiJGlkIjoiMjQ1IiwiRm9udFNldHRpbmdzIjp7IiRpZCI6IjI0NiIsIkZvbnRTaXplIjoxMCwiRm9udE5hbWUiOiJCb2VocmluZ2VyIEZvcndhcmQgVGV4dCIsIklzQm9sZCI6ZmFsc2UsIklzSXRhbGljIjpmYWxzZSwiSXNVbmRlcmxpbmVkIjpmYWxzZSwiUGFyZW50U3R5bGUiOm51bGx9LCJBdXRvU2l6ZSI6MCwiRm9yZWdyb3VuZCI6eyIkaWQiOiIyNDciLCJDb2xvciI6eyIkaWQiOiIyNDgiLCJBIjoyNTUsIlIiOjgsIkciOjQ5LCJCIjo0Mn19LCJNYXhXaWR0aCI6MjAwLjAsIk1heEhlaWdodCI6IkluZmluaXR5IiwiU21hcnRGb3JlZ3JvdW5kSXNBY3RpdmUiOmZhbHNlLCJIb3Jpem9udGFsQWxpZ25tZW50IjoxLCJWZXJ0aWNhbEFsaWdubWVudCI6MCwiU21hcnRGb3JlZ3JvdW5kIjpudWxsLCJCYWNrZ3JvdW5kRmlsbFR5cGUiOjAsIk1hcmdpbiI6eyIkcmVmIjoiMTU5In0sIlBhZGRpbmciOnsiJHJlZiI6IjE2MCJ9LCJCYWNrZ3JvdW5kIjp7IiRpZCI6IjI0OSIsIkNvbG9yIjp7IiRpZCI6IjI1MCIsIkEiOjAsIlIiOjI1NSwiRyI6MjU1LCJCIjoyNTV9fSwiSXNWaXNpYmxlIjpmYWxzZSwiV2lkdGgiOjAuMCwiSGVpZ2h0IjowLjAsIkJvcmRlclN0eWxlIjp7IiRpZCI6IjI1MSIsIkxpbmVDb2xvciI6bnVsbCwiTGluZVdlaWdodCI6MC4wLCJMaW5lVHlwZSI6MCwiUGFyZW50U3R5bGUiOm51bGx9LCJQYXJlbnRTdHlsZSI6bnVsbH0sIkRhdGVGb3JtYXQiOnsiJHJlZiI6IjEyOSJ9LCJXZWVrTnVtYmVyaW5nIjp7IiRpZCI6IjI1MiIsIkZvcm1hdCI6MCwiSXNWaXNpYmxlIjpmYWxzZSwiTGFzdEtub3duVmlzaWJpbGl0eVN0YXRlIjpmYWxzZX0sIklzVmlzaWJsZSI6dHJ1ZSwiUGFyZW50U3R5bGUiOm51bGx9LCJJbmRleCI6NywiUGVyY2VudGFnZUNvbXBsZXRlIjpudWxsLCJQb3NpdGlvbiI6eyJSYXRpbyI6MC4wLCJJc0N1c3RvbSI6ZmFsc2V9LCJEYXRlRm9ybWF0Ijp7IiRyZWYiOiIxMjkifSwiV2Vla051bWJlcmluZyI6eyIkaWQiOiIyNTMiLCJGb3JtYXQiOjAsIklzVmlzaWJsZSI6ZmFsc2UsIkxhc3RLbm93blZpc2liaWxpdHlTdGF0ZSI6ZmFsc2V9LCJSZWxhdGVkVGFza0lkIjoiNzI1N2ZmOWItNmNiNi00NmY5LWIyMTgtNjFmMWUxNGNjOTQ5IiwiSWQiOiI0ZGRiMzg0My1lNzM5LTRhZWEtYjJkZS1lNDllMTQ3YjZkMTgiLCJJbXBvcnRJZCI6bnVsbCwiVGl0bGUiOiJQQSIsIk5vdGUiOm51bGwsIkh5cGVybGluayI6eyIkaWQiOiIyNTQiLCJBZGRyZXNzIjoiIiwiU3ViQWRkcmVzcyI6IiJ9LCJJc0NoYW5nZWQiOmZhbHNlLCJJc05ldyI6ZmFsc2V9XSwiVGFza0RlZmluaXRpb24iOnsiJGlkIjoiMjU1IiwiR3JvdXBOYW1lIjpudWxsLCJTdGFydERhdGUiOiIyMDI1LTEyLTE1VDEwOjAwOjAwWiIsIkVuZERhdGUiOiIyMDMxLTA0LTE5VDEwOjAwOjAwIiwiUGVyY2VudGFnZUNvbXBsZXRlIjpudWxsLCJTdHlsZSI6eyIkaWQiOiIyNTYiLCJTaGFwZSI6MywiU2hhcGVUaGlja25lc3MiOjAsIkR1cmF0aW9uRm9ybWF0IjowLCJJbmNsdWRlTm9uV29ya2luZ0RheXNJbkR1cmF0aW9uIjpmYWxzZSwiUGVyY2VudGFnZUNvbXBsZXRlU3R5bGUiOnsiJGlkIjoiMjU3IiwiRm9udFNldHRpbmdzIjp7IiRpZCI6IjI1OCIsIkZvbnRTaXplIjoxMCwiRm9udE5hbWUiOiJDYWxpYnJpIiwiSXNCb2xkIjpmYWxzZSwiSXNJdGFsaWMiOmZhbHNlLCJJc1VuZGVybGluZWQiOmZhbHNlLCJQYXJlbnRTdHlsZSI6bnVsbH0sIkF1dG9TaXplIjowLCJGb3JlZ3JvdW5kIjp7IiRyZWYiOiIxMCJ9LCJNYXhXaWR0aCI6MjAwLjAsIk1heEhlaWdodCI6IkluZmluaXR5IiwiU21hcnRGb3JlZ3JvdW5kSXNBY3RpdmUiOmZhbHNlLCJIb3Jpem9udGFsQWxpZ25tZW50IjowLCJWZXJ0aWNhbEFsaWdubWVudCI6MCwiU21hcnRGb3JlZ3JvdW5kIjpudWxsLCJCYWNrZ3JvdW5kRmlsbFR5cGUiOjAsIk1hcmdpbiI6eyIkcmVmIjoiMTIifSwiUGFkZGluZyI6eyIkcmVmIjoiMTMifSwiQmFja2dyb3VuZCI6eyIkcmVmIjoiMTQifSwiSXNWaXNpYmxlIjp0cnVlLCJXaWR0aCI6MC4wLCJIZWlnaHQiOjAuMCwiQm9yZGVyU3R5bGUiOnsiJGlkIjoiMjU5IiwiTGluZUNvbG9yIjpudWxsLCJMaW5lV2VpZ2h0IjowLjAsIkxpbmVUeXBlIjowLCJQYXJlbnRTdHlsZSI6bnVsbH0sIlBhcmVudFN0eWxlIjpudWxsfSwiRHVyYXRpb25TdHlsZSI6eyIkaWQiOiIyNjAiLCJGb250U2V0dGluZ3MiOnsiJGlkIjoiMjYxIiwiRm9udFNpemUiOjEwLCJGb250TmFtZSI6IkNhbGlicmkiLCJJc0JvbGQiOmZhbHNlLCJJc0l0YWxpYyI6ZmFsc2UsIklzVW5kZXJsaW5lZCI6ZmFsc2UsIlBhcmVudFN0eWxlIjpudWxsfSwiQXV0b1NpemUiOjAsIkZvcmVncm91bmQiOnsiJHJlZiI6IjE5In0sIk1heFdpZHRoIjoyMDAuMCwiTWF4SGVpZ2h0IjoiSW5maW5pdHkiLCJTbWFydEZvcmVncm91bmRJc0FjdGl2ZSI6ZmFsc2UsIkhvcml6b250YWxBbGlnbm1lbnQiOjAsIlZlcnRpY2FsQWxpZ25tZW50IjowLCJTbWFydEZvcmVncm91bmQiOm51bGwsIkJhY2tncm91bmRGaWxsVHlwZSI6MCwiTWFyZ2luIjp7IiRyZWYiOiIyMSJ9LCJQYWRkaW5nIjp7IiRyZWYiOiIyMiJ9LCJCYWNrZ3JvdW5kIjp7IiRyZWYiOiIyMyJ9LCJJc1Zpc2libGUiOnRydWUsIldpZHRoIjowLjAsIkhlaWdodCI6MC4wLCJCb3JkZXJTdHlsZSI6eyIkaWQiOiIyNjIiLCJMaW5lQ29sb3IiOm51bGwsIkxpbmVXZWlnaHQiOjAuMCwiTGluZVR5cGUiOjAsIlBhcmVudFN0eWxlIjpudWxsfSwiUGFyZW50U3R5bGUiOm51bGx9LCJIb3Jpem9udGFsQ29ubmVjdG9yU3R5bGUiOnsiJGlkIjoiMjYzIiwiTGluZUNvbG9yIjp7IiRyZWYiOiIyNyJ9LCJMaW5lV2VpZ2h0IjoxLjAsIkxpbmVUeXBlIjowLCJQYXJlbnRTdHlsZSI6bnVsbH0sIlZlcnRpY2FsQ29ubmVjdG9yU3R5bGUiOnsiJGlkIjoiMjY0IiwiTGluZUNvbG9yIjp7IiRyZWYiOiIzMCJ9LCJMaW5lV2VpZ2h0IjowLjAsIkxpbmVUeXBlIjowLCJQYXJlbnRTdHlsZSI6bnVsbH0sIk1hcmdpbiI6bnVsbCwiU3RhcnREYXRlUG9zaXRpb24iOjYsIkVuZERhdGVQb3NpdGlvbiI6NiwiRGF0ZUlzVmlzaWJsZSI6ZmFsc2UsIlRpdGxlUG9zaXRpb24iOjIsIkR1cmF0aW9uUG9zaXRpb24iOjYsIlBlcmNlbnRhZ2VDb21wbGV0ZWRQb3NpdGlvbiI6NiwiU3BhY2luZyI6MywiSXNCZWxvd1RpbWViYW5kIjp0cnVlLCJQZXJjZW50YWdlQ29tcGxldGVTaGFwZU9wYWNpdHkiOjM1LCJCYXNlbGluZVN0eWxlIjp7IiRpZCI6IjI2NSIsIlNoYXBlU3R5bGUiOnsiJGlkIjoiMjY2IiwiTWFyZ2luIjp7IiRpZCI6IjI2NyIsIlRvcCI6MC4wLCJMZWZ0IjowLjAsIlJpZ2h0IjowLjAsIkJvdHRvbSI6MC4wfSwiUGFkZGluZyI6eyIkaWQiOiIyNjgiLCJUb3AiOjAuMCwiTGVmdCI6MC4wLCJSaWdodCI6MC4wLCJCb3R0b20iOjAuMH0sIkJhY2tncm91bmQiOnsiJGlkIjoiMjY5IiwiQ29sb3IiOnsiJGlkIjoiMjcwIiwiQSI6MTUzLCJSIjowLCJHIjowLCJCIjowfX0sIklzVmlzaWJsZSI6dHJ1ZSwiV2lkdGgiOjAuMCwiSGVpZ2h0IjowLjAsIkJvcmRlclN0eWxlIjp7IiRpZCI6IjI3MSIsIkxpbmVDb2xvciI6bnVsbCwiTGluZVdlaWdodCI6MC4wLCJMaW5lVHlwZSI6MCwiUGFyZW50U3R5bGUiOm51bGx9LCJQYXJlbnRTdHlsZSI6bnVsbH0sIk1hcmdpbiI6eyIkaWQiOiIyNzIiLCJUb3AiOjAuMCwiTGVmdCI6MC4wLCJSaWdodCI6MC4wLCJCb3R0b20iOjAuMH0sIlBhZGRpbmciOnsiJGlkIjoiMjczIiwiVG9wIjowLjAsIkxlZnQiOjAuMCwiUmlnaHQiOjAuMCwiQm90dG9tIjowLjB9LCJCYWNrZ3JvdW5kIjpudWxsLCJJc1Zpc2libGUiOnRydWUsIldpZHRoIjowLjAsIkhlaWdodCI6MC4wLCJCb3JkZXJTdHlsZSI6bnVsbCwiUGFyZW50U3R5bGUiOm51bGx9LCJTaGFwZVN0eWxlIjp7IiRpZCI6IjI3NCIsIk1hcmdpbiI6eyIkcmVmIjoiNDIifSwiUGFkZGluZyI6eyIkcmVmIjoiNDMifSwiQmFja2dyb3VuZCI6eyIkaWQiOiIyNzUiLCJDb2xvciI6eyIkaWQiOiIyNzYiLCJBIjoyNTUsIlIiOjQ0LCJHIjoyNTUsIkIiOjE1OX19LCJJc1Zpc2libGUiOnRydWUsIldpZHRoIjowLjAsIkhlaWdodCI6MTAuMCwiQm9yZGVyU3R5bGUiOnsiJGlkIjoiMjc3IiwiTGluZUNvbG9yIjp7IiRpZCI6IjI3OCIsIiR0eXBlIjoiTkxSRS5Db21tb24uRG9tLlNvbGlkQ29sb3JCcnVzaCwgTkxSRS5Db21tb24iLCJDb2xvciI6eyIkaWQiOiIyNzkiLCJBIjoyNTUsIlIiOjgsIkciOjQ5LCJCIjo0Mn19LCJMaW5lV2VpZ2h0IjoxLjUsIkxpbmVUeXBlIjowLCJQYXJlbnRTdHlsZSI6bnVsbH0sIlBhcmVudFN0eWxlIjpudWxsfSwiVGl0bGVTdHlsZSI6eyIkaWQiOiIyODAiLCJGb250U2V0dGluZ3MiOnsiJGlkIjoiMjgxIiwiRm9udFNpemUiOjExLCJGb250TmFtZSI6IkJvZWhyaW5nZXIgRm9yd2FyZCBUZXh0IiwiSXNCb2xkIjpmYWxzZSwiSXNJdGFsaWMiOmZhbHNlLCJJc1VuZGVybGluZWQiOmZhbHNlLCJQYXJlbnRTdHlsZSI6bnVsbH0sIkF1dG9TaXplIjowLCJGb3JlZ3JvdW5kIjp7IiRpZCI6IjI4MiIsIkNvbG9yIjp7IiRpZCI6IjI4MyIsIkEiOjI1NSwiUiI6MCwiRyI6MCwiQiI6MH19LCJNYXhXaWR0aCI6OTYwLjAsIk1heEhlaWdodCI6IkluZmluaXR5IiwiU21hcnRGb3JlZ3JvdW5kSXNBY3RpdmUiOmZhbHNlLCJIb3Jpem9udGFsQWxpZ25tZW50IjoxLCJWZXJ0aWNhbEFsaWdubWVudCI6MCwiU21hcnRGb3JlZ3JvdW5kIjpudWxsLCJCYWNrZ3JvdW5kRmlsbFR5cGUiOjAsIk1hcmdpbiI6eyIkcmVmIjoiNTMifSwiUGFkZGluZyI6eyIkcmVmIjoiNTQifSwiQmFja2dyb3VuZCI6eyIkaWQiOiIyODQiLCJDb2xvciI6eyIkaWQiOiIyODUiLCJBIjowLCJSIjoyNTUsIkciOjI1NSwiQiI6MjU1fX0sIklzVmlzaWJsZSI6dHJ1ZSwiV2lkdGgiOjAuMCwiSGVpZ2h0IjowLjAsIkJvcmRlclN0eWxlIjp7IiRpZCI6IjI4NiIsIkxpbmVDb2xvciI6bnVsbCwiTGluZVdlaWdodCI6MC4wLCJMaW5lVHlwZSI6MCwiUGFyZW50U3R5bGUiOm51bGx9LCJQYXJlbnRTdHlsZSI6bnVsbH0sIkRhdGVTdHlsZSI6eyIkaWQiOiIyODciLCJGb250U2V0dGluZ3MiOnsiJGlkIjoiMjg4IiwiRm9udFNpemUiOjEwLCJGb250TmFtZSI6IkNhbGlicmkiLCJJc0JvbGQiOmZhbHNlLCJJc0l0YWxpYyI6ZmFsc2UsIklzVW5kZXJsaW5lZCI6ZmFsc2UsIlBhcmVudFN0eWxlIjpudWxsfSwiQXV0b1NpemUiOjAsIkZvcmVncm91bmQiOnsiJHJlZiI6IjYwIn0sIk1heFdpZHRoIjoyMDAuMCwiTWF4SGVpZ2h0IjoiSW5maW5pdHkiLCJTbWFydEZvcmVncm91bmRJc0FjdGl2ZSI6ZmFsc2UsIkhvcml6b250YWxBbGlnbm1lbnQiOjIsIlZlcnRpY2FsQWxpZ25tZW50IjowLCJTbWFydEZvcmVncm91bmQiOm51bGwsIkJhY2tncm91bmRGaWxsVHlwZSI6MCwiTWFyZ2luIjp7IiRyZWYiOiI2MiJ9LCJQYWRkaW5nIjp7IiRyZWYiOiI2MyJ9LCJCYWNrZ3JvdW5kIjp7IiRyZWYiOiI2NCJ9LCJJc1Zpc2libGUiOnRydWUsIldpZHRoIjowLjAsIkhlaWdodCI6MC4wLCJCb3JkZXJTdHlsZSI6eyIkaWQiOiIyODkiLCJMaW5lQ29sb3IiOm51bGwsIkxpbmVXZWlnaHQiOjAuMCwiTGluZVR5cGUiOjAsIlBhcmVudFN0eWxlIjpudWxsfSwiUGFyZW50U3R5bGUiOm51bGx9LCJEYXRlRm9ybWF0Ijp7IiRpZCI6IjI5M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OTEiLCJGb3JtYXQiOjAsIklzVmlzaWJsZSI6ZmFsc2UsIkxhc3RLbm93blZpc2liaWxpdHlTdGF0ZSI6ZmFsc2V9LCJJc1Zpc2libGUiOnRydWUsIlBhcmVudFN0eWxlIjpudWxsfSwiSW5kZXgiOjQsIlNtYXJ0RHVyYXRpb25BY3RpdmF0ZWQiOmZhbHNlLCJEYXRlRm9ybWF0Ijp7IiRyZWYiOiIyOTAifSwiV2Vla051bWJlcmluZyI6eyIkaWQiOiIyOTIiLCJGb3JtYXQiOjAsIklzVmlzaWJsZSI6ZmFsc2UsIkxhc3RLbm93blZpc2liaWxpdHlTdGF0ZSI6ZmFsc2V9LCJCYXNlbGluZURhdGEiOnsiJGlkIjoiMjkzIiwiU3RhcnREYXRlIjoiMjAyNS0xMi0xNVQxMDowMDowMFoiLCJFbmREYXRlIjoiMjAzMS0wNC0xOVQxMDowMDowMCJ9LCJJZCI6IjcyNTdmZjliLTZjYjYtNDZmOS1iMjE4LTYxZjFlMTRjYzk0OSIsIkltcG9ydElkIjpudWxsLCJUaXRsZSI6IkJlYW1pb24gTFVORy0zIChhZGp1dmFudCBOU0NMQykgUGgzIiwiTm90ZSI6bnVsbCwiSHlwZXJsaW5rIjp7IiRpZCI6IjI5NCIsIkFkZHJlc3MiOm51bGwsIlN1YkFkZHJlc3MiOm51bGx9LCJJc0NoYW5nZWQiOmZhbHNlLCJJc05ldyI6ZmFsc2V9fV0sIl9taWxlc3RvbmVzIjpbeyIkaWQiOiIyOTUiLCJJZCI6ImFjY2FlOTA0LWIxNmEtNDQ2OC04M2IxLWRmYWM4ZThlZTMxNSIsIkluZGV4Ijo1LCJHcm91cElkIjpudWxsLCJUaXRsZSI6IkZBIFVTIiwiRGF0ZVRpbWUiOiIyMDMxLTA2LTEzVDA4OjAwOjAwIiwiUGVyY2VudGFnZUNvbXBsZXRlIjpudWxsLCJOb3RlIjpudWxsLCJTdHlsZSI6eyIkaWQiOiIyOTYiLCJUaXRsZVBvc2l0aW9uIjoiQmVsb3ciLCJEYXRlUG9zaXRpb24iOiJMZWZ0IiwiU2hhcGVUeXBlIjoxMywiU2hhcGVTaXplIjowLCJTcGFjaW5nIjo1LCJTaGFwZVN0eWxlIjp7IiRpZCI6IjI5NyIsIk1hcmdpbiI6eyIkcmVmIjoiNzUifSwiUGFkZGluZyI6eyIkcmVmIjoiNzYifSwiQmFja2dyb3VuZCI6eyIkaWQiOiIyOTgiLCJDb2xvciI6eyIkaWQiOiIyOTkiLCJBIjoyNTUsIlIiOjI0NSwiRyI6MTM4LCJCIjoxMDR9fSwiSXNWaXNpYmxlIjp0cnVlLCJXaWR0aCI6MTIuMCwiSGVpZ2h0IjoxNC4wLCJCb3JkZXJTdHlsZSI6eyIkaWQiOiIzMDAiLCJMaW5lQ29sb3IiOnsiJHJlZiI6IjIxMCJ9LCJMaW5lV2VpZ2h0IjowLjAsIkxpbmVUeXBlIjowLCJQYXJlbnRTdHlsZSI6bnVsbH0sIlBhcmVudFN0eWxlIjpudWxsfSwiVGl0bGVTdHlsZSI6eyIkaWQiOiIzMDEiLCJGb250U2V0dGluZ3MiOnsiJGlkIjoiMzAyIiwiRm9udFNpemUiOjExLCJGb250TmFtZSI6IkJvZWhyaW5nZXIgRm9yd2FyZCBUZXh0IiwiSXNCb2xkIjp0cnVlLCJJc0l0YWxpYyI6ZmFsc2UsIklzVW5kZXJsaW5lZCI6ZmFsc2UsIlBhcmVudFN0eWxlIjpudWxsfSwiQXV0b1NpemUiOjIsIkZvcmVncm91bmQiOnsiJGlkIjoiMzAzIiwiQ29sb3IiOnsiJGlkIjoiMzA0IiwiQSI6MjU1LCJSIjo4LCJHIjo0OSwiQiI6NDJ9fSwiTWF4V2lkdGgiOjQ0LjIxOTc2NDcwOTQ3MjY1NiwiTWF4SGVpZ2h0IjoiSW5maW5pdHkiLCJTbWFydEZvcmVncm91bmRJc0FjdGl2ZSI6ZmFsc2UsIkhvcml6b250YWxBbGlnbm1lbnQiOjEsIlZlcnRpY2FsQWxpZ25tZW50IjowLCJTbWFydEZvcmVncm91bmQiOm51bGwsIkJhY2tncm91bmRGaWxsVHlwZSI6MCwiTWFyZ2luIjp7IiRyZWYiOiI4NiJ9LCJQYWRkaW5nIjp7IiRyZWYiOiI4NyJ9LCJCYWNrZ3JvdW5kIjp7IiRpZCI6IjMwNSIsIkNvbG9yIjp7IiRpZCI6IjMwNiIsIkEiOjAsIlIiOjI1NSwiRyI6MjU1LCJCIjoyNTV9fSwiSXNWaXNpYmxlIjp0cnVlLCJXaWR0aCI6MC4wLCJIZWlnaHQiOjAuMCwiQm9yZGVyU3R5bGUiOm51bGwsIlBhcmVudFN0eWxlIjpudWxsfSwiRGF0ZVN0eWxlIjp7IiRpZCI6IjMwNyIsIkZvbnRTZXR0aW5ncyI6eyIkaWQiOiIzMDgiLCJGb250U2l6ZSI6MTAsIkZvbnROYW1lIjoiQm9laHJpbmdlciBGb3J3YXJkIFRleHQiLCJJc0JvbGQiOmZhbHNlLCJJc0l0YWxpYyI6ZmFsc2UsIklzVW5kZXJsaW5lZCI6ZmFsc2UsIlBhcmVudFN0eWxlIjpudWxsfSwiQXV0b1NpemUiOjAsIkZvcmVncm91bmQiOnsiJGlkIjoiMzA5IiwiQ29sb3IiOnsiJGlkIjoiMzEwIiwiQSI6MjU1LCJSIjo4LCJHIjo0OSwiQiI6NDJ9fSwiTWF4V2lkdGgiOjIwMC4wLCJNYXhIZWlnaHQiOiJJbmZpbml0eSIsIlNtYXJ0Rm9yZWdyb3VuZElzQWN0aXZlIjpmYWxzZSwiSG9yaXpvbnRhbEFsaWdubWVudCI6MiwiVmVydGljYWxBbGlnbm1lbnQiOjAsIlNtYXJ0Rm9yZWdyb3VuZCI6bnVsbCwiQmFja2dyb3VuZEZpbGxUeXBlIjowLCJNYXJnaW4iOnsiJHJlZiI6Ijk0In0sIlBhZGRpbmciOnsiJHJlZiI6Ijk1In0sIkJhY2tncm91bmQiOnsiJGlkIjoiMzExIiwiQ29sb3IiOnsiJGlkIjoiMzEyIiwiQSI6MCwiUiI6MjU1LCJHIjoyNTUsIkIiOjI1NX19LCJJc1Zpc2libGUiOmZhbHNlLCJXaWR0aCI6MC4wLCJIZWlnaHQiOjAuMCwiQm9yZGVyU3R5bGUiOm51bGwsIlBhcmVudFN0eWxlIjpudWxsfSwiRGF0ZUZvcm1hdCI6eyIkcmVmIjoiMTI5In0sIldlZWtOdW1iZXJpbmciOnsiJGlkIjoiMzEzIiwiRm9ybWF0IjowLCJJc1Zpc2libGUiOmZhbHNlLCJMYXN0S25vd25WaXNpYmlsaXR5U3RhdGUiOmZhbHNlfSwiSXNWaXNpYmxlIjp0cnVlLCJQYXJlbnRTdHlsZSI6bnVsbH0sIkh5cGVybGluayI6bnVsbCwiSW1wb3J0SWQiOm51bGx9XSwiSWQiOiIxN2RlMDU1Mi1jZTY0LTRmNDQtOTViMy1hNDBiNGJmYjE3NmYiLCJJc1NpbmdsZUl0ZW1Sb3ciOmZhbHNlfV0sIkluZGV4IjowLCJJZCI6ImQwMDg0Zjc4LTVlZTUtNGMyYy1iMmJkLWEwYjkwMWQxNmUxNCIsIkhlYWRlclRleHQiOm51bGwsIklzRGVmYXVsdCI6dHJ1ZSwiU3R5bGUiOnsiJGlkIjoiMzE0IiwiSGVhZGVyU3R5bGUiOnsiJGlkIjoiMzE1IiwiVGV4dFN0eWxlIjp7IiRpZCI6IjMxNiIsIkZvbnRTZXR0aW5ncyI6eyIkaWQiOiIzMTciLCJGb250U2l6ZSI6MTEsIkZvbnROYW1lIjoiQ2FsaWJyaSIsIklzQm9sZCI6ZmFsc2UsIklzSXRhbGljIjpmYWxzZSwiSXNVbmRlcmxpbmVkIjpmYWxzZSwiUGFyZW50U3R5bGUiOm51bGx9LCJBdXRvU2l6ZSI6MiwiRm9yZWdyb3VuZCI6eyIkaWQiOiIzMTgiLCJDb2xvciI6eyIkaWQiOiIzMTkiLCJBIjoyNTUsIlIiOjAsIkciOjAsIkIiOjB9fSwiTWF4V2lkdGgiOjAuMCwiTWF4SGVpZ2h0IjoiSW5maW5pdHkiLCJTbWFydEZvcmVncm91bmRJc0FjdGl2ZSI6ZmFsc2UsIkhvcml6b250YWxBbGlnbm1lbnQiOjAsIlZlcnRpY2FsQWxpZ25tZW50IjowLCJTbWFydEZvcmVncm91bmQiOm51bGwsIkJhY2tncm91bmRGaWxsVHlwZSI6MCwiTWFyZ2luIjp7IiRpZCI6IjMyMCIsIlRvcCI6MC4wLCJMZWZ0IjowLjAsIlJpZ2h0IjowLjAsIkJvdHRvbSI6MC4wfSwiUGFkZGluZyI6eyIkaWQiOiIzMjEiLCJUb3AiOjAuMCwiTGVmdCI6MC4wLCJSaWdodCI6MC4wLCJCb3R0b20iOjAuMH0sIkJhY2tncm91bmQiOnsiJGlkIjoiMzIyIiwiQ29sb3IiOnsiJGlkIjoiMzIzIiwiQSI6MCwiUiI6MjU1LCJHIjoyNTUsIkIiOjI1NX19LCJJc1Zpc2libGUiOnRydWUsIldpZHRoIjowLjAsIkhlaWdodCI6MC4wLCJCb3JkZXJTdHlsZSI6bnVsbCwiUGFyZW50U3R5bGUiOm51bGx9LCJSZWN0YW5nbGVTdHlsZSI6eyIkaWQiOiIzMjQiLCJNYXJnaW4iOnsiJGlkIjoiMzI1IiwiVG9wIjowLjAsIkxlZnQiOjAuMCwiUmlnaHQiOjAuMCwiQm90dG9tIjowLjB9LCJQYWRkaW5nIjp7IiRpZCI6IjMyNiIsIlRvcCI6MC4wLCJMZWZ0IjowLjAsIlJpZ2h0IjowLjAsIkJvdHRvbSI6MC4wfSwiQmFja2dyb3VuZCI6eyIkaWQiOiIzMjciLCJDb2xvciI6eyIkaWQiOiIzMjgiLCJBIjo2MywiUiI6MTk3LCJHIjoxOTUsIkIiOjIzOH19LCJJc1Zpc2libGUiOnRydWUsIldpZHRoIjowLjAsIkhlaWdodCI6MC4wLCJCb3JkZXJTdHlsZSI6eyIkaWQiOiIzMjkiLCJMaW5lQ29sb3IiOnsiJGlkIjoiMzMwIiwiJHR5cGUiOiJOTFJFLkNvbW1vbi5Eb20uU29saWRDb2xvckJydXNoLCBOTFJFLkNvbW1vbiIsIkNvbG9yIjp7IiRpZCI6IjMzMSIsIkEiOjI1NSwiUiI6MjU1LCJHIjowLCJCIjowfX0sIkxpbmVXZWlnaHQiOjAuMCwiTGluZVR5cGUiOjAsIlBhcmVudFN0eWxlIjpudWxsfSwiUGFyZW50U3R5bGUiOm51bGx9LCJNYXJnaW4iOnsiJGlkIjoiMzMyIiwiVG9wIjowLjAsIkxlZnQiOjAuMCwiUmlnaHQiOjAuMCwiQm90dG9tIjowLjB9LCJQYWRkaW5nIjp7IiRpZCI6IjMzMyIsIlRvcCI6MC4wLCJMZWZ0IjowLjAsIlJpZ2h0IjowLjAsIkJvdHRvbSI6MC4wfSwiQmFja2dyb3VuZCI6bnVsbCwiSXNWaXNpYmxlIjp0cnVlLCJXaWR0aCI6MC4wLCJIZWlnaHQiOjAuMCwiQm9yZGVyU3R5bGUiOm51bGwsIlBhcmVudFN0eWxlIjpudWxsfSwiQmFja2dyb3VuZFN0eWxlIjp7IiRpZCI6IjMzNCIsIk1hcmdpbiI6eyIkaWQiOiIzMzUiLCJUb3AiOjAuMCwiTGVmdCI6MC4wLCJSaWdodCI6MC4wLCJCb3R0b20iOjAuMH0sIlBhZGRpbmciOnsiJGlkIjoiMzM2IiwiVG9wIjowLjAsIkxlZnQiOjAuMCwiUmlnaHQiOjAuMCwiQm90dG9tIjowLjB9LCJCYWNrZ3JvdW5kIjp7IiRpZCI6IjMzNyIsIkNvbG9yIjp7IiRpZCI6IjMzOCIsIkEiOjUxLCJSIjo4LCJHIjo0OSwiQiI6NDJ9fSwiSXNWaXNpYmxlIjp0cnVlLCJXaWR0aCI6MC4wLCJIZWlnaHQiOjAuMCwiQm9yZGVyU3R5bGUiOnsiJGlkIjoiMzM5IiwiTGluZUNvbG9yIjp7IiRpZCI6IjM0MCIsIiR0eXBlIjoiTkxSRS5Db21tb24uRG9tLlNvbGlkQ29sb3JCcnVzaCwgTkxSRS5Db21tb24iLCJDb2xvciI6eyIkaWQiOiIzNDEiLCJBIjoyNTUsIlIiOjI1NSwiRyI6MCwiQiI6MH19LCJMaW5lV2VpZ2h0IjowLjAsIkxpbmVUeXBlIjowLCJQYXJlbnRTdHlsZSI6bnVsbH0sIlBhcmVudFN0eWxlIjpudWxsfSwiTWFyZ2luIjp7IiRpZCI6IjM0MiIsIlRvcCI6MC4wLCJMZWZ0IjowLjAsIlJpZ2h0IjowLjAsIkJvdHRvbSI6MC4wfSwiUGFkZGluZyI6eyIkaWQiOiIzNDMiLCJUb3AiOjAuMCwiTGVmdCI6MC4wLCJSaWdodCI6MC4wLCJCb3R0b20iOjAuMH0sIklzVmlzaWJsZSI6ZmFsc2UsIldpZHRoIjowLjAsIkhlaWdodCI6MC4wLCJCb3JkZXJTdHlsZSI6bnVsbCwiUGFyZW50U3R5bGUiOm51bGx9fV0sIklkIjoiYTcxYTg2MTUtMzNhMi00NDk4LWJkOGEtNWZjMDA3Y2RmOTM2IiwiSW5kZXgiOjAsIkhlYWRlclRleHQiOiJOU0NMQyIsIlN0eWxlIjp7IiRpZCI6IjM0NCIsIlN0eWxlSWQiOiIwMDAwMDAwMC0wMDAwLTAwMDAtMDAwMC0wMDAwMDAwMDAwMDAiLCJIZWFkZXJTdHlsZSI6eyIkaWQiOiIzNDUiLCJUZXh0SXNWZXJ0aWNhbCI6ZmFsc2UsIlRleHRTdHlsZSI6eyIkaWQiOiIzNDYiLCJGb250U2V0dGluZ3MiOnsiJGlkIjoiMzQ3IiwiRm9udFNpemUiOjEyLCJGb250TmFtZSI6IkJvZWhyaW5nZXIgRm9yd2FyZCBUZXh0IiwiSXNCb2xkIjpmYWxzZSwiSXNJdGFsaWMiOmZhbHNlLCJJc1VuZGVybGluZWQiOmZhbHNlLCJQYXJlbnRTdHlsZSI6bnVsbH0sIkF1dG9TaXplIjoyLCJGb3JlZ3JvdW5kIjp7IiRpZCI6IjM0OCIsIkNvbG9yIjp7IiRpZCI6IjM0OSIsIkEiOjI1NSwiUiI6MCwiRyI6MCwiQiI6MH19LCJNYXhXaWR0aCI6NzEuMCwiTWF4SGVpZ2h0IjoiSW5maW5pdHkiLCJTbWFydEZvcmVncm91bmRJc0FjdGl2ZSI6ZmFsc2UsIkhvcml6b250YWxBbGlnbm1lbnQiOjEsIlZlcnRpY2FsQWxpZ25tZW50IjowLCJTbWFydEZvcmVncm91bmQiOm51bGwsIkJhY2tncm91bmRGaWxsVHlwZSI6MCwiTWFyZ2luIjp7IiRpZCI6IjM1MCIsIlRvcCI6MC4wLCJMZWZ0IjowLjAsIlJpZ2h0IjowLjAsIkJvdHRvbSI6MC4wfSwiUGFkZGluZyI6eyIkaWQiOiIzNTEiLCJUb3AiOjAuMCwiTGVmdCI6MC4wLCJSaWdodCI6MC4wLCJCb3R0b20iOjAuMH0sIkJhY2tncm91bmQiOnsiJGlkIjoiMzUyIiwiQ29sb3IiOnsiJGlkIjoiMzUzIiwiQSI6MCwiUiI6MjU1LCJHIjoyNTUsIkIiOjI1NX19LCJJc1Zpc2libGUiOnRydWUsIldpZHRoIjowLjAsIkhlaWdodCI6MC4wLCJCb3JkZXJTdHlsZSI6bnVsbCwiUGFyZW50U3R5bGUiOm51bGx9LCJSZWN0YW5nbGVTdHlsZSI6eyIkaWQiOiIzNTQiLCJNYXJnaW4iOnsiJGlkIjoiMzU1IiwiVG9wIjowLjAsIkxlZnQiOjAuMCwiUmlnaHQiOjAuMCwiQm90dG9tIjowLjB9LCJQYWRkaW5nIjp7IiRpZCI6IjM1NiIsIlRvcCI6MC4wLCJMZWZ0IjowLjAsIlJpZ2h0IjowLjAsIkJvdHRvbSI6MC4wfSwiQmFja2dyb3VuZCI6eyIkaWQiOiIzNTciLCJDb2xvciI6eyIkaWQiOiIzNTgiLCJBIjoyNTUsIlIiOjQ0LCJHIjoyNTUsIkIiOjE1OX19LCJJc1Zpc2libGUiOnRydWUsIldpZHRoIjowLjAsIkhlaWdodCI6MC4wLCJCb3JkZXJTdHlsZSI6eyIkaWQiOiIzNTkiLCJMaW5lQ29sb3IiOnsiJGlkIjoiMzYwIiwiJHR5cGUiOiJOTFJFLkNvbW1vbi5Eb20uU29saWRDb2xvckJydXNoLCBOTFJFLkNvbW1vbiIsIkNvbG9yIjp7IiRpZCI6IjM2MSIsIkEiOjI1NSwiUiI6MjU1LCJHIjoyNTUsIkIiOjI1NX19LCJMaW5lV2VpZ2h0IjowLjAsIkxpbmVUeXBlIjowLCJQYXJlbnRTdHlsZSI6bnVsbH0sIlBhcmVudFN0eWxlIjpudWxsfSwiTWFyZ2luIjp7IiRpZCI6IjM2MiIsIlRvcCI6MC4wLCJMZWZ0IjowLjAsIlJpZ2h0IjowLjAsIkJvdHRvbSI6MC4wfSwiUGFkZGluZyI6eyIkaWQiOiIzNjMiLCJUb3AiOjAuMCwiTGVmdCI6MC4wLCJSaWdodCI6MC4wLCJCb3R0b20iOjAuMH0sIkJhY2tncm91bmQiOm51bGwsIklzVmlzaWJsZSI6dHJ1ZSwiV2lkdGgiOjAuMCwiSGVpZ2h0IjowLjAsIkJvcmRlclN0eWxlIjpudWxsLCJQYXJlbnRTdHlsZSI6bnVsbH0sIkJhY2tncm91bmRTdHlsZSI6eyIkaWQiOiIzNjQiLCJNYXJnaW4iOnsiJGlkIjoiMzY1IiwiVG9wIjowLjAsIkxlZnQiOjAuMCwiUmlnaHQiOjAuMCwiQm90dG9tIjowLjB9LCJQYWRkaW5nIjp7IiRpZCI6IjM2NiIsIlRvcCI6MC4wLCJMZWZ0IjowLjAsIlJpZ2h0IjowLjAsIkJvdHRvbSI6MC4wfSwiQmFja2dyb3VuZCI6eyIkaWQiOiIzNjciLCJDb2xvciI6eyIkaWQiOiIzNjgiLCJBIjo1MSwiUiI6NDQsIkciOjI1NSwiQiI6MTU5fX0sIklzVmlzaWJsZSI6dHJ1ZSwiV2lkdGgiOjAuMCwiSGVpZ2h0IjowLjAsIkJvcmRlclN0eWxlIjp7IiRpZCI6IjM2OSIsIkxpbmVDb2xvciI6eyIkaWQiOiIzNzAiLCIkdHlwZSI6Ik5MUkUuQ29tbW9uLkRvbS5Tb2xpZENvbG9yQnJ1c2gsIE5MUkUuQ29tbW9uIiwiQ29sb3IiOnsiJGlkIjoiMzcxIiwiQSI6MjU1LCJSIjoyNTUsIkciOjI1NSwiQiI6MjU1fX0sIkxpbmVXZWlnaHQiOjAuMCwiTGluZVR5cGUiOjAsIlBhcmVudFN0eWxlIjpudWxsfSwiUGFyZW50U3R5bGUiOm51bGx9LCJJc0Fib3ZlVGltZWJhbmQiOmZhbHNlLCJTcGFjaW5nIjoxMCwiRGVmYXVsdFN3aW1sYW5lVGFza1N0eWxlIjp7IiRpZCI6IjM3MiIsIiR0eXBlIjoiTkxSRS5Db21tb24uRG9tLlN0eWxlcy5FeHBsaWNpdFNldGFibGVUYXNrU3R5bGUsIE5MUkUuQ29tbW9uIiwiU2hhcGUiOjMsIlNoYXBlVGhpY2tuZXNzIjoxLCJEdXJhdGlvbkZvcm1hdCI6MCwiSW5jbHVkZU5vbldvcmtpbmdEYXlzSW5EdXJhdGlvbiI6ZmFsc2UsIlBlcmNlbnRhZ2VDb21wbGV0ZVN0eWxlIjp7IiRpZCI6IjM3MyIsIkZvbnRTZXR0aW5ncyI6eyIkaWQiOiIzNzQiLCJGb250U2l6ZSI6MTAsIkZvbnROYW1lIjoiQ2FsaWJyaSIsIklzQm9sZCI6ZmFsc2UsIklzSXRhbGljIjpmYWxzZSwiSXNVbmRlcmxpbmVkIjpmYWxzZSwiUGFyZW50U3R5bGUiOm51bGx9LCJBdXRvU2l6ZSI6MCwiRm9yZWdyb3VuZCI6eyIkaWQiOiIzNzUiLCJDb2xvciI6eyIkaWQiOiIzNzYiLCJBIjoyNTUsIlIiOjE5MiwiRyI6ODAsIkIiOjc3fX0sIk1heFdpZHRoIjoyMDAuMCwiTWF4SGVpZ2h0IjoiSW5maW5pdHkiLCJTbWFydEZvcmVncm91bmRJc0FjdGl2ZSI6ZmFsc2UsIkhvcml6b250YWxBbGlnbm1lbnQiOjAsIlZlcnRpY2FsQWxpZ25tZW50IjowLCJTbWFydEZvcmVncm91bmQiOm51bGwsIkJhY2tncm91bmRGaWxsVHlwZSI6MCwiTWFyZ2luIjp7IiRpZCI6IjM3NyIsIlRvcCI6MC4wLCJMZWZ0IjowLjAsIlJpZ2h0IjowLjAsIkJvdHRvbSI6MC4wfSwiUGFkZGluZyI6eyIkaWQiOiIzNzgiLCJUb3AiOjAuMCwiTGVmdCI6MC4wLCJSaWdodCI6MC4wLCJCb3R0b20iOjAuMH0sIkJhY2tncm91bmQiOnsiJGlkIjoiMzc5IiwiQ29sb3IiOnsiJGlkIjoiMzgwIiwiQSI6ODksIlIiOjAsIkciOjAsIkIiOjB9fSwiSXNWaXNpYmxlIjp0cnVlLCJXaWR0aCI6MC4wLCJIZWlnaHQiOjAuMCwiQm9yZGVyU3R5bGUiOm51bGwsIlBhcmVudFN0eWxlIjpudWxsfSwiRHVyYXRpb25TdHlsZSI6eyIkaWQiOiIzODEiLCJGb250U2V0dGluZ3MiOnsiJGlkIjoiMzgyIiwiRm9udFNpemUiOjEwLCJGb250TmFtZSI6IkNhbGlicmkiLCJJc0JvbGQiOmZhbHNlLCJJc0l0YWxpYyI6ZmFsc2UsIklzVW5kZXJsaW5lZCI6ZmFsc2UsIlBhcmVudFN0eWxlIjpudWxsfSwiQXV0b1NpemUiOjAsIkZvcmVncm91bmQiOnsiJGlkIjoiMzgzIiwiQ29sb3IiOnsiJGlkIjoiMzg0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zg1IiwiVG9wIjowLjAsIkxlZnQiOjAuMCwiUmlnaHQiOjAuMCwiQm90dG9tIjowLjB9LCJQYWRkaW5nIjp7IiRpZCI6IjM4NiIsIlRvcCI6MC4wLCJMZWZ0IjowLjAsIlJpZ2h0IjowLjAsIkJvdHRvbSI6MC4wfSwiQmFja2dyb3VuZCI6eyIkaWQiOiIzODciLCJDb2xvciI6eyIkaWQiOiIzODgiLCJBIjowLCJSIjowLCJHIjowLCJCIjowfX0sIklzVmlzaWJsZSI6dHJ1ZSwiV2lkdGgiOjAuMCwiSGVpZ2h0IjowLjAsIkJvcmRlclN0eWxlIjpudWxsLCJQYXJlbnRTdHlsZSI6bnVsbH0sIkhvcml6b250YWxDb25uZWN0b3JTdHlsZSI6eyIkaWQiOiIzODkiLCJMaW5lQ29sb3IiOnsiJGlkIjoiMzkwIiwiJHR5cGUiOiJOTFJFLkNvbW1vbi5Eb20uU29saWRDb2xvckJydXNoLCBOTFJFLkNvbW1vbiIsIkNvbG9yIjp7IiRpZCI6IjM5MSIsIkEiOjI1NSwiUiI6MjA0LCJHIjoyMDQsIkIiOjIwNH19LCJMaW5lV2VpZ2h0IjoxLjAsIkxpbmVUeXBlIjowLCJQYXJlbnRTdHlsZSI6bnVsbH0sIlZlcnRpY2FsQ29ubmVjdG9yU3R5bGUiOnsiJGlkIjoiMzkyIiwiTGluZUNvbG9yIjp7IiRpZCI6IjM5MyIsIiR0eXBlIjoiTkxSRS5Db21tb24uRG9tLlNvbGlkQ29sb3JCcnVzaCwgTkxSRS5Db21tb24iLCJDb2xvciI6eyIkaWQiOiIzOTQiLCJBIjoyNTUsIlIiOjIwNCwiRyI6MjA0LCJCIjoyMDR9fSwiTGluZVdlaWdodCI6MC4wLCJMaW5lVHlwZSI6MCwiUGFyZW50U3R5bGUiOm51bGx9LCJNYXJnaW4iOm51bGwsIlN0YXJ0RGF0ZVBvc2l0aW9uIjo2LCJFbmREYXRlUG9zaXRpb24iOjYsIkRhdGVJc1Zpc2libGUiOmZhbHNlLCJUaXRsZVBvc2l0aW9uIjoyLCJEdXJhdGlvblBvc2l0aW9uIjo2LCJQZXJjZW50YWdlQ29tcGxldGVkUG9zaXRpb24iOjYsIlNwYWNpbmciOjMsIklzQmVsb3dUaW1lYmFuZCI6dHJ1ZSwiUGVyY2VudGFnZUNvbXBsZXRlU2hhcGVPcGFjaXR5IjozNSwiQmFzZWxpbmVTdHlsZSI6eyIkaWQiOiIzOTUiLCJTaGFwZVN0eWxlIjp7IiRpZCI6IjM5NiIsIk1hcmdpbiI6eyIkaWQiOiIzOTciLCJUb3AiOjAuMCwiTGVmdCI6MC4wLCJSaWdodCI6MC4wLCJCb3R0b20iOjAuMH0sIlBhZGRpbmciOnsiJGlkIjoiMzk4IiwiVG9wIjowLjAsIkxlZnQiOjAuMCwiUmlnaHQiOjAuMCwiQm90dG9tIjowLjB9LCJCYWNrZ3JvdW5kIjp7IiRpZCI6IjM5OSIsIkNvbG9yIjp7IiRpZCI6IjQwMCIsIkEiOjE1MywiUiI6MCwiRyI6MCwiQiI6MH19LCJJc1Zpc2libGUiOnRydWUsIldpZHRoIjowLjAsIkhlaWdodCI6MC4wLCJCb3JkZXJTdHlsZSI6eyIkaWQiOiI0MDEiLCJMaW5lQ29sb3IiOm51bGwsIkxpbmVXZWlnaHQiOjAuMCwiTGluZVR5cGUiOjAsIlBhcmVudFN0eWxlIjpudWxsfSwiUGFyZW50U3R5bGUiOm51bGx9LCJNYXJnaW4iOnsiJGlkIjoiNDAyIiwiVG9wIjowLjAsIkxlZnQiOjAuMCwiUmlnaHQiOjAuMCwiQm90dG9tIjowLjB9LCJQYWRkaW5nIjp7IiRpZCI6IjQwMyIsIlRvcCI6MC4wLCJMZWZ0IjowLjAsIlJpZ2h0IjowLjAsIkJvdHRvbSI6MC4wfSwiQmFja2dyb3VuZCI6bnVsbCwiSXNWaXNpYmxlIjp0cnVlLCJXaWR0aCI6MC4wLCJIZWlnaHQiOjAuMCwiQm9yZGVyU3R5bGUiOm51bGwsIlBhcmVudFN0eWxlIjpudWxsfSwiU2hhcGVTdHlsZSI6eyIkaWQiOiI0MDQiLCJNYXJnaW4iOnsiJGlkIjoiNDA1IiwiVG9wIjowLjAsIkxlZnQiOjQuMCwiUmlnaHQiOjQuMCwiQm90dG9tIjowLjB9LCJQYWRkaW5nIjp7IiRpZCI6IjQwNiIsIlRvcCI6MC4wLCJMZWZ0IjowLjAsIlJpZ2h0IjowLjAsIkJvdHRvbSI6MC4wfSwiQmFja2dyb3VuZCI6eyIkaWQiOiI0MDciLCJDb2xvciI6eyIkaWQiOiI0MDgiLCJBIjoyNTUsIlIiOjgsIkciOjQ5LCJCIjo0Mn19LCJJc1Zpc2libGUiOnRydWUsIldpZHRoIjoxMzUuMTc3Nzk1NDEwMTU2MjUsIkhlaWdodCI6MTYuMCwiQm9yZGVyU3R5bGUiOnsiJGlkIjoiNDA5IiwiTGluZUNvbG9yIjp7IiRpZCI6IjQxMCIsIiR0eXBlIjoiTkxSRS5Db21tb24uRG9tLlNvbGlkQ29sb3JCcnVzaCwgTkxSRS5Db21tb24iLCJDb2xvciI6eyIkaWQiOiI0MTEiLCJBIjoyNTUsIlIiOjIzNCwiRyI6MjIsIkIiOjMwfX0sIkxpbmVXZWlnaHQiOjAuMCwiTGluZVR5cGUiOjAsIlBhcmVudFN0eWxlIjpudWxsfSwiUGFyZW50U3R5bGUiOm51bGx9LCJUaXRsZVN0eWxlIjp7IiRpZCI6IjQxMiIsIkZvbnRTZXR0aW5ncyI6eyIkaWQiOiI0MTMiLCJGb250U2l6ZSI6MTEsIkZvbnROYW1lIjoiQm9laHJpbmdlciBGb3J3YXJkIFRleHQiLCJJc0JvbGQiOmZhbHNlLCJJc0l0YWxpYyI6ZmFsc2UsIklzVW5kZXJsaW5lZCI6ZmFsc2UsIlBhcmVudFN0eWxlIjpudWxsfSwiQXV0b1NpemUiOjAsIkZvcmVncm91bmQiOnsiJGlkIjoiNDE0IiwiQ29sb3IiOnsiJGlkIjoiNDE1IiwiQSI6MjU1LCJSIjoyNTUsIkciOjI1NSwiQiI6MjU1fX0sIk1heFdpZHRoIjoyMDAuMCwiTWF4SGVpZ2h0IjoiSW5maW5pdHkiLCJTbWFydEZvcmVncm91bmRJc0FjdGl2ZSI6ZmFsc2UsIkhvcml6b250YWxBbGlnbm1lbnQiOjEsIlZlcnRpY2FsQWxpZ25tZW50IjowLCJTbWFydEZvcmVncm91bmQiOm51bGwsIkJhY2tncm91bmRGaWxsVHlwZSI6MCwiTWFyZ2luIjp7IiRpZCI6IjQxNiIsIlRvcCI6MC4wLCJMZWZ0IjowLjAsIlJpZ2h0IjowLjAsIkJvdHRvbSI6MC4wfSwiUGFkZGluZyI6eyIkaWQiOiI0MTciLCJUb3AiOjAuMCwiTGVmdCI6MC4wLCJSaWdodCI6MC4wLCJCb3R0b20iOjAuMH0sIkJhY2tncm91bmQiOnsiJGlkIjoiNDE4IiwiQ29sb3IiOnsiJGlkIjoiNDE5IiwiQSI6MCwiUiI6MjU1LCJHIjoyNTUsIkIiOjI1NX19LCJJc1Zpc2libGUiOnRydWUsIldpZHRoIjowLjAsIkhlaWdodCI6MC4wLCJCb3JkZXJTdHlsZSI6bnVsbCwiUGFyZW50U3R5bGUiOm51bGx9LCJEYXRlU3R5bGUiOnsiJGlkIjoiNDIwIiwiRm9udFNldHRpbmdzIjp7IiRpZCI6IjQyMSIsIkZvbnRTaXplIjoxMCwiRm9udE5hbWUiOiJDYWxpYnJpIiwiSXNCb2xkIjpmYWxzZSwiSXNJdGFsaWMiOmZhbHNlLCJJc1VuZGVybGluZWQiOmZhbHNlLCJQYXJlbnRTdHlsZSI6bnVsbH0sIkF1dG9TaXplIjowLCJGb3JlZ3JvdW5kIjp7IiRpZCI6IjQyMiIsIkNvbG9yIjp7IiRpZCI6IjQyMy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NDI0IiwiVG9wIjowLjAsIkxlZnQiOjAuMCwiUmlnaHQiOjAuMCwiQm90dG9tIjowLjB9LCJQYWRkaW5nIjp7IiRpZCI6IjQyNSIsIlRvcCI6MC4wLCJMZWZ0IjowLjAsIlJpZ2h0IjowLjAsIkJvdHRvbSI6MC4wfSwiQmFja2dyb3VuZCI6eyIkaWQiOiI0MjYiLCJDb2xvciI6eyIkaWQiOiI0MjciLCJBIjowLCJSIjowLCJHIjowLCJCIjowfX0sIklzVmlzaWJsZSI6dHJ1ZSwiV2lkdGgiOjAuMCwiSGVpZ2h0IjowLjAsIkJvcmRlclN0eWxlIjpudWxsLCJQYXJlbnRTdHlsZSI6bnVsbH0sIkRhdGVGb3JtYXQiOnsiJGlkIjoiNDI4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yOSIsIkZvcm1hdCI6MCwiSXNWaXNpYmxlIjpmYWxzZSwiTGFzdEtub3duVmlzaWJpbGl0eVN0YXRlIjpmYWxzZX0sIklzVmlzaWJsZSI6dHJ1ZSwiUGFyZW50U3R5bGUiOm51bGwsIl9leHBsaWNpdGx5U2V0Ijp7IiRpZCI6IjQzMCIsIlNoYXBlU3R5bGUiOmZhbHNlLCJUaXRsZVN0eWxlIjpmYWxzZSwiRGF0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U3BhY2luZyI6ZmFsc2UsIklzQmVsb3dUaW1lYmFuZCI6ZmFsc2UsIkRhdGVGb3JtYXQiOmZhbHNlLCJXZWVrTnVtYmVyaW5nIjpmYWxzZSwiSXNWaXNpYmxlIjpmYWxzZX19LCJEZWZhdWx0U3dpbWxhbmVNb3RTdHlsZSI6eyIkaWQiOiI0MzEiLCJTaGFwZSI6MSwiQ29ubmVjdG9yTWFyZ2luIjp7IiRpZCI6IjQzMiIsIlRvcCI6MC4wLCJMZWZ0IjoyLjAsIlJpZ2h0IjoyLjAsIkJvdHRvbSI6MC4wfSwiQ29ubmVjdG9yU3R5bGUiOnsiJGlkIjoiNDMzIiwiTGluZUNvbG9yIjp7IiRpZCI6IjQzNCIsIiR0eXBlIjoiTkxSRS5Db21tb24uRG9tLlNvbGlkQ29sb3JCcnVzaCwgTkxSRS5Db21tb24iLCJDb2xvciI6eyIkaWQiOiI0MzUiLCJBIjoxMjcsIlIiOjAsIkciOjIyOCwiQiI6MTI0fX0sIkxpbmVXZWlnaHQiOjEuMCwiTGluZVR5cGUiOjAsIlBhcmVudFN0eWxlIjpudWxsfSwiSXNCZWxvd1RpbWViYW5kIjp0cnVlLCJQb3NpdGlvbk9uVGFzayI6MiwiSGlkZURhdGUiOmZhbHNlLCJTaGFwZVNpemUiOjAsIlNwYWNpbmciOjAuMCwiUGFkZGluZyI6eyIkaWQiOiI0MzYiLCJUb3AiOjUuMCwiTGVmdCI6My4wLCJSaWdodCI6MC4wLCJCb3R0b20iOjIuMH0sIlNoYXBlU3R5bGUiOnsiJGlkIjoiNDM3IiwiTWFyZ2luIjp7IiRpZCI6IjQzOCIsIlRvcCI6MC4wLCJMZWZ0IjowLjAsIlJpZ2h0IjowLjAsIkJvdHRvbSI6MC4wfSwiUGFkZGluZyI6eyIkaWQiOiI0MzkiLCJUb3AiOjAuMCwiTGVmdCI6MC4wLCJSaWdodCI6MC4wLCJCb3R0b20iOjAuMH0sIkJhY2tncm91bmQiOnsiJGlkIjoiNDQwIiwiQ29sb3IiOnsiJGlkIjoiNDQxIiwiQSI6MjU1LCJSIjowLCJHIjoyMjgsIkIiOjEyNH19LCJJc1Zpc2libGUiOnRydWUsIldpZHRoIjoxMi4wLCJIZWlnaHQiOjE0LjAsIkJvcmRlclN0eWxlIjp7IiRpZCI6IjQ0MiIsIkxpbmVDb2xvciI6eyIkaWQiOiI0NDMiLCIkdHlwZSI6Ik5MUkUuQ29tbW9uLkRvbS5Tb2xpZENvbG9yQnJ1c2gsIE5MUkUuQ29tbW9uIiwiQ29sb3IiOnsiJGlkIjoiNDQ0IiwiQSI6MjU1LCJSIjoyMzQsIkciOjIyLCJCIjozMH19LCJMaW5lV2VpZ2h0IjowLjAsIkxpbmVUeXBlIjowLCJQYXJlbnRTdHlsZSI6bnVsbH0sIlBhcmVudFN0eWxlIjpudWxsfSwiVGl0bGVTdHlsZSI6eyIkaWQiOiI0NDUiLCJGb250U2V0dGluZ3MiOnsiJGlkIjoiNDQ2IiwiRm9udFNpemUiOjExLCJGb250TmFtZSI6IkJvZWhyaW5nZXIgRm9yd2FyZCBUZXh0IiwiSXNCb2xkIjp0cnVlLCJJc0l0YWxpYyI6ZmFsc2UsIklzVW5kZXJsaW5lZCI6ZmFsc2UsIlBhcmVudFN0eWxlIjpudWxsfSwiQXV0b1NpemUiOjAsIkZvcmVncm91bmQiOnsiJGlkIjoiNDQ3IiwiQ29sb3IiOnsiJGlkIjoiNDQ4IiwiQSI6MjU1LCJSIjo4LCJHIjo0OSwiQiI6NDJ9fSwiTWF4V2lkdGgiOjIwMC4wLCJNYXhIZWlnaHQiOiJJbmZpbml0eSIsIlNtYXJ0Rm9yZWdyb3VuZElzQWN0aXZlIjpmYWxzZSwiSG9yaXpvbnRhbEFsaWdubWVudCI6MSwiVmVydGljYWxBbGlnbm1lbnQiOjAsIlNtYXJ0Rm9yZWdyb3VuZCI6bnVsbCwiQmFja2dyb3VuZEZpbGxUeXBlIjowLCJNYXJnaW4iOnsiJGlkIjoiNDQ5IiwiVG9wIjowLjAsIkxlZnQiOjAuMCwiUmlnaHQiOjAuMCwiQm90dG9tIjowLjB9LCJQYWRkaW5nIjp7IiRpZCI6IjQ1MCIsIlRvcCI6MC4wLCJMZWZ0IjowLjAsIlJpZ2h0IjowLjAsIkJvdHRvbSI6MC4wfSwiQmFja2dyb3VuZCI6eyIkaWQiOiI0NTEiLCJDb2xvciI6eyIkaWQiOiI0NTIiLCJBIjowLCJSIjoyNTUsIkciOjI1NSwiQiI6MjU1fX0sIklzVmlzaWJsZSI6dHJ1ZSwiV2lkdGgiOjAuMCwiSGVpZ2h0IjowLjAsIkJvcmRlclN0eWxlIjpudWxsLCJQYXJlbnRTdHlsZSI6bnVsbH0sIkRhdGVTdHlsZSI6eyIkaWQiOiI0NTMiLCJGb250U2V0dGluZ3MiOnsiJGlkIjoiNDU0IiwiRm9udFNpemUiOjEwLCJGb250TmFtZSI6IkJvZWhyaW5nZXIgRm9yd2FyZCBUZXh0IiwiSXNCb2xkIjpmYWxzZSwiSXNJdGFsaWMiOmZhbHNlLCJJc1VuZGVybGluZWQiOmZhbHNlLCJQYXJlbnRTdHlsZSI6bnVsbH0sIkF1dG9TaXplIjowLCJGb3JlZ3JvdW5kIjp7IiRpZCI6IjQ1NSIsIkNvbG9yIjp7IiRpZCI6IjQ1NiIsIkEiOjI1NSwiUiI6OCwiRyI6NDksIkIiOjQyfX0sIk1heFdpZHRoIjoyMDAuMCwiTWF4SGVpZ2h0IjoiSW5maW5pdHkiLCJTbWFydEZvcmVncm91bmRJc0FjdGl2ZSI6ZmFsc2UsIkhvcml6b250YWxBbGlnbm1lbnQiOjEsIlZlcnRpY2FsQWxpZ25tZW50IjowLCJTbWFydEZvcmVncm91bmQiOm51bGwsIkJhY2tncm91bmRGaWxsVHlwZSI6MCwiTWFyZ2luIjp7IiRpZCI6IjQ1NyIsIlRvcCI6MC4wLCJMZWZ0IjowLjAsIlJpZ2h0IjowLjAsIkJvdHRvbSI6MC4wfSwiUGFkZGluZyI6eyIkaWQiOiI0NTgiLCJUb3AiOjAuMCwiTGVmdCI6MC4wLCJSaWdodCI6MC4wLCJCb3R0b20iOjAuMH0sIkJhY2tncm91bmQiOnsiJGlkIjoiNDU5IiwiQ29sb3IiOnsiJGlkIjoiNDYwIiwiQSI6MCwiUiI6MjU1LCJHIjoyNTUsIkIiOjI1NX19LCJJc1Zpc2libGUiOmZhbHNlLCJXaWR0aCI6MC4wLCJIZWlnaHQiOjAuMCwiQm9yZGVyU3R5bGUiOm51bGwsIlBhcmVudFN0eWxlIjpudWxsfSwiRGF0ZUZvcm1hdCI6eyIkaWQiOiI0NjE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DYyIiwiRm9ybWF0IjowLCJJc1Zpc2libGUiOmZhbHNlLCJMYXN0S25vd25WaXNpYmlsaXR5U3RhdGUiOmZhbHNlfSwiSXNWaXNpYmxlIjpmYWxzZSwiUGFyZW50U3R5bGUiOm51bGx9LCJEZWZhdWx0U3dpbWxhbmVNaWxlc3RvbmVTdHlsZSI6eyIkaWQiOiI0NjMiLCJUaXRsZVBvc2l0aW9uIjoiUmlnaHQiLCJEYXRlUG9zaXRpb24iOiJMZWZ0IiwiU2hhcGVUeXBlIjoxMywiU2hhcGVTaXplIjowLCJTcGFjaW5nIjo1LCJTaGFwZVN0eWxlIjp7IiRpZCI6IjQ2NCIsIk1hcmdpbiI6eyIkaWQiOiI0NjUiLCJUb3AiOjAuMCwiTGVmdCI6MC4wLCJSaWdodCI6MC4wLCJCb3R0b20iOjAuMH0sIlBhZGRpbmciOnsiJGlkIjoiNDY2IiwiVG9wIjowLjAsIkxlZnQiOjAuMCwiUmlnaHQiOjAuMCwiQm90dG9tIjowLjB9LCJCYWNrZ3JvdW5kIjp7IiRpZCI6IjQ2NyIsIkNvbG9yIjp7IiRpZCI6IjQ2OCIsIkEiOjI1NSwiUiI6MjQ1LCJHIjoxMzgsIkIiOjEwNH19LCJJc1Zpc2libGUiOnRydWUsIldpZHRoIjoxMi4wLCJIZWlnaHQiOjE0LjAsIkJvcmRlclN0eWxlIjp7IiRpZCI6IjQ2OSIsIkxpbmVDb2xvciI6eyIkaWQiOiI0NzAiLCIkdHlwZSI6Ik5MUkUuQ29tbW9uLkRvbS5Tb2xpZENvbG9yQnJ1c2gsIE5MUkUuQ29tbW9uIiwiQ29sb3IiOnsiJGlkIjoiNDcxIiwiQSI6MjU1LCJSIjoyMzQsIkciOjIyLCJCIjozMH19LCJMaW5lV2VpZ2h0IjowLjAsIkxpbmVUeXBlIjowLCJQYXJlbnRTdHlsZSI6bnVsbH0sIlBhcmVudFN0eWxlIjpudWxsfSwiVGl0bGVTdHlsZSI6eyIkaWQiOiI0NzIiLCJGb250U2V0dGluZ3MiOnsiJGlkIjoiNDczIiwiRm9udFNpemUiOjExLCJGb250TmFtZSI6IkJvZWhyaW5nZXIgRm9yd2FyZCBUZXh0IiwiSXNCb2xkIjp0cnVlLCJJc0l0YWxpYyI6ZmFsc2UsIklzVW5kZXJsaW5lZCI6ZmFsc2UsIlBhcmVudFN0eWxlIjpudWxsfSwiQXV0b1NpemUiOjAsIkZvcmVncm91bmQiOnsiJGlkIjoiNDc0IiwiQ29sb3IiOnsiJGlkIjoiNDc1IiwiQSI6MjU1LCJSIjo4LCJHIjo0OSwiQiI6NDJ9fSwiTWF4V2lkdGgiOjIwMC4wLCJNYXhIZWlnaHQiOiJJbmZpbml0eSIsIlNtYXJ0Rm9yZWdyb3VuZElzQWN0aXZlIjpmYWxzZSwiSG9yaXpvbnRhbEFsaWdubWVudCI6MCwiVmVydGljYWxBbGlnbm1lbnQiOjAsIlNtYXJ0Rm9yZWdyb3VuZCI6bnVsbCwiQmFja2dyb3VuZEZpbGxUeXBlIjowLCJNYXJnaW4iOnsiJGlkIjoiNDc2IiwiVG9wIjowLjAsIkxlZnQiOjAuMCwiUmlnaHQiOjAuMCwiQm90dG9tIjowLjB9LCJQYWRkaW5nIjp7IiRpZCI6IjQ3NyIsIlRvcCI6MC4wLCJMZWZ0IjowLjAsIlJpZ2h0IjowLjAsIkJvdHRvbSI6MC4wfSwiQmFja2dyb3VuZCI6eyIkaWQiOiI0NzgiLCJDb2xvciI6eyIkaWQiOiI0NzkiLCJBIjowLCJSIjoyNTUsIkciOjI1NSwiQiI6MjU1fX0sIklzVmlzaWJsZSI6dHJ1ZSwiV2lkdGgiOjAuMCwiSGVpZ2h0IjowLjAsIkJvcmRlclN0eWxlIjpudWxsLCJQYXJlbnRTdHlsZSI6bnVsbH0sIkRhdGVTdHlsZSI6eyIkaWQiOiI0ODAiLCJGb250U2V0dGluZ3MiOnsiJGlkIjoiNDgxIiwiRm9udFNpemUiOjEwLCJGb250TmFtZSI6IkJvZWhyaW5nZXIgRm9yd2FyZCBUZXh0IiwiSXNCb2xkIjpmYWxzZSwiSXNJdGFsaWMiOmZhbHNlLCJJc1VuZGVybGluZWQiOmZhbHNlLCJQYXJlbnRTdHlsZSI6bnVsbH0sIkF1dG9TaXplIjowLCJGb3JlZ3JvdW5kIjp7IiRpZCI6IjQ4MiIsIkNvbG9yIjp7IiRpZCI6IjQ4MyIsIkEiOjI1NSwiUiI6MjU1LCJHIjoyNTUsIkIiOjI1NX19LCJNYXhXaWR0aCI6MjAwLjAsIk1heEhlaWdodCI6IkluZmluaXR5IiwiU21hcnRGb3JlZ3JvdW5kSXNBY3RpdmUiOmZhbHNlLCJIb3Jpem9udGFsQWxpZ25tZW50IjoyLCJWZXJ0aWNhbEFsaWdubWVudCI6MCwiU21hcnRGb3JlZ3JvdW5kIjpudWxsLCJCYWNrZ3JvdW5kRmlsbFR5cGUiOjAsIk1hcmdpbiI6eyIkaWQiOiI0ODQiLCJUb3AiOjAuMCwiTGVmdCI6MC4wLCJSaWdodCI6MC4wLCJCb3R0b20iOjAuMH0sIlBhZGRpbmciOnsiJGlkIjoiNDg1IiwiVG9wIjowLjAsIkxlZnQiOjAuMCwiUmlnaHQiOjAuMCwiQm90dG9tIjowLjB9LCJCYWNrZ3JvdW5kIjp7IiRpZCI6IjQ4NiIsIkNvbG9yIjp7IiRpZCI6IjQ4NyIsIkEiOjAsIlIiOjI1NSwiRyI6MjU1LCJCIjoyNTV9fSwiSXNWaXNpYmxlIjpmYWxzZSwiV2lkdGgiOjAuMCwiSGVpZ2h0IjowLjAsIkJvcmRlclN0eWxlIjpudWxsLCJQYXJlbnRTdHlsZSI6bnVsbH0sIkRhdGVGb3JtYXQiOnsiJGlkIjoiNDg4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4OSIsIkZvcm1hdCI6MCwiSXNWaXNpYmxlIjpmYWxzZSwiTGFzdEtub3duVmlzaWJpbGl0eVN0YXRlIjpmYWxzZX0sIklzVmlzaWJsZSI6dHJ1ZSwiUGFyZW50U3R5bGUiOm51bGx9LCJEZWZhdWx0U3dpbWxhbmVBY3Rpdml0eVN0eWxlIjp7IiRpZCI6IjQ5MCIsIkhlYWRlclN0eWxlIjp7IiRpZCI6IjQ5MSIsIlRleHRTdHlsZSI6eyIkaWQiOiI0OTIiLCJGb250U2V0dGluZ3MiOnsiJGlkIjoiNDkzIiwiRm9udFNpemUiOjExLCJGb250TmFtZSI6IkNhbGlicmkiLCJJc0JvbGQiOmZhbHNlLCJJc0l0YWxpYyI6ZmFsc2UsIklzVW5kZXJsaW5lZCI6ZmFsc2UsIlBhcmVudFN0eWxlIjpudWxsfSwiQXV0b1NpemUiOjIsIkZvcmVncm91bmQiOnsiJGlkIjoiNDk0IiwiQ29sb3IiOnsiJGlkIjoiNDk1IiwiQSI6MjU1LCJSIjowLCJHIjowLCJCIjowfX0sIk1heFdpZHRoIjowLjAsIk1heEhlaWdodCI6IkluZmluaXR5IiwiU21hcnRGb3JlZ3JvdW5kSXNBY3RpdmUiOmZhbHNlLCJIb3Jpem9udGFsQWxpZ25tZW50IjowLCJWZXJ0aWNhbEFsaWdubWVudCI6MCwiU21hcnRGb3JlZ3JvdW5kIjpudWxsLCJCYWNrZ3JvdW5kRmlsbFR5cGUiOjAsIk1hcmdpbiI6eyIkaWQiOiI0OTYiLCJUb3AiOjAuMCwiTGVmdCI6MC4wLCJSaWdodCI6MC4wLCJCb3R0b20iOjAuMH0sIlBhZGRpbmciOnsiJGlkIjoiNDk3IiwiVG9wIjowLjAsIkxlZnQiOjAuMCwiUmlnaHQiOjAuMCwiQm90dG9tIjowLjB9LCJCYWNrZ3JvdW5kIjp7IiRpZCI6IjQ5OCIsIkNvbG9yIjp7IiRpZCI6IjQ5OSIsIkEiOjAsIlIiOjI1NSwiRyI6MjU1LCJCIjoyNTV9fSwiSXNWaXNpYmxlIjp0cnVlLCJXaWR0aCI6MC4wLCJIZWlnaHQiOjAuMCwiQm9yZGVyU3R5bGUiOm51bGwsIlBhcmVudFN0eWxlIjpudWxsfSwiUmVjdGFuZ2xlU3R5bGUiOnsiJGlkIjoiNTAwIiwiTWFyZ2luIjp7IiRpZCI6IjUwMSIsIlRvcCI6MC4wLCJMZWZ0IjowLjAsIlJpZ2h0IjowLjAsIkJvdHRvbSI6MC4wfSwiUGFkZGluZyI6eyIkaWQiOiI1MDIiLCJUb3AiOjAuMCwiTGVmdCI6MC4wLCJSaWdodCI6MC4wLCJCb3R0b20iOjAuMH0sIkJhY2tncm91bmQiOnsiJGlkIjoiNTAzIiwiQ29sb3IiOnsiJGlkIjoiNTA0IiwiQSI6NjMsIlIiOjQ0LCJHIjoyNTUsIkIiOjE1OX19LCJJc1Zpc2libGUiOnRydWUsIldpZHRoIjowLjAsIkhlaWdodCI6MC4wLCJCb3JkZXJTdHlsZSI6eyIkaWQiOiI1MDUiLCJMaW5lQ29sb3IiOnsiJGlkIjoiNTA2IiwiJHR5cGUiOiJOTFJFLkNvbW1vbi5Eb20uU29saWRDb2xvckJydXNoLCBOTFJFLkNvbW1vbiIsIkNvbG9yIjp7IiRpZCI6IjUwNyIsIkEiOjI1NSwiUiI6MjU1LCJHIjowLCJCIjowfX0sIkxpbmVXZWlnaHQiOjAuMCwiTGluZVR5cGUiOjAsIlBhcmVudFN0eWxlIjpudWxsfSwiUGFyZW50U3R5bGUiOm51bGx9LCJNYXJnaW4iOnsiJGlkIjoiNTA4IiwiVG9wIjowLjAsIkxlZnQiOjAuMCwiUmlnaHQiOjAuMCwiQm90dG9tIjowLjB9LCJQYWRkaW5nIjp7IiRpZCI6IjUwOSIsIlRvcCI6MC4wLCJMZWZ0IjowLjAsIlJpZ2h0IjowLjAsIkJvdHRvbSI6MC4wfSwiQmFja2dyb3VuZCI6bnVsbCwiSXNWaXNpYmxlIjp0cnVlLCJXaWR0aCI6MC4wLCJIZWlnaHQiOjAuMCwiQm9yZGVyU3R5bGUiOm51bGwsIlBhcmVudFN0eWxlIjpudWxsfSwiQmFja2dyb3VuZFN0eWxlIjp7IiRpZCI6IjUxMCIsIk1hcmdpbiI6eyIkaWQiOiI1MTEiLCJUb3AiOjAuMCwiTGVmdCI6MC4wLCJSaWdodCI6MC4wLCJCb3R0b20iOjAuMH0sIlBhZGRpbmciOnsiJGlkIjoiNTEyIiwiVG9wIjowLjAsIkxlZnQiOjAuMCwiUmlnaHQiOjAuMCwiQm90dG9tIjowLjB9LCJCYWNrZ3JvdW5kIjp7IiRyZWYiOiIzNjcifSwiSXNWaXNpYmxlIjp0cnVlLCJXaWR0aCI6MC4wLCJIZWlnaHQiOjAuMCwiQm9yZGVyU3R5bGUiOnsiJGlkIjoiNTEzIiwiTGluZUNvbG9yIjp7IiRpZCI6IjUxNCIsIiR0eXBlIjoiTkxSRS5Db21tb24uRG9tLlNvbGlkQ29sb3JCcnVzaCwgTkxSRS5Db21tb24iLCJDb2xvciI6eyIkaWQiOiI1MTUiLCJBIjoyNTUsIlIiOjIzNCwiRyI6MjIsIkIiOjMwfX0sIkxpbmVXZWlnaHQiOjAuMCwiTGluZVR5cGUiOjAsIlBhcmVudFN0eWxlIjpudWxsfSwiUGFyZW50U3R5bGUiOm51bGx9LCJNYXJnaW4iOnsiJGlkIjoiNTE2IiwiVG9wIjowLjAsIkxlZnQiOjAuMCwiUmlnaHQiOjAuMCwiQm90dG9tIjowLjB9LCJQYWRkaW5nIjp7IiRpZCI6IjUxNyIsIlRvcCI6MC4wLCJMZWZ0IjowLjAsIlJpZ2h0IjowLjAsIkJvdHRvbSI6MC4wfSwiSXNWaXNpYmxlIjp0cnVlLCJXaWR0aCI6MC4wLCJIZWlnaHQiOjAuMCwiQm9yZGVyU3R5bGUiOm51bGwsIlBhcmVudFN0eWxlIjpudWxsfSwiTWFyZ2luIjp7IiRpZCI6IjUxOCIsIlRvcCI6MC4wLCJMZWZ0IjowLjAsIlJpZ2h0IjowLjAsIkJvdHRvbSI6MC4wfSwiUGFkZGluZyI6eyIkaWQiOiI1MTkiLCJUb3AiOjAuMCwiTGVmdCI6MC4wLCJSaWdodCI6MC4wLCJCb3R0b20iOjAuMH0sIklzVmlzaWJsZSI6dHJ1ZSwiV2lkdGgiOjAuMCwiSGVpZ2h0IjowLjAsIkJvcmRlclN0eWxlIjp7IiRpZCI6IjUyMCIsIkxpbmVDb2xvciI6bnVsbCwiTGluZVdlaWdodCI6MC4wLCJMaW5lVHlwZSI6MCwiUGFyZW50U3R5bGUiOm51bGx9LCJQYXJlbnRTdHlsZSI6bnVsbH19LHsiJGlkIjoiNTIxIiwiX2FjdGl2aXRpZXMiOlt7IiRpZCI6IjUyMiIsIl9yb3dzIjpbXSwiSW5kZXgiOjEwLCJJZCI6IjYxMjRmZTIzLTczNTUtNDUyNS05MWI2LWFjZmQ3NGM4ZjU2NyIsIkhlYWRlclRleHQiOm51bGwsIklzRGVmYXVsdCI6dHJ1ZSwiU3R5bGUiOnsiJGlkIjoiNTIzIiwiSGVhZGVyU3R5bGUiOnsiJGlkIjoiNTI0IiwiVGV4dFN0eWxlIjp7IiRpZCI6IjUyNSIsIkZvbnRTZXR0aW5ncyI6eyIkaWQiOiI1MjYiLCJGb250U2l6ZSI6MTEsIkZvbnROYW1lIjoiQ2FsaWJyaSIsIklzQm9sZCI6ZmFsc2UsIklzSXRhbGljIjpmYWxzZSwiSXNVbmRlcmxpbmVkIjpmYWxzZSwiUGFyZW50U3R5bGUiOm51bGx9LCJBdXRvU2l6ZSI6MiwiRm9yZWdyb3VuZCI6eyIkaWQiOiI1MjciLCJDb2xvciI6eyIkaWQiOiI1MjgiLCJBIjoyNTUsIlIiOjAsIkciOjAsIkIiOjB9fSwiTWF4V2lkdGgiOjAuMCwiTWF4SGVpZ2h0IjowLjAsIlNtYXJ0Rm9yZWdyb3VuZElzQWN0aXZlIjpmYWxzZSwiSG9yaXpvbnRhbEFsaWdubWVudCI6MCwiVmVydGljYWxBbGlnbm1lbnQiOjAsIlNtYXJ0Rm9yZWdyb3VuZCI6bnVsbCwiQmFja2dyb3VuZEZpbGxUeXBlIjowLCJNYXJnaW4iOnsiJGlkIjoiNTI5IiwiVG9wIjowLjAsIkxlZnQiOjAuMCwiUmlnaHQiOjAuMCwiQm90dG9tIjowLjB9LCJQYWRkaW5nIjp7IiRpZCI6IjUzMCIsIlRvcCI6MC4wLCJMZWZ0IjowLjAsIlJpZ2h0IjowLjAsIkJvdHRvbSI6MC4wfSwiQmFja2dyb3VuZCI6bnVsbCwiSXNWaXNpYmxlIjp0cnVlLCJXaWR0aCI6MC4wLCJIZWlnaHQiOjAuMCwiQm9yZGVyU3R5bGUiOm51bGwsIlBhcmVudFN0eWxlIjpudWxsfSwiUmVjdGFuZ2xlU3R5bGUiOnsiJGlkIjoiNTMxIiwiTWFyZ2luIjp7IiRpZCI6IjUzMiIsIlRvcCI6MC4wLCJMZWZ0IjowLjAsIlJpZ2h0IjowLjAsIkJvdHRvbSI6MC4wfSwiUGFkZGluZyI6eyIkaWQiOiI1MzMiLCJUb3AiOjAuMCwiTGVmdCI6MC4wLCJSaWdodCI6MC4wLCJCb3R0b20iOjAuMH0sIkJhY2tncm91bmQiOnsiJGlkIjoiNTM0IiwiQ29sb3IiOnsiJGlkIjoiNTM1IiwiQSI6NjMsIlIiOjE5NywiRyI6MTk1LCJCIjoyMzh9fSwiSXNWaXNpYmxlIjp0cnVlLCJXaWR0aCI6MC4wLCJIZWlnaHQiOjAuMCwiQm9yZGVyU3R5bGUiOnsiJGlkIjoiNTM2IiwiTGluZUNvbG9yIjp7IiRpZCI6IjUzNyIsIiR0eXBlIjoiTkxSRS5Db21tb24uRG9tLlNvbGlkQ29sb3JCcnVzaCwgTkxSRS5Db21tb24iLCJDb2xvciI6eyIkaWQiOiI1MzgiLCJBIjoyNTUsIlIiOjI1NSwiRyI6MCwiQiI6MH19LCJMaW5lV2VpZ2h0IjowLjAsIkxpbmVUeXBlIjowLCJQYXJlbnRTdHlsZSI6bnVsbH0sIlBhcmVudFN0eWxlIjpudWxsfSwiTWFyZ2luIjp7IiRpZCI6IjUzOSIsIlRvcCI6MC4wLCJMZWZ0IjowLjAsIlJpZ2h0IjowLjAsIkJvdHRvbSI6MC4wfSwiUGFkZGluZyI6eyIkaWQiOiI1NDAiLCJUb3AiOjAuMCwiTGVmdCI6MC4wLCJSaWdodCI6MC4wLCJCb3R0b20iOjAuMH0sIkJhY2tncm91bmQiOm51bGwsIklzVmlzaWJsZSI6dHJ1ZSwiV2lkdGgiOjAuMCwiSGVpZ2h0IjowLjAsIkJvcmRlclN0eWxlIjpudWxsLCJQYXJlbnRTdHlsZSI6bnVsbH0sIkJhY2tncm91bmRTdHlsZSI6eyIkaWQiOiI1NDEiLCJNYXJnaW4iOnsiJGlkIjoiNTQyIiwiVG9wIjowLjAsIkxlZnQiOjAuMCwiUmlnaHQiOjAuMCwiQm90dG9tIjowLjB9LCJQYWRkaW5nIjp7IiRpZCI6IjU0MyIsIlRvcCI6MC4wLCJMZWZ0IjowLjAsIlJpZ2h0IjowLjAsIkJvdHRvbSI6MC4wfSwiQmFja2dyb3VuZCI6eyIkaWQiOiI1NDQiLCJDb2xvciI6eyIkaWQiOiI1NDUiLCJBIjo1MSwiUiI6MTk3LCJHIjoxOTUsIkIiOjIzOH19LCJJc1Zpc2libGUiOnRydWUsIldpZHRoIjowLjAsIkhlaWdodCI6MC4wLCJCb3JkZXJTdHlsZSI6eyIkaWQiOiI1NDYiLCJMaW5lQ29sb3IiOnsiJGlkIjoiNTQ3IiwiJHR5cGUiOiJOTFJFLkNvbW1vbi5Eb20uU29saWRDb2xvckJydXNoLCBOTFJFLkNvbW1vbiIsIkNvbG9yIjp7IiRpZCI6IjU0OCIsIkEiOjI1NSwiUiI6MjU1LCJHIjowLCJCIjowfX0sIkxpbmVXZWlnaHQiOjAuMCwiTGluZVR5cGUiOjAsIlBhcmVudFN0eWxlIjpudWxsfSwiUGFyZW50U3R5bGUiOm51bGx9LCJNYXJnaW4iOnsiJGlkIjoiNTQ5IiwiVG9wIjowLjAsIkxlZnQiOjAuMCwiUmlnaHQiOjAuMCwiQm90dG9tIjowLjB9LCJQYWRkaW5nIjp7IiRpZCI6IjU1MCIsIlRvcCI6MC4wLCJMZWZ0IjowLjAsIlJpZ2h0IjowLjAsIkJvdHRvbSI6MC4wfSwiSXNWaXNpYmxlIjpmYWxzZSwiV2lkdGgiOjAuMCwiSGVpZ2h0IjowLjAsIkJvcmRlclN0eWxlIjpudWxsLCJQYXJlbnRTdHlsZSI6bnVsbH19XSwiSWQiOiJlNDY4YWUxOC1jYjdlLTRjOWMtYjE4Ni1hNjYzMjEyMDJjZWQiLCJJbmRleCI6MSwiSGVhZGVyVGV4dCI6Ik92ZXJhcmNoaW5nIFxyQkNHQyIsIlN0eWxlIjp7IiRpZCI6IjU1MSIsIlN0eWxlSWQiOiIwMDAwMDAwMC0wMDAwLTAwMDAtMDAwMC0wMDAwMDAwMDAwMDAiLCJIZWFkZXJTdHlsZSI6eyIkaWQiOiI1NTIiLCJUZXh0SXNWZXJ0aWNhbCI6ZmFsc2UsIlRleHRTdHlsZSI6eyIkaWQiOiI1NTMiLCJGb250U2V0dGluZ3MiOnsiJGlkIjoiNTU0IiwiRm9udFNpemUiOjEyLCJGb250TmFtZSI6IkJvZWhyaW5nZXIgRm9yd2FyZCBUZXh0IiwiSXNCb2xkIjpmYWxzZSwiSXNJdGFsaWMiOmZhbHNlLCJJc1VuZGVybGluZWQiOmZhbHNlLCJQYXJlbnRTdHlsZSI6bnVsbH0sIkF1dG9TaXplIjoyLCJGb3JlZ3JvdW5kIjp7IiRpZCI6IjU1NSIsIkNvbG9yIjp7IiRpZCI6IjU1NiIsIkEiOjI1NSwiUiI6MjU1LCJHIjoyNTUsIkIiOjI1NX19LCJNYXhXaWR0aCI6NzEuMCwiTWF4SGVpZ2h0IjoiSW5maW5pdHkiLCJTbWFydEZvcmVncm91bmRJc0FjdGl2ZSI6ZmFsc2UsIkhvcml6b250YWxBbGlnbm1lbnQiOjAsIlZlcnRpY2FsQWxpZ25tZW50IjowLCJTbWFydEZvcmVncm91bmQiOm51bGwsIkJhY2tncm91bmRGaWxsVHlwZSI6MCwiTWFyZ2luIjp7IiRpZCI6IjU1NyIsIlRvcCI6MC4wLCJMZWZ0IjowLjAsIlJpZ2h0IjowLjAsIkJvdHRvbSI6MC4wfSwiUGFkZGluZyI6eyIkaWQiOiI1NTgiLCJUb3AiOjAuMCwiTGVmdCI6MC4wLCJSaWdodCI6MC4wLCJCb3R0b20iOjAuMH0sIkJhY2tncm91bmQiOm51bGwsIklzVmlzaWJsZSI6dHJ1ZSwiV2lkdGgiOjAuMCwiSGVpZ2h0IjowLjAsIkJvcmRlclN0eWxlIjpudWxsLCJQYXJlbnRTdHlsZSI6bnVsbH0sIlJlY3RhbmdsZVN0eWxlIjp7IiRpZCI6IjU1OSIsIk1hcmdpbiI6eyIkaWQiOiI1NjAiLCJUb3AiOjAuMCwiTGVmdCI6MC4wLCJSaWdodCI6MC4wLCJCb3R0b20iOjAuMH0sIlBhZGRpbmciOnsiJGlkIjoiNTYxIiwiVG9wIjowLjAsIkxlZnQiOjAuMCwiUmlnaHQiOjAuMCwiQm90dG9tIjowLjB9LCJCYWNrZ3JvdW5kIjp7IiRpZCI6IjU2MiIsIkNvbG9yIjp7IiRpZCI6IjU2MyIsIkEiOjI1NSwiUiI6OCwiRyI6NDksIkIiOjQyfX0sIklzVmlzaWJsZSI6dHJ1ZSwiV2lkdGgiOjAuMCwiSGVpZ2h0IjowLjAsIkJvcmRlclN0eWxlIjp7IiRpZCI6IjU2NCIsIkxpbmVDb2xvciI6eyIkaWQiOiI1NjUiLCIkdHlwZSI6Ik5MUkUuQ29tbW9uLkRvbS5Tb2xpZENvbG9yQnJ1c2gsIE5MUkUuQ29tbW9uIiwiQ29sb3IiOnsiJGlkIjoiNTY2IiwiQSI6MjU1LCJSIjoyNTUsIkciOjAsIkIiOjB9fSwiTGluZVdlaWdodCI6MC4wLCJMaW5lVHlwZSI6MCwiUGFyZW50U3R5bGUiOm51bGx9LCJQYXJlbnRTdHlsZSI6bnVsbH0sIk1hcmdpbiI6eyIkaWQiOiI1NjciLCJUb3AiOjAuMCwiTGVmdCI6MC4wLCJSaWdodCI6MC4wLCJCb3R0b20iOjAuMH0sIlBhZGRpbmciOnsiJGlkIjoiNTY4IiwiVG9wIjowLjAsIkxlZnQiOjAuMCwiUmlnaHQiOjAuMCwiQm90dG9tIjowLjB9LCJCYWNrZ3JvdW5kIjpudWxsLCJJc1Zpc2libGUiOnRydWUsIldpZHRoIjowLjAsIkhlaWdodCI6MC4wLCJCb3JkZXJTdHlsZSI6bnVsbCwiUGFyZW50U3R5bGUiOm51bGx9LCJCYWNrZ3JvdW5kU3R5bGUiOnsiJGlkIjoiNTY5IiwiTWFyZ2luIjp7IiRpZCI6IjU3MCIsIlRvcCI6MC4wLCJMZWZ0IjowLjAsIlJpZ2h0IjowLjAsIkJvdHRvbSI6MC4wfSwiUGFkZGluZyI6eyIkaWQiOiI1NzEiLCJUb3AiOjAuMCwiTGVmdCI6MC4wLCJSaWdodCI6MC4wLCJCb3R0b20iOjAuMH0sIkJhY2tncm91bmQiOnsiJGlkIjoiNTcyIiwiQ29sb3IiOnsiJGlkIjoiNTczIiwiQSI6NTEsIlIiOjgsIkciOjQ5LCJCIjo0Mn19LCJJc1Zpc2libGUiOnRydWUsIldpZHRoIjowLjAsIkhlaWdodCI6MC4wLCJCb3JkZXJTdHlsZSI6eyIkaWQiOiI1NzQiLCJMaW5lQ29sb3IiOnsiJGlkIjoiNTc1IiwiJHR5cGUiOiJOTFJFLkNvbW1vbi5Eb20uU29saWRDb2xvckJydXNoLCBOTFJFLkNvbW1vbiIsIkNvbG9yIjp7IiRpZCI6IjU3NiIsIkEiOjI1NSwiUiI6OCwiRyI6NDksIkIiOjQyfX0sIkxpbmVXZWlnaHQiOjAuMCwiTGluZVR5cGUiOjAsIlBhcmVudFN0eWxlIjpudWxsfSwiUGFyZW50U3R5bGUiOm51bGx9LCJJc0Fib3ZlVGltZWJhbmQiOmZhbHNlLCJTcGFjaW5nIjoxMCwiRGVmYXVsdFN3aW1sYW5lVGFza1N0eWxlIjp7IiRpZCI6IjU3NyIsIiR0eXBlIjoiTkxSRS5Db21tb24uRG9tLlN0eWxlcy5FeHBsaWNpdFNldGFibGVUYXNrU3R5bGUsIE5MUkUuQ29tbW9uIiwiU2hhcGUiOjEsIlNoYXBlVGhpY2tuZXNzIjowLCJEdXJhdGlvbkZvcm1hdCI6MCwiSW5jbHVkZU5vbldvcmtpbmdEYXlzSW5EdXJhdGlvbiI6ZmFsc2UsIlBlcmNlbnRhZ2VDb21wbGV0ZVN0eWxlIjp7IiRpZCI6IjU3OCIsIkZvbnRTZXR0aW5ncyI6eyIkaWQiOiI1NzkiLCJGb250U2l6ZSI6MTAsIkZvbnROYW1lIjoiQ2FsaWJyaSIsIklzQm9sZCI6ZmFsc2UsIklzSXRhbGljIjpmYWxzZSwiSXNVbmRlcmxpbmVkIjpmYWxzZSwiUGFyZW50U3R5bGUiOm51bGx9LCJBdXRvU2l6ZSI6MCwiRm9yZWdyb3VuZCI6eyIkaWQiOiI1ODAiLCJDb2xvciI6eyIkaWQiOiI1ODEiLCJBIjoyNTUsIlIiOjE5MiwiRyI6ODAsIkIiOjc3fX0sIk1heFdpZHRoIjoyMDAuMCwiTWF4SGVpZ2h0IjoiSW5maW5pdHkiLCJTbWFydEZvcmVncm91bmRJc0FjdGl2ZSI6ZmFsc2UsIkhvcml6b250YWxBbGlnbm1lbnQiOjAsIlZlcnRpY2FsQWxpZ25tZW50IjowLCJTbWFydEZvcmVncm91bmQiOm51bGwsIkJhY2tncm91bmRGaWxsVHlwZSI6MCwiTWFyZ2luIjp7IiRpZCI6IjU4MiIsIlRvcCI6MC4wLCJMZWZ0IjowLjAsIlJpZ2h0IjowLjAsIkJvdHRvbSI6MC4wfSwiUGFkZGluZyI6eyIkaWQiOiI1ODMiLCJUb3AiOjAuMCwiTGVmdCI6MC4wLCJSaWdodCI6MC4wLCJCb3R0b20iOjAuMH0sIkJhY2tncm91bmQiOnsiJGlkIjoiNTg0IiwiQ29sb3IiOnsiJGlkIjoiNTg1IiwiQSI6ODksIlIiOjAsIkciOjAsIkIiOjB9fSwiSXNWaXNpYmxlIjp0cnVlLCJXaWR0aCI6MC4wLCJIZWlnaHQiOjAuMCwiQm9yZGVyU3R5bGUiOm51bGwsIlBhcmVudFN0eWxlIjpudWxsfSwiRHVyYXRpb25TdHlsZSI6eyIkaWQiOiI1ODYiLCJGb250U2V0dGluZ3MiOnsiJGlkIjoiNTg3IiwiRm9udFNpemUiOjEwLCJGb250TmFtZSI6IkNhbGlicmkiLCJJc0JvbGQiOmZhbHNlLCJJc0l0YWxpYyI6ZmFsc2UsIklzVW5kZXJsaW5lZCI6ZmFsc2UsIlBhcmVudFN0eWxlIjpudWxsfSwiQXV0b1NpemUiOjAsIkZvcmVncm91bmQiOnsiJGlkIjoiNTg4IiwiQ29sb3IiOnsiJGlkIjoiNTg5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NTkwIiwiVG9wIjowLjAsIkxlZnQiOjAuMCwiUmlnaHQiOjAuMCwiQm90dG9tIjowLjB9LCJQYWRkaW5nIjp7IiRpZCI6IjU5MSIsIlRvcCI6MC4wLCJMZWZ0IjowLjAsIlJpZ2h0IjowLjAsIkJvdHRvbSI6MC4wfSwiQmFja2dyb3VuZCI6eyIkaWQiOiI1OTIiLCJDb2xvciI6eyIkaWQiOiI1OTMiLCJBIjowLCJSIjowLCJHIjowLCJCIjowfX0sIklzVmlzaWJsZSI6dHJ1ZSwiV2lkdGgiOjAuMCwiSGVpZ2h0IjowLjAsIkJvcmRlclN0eWxlIjpudWxsLCJQYXJlbnRTdHlsZSI6bnVsbH0sIkhvcml6b250YWxDb25uZWN0b3JTdHlsZSI6eyIkaWQiOiI1OTQiLCJMaW5lQ29sb3IiOnsiJGlkIjoiNTk1IiwiJHR5cGUiOiJOTFJFLkNvbW1vbi5Eb20uU29saWRDb2xvckJydXNoLCBOTFJFLkNvbW1vbiIsIkNvbG9yIjp7IiRpZCI6IjU5NiIsIkEiOjI1NSwiUiI6MjA0LCJHIjoyMDQsIkIiOjIwNH19LCJMaW5lV2VpZ2h0IjoxLjAsIkxpbmVUeXBlIjowLCJQYXJlbnRTdHlsZSI6bnVsbH0sIlZlcnRpY2FsQ29ubmVjdG9yU3R5bGUiOnsiJGlkIjoiNTk3IiwiTGluZUNvbG9yIjp7IiRpZCI6IjU5OCIsIiR0eXBlIjoiTkxSRS5Db21tb24uRG9tLlNvbGlkQ29sb3JCcnVzaCwgTkxSRS5Db21tb24iLCJDb2xvciI6eyIkaWQiOiI1OTkiLCJBIjoyNTUsIlIiOjIwNCwiRyI6MjA0LCJCIjoyMDR9fSwiTGluZVdlaWdodCI6MC4wLCJMaW5lVHlwZSI6MCwiUGFyZW50U3R5bGUiOm51bGx9LCJNYXJnaW4iOm51bGwsIlN0YXJ0RGF0ZVBvc2l0aW9uIjozLCJFbmREYXRlUG9zaXRpb24iOjMsIkRhdGVJc1Zpc2libGUiOnRydWUsIlRpdGxlUG9zaXRpb24iOjIsIkR1cmF0aW9uUG9zaXRpb24iOjYsIlBlcmNlbnRhZ2VDb21wbGV0ZWRQb3NpdGlvbiI6NiwiU3BhY2luZyI6MywiSXNCZWxvd1RpbWViYW5kIjpmYWxzZSwiUGVyY2VudGFnZUNvbXBsZXRlU2hhcGVPcGFjaXR5IjozNSwiQmFzZWxpbmVTdHlsZSI6eyIkaWQiOiI2MDAiLCJTaGFwZVN0eWxlIjp7IiRpZCI6IjYwMSIsIk1hcmdpbiI6eyIkaWQiOiI2MDIiLCJUb3AiOjAuMCwiTGVmdCI6MC4wLCJSaWdodCI6MC4wLCJCb3R0b20iOjAuMH0sIlBhZGRpbmciOnsiJGlkIjoiNjAzIiwiVG9wIjowLjAsIkxlZnQiOjAuMCwiUmlnaHQiOjAuMCwiQm90dG9tIjowLjB9LCJCYWNrZ3JvdW5kIjp7IiRpZCI6IjYwNCIsIkNvbG9yIjp7IiRpZCI6IjYwNSIsIkEiOjE1MywiUiI6MCwiRyI6MCwiQiI6MH19LCJJc1Zpc2libGUiOnRydWUsIldpZHRoIjowLjAsIkhlaWdodCI6MC4wLCJCb3JkZXJTdHlsZSI6eyIkaWQiOiI2MDYiLCJMaW5lQ29sb3IiOm51bGwsIkxpbmVXZWlnaHQiOjAuMCwiTGluZVR5cGUiOjAsIlBhcmVudFN0eWxlIjpudWxsfSwiUGFyZW50U3R5bGUiOm51bGx9LCJNYXJnaW4iOnsiJGlkIjoiNjA3IiwiVG9wIjowLjAsIkxlZnQiOjAuMCwiUmlnaHQiOjAuMCwiQm90dG9tIjowLjB9LCJQYWRkaW5nIjp7IiRpZCI6IjYwOCIsIlRvcCI6MC4wLCJMZWZ0IjowLjAsIlJpZ2h0IjowLjAsIkJvdHRvbSI6MC4wfSwiQmFja2dyb3VuZCI6bnVsbCwiSXNWaXNpYmxlIjp0cnVlLCJXaWR0aCI6MC4wLCJIZWlnaHQiOjAuMCwiQm9yZGVyU3R5bGUiOm51bGwsIlBhcmVudFN0eWxlIjpudWxsfSwiU2hhcGVTdHlsZSI6eyIkaWQiOiI2MDkiLCJNYXJnaW4iOnsiJGlkIjoiNjEwIiwiVG9wIjowLjAsIkxlZnQiOjQuMCwiUmlnaHQiOjQuMCwiQm90dG9tIjowLjB9LCJQYWRkaW5nIjp7IiRpZCI6IjYxMSIsIlRvcCI6MC4wLCJMZWZ0IjowLjAsIlJpZ2h0IjowLjAsIkJvdHRvbSI6MC4wfSwiQmFja2dyb3VuZCI6eyIkaWQiOiI2MTIiLCJDb2xvciI6eyIkaWQiOiI2MTMiLCJBIjoyNTUsIlIiOjgsIkciOjQ5LCJCIjo0Mn19LCJJc1Zpc2libGUiOnRydWUsIldpZHRoIjowLjAsIkhlaWdodCI6MTAuMCwiQm9yZGVyU3R5bGUiOnsiJGlkIjoiNjE0IiwiTGluZUNvbG9yIjp7IiRpZCI6IjYxNSIsIiR0eXBlIjoiTkxSRS5Db21tb24uRG9tLlNvbGlkQ29sb3JCcnVzaCwgTkxSRS5Db21tb24iLCJDb2xvciI6eyIkaWQiOiI2MTYiLCJBIjoyNTUsIlIiOjIzNCwiRyI6MjIsIkIiOjMwfX0sIkxpbmVXZWlnaHQiOjAuMCwiTGluZVR5cGUiOjAsIlBhcmVudFN0eWxlIjpudWxsfSwiUGFyZW50U3R5bGUiOm51bGx9LCJUaXRsZVN0eWxlIjp7IiRpZCI6IjYxNyIsIkZvbnRTZXR0aW5ncyI6eyIkaWQiOiI2MTgiLCJGb250U2l6ZSI6MTEsIkZvbnROYW1lIjoiQm9laHJpbmdlciBGb3J3YXJkIFRleHQiLCJJc0JvbGQiOmZhbHNlLCJJc0l0YWxpYyI6ZmFsc2UsIklzVW5kZXJsaW5lZCI6ZmFsc2UsIlBhcmVudFN0eWxlIjpudWxsfSwiQXV0b1NpemUiOjAsIkZvcmVncm91bmQiOnsiJGlkIjoiNjE5IiwiQ29sb3IiOnsiJGlkIjoiNjIwIiwiQSI6MjU1LCJSIjowLCJHIjowLCJCIjowfX0sIk1heFdpZHRoIjo5NjAuMCwiTWF4SGVpZ2h0IjoiSW5maW5pdHkiLCJTbWFydEZvcmVncm91bmRJc0FjdGl2ZSI6ZmFsc2UsIkhvcml6b250YWxBbGlnbm1lbnQiOjEsIlZlcnRpY2FsQWxpZ25tZW50IjowLCJTbWFydEZvcmVncm91bmQiOm51bGwsIkJhY2tncm91bmRGaWxsVHlwZSI6MCwiTWFyZ2luIjp7IiRpZCI6IjYyMSIsIlRvcCI6MC4wLCJMZWZ0IjowLjAsIlJpZ2h0IjowLjAsIkJvdHRvbSI6MC4wfSwiUGFkZGluZyI6eyIkaWQiOiI2MjIiLCJUb3AiOjAuMCwiTGVmdCI6MC4wLCJSaWdodCI6MC4wLCJCb3R0b20iOjAuMH0sIkJhY2tncm91bmQiOnsiJGlkIjoiNjIzIiwiQ29sb3IiOnsiJGlkIjoiNjI0IiwiQSI6MCwiUiI6MCwiRyI6MCwiQiI6MH19LCJJc1Zpc2libGUiOnRydWUsIldpZHRoIjowLjAsIkhlaWdodCI6MC4wLCJCb3JkZXJTdHlsZSI6bnVsbCwiUGFyZW50U3R5bGUiOm51bGx9LCJEYXRlU3R5bGUiOnsiJGlkIjoiNjI1IiwiRm9udFNldHRpbmdzIjp7IiRpZCI6IjYyNiIsIkZvbnRTaXplIjoxMCwiRm9udE5hbWUiOiJDYWxpYnJpIiwiSXNCb2xkIjpmYWxzZSwiSXNJdGFsaWMiOmZhbHNlLCJJc1VuZGVybGluZWQiOmZhbHNlLCJQYXJlbnRTdHlsZSI6bnVsbH0sIkF1dG9TaXplIjowLCJGb3JlZ3JvdW5kIjp7IiRpZCI6IjYyNyIsIkNvbG9yIjp7IiRpZCI6IjYyOC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NjI5IiwiVG9wIjowLjAsIkxlZnQiOjAuMCwiUmlnaHQiOjAuMCwiQm90dG9tIjowLjB9LCJQYWRkaW5nIjp7IiRpZCI6IjYzMCIsIlRvcCI6MC4wLCJMZWZ0IjowLjAsIlJpZ2h0IjowLjAsIkJvdHRvbSI6MC4wfSwiQmFja2dyb3VuZCI6eyIkaWQiOiI2MzEiLCJDb2xvciI6eyIkaWQiOiI2MzIiLCJBIjowLCJSIjowLCJHIjowLCJCIjowfX0sIklzVmlzaWJsZSI6dHJ1ZSwiV2lkdGgiOjAuMCwiSGVpZ2h0IjowLjAsIkJvcmRlclN0eWxlIjpudWxsLCJQYXJlbnRTdHlsZSI6bnVsbH0sIkRhdGVGb3JtYXQiOnsiJGlkIjoiNjMz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YzNCIsIkZvcm1hdCI6MCwiSXNWaXNpYmxlIjpmYWxzZSwiTGFzdEtub3duVmlzaWJpbGl0eVN0YXRlIjpmYWxzZX0sIklzVmlzaWJsZSI6dHJ1ZSwiUGFyZW50U3R5bGUiOm51bGwsIl9leHBsaWNpdGx5U2V0Ijp7IiRpZCI6IjYzNSIsIlNoYXBlU3R5bGUiOmZhbHNlLCJUaXRsZVN0eWxlIjpmYWxzZSwiRGF0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U3BhY2luZyI6ZmFsc2UsIklzQmVsb3dUaW1lYmFuZCI6ZmFsc2UsIkRhdGVGb3JtYXQiOmZhbHNlLCJXZWVrTnVtYmVyaW5nIjpmYWxzZSwiSXNWaXNpYmxlIjpmYWxzZX19LCJEZWZhdWx0U3dpbWxhbmVNb3RTdHlsZSI6eyIkaWQiOiI2MzYiLCJTaGFwZSI6MiwiQ29ubmVjdG9yTWFyZ2luIjp7IiRpZCI6IjYzNyIsIlRvcCI6MC4wLCJMZWZ0IjoyLjAsIlJpZ2h0IjoyLjAsIkJvdHRvbSI6MC4wfSwiQ29ubmVjdG9yU3R5bGUiOnsiJGlkIjoiNjM4IiwiTGluZUNvbG9yIjp7IiRpZCI6IjYzOSIsIiR0eXBlIjoiTkxSRS5Db21tb24uRG9tLlNvbGlkQ29sb3JCcnVzaCwgTkxSRS5Db21tb24iLCJDb2xvciI6eyIkaWQiOiI2NDAiLCJBIjoxMjcsIlIiOjc5LCJHIjoxMjksIkIiOjE4OX19LCJMaW5lV2VpZ2h0IjoxLjAsIkxpbmVUeXBlIjowLCJQYXJlbnRTdHlsZSI6bnVsbH0sIklzQmVsb3dUaW1lYmFuZCI6ZmFsc2UsIlBvc2l0aW9uT25UYXNrIjoxLCJIaWRlRGF0ZSI6ZmFsc2UsIlNoYXBlU2l6ZSI6MSwiU3BhY2luZyI6MC4wLCJQYWRkaW5nIjp7IiRpZCI6IjY0MSIsIlRvcCI6NS4wLCJMZWZ0IjozLjAsIlJpZ2h0IjowLjAsIkJvdHRvbSI6Mi4wfSwiU2hhcGVTdHlsZSI6eyIkaWQiOiI2NDIiLCJNYXJnaW4iOnsiJGlkIjoiNjQzIiwiVG9wIjowLjAsIkxlZnQiOjAuMCwiUmlnaHQiOjAuMCwiQm90dG9tIjowLjB9LCJQYWRkaW5nIjp7IiRpZCI6IjY0NCIsIlRvcCI6MC4wLCJMZWZ0IjowLjAsIlJpZ2h0IjowLjAsIkJvdHRvbSI6MC4wfSwiQmFja2dyb3VuZCI6eyIkaWQiOiI2NDUiLCJDb2xvciI6eyIkaWQiOiI2NDYiLCJBIjoyNTUsIlIiOjgsIkciOjQ5LCJCIjo0Mn19LCJJc1Zpc2libGUiOnRydWUsIldpZHRoIjoxMy4wLCJIZWlnaHQiOjEzLjAsIkJvcmRlclN0eWxlIjp7IiRpZCI6IjY0NyIsIkxpbmVDb2xvciI6eyIkaWQiOiI2NDgiLCIkdHlwZSI6Ik5MUkUuQ29tbW9uLkRvbS5Tb2xpZENvbG9yQnJ1c2gsIE5MUkUuQ29tbW9uIiwiQ29sb3IiOnsiJGlkIjoiNjQ5IiwiQSI6MjU1LCJSIjoyMzQsIkciOjIyLCJCIjozMH19LCJMaW5lV2VpZ2h0IjowLjAsIkxpbmVUeXBlIjowLCJQYXJlbnRTdHlsZSI6bnVsbH0sIlBhcmVudFN0eWxlIjpudWxsfSwiVGl0bGVTdHlsZSI6eyIkaWQiOiI2NTAiLCJGb250U2V0dGluZ3MiOnsiJGlkIjoiNjUxIiwiRm9udFNpemUiOjExLCJGb250TmFtZSI6IkJvZWhyaW5nZXIgRm9yd2FyZCBUZXh0IiwiSXNCb2xkIjp0cnVlLCJJc0l0YWxpYyI6ZmFsc2UsIklzVW5kZXJsaW5lZCI6ZmFsc2UsIlBhcmVudFN0eWxlIjpudWxsfSwiQXV0b1NpemUiOjAsIkZvcmVncm91bmQiOnsiJGlkIjoiNjUyIiwiQ29sb3IiOnsiJGlkIjoiNjUzIiwiQSI6MjU1LCJSIjoyNTUsIkciOjI1NSwiQiI6MjU1fX0sIk1heFdpZHRoIjoyMDAuMCwiTWF4SGVpZ2h0IjoiSW5maW5pdHkiLCJTbWFydEZvcmVncm91bmRJc0FjdGl2ZSI6ZmFsc2UsIkhvcml6b250YWxBbGlnbm1lbnQiOjAsIlZlcnRpY2FsQWxpZ25tZW50IjowLCJTbWFydEZvcmVncm91bmQiOm51bGwsIkJhY2tncm91bmRGaWxsVHlwZSI6MCwiTWFyZ2luIjp7IiRpZCI6IjY1NCIsIlRvcCI6MC4wLCJMZWZ0IjowLjAsIlJpZ2h0IjowLjAsIkJvdHRvbSI6MC4wfSwiUGFkZGluZyI6eyIkaWQiOiI2NTUiLCJUb3AiOjAuMCwiTGVmdCI6MC4wLCJSaWdodCI6MC4wLCJCb3R0b20iOjAuMH0sIkJhY2tncm91bmQiOnsiJGlkIjoiNjU2IiwiQ29sb3IiOnsiJGlkIjoiNjU3IiwiQSI6MCwiUiI6MCwiRyI6MCwiQiI6MH19LCJJc1Zpc2libGUiOnRydWUsIldpZHRoIjowLjAsIkhlaWdodCI6MC4wLCJCb3JkZXJTdHlsZSI6bnVsbCwiUGFyZW50U3R5bGUiOm51bGx9LCJEYXRlU3R5bGUiOnsiJGlkIjoiNjU4IiwiRm9udFNldHRpbmdzIjp7IiRpZCI6IjY1OSIsIkZvbnRTaXplIjoxMCwiRm9udE5hbWUiOiJCb2VocmluZ2VyIEZvcndhcmQgVGV4dCIsIklzQm9sZCI6ZmFsc2UsIklzSXRhbGljIjpmYWxzZSwiSXNVbmRlcmxpbmVkIjpmYWxzZSwiUGFyZW50U3R5bGUiOm51bGx9LCJBdXRvU2l6ZSI6MCwiRm9yZWdyb3VuZCI6eyIkaWQiOiI2NjAiLCJDb2xvciI6eyIkaWQiOiI2NjEiLCJBIjoyNTUsIlIiOjI1NSwiRyI6MjU1LCJCIjoyNTV9fSwiTWF4V2lkdGgiOjIwMC4wLCJNYXhIZWlnaHQiOiJJbmZpbml0eSIsIlNtYXJ0Rm9yZWdyb3VuZElzQWN0aXZlIjpmYWxzZSwiSG9yaXpvbnRhbEFsaWdubWVudCI6MCwiVmVydGljYWxBbGlnbm1lbnQiOjAsIlNtYXJ0Rm9yZWdyb3VuZCI6bnVsbCwiQmFja2dyb3VuZEZpbGxUeXBlIjowLCJNYXJnaW4iOnsiJGlkIjoiNjYyIiwiVG9wIjowLjAsIkxlZnQiOjAuMCwiUmlnaHQiOjAuMCwiQm90dG9tIjowLjB9LCJQYWRkaW5nIjp7IiRpZCI6IjY2MyIsIlRvcCI6MC4wLCJMZWZ0IjowLjAsIlJpZ2h0IjowLjAsIkJvdHRvbSI6MC4wfSwiQmFja2dyb3VuZCI6eyIkaWQiOiI2NjQiLCJDb2xvciI6eyIkaWQiOiI2NjUiLCJBIjowLCJSIjowLCJHIjowLCJCIjowfX0sIklzVmlzaWJsZSI6ZmFsc2UsIldpZHRoIjowLjAsIkhlaWdodCI6MC4wLCJCb3JkZXJTdHlsZSI6bnVsbCwiUGFyZW50U3R5bGUiOm51bGx9LCJEYXRlRm9ybWF0Ijp7IiRpZCI6IjY2N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2NjciLCJGb3JtYXQiOjAsIklzVmlzaWJsZSI6ZmFsc2UsIkxhc3RLbm93blZpc2liaWxpdHlTdGF0ZSI6ZmFsc2V9LCJJc1Zpc2libGUiOnRydWUsIlBhcmVudFN0eWxlIjpudWxsfSwiRGVmYXVsdFN3aW1sYW5lTWlsZXN0b25lU3R5bGUiOnsiJGlkIjoiNjY4IiwiVGl0bGVQb3NpdGlvbiI6IkxlZnQiLCJEYXRlUG9zaXRpb24iOiJMZWZ0IiwiU2hhcGVUeXBlIjoyLCJTaGFwZVNpemUiOjEsIlNwYWNpbmciOjUsIlNoYXBlU3R5bGUiOnsiJGlkIjoiNjY5IiwiTWFyZ2luIjp7IiRpZCI6IjY3MCIsIlRvcCI6MC4wLCJMZWZ0IjowLjAsIlJpZ2h0IjowLjAsIkJvdHRvbSI6MC4wfSwiUGFkZGluZyI6eyIkaWQiOiI2NzEiLCJUb3AiOjAuMCwiTGVmdCI6MC4wLCJSaWdodCI6MC4wLCJCb3R0b20iOjAuMH0sIkJhY2tncm91bmQiOnsiJGlkIjoiNjcyIiwiQ29sb3IiOnsiJGlkIjoiNjczIiwiQSI6MjU1LCJSIjo4LCJHIjo0OSwiQiI6NDJ9fSwiSXNWaXNpYmxlIjp0cnVlLCJXaWR0aCI6MTMuMCwiSGVpZ2h0IjoxMy4wLCJCb3JkZXJTdHlsZSI6eyIkaWQiOiI2NzQiLCJMaW5lQ29sb3IiOnsiJGlkIjoiNjc1IiwiJHR5cGUiOiJOTFJFLkNvbW1vbi5Eb20uU29saWRDb2xvckJydXNoLCBOTFJFLkNvbW1vbiIsIkNvbG9yIjp7IiRpZCI6IjY3NiIsIkEiOjI1NSwiUiI6MjM0LCJHIjoyMiwiQiI6MzB9fSwiTGluZVdlaWdodCI6MC4wLCJMaW5lVHlwZSI6MCwiUGFyZW50U3R5bGUiOm51bGx9LCJQYXJlbnRTdHlsZSI6bnVsbH0sIlRpdGxlU3R5bGUiOnsiJGlkIjoiNjc3IiwiRm9udFNldHRpbmdzIjp7IiRpZCI6IjY3OCIsIkZvbnRTaXplIjoxMSwiRm9udE5hbWUiOiJCb2VocmluZ2VyIEZvcndhcmQgVGV4dCIsIklzQm9sZCI6dHJ1ZSwiSXNJdGFsaWMiOmZhbHNlLCJJc1VuZGVybGluZWQiOmZhbHNlLCJQYXJlbnRTdHlsZSI6bnVsbH0sIkF1dG9TaXplIjowLCJGb3JlZ3JvdW5kIjp7IiRpZCI6IjY3OSIsIkNvbG9yIjp7IiRpZCI6IjY4MCIsIkEiOjI1NSwiUiI6MjU1LCJHIjoyNTUsIkIiOjI1NX19LCJNYXhXaWR0aCI6MjAwLjAsIk1heEhlaWdodCI6IkluZmluaXR5IiwiU21hcnRGb3JlZ3JvdW5kSXNBY3RpdmUiOmZhbHNlLCJIb3Jpem9udGFsQWxpZ25tZW50IjowLCJWZXJ0aWNhbEFsaWdubWVudCI6MCwiU21hcnRGb3JlZ3JvdW5kIjpudWxsLCJCYWNrZ3JvdW5kRmlsbFR5cGUiOjAsIk1hcmdpbiI6eyIkaWQiOiI2ODEiLCJUb3AiOjAuMCwiTGVmdCI6MC4wLCJSaWdodCI6MC4wLCJCb3R0b20iOjAuMH0sIlBhZGRpbmciOnsiJGlkIjoiNjgyIiwiVG9wIjowLjAsIkxlZnQiOjAuMCwiUmlnaHQiOjAuMCwiQm90dG9tIjowLjB9LCJCYWNrZ3JvdW5kIjp7IiRpZCI6IjY4MyIsIkNvbG9yIjp7IiRpZCI6IjY4NCIsIkEiOjAsIlIiOjAsIkciOjAsIkIiOjB9fSwiSXNWaXNpYmxlIjp0cnVlLCJXaWR0aCI6MC4wLCJIZWlnaHQiOjAuMCwiQm9yZGVyU3R5bGUiOm51bGwsIlBhcmVudFN0eWxlIjpudWxsfSwiRGF0ZVN0eWxlIjp7IiRpZCI6IjY4NSIsIkZvbnRTZXR0aW5ncyI6eyIkaWQiOiI2ODYiLCJGb250U2l6ZSI6MTAsIkZvbnROYW1lIjoiQm9laHJpbmdlciBGb3J3YXJkIFRleHQiLCJJc0JvbGQiOmZhbHNlLCJJc0l0YWxpYyI6ZmFsc2UsIklzVW5kZXJsaW5lZCI6ZmFsc2UsIlBhcmVudFN0eWxlIjpudWxsfSwiQXV0b1NpemUiOjAsIkZvcmVncm91bmQiOnsiJGlkIjoiNjg3IiwiQ29sb3IiOnsiJGlkIjoiNjg4IiwiQSI6MjU1LCJSIjoyNTUsIkciOjI1NSwiQiI6MjU1fX0sIk1heFdpZHRoIjoyMDAuMCwiTWF4SGVpZ2h0IjoiSW5maW5pdHkiLCJTbWFydEZvcmVncm91bmRJc0FjdGl2ZSI6ZmFsc2UsIkhvcml6b250YWxBbGlnbm1lbnQiOjAsIlZlcnRpY2FsQWxpZ25tZW50IjowLCJTbWFydEZvcmVncm91bmQiOm51bGwsIkJhY2tncm91bmRGaWxsVHlwZSI6MCwiTWFyZ2luIjp7IiRpZCI6IjY4OSIsIlRvcCI6MC4wLCJMZWZ0IjowLjAsIlJpZ2h0IjowLjAsIkJvdHRvbSI6MC4wfSwiUGFkZGluZyI6eyIkaWQiOiI2OTAiLCJUb3AiOjAuMCwiTGVmdCI6MC4wLCJSaWdodCI6MC4wLCJCb3R0b20iOjAuMH0sIkJhY2tncm91bmQiOnsiJGlkIjoiNjkxIiwiQ29sb3IiOnsiJGlkIjoiNjkyIiwiQSI6MCwiUiI6MCwiRyI6MCwiQiI6MH19LCJJc1Zpc2libGUiOmZhbHNlLCJXaWR0aCI6MC4wLCJIZWlnaHQiOjAuMCwiQm9yZGVyU3R5bGUiOm51bGwsIlBhcmVudFN0eWxlIjpudWxsfSwiRGF0ZUZvcm1hdCI6eyIkaWQiOiI2OTM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jk0IiwiRm9ybWF0IjowLCJJc1Zpc2libGUiOmZhbHNlLCJMYXN0S25vd25WaXNpYmlsaXR5U3RhdGUiOmZhbHNlfSwiSXNWaXNpYmxlIjp0cnVlLCJQYXJlbnRTdHlsZSI6bnVsbH0sIkRlZmF1bHRTd2ltbGFuZUFjdGl2aXR5U3R5bGUiOnsiJGlkIjoiNjk1IiwiSGVhZGVyU3R5bGUiOnsiJGlkIjoiNjk2IiwiVGV4dFN0eWxlIjp7IiRpZCI6IjY5NyIsIkZvbnRTZXR0aW5ncyI6eyIkaWQiOiI2OTgiLCJGb250U2l6ZSI6MTEsIkZvbnROYW1lIjoiQ2FsaWJyaSIsIklzQm9sZCI6ZmFsc2UsIklzSXRhbGljIjpmYWxzZSwiSXNVbmRlcmxpbmVkIjpmYWxzZSwiUGFyZW50U3R5bGUiOm51bGx9LCJBdXRvU2l6ZSI6MiwiRm9yZWdyb3VuZCI6eyIkaWQiOiI2OTkiLCJDb2xvciI6eyIkaWQiOiI3MDAiLCJBIjoyNTUsIlIiOjAsIkciOjAsIkIiOjB9fSwiTWF4V2lkdGgiOjAuMCwiTWF4SGVpZ2h0IjowLjAsIlNtYXJ0Rm9yZWdyb3VuZElzQWN0aXZlIjpmYWxzZSwiSG9yaXpvbnRhbEFsaWdubWVudCI6MCwiVmVydGljYWxBbGlnbm1lbnQiOjAsIlNtYXJ0Rm9yZWdyb3VuZCI6bnVsbCwiQmFja2dyb3VuZEZpbGxUeXBlIjowLCJNYXJnaW4iOnsiJGlkIjoiNzAxIiwiVG9wIjowLjAsIkxlZnQiOjAuMCwiUmlnaHQiOjAuMCwiQm90dG9tIjowLjB9LCJQYWRkaW5nIjp7IiRpZCI6IjcwMiIsIlRvcCI6MC4wLCJMZWZ0IjowLjAsIlJpZ2h0IjowLjAsIkJvdHRvbSI6MC4wfSwiQmFja2dyb3VuZCI6bnVsbCwiSXNWaXNpYmxlIjp0cnVlLCJXaWR0aCI6MC4wLCJIZWlnaHQiOjAuMCwiQm9yZGVyU3R5bGUiOm51bGwsIlBhcmVudFN0eWxlIjpudWxsfSwiUmVjdGFuZ2xlU3R5bGUiOnsiJGlkIjoiNzAzIiwiTWFyZ2luIjp7IiRpZCI6IjcwNCIsIlRvcCI6MC4wLCJMZWZ0IjowLjAsIlJpZ2h0IjowLjAsIkJvdHRvbSI6MC4wfSwiUGFkZGluZyI6eyIkaWQiOiI3MDUiLCJUb3AiOjAuMCwiTGVmdCI6MC4wLCJSaWdodCI6MC4wLCJCb3R0b20iOjAuMH0sIkJhY2tncm91bmQiOnsiJGlkIjoiNzA2IiwiQ29sb3IiOnsiJGlkIjoiNzA3IiwiQSI6NjMsIlIiOjgsIkciOjQ5LCJCIjo0Mn19LCJJc1Zpc2libGUiOnRydWUsIldpZHRoIjowLjAsIkhlaWdodCI6MC4wLCJCb3JkZXJTdHlsZSI6eyIkaWQiOiI3MDgiLCJMaW5lQ29sb3IiOnsiJGlkIjoiNzA5IiwiJHR5cGUiOiJOTFJFLkNvbW1vbi5Eb20uU29saWRDb2xvckJydXNoLCBOTFJFLkNvbW1vbiIsIkNvbG9yIjp7IiRpZCI6IjcxMCIsIkEiOjI1NSwiUiI6MjU1LCJHIjowLCJCIjowfX0sIkxpbmVXZWlnaHQiOjAuMCwiTGluZVR5cGUiOjAsIlBhcmVudFN0eWxlIjpudWxsfSwiUGFyZW50U3R5bGUiOm51bGx9LCJNYXJnaW4iOnsiJGlkIjoiNzExIiwiVG9wIjowLjAsIkxlZnQiOjAuMCwiUmlnaHQiOjAuMCwiQm90dG9tIjowLjB9LCJQYWRkaW5nIjp7IiRpZCI6IjcxMiIsIlRvcCI6MC4wLCJMZWZ0IjowLjAsIlJpZ2h0IjowLjAsIkJvdHRvbSI6MC4wfSwiQmFja2dyb3VuZCI6bnVsbCwiSXNWaXNpYmxlIjp0cnVlLCJXaWR0aCI6MC4wLCJIZWlnaHQiOjAuMCwiQm9yZGVyU3R5bGUiOm51bGwsIlBhcmVudFN0eWxlIjpudWxsfSwiQmFja2dyb3VuZFN0eWxlIjp7IiRpZCI6IjcxMyIsIk1hcmdpbiI6eyIkaWQiOiI3MTQiLCJUb3AiOjAuMCwiTGVmdCI6MC4wLCJSaWdodCI6MC4wLCJCb3R0b20iOjAuMH0sIlBhZGRpbmciOnsiJGlkIjoiNzE1IiwiVG9wIjowLjAsIkxlZnQiOjAuMCwiUmlnaHQiOjAuMCwiQm90dG9tIjowLjB9LCJCYWNrZ3JvdW5kIjp7IiRyZWYiOiI1NzIifSwiSXNWaXNpYmxlIjp0cnVlLCJXaWR0aCI6MC4wLCJIZWlnaHQiOjAuMCwiQm9yZGVyU3R5bGUiOnsiJGlkIjoiNzE2IiwiTGluZUNvbG9yIjp7IiRpZCI6IjcxNyIsIiR0eXBlIjoiTkxSRS5Db21tb24uRG9tLlNvbGlkQ29sb3JCcnVzaCwgTkxSRS5Db21tb24iLCJDb2xvciI6eyIkaWQiOiI3MTgiLCJBIjoyNTUsIlIiOjIzNCwiRyI6MjIsIkIiOjMwfX0sIkxpbmVXZWlnaHQiOjAuMCwiTGluZVR5cGUiOjAsIlBhcmVudFN0eWxlIjpudWxsfSwiUGFyZW50U3R5bGUiOm51bGx9LCJNYXJnaW4iOnsiJGlkIjoiNzE5IiwiVG9wIjowLjAsIkxlZnQiOjAuMCwiUmlnaHQiOjAuMCwiQm90dG9tIjowLjB9LCJQYWRkaW5nIjp7IiRpZCI6IjcyMCIsIlRvcCI6MC4wLCJMZWZ0IjowLjAsIlJpZ2h0IjowLjAsIkJvdHRvbSI6MC4wfSwiSXNWaXNpYmxlIjp0cnVlLCJXaWR0aCI6MC4wLCJIZWlnaHQiOjAuMCwiQm9yZGVyU3R5bGUiOm51bGwsIlBhcmVudFN0eWxlIjpudWxsfSwiTWFyZ2luIjp7IiRpZCI6IjcyMSIsIlRvcCI6MC4wLCJMZWZ0IjowLjAsIlJpZ2h0IjowLjAsIkJvdHRvbSI6MC4wfSwiUGFkZGluZyI6eyIkaWQiOiI3MjIiLCJUb3AiOjAuMCwiTGVmdCI6MC4wLCJSaWdodCI6MC4wLCJCb3R0b20iOjAuMH0sIklzVmlzaWJsZSI6ZmFsc2UsIldpZHRoIjowLjAsIkhlaWdodCI6MC4wLCJCb3JkZXJTdHlsZSI6eyIkaWQiOiI3MjMiLCJMaW5lQ29sb3IiOm51bGwsIkxpbmVXZWlnaHQiOjAuMCwiTGluZVR5cGUiOjAsIlBhcmVudFN0eWxlIjpudWxsfSwiUGFyZW50U3R5bGUiOm51bGx9fSx7IiRpZCI6IjcyNCIsIl9hY3Rpdml0aWVzIjpbeyIkaWQiOiI3MjUiLCJfcm93cyI6W3siJGlkIjoiNzI2IiwiX3Rhc2tzIjpbeyIkaWQiOiI3MjciLCJfYXR0YWNoZWRNaWxlc3RvbmVzIjpbeyIkaWQiOiI3MjgiLCJEYXRlIjoiMjAyNy0wNS0xNlQwODowMDowMCIsIlN0eWxlIjp7IiRpZCI6IjcyOSIsIlNoYXBlIjoxNCwiQ29ubmVjdG9yTWFyZ2luIjp7IiRpZCI6IjczMCIsIlRvcCI6MC4wLCJMZWZ0IjoyLjAsIlJpZ2h0IjoyLjAsIkJvdHRvbSI6MC4wfSwiQ29ubmVjdG9yU3R5bGUiOnsiJGlkIjoiNzMxIiwiTGluZUNvbG9yIjp7IiRpZCI6IjczMiIsIiR0eXBlIjoiTkxSRS5Db21tb24uRG9tLlNvbGlkQ29sb3JCcnVzaCwgTkxSRS5Db21tb24iLCJDb2xvciI6eyIkaWQiOiI3MzMiLCJBIjoxMjcsIlIiOjAsIkciOjIyOCwiQiI6MTI0fX0sIkxpbmVXZWlnaHQiOjEuMCwiTGluZVR5cGUiOjAsIlBhcmVudFN0eWxlIjpudWxsfSwiSXNCZWxvd1RpbWViYW5kIjp0cnVlLCJQb3NpdGlvbk9uVGFzayI6MiwiSGlkZURhdGUiOmZhbHNlLCJTaGFwZVNpemUiOjAsIlNwYWNpbmciOjAuMCwiUGFkZGluZyI6eyIkaWQiOiI3MzQiLCJUb3AiOjUuMCwiTGVmdCI6My4wLCJSaWdodCI6MC4wLCJCb3R0b20iOjIuMH0sIlNoYXBlU3R5bGUiOnsiJGlkIjoiNzM1IiwiTWFyZ2luIjp7IiRyZWYiOiI3NSJ9LCJQYWRkaW5nIjp7IiRyZWYiOiI3NiJ9LCJCYWNrZ3JvdW5kIjp7IiRpZCI6IjczNiIsIkNvbG9yIjp7IiRpZCI6IjczNyIsIkEiOjI1NSwiUiI6MCwiRyI6MjI4LCJCIjoxMjR9fSwiSXNWaXNpYmxlIjp0cnVlLCJXaWR0aCI6MTIuMCwiSGVpZ2h0IjoxNC4wLCJCb3JkZXJTdHlsZSI6eyIkaWQiOiI3MzgiLCJMaW5lQ29sb3IiOnsiJHJlZiI6IjExMyJ9LCJMaW5lV2VpZ2h0IjoxLjUsIkxpbmVUeXBlIjowLCJQYXJlbnRTdHlsZSI6bnVsbH0sIlBhcmVudFN0eWxlIjpudWxsfSwiVGl0bGVTdHlsZSI6eyIkaWQiOiI3MzkiLCJGb250U2V0dGluZ3MiOnsiJGlkIjoiNzQwIiwiRm9udFNpemUiOjExLCJGb250TmFtZSI6IkJvZWhyaW5nZXIgRm9yd2FyZCBUZXh0IiwiSXNCb2xkIjp0cnVlLCJJc0l0YWxpYyI6ZmFsc2UsIklzVW5kZXJsaW5lZCI6ZmFsc2UsIlBhcmVudFN0eWxlIjpudWxsfSwiQXV0b1NpemUiOjAsIkZvcmVncm91bmQiOnsiJGlkIjoiNzQxIiwiQ29sb3IiOnsiJGlkIjoiNzQyIiwiQSI6MjU1LCJSIjo4LCJHIjo0OSwiQiI6NDJ9fSwiTWF4V2lkdGgiOjIwMC4wLCJNYXhIZWlnaHQiOiJJbmZpbml0eSIsIlNtYXJ0Rm9yZWdyb3VuZElzQWN0aXZlIjpmYWxzZSwiSG9yaXpvbnRhbEFsaWdubWVudCI6MSwiVmVydGljYWxBbGlnbm1lbnQiOjAsIlNtYXJ0Rm9yZWdyb3VuZCI6bnVsbCwiQmFja2dyb3VuZEZpbGxUeXBlIjowLCJNYXJnaW4iOnsiJHJlZiI6Ijg2In0sIlBhZGRpbmciOnsiJHJlZiI6Ijg3In0sIkJhY2tncm91bmQiOnsiJGlkIjoiNzQzIiwiQ29sb3IiOnsiJGlkIjoiNzQ0IiwiQSI6MCwiUiI6MjU1LCJHIjoyNTUsIkIiOjI1NX19LCJJc1Zpc2libGUiOnRydWUsIldpZHRoIjowLjAsIkhlaWdodCI6MC4wLCJCb3JkZXJTdHlsZSI6eyIkaWQiOiI3NDUiLCJMaW5lQ29sb3IiOm51bGwsIkxpbmVXZWlnaHQiOjAuMCwiTGluZVR5cGUiOjAsIlBhcmVudFN0eWxlIjpudWxsfSwiUGFyZW50U3R5bGUiOm51bGx9LCJEYXRlU3R5bGUiOnsiJGlkIjoiNzQ2IiwiRm9udFNldHRpbmdzIjp7IiRpZCI6Ijc0NyIsIkZvbnRTaXplIjoxMCwiRm9udE5hbWUiOiJCb2VocmluZ2VyIEZvcndhcmQgVGV4dCIsIklzQm9sZCI6ZmFsc2UsIklzSXRhbGljIjpmYWxzZSwiSXNVbmRlcmxpbmVkIjpmYWxzZSwiUGFyZW50U3R5bGUiOm51bGx9LCJBdXRvU2l6ZSI6MCwiRm9yZWdyb3VuZCI6eyIkaWQiOiI3NDgiLCJDb2xvciI6eyIkaWQiOiI3NDkiLCJBIjoyNTUsIlIiOjgsIkciOjQ5LCJCIjo0Mn19LCJNYXhXaWR0aCI6MjAwLjAsIk1heEhlaWdodCI6IkluZmluaXR5IiwiU21hcnRGb3JlZ3JvdW5kSXNBY3RpdmUiOmZhbHNlLCJIb3Jpem9udGFsQWxpZ25tZW50IjoyLCJWZXJ0aWNhbEFsaWdubWVudCI6MCwiU21hcnRGb3JlZ3JvdW5kIjpudWxsLCJCYWNrZ3JvdW5kRmlsbFR5cGUiOjAsIk1hcmdpbiI6eyIkcmVmIjoiOTQifSwiUGFkZGluZyI6eyIkcmVmIjoiOTUifSwiQmFja2dyb3VuZCI6eyIkaWQiOiI3NTAiLCJDb2xvciI6eyIkaWQiOiI3NTEiLCJBIjowLCJSIjoyNTUsIkciOjI1NSwiQiI6MjU1fX0sIklzVmlzaWJsZSI6ZmFsc2UsIldpZHRoIjowLjAsIkhlaWdodCI6MC4wLCJCb3JkZXJTdHlsZSI6eyIkaWQiOiI3NTIiLCJMaW5lQ29sb3IiOm51bGwsIkxpbmVXZWlnaHQiOjAuMCwiTGluZVR5cGUiOjAsIlBhcmVudFN0eWxlIjpudWxsfSwiUGFyZW50U3R5bGUiOm51bGx9LCJEYXRlRm9ybWF0Ijp7IiRyZWYiOiIxMjkifSwiV2Vla051bWJlcmluZyI6eyIkaWQiOiI3NTMiLCJGb3JtYXQiOjAsIklzVmlzaWJsZSI6ZmFsc2UsIkxhc3RLbm93blZpc2liaWxpdHlTdGF0ZSI6ZmFsc2V9LCJJc1Zpc2libGUiOnRydWUsIlBhcmVudFN0eWxlIjpudWxsfSwiSW5kZXgiOjEwLCJQZXJjZW50YWdlQ29tcGxldGUiOm51bGwsIlBvc2l0aW9uIjp7IlJhdGlvIjowLjAsIklzQ3VzdG9tIjpmYWxzZX0sIkRhdGVGb3JtYXQiOnsiJHJlZiI6IjEyOSJ9LCJXZWVrTnVtYmVyaW5nIjp7IiRpZCI6Ijc1NCIsIkZvcm1hdCI6MCwiSXNWaXNpYmxlIjpmYWxzZSwiTGFzdEtub3duVmlzaWJpbGl0eVN0YXRlIjpmYWxzZX0sIlJlbGF0ZWRUYXNrSWQiOiJlNzg1NzE4Yi1hZGYyLTQ0YTMtOTViYi1hZGE5MTVhZjY5MWEiLCJJZCI6IjQ0YjY3NTQ4LTI5YTUtNDhiMy1hYmJhLTYxZDFlNzY2ODljMyIsIkltcG9ydElkIjpudWxsLCJUaXRsZSI6IlJvRkQiLCJOb3RlIjpudWxsLCJIeXBlcmxpbmsiOnsiJGlkIjoiNzU1IiwiQWRkcmVzcyI6IiIsIlN1YkFkZHJlc3MiOiIifSwiSXNDaGFuZ2VkIjpmYWxzZSwiSXNOZXciOmZhbHNlfV0sIlRhc2tEZWZpbml0aW9uIjp7IiRpZCI6Ijc1NiIsIkdyb3VwTmFtZSI6bnVsbCwiU3RhcnREYXRlIjoiMjAyNC0wNi0xMFQxMDowMDowMCIsIkVuZERhdGUiOiIyMDI3LTA3LTI1VDEwOjAwOjAwIiwiUGVyY2VudGFnZUNvbXBsZXRlIjpudWxsLCJTdHlsZSI6eyIkaWQiOiI3NTciLCJTaGFwZSI6MywiU2hhcGVUaGlja25lc3MiOjAsIkR1cmF0aW9uRm9ybWF0IjowLCJJbmNsdWRlTm9uV29ya2luZ0RheXNJbkR1cmF0aW9uIjpmYWxzZSwiUGVyY2VudGFnZUNvbXBsZXRlU3R5bGUiOnsiJGlkIjoiNzU4IiwiRm9udFNldHRpbmdzIjp7IiRpZCI6Ijc1OSIsIkZvbnRTaXplIjoxMCwiRm9udE5hbWUiOiJDYWxpYnJpIiwiSXNCb2xkIjpmYWxzZSwiSXNJdGFsaWMiOmZhbHNlLCJJc1VuZGVybGluZWQiOmZhbHNlLCJQYXJlbnRTdHlsZSI6bnVsbH0sIkF1dG9TaXplIjowLCJGb3JlZ3JvdW5kIjp7IiRpZCI6Ijc2MCIsIkNvbG9yIjp7IiRpZCI6Ijc2MS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c2MiIsIlRvcCI6MC4wLCJMZWZ0IjowLjAsIlJpZ2h0IjowLjAsIkJvdHRvbSI6MC4wfSwiUGFkZGluZyI6eyIkaWQiOiI3NjMiLCJUb3AiOjAuMCwiTGVmdCI6MC4wLCJSaWdodCI6MC4wLCJCb3R0b20iOjAuMH0sIkJhY2tncm91bmQiOnsiJGlkIjoiNzY0IiwiQ29sb3IiOnsiJGlkIjoiNzY1IiwiQSI6ODksIlIiOjAsIkciOjAsIkIiOjB9fSwiSXNWaXNpYmxlIjp0cnVlLCJXaWR0aCI6MC4wLCJIZWlnaHQiOjAuMCwiQm9yZGVyU3R5bGUiOnsiJGlkIjoiNzY2IiwiTGluZUNvbG9yIjpudWxsLCJMaW5lV2VpZ2h0IjowLjAsIkxpbmVUeXBlIjowLCJQYXJlbnRTdHlsZSI6bnVsbH0sIlBhcmVudFN0eWxlIjpudWxsfSwiRHVyYXRpb25TdHlsZSI6eyIkaWQiOiI3NjciLCJGb250U2V0dGluZ3MiOnsiJGlkIjoiNzY4IiwiRm9udFNpemUiOjEwLCJGb250TmFtZSI6IkNhbGlicmkiLCJJc0JvbGQiOmZhbHNlLCJJc0l0YWxpYyI6ZmFsc2UsIklzVW5kZXJsaW5lZCI6ZmFsc2UsIlBhcmVudFN0eWxlIjpudWxsfSwiQXV0b1NpemUiOjAsIkZvcmVncm91bmQiOnsiJGlkIjoiNzY5IiwiQ29sb3IiOnsiJGlkIjoiNzcw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NzcxIiwiVG9wIjowLjAsIkxlZnQiOjAuMCwiUmlnaHQiOjAuMCwiQm90dG9tIjowLjB9LCJQYWRkaW5nIjp7IiRpZCI6Ijc3MiIsIlRvcCI6MC4wLCJMZWZ0IjowLjAsIlJpZ2h0IjowLjAsIkJvdHRvbSI6MC4wfSwiQmFja2dyb3VuZCI6eyIkaWQiOiI3NzMiLCJDb2xvciI6eyIkaWQiOiI3NzQiLCJBIjowLCJSIjowLCJHIjowLCJCIjowfX0sIklzVmlzaWJsZSI6dHJ1ZSwiV2lkdGgiOjAuMCwiSGVpZ2h0IjowLjAsIkJvcmRlclN0eWxlIjp7IiRpZCI6Ijc3NSIsIkxpbmVDb2xvciI6bnVsbCwiTGluZVdlaWdodCI6MC4wLCJMaW5lVHlwZSI6MCwiUGFyZW50U3R5bGUiOm51bGx9LCJQYXJlbnRTdHlsZSI6bnVsbH0sIkhvcml6b250YWxDb25uZWN0b3JTdHlsZSI6eyIkaWQiOiI3NzYiLCJMaW5lQ29sb3IiOnsiJGlkIjoiNzc3IiwiJHR5cGUiOiJOTFJFLkNvbW1vbi5Eb20uU29saWRDb2xvckJydXNoLCBOTFJFLkNvbW1vbiIsIkNvbG9yIjp7IiRpZCI6Ijc3OCIsIkEiOjI1NSwiUiI6MjA0LCJHIjoyMDQsIkIiOjIwNH19LCJMaW5lV2VpZ2h0IjoxLjAsIkxpbmVUeXBlIjowLCJQYXJlbnRTdHlsZSI6bnVsbH0sIlZlcnRpY2FsQ29ubmVjdG9yU3R5bGUiOnsiJGlkIjoiNzc5IiwiTGluZUNvbG9yIjp7IiRpZCI6Ijc4MCIsIiR0eXBlIjoiTkxSRS5Db21tb24uRG9tLlNvbGlkQ29sb3JCcnVzaCwgTkxSRS5Db21tb24iLCJDb2xvciI6eyIkaWQiOiI3ODEiLCJBIjoyNTUsIlIiOjIwNCwiRyI6MjA0LCJCIjoyMDR9fSwiTGluZVdlaWdodCI6MC4wLCJMaW5lVHlwZSI6MCwiUGFyZW50U3R5bGUiOm51bGx9LCJNYXJnaW4iOm51bGwsIlN0YXJ0RGF0ZVBvc2l0aW9uIjo2LCJFbmREYXRlUG9zaXRpb24iOjYsIkRhdGVJc1Zpc2libGUiOmZhbHNlLCJUaXRsZVBvc2l0aW9uIjoyLCJEdXJhdGlvblBvc2l0aW9uIjo2LCJQZXJjZW50YWdlQ29tcGxldGVkUG9zaXRpb24iOjYsIlNwYWNpbmciOjMsIklzQmVsb3dUaW1lYmFuZCI6dHJ1ZSwiUGVyY2VudGFnZUNvbXBsZXRlU2hhcGVPcGFjaXR5IjozNSwiQmFzZWxpbmVTdHlsZSI6eyIkaWQiOiI3ODIiLCJTaGFwZVN0eWxlIjp7IiRpZCI6Ijc4MyIsIk1hcmdpbiI6eyIkaWQiOiI3ODQiLCJUb3AiOjAuMCwiTGVmdCI6MC4wLCJSaWdodCI6MC4wLCJCb3R0b20iOjAuMH0sIlBhZGRpbmciOnsiJGlkIjoiNzg1IiwiVG9wIjowLjAsIkxlZnQiOjAuMCwiUmlnaHQiOjAuMCwiQm90dG9tIjowLjB9LCJCYWNrZ3JvdW5kIjp7IiRpZCI6Ijc4NiIsIkNvbG9yIjp7IiRpZCI6Ijc4NyIsIkEiOjE1MywiUiI6MCwiRyI6MCwiQiI6MH19LCJJc1Zpc2libGUiOnRydWUsIldpZHRoIjowLjAsIkhlaWdodCI6MC4wLCJCb3JkZXJTdHlsZSI6eyIkaWQiOiI3ODgiLCJMaW5lQ29sb3IiOm51bGwsIkxpbmVXZWlnaHQiOjAuMCwiTGluZVR5cGUiOjAsIlBhcmVudFN0eWxlIjpudWxsfSwiUGFyZW50U3R5bGUiOm51bGx9LCJNYXJnaW4iOnsiJGlkIjoiNzg5IiwiVG9wIjowLjAsIkxlZnQiOjAuMCwiUmlnaHQiOjAuMCwiQm90dG9tIjowLjB9LCJQYWRkaW5nIjp7IiRpZCI6Ijc5MCIsIlRvcCI6MC4wLCJMZWZ0IjowLjAsIlJpZ2h0IjowLjAsIkJvdHRvbSI6MC4wfSwiQmFja2dyb3VuZCI6bnVsbCwiSXNWaXNpYmxlIjp0cnVlLCJXaWR0aCI6MC4wLCJIZWlnaHQiOjAuMCwiQm9yZGVyU3R5bGUiOm51bGwsIlBhcmVudFN0eWxlIjpudWxsfSwiU2hhcGVTdHlsZSI6eyIkaWQiOiI3OTEiLCJNYXJnaW4iOnsiJGlkIjoiNzkyIiwiVG9wIjowLjAsIkxlZnQiOjQuMCwiUmlnaHQiOjQuMCwiQm90dG9tIjowLjB9LCJQYWRkaW5nIjp7IiRpZCI6Ijc5MyIsIlRvcCI6MC4wLCJMZWZ0IjowLjAsIlJpZ2h0IjowLjAsIkJvdHRvbSI6MC4wfSwiQmFja2dyb3VuZCI6eyIkaWQiOiI3OTQiLCJDb2xvciI6eyIkaWQiOiI3OTUiLCJBIjoyNTUsIlIiOjgsIkciOjQ5LCJCIjo0Mn19LCJJc1Zpc2libGUiOnRydWUsIldpZHRoIjowLjAsIkhlaWdodCI6MTAuMCwiQm9yZGVyU3R5bGUiOnsiJGlkIjoiNzk2IiwiTGluZUNvbG9yIjp7IiRyZWYiOiI0NyJ9LCJMaW5lV2VpZ2h0IjowLjAsIkxpbmVUeXBlIjowLCJQYXJlbnRTdHlsZSI6bnVsbH0sIlBhcmVudFN0eWxlIjpudWxsfSwiVGl0bGVTdHlsZSI6eyIkaWQiOiI3OTciLCJGb250U2V0dGluZ3MiOnsiJGlkIjoiNzk4IiwiRm9udFNpemUiOjExLCJGb250TmFtZSI6IkJvZWhyaW5nZXIgRm9yd2FyZCBUZXh0IiwiSXNCb2xkIjpmYWxzZSwiSXNJdGFsaWMiOmZhbHNlLCJJc1VuZGVybGluZWQiOmZhbHNlLCJQYXJlbnRTdHlsZSI6bnVsbH0sIkF1dG9TaXplIjoyLCJGb3JlZ3JvdW5kIjp7IiRpZCI6Ijc5OSIsIkNvbG9yIjp7IiRpZCI6IjgwMCIsIkEiOjI1NSwiUiI6MjU1LCJHIjoyNTUsIkIiOjI1NX19LCJNYXhXaWR0aCI6MzIwLjExNTc4Mzk2MDM0OTIzLCJNYXhIZWlnaHQiOiJJbmZpbml0eSIsIlNtYXJ0Rm9yZWdyb3VuZElzQWN0aXZlIjpmYWxzZSwiSG9yaXpvbnRhbEFsaWdubWVudCI6MSwiVmVydGljYWxBbGlnbm1lbnQiOjAsIlNtYXJ0Rm9yZWdyb3VuZCI6bnVsbCwiQmFja2dyb3VuZEZpbGxUeXBlIjowLCJNYXJnaW4iOnsiJGlkIjoiODAxIiwiVG9wIjowLjAsIkxlZnQiOjAuMCwiUmlnaHQiOjAuMCwiQm90dG9tIjowLjB9LCJQYWRkaW5nIjp7IiRpZCI6IjgwMiIsIlRvcCI6MC4wLCJMZWZ0IjowLjAsIlJpZ2h0IjowLjAsIkJvdHRvbSI6MC4wfSwiQmFja2dyb3VuZCI6eyIkaWQiOiI4MDMiLCJDb2xvciI6eyIkaWQiOiI4MDQiLCJBIjowLCJSIjoyNTUsIkciOjI1NSwiQiI6MjU1fX0sIklzVmlzaWJsZSI6dHJ1ZSwiV2lkdGgiOjAuMCwiSGVpZ2h0IjowLjAsIkJvcmRlclN0eWxlIjp7IiRpZCI6IjgwNSIsIkxpbmVDb2xvciI6bnVsbCwiTGluZVdlaWdodCI6MC4wLCJMaW5lVHlwZSI6MCwiUGFyZW50U3R5bGUiOm51bGx9LCJQYXJlbnRTdHlsZSI6bnVsbH0sIkRhdGVTdHlsZSI6eyIkaWQiOiI4MDYiLCJGb250U2V0dGluZ3MiOnsiJGlkIjoiODA3IiwiRm9udFNpemUiOjEwLCJGb250TmFtZSI6IkNhbGlicmkiLCJJc0JvbGQiOmZhbHNlLCJJc0l0YWxpYyI6ZmFsc2UsIklzVW5kZXJsaW5lZCI6ZmFsc2UsIlBhcmVudFN0eWxlIjpudWxsfSwiQXV0b1NpemUiOjAsIkZvcmVncm91bmQiOnsiJGlkIjoiODA4IiwiQ29sb3IiOnsiJGlkIjoiODA5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4MTAiLCJUb3AiOjAuMCwiTGVmdCI6MC4wLCJSaWdodCI6MC4wLCJCb3R0b20iOjAuMH0sIlBhZGRpbmciOnsiJGlkIjoiODExIiwiVG9wIjowLjAsIkxlZnQiOjAuMCwiUmlnaHQiOjAuMCwiQm90dG9tIjowLjB9LCJCYWNrZ3JvdW5kIjp7IiRpZCI6IjgxMiIsIkNvbG9yIjp7IiRpZCI6IjgxMyIsIkEiOjAsIlIiOjI1NSwiRyI6MjU1LCJCIjoyNTV9fSwiSXNWaXNpYmxlIjp0cnVlLCJXaWR0aCI6MC4wLCJIZWlnaHQiOjAuMCwiQm9yZGVyU3R5bGUiOnsiJGlkIjoiODE0IiwiTGluZUNvbG9yIjpudWxsLCJMaW5lV2VpZ2h0IjowLjAsIkxpbmVUeXBlIjowLCJQYXJlbnRTdHlsZSI6bnVsbH0sIlBhcmVudFN0eWxlIjpudWxsfSwiRGF0ZUZvcm1hdCI6eyIkcmVmIjoiNjcifSwiV2Vla051bWJlcmluZyI6eyIkaWQiOiI4MTUiLCJGb3JtYXQiOjAsIklzVmlzaWJsZSI6ZmFsc2UsIkxhc3RLbm93blZpc2liaWxpdHlTdGF0ZSI6ZmFsc2V9LCJJc1Zpc2libGUiOnRydWUsIlBhcmVudFN0eWxlIjpudWxsfSwiSW5kZXgiOjAsIlNtYXJ0RHVyYXRpb25BY3RpdmF0ZWQiOmZhbHNlLCJEYXRlRm9ybWF0Ijp7IiRyZWYiOiI2NyJ9LCJXZWVrTnVtYmVyaW5nIjp7IiRpZCI6IjgxNiIsIkZvcm1hdCI6MCwiSXNWaXNpYmxlIjpmYWxzZSwiTGFzdEtub3duVmlzaWJpbGl0eVN0YXRlIjpmYWxzZX0sIkJhc2VsaW5lRGF0YSI6eyIkaWQiOiI4MTciLCJTdGFydERhdGUiOiIyMDI0LTA2LTEwVDEwOjAwOjAwIiwiRW5kRGF0ZSI6IjIwMjctMDctMjVUMTA6MDA6MDAifSwiSWQiOiJlNzg1NzE4Yi1hZGYyLTQ0YTMtOTViYi1hZGE5MTVhZjY5MWEiLCJJbXBvcnRJZCI6bnVsbCwiVGl0bGUiOiJCZWFtaW9uIEJDR0MtMSBQaCBJYi9JSSBkb3NlIGVzY2FsICYgb3B0aS4iLCJOb3RlIjpudWxsLCJIeXBlcmxpbmsiOnsiJGlkIjoiODE4IiwiQWRkcmVzcyI6bnVsbCwiU3ViQWRkcmVzcyI6bnVsbH0sIklzQ2hhbmdlZCI6ZmFsc2UsIklzTmV3IjpmYWxzZX19LHsiJGlkIjoiODE5IiwiX2F0dGFjaGVkTWlsZXN0b25lcyI6W3siJGlkIjoiODIwIiwiRGF0ZSI6IjIwMjgtMDktMDJUMDg6MDA6MDAiLCJTdHlsZSI6eyIkaWQiOiI4MjEiLCJTaGFwZSI6MSwiQ29ubmVjdG9yTWFyZ2luIjp7IiRpZCI6IjgyMiIsIlRvcCI6MC4wLCJMZWZ0IjoyLjAsIlJpZ2h0IjoyLjAsIkJvdHRvbSI6MC4wfSwiQ29ubmVjdG9yU3R5bGUiOnsiJGlkIjoiODIzIiwiTGluZUNvbG9yIjp7IiRpZCI6IjgyNCIsIiR0eXBlIjoiTkxSRS5Db21tb24uRG9tLlNvbGlkQ29sb3JCcnVzaCwgTkxSRS5Db21tb24iLCJDb2xvciI6eyIkaWQiOiI4MjUiLCJBIjoxMjcsIlIiOjAsIkciOjIyOCwiQiI6MTI0fX0sIkxpbmVXZWlnaHQiOjEuMCwiTGluZVR5cGUiOjAsIlBhcmVudFN0eWxlIjpudWxsfSwiSXNCZWxvd1RpbWViYW5kIjp0cnVlLCJQb3NpdGlvbk9uVGFzayI6MiwiSGlkZURhdGUiOmZhbHNlLCJTaGFwZVNpemUiOjAsIlNwYWNpbmciOjAuMCwiUGFkZGluZyI6eyIkaWQiOiI4MjYiLCJUb3AiOjUuMCwiTGVmdCI6My4wLCJSaWdodCI6MC4wLCJCb3R0b20iOjIuMH0sIlNoYXBlU3R5bGUiOnsiJGlkIjoiODI3IiwiTWFyZ2luIjp7IiRyZWYiOiIxNDEifSwiUGFkZGluZyI6eyIkcmVmIjoiMTQyIn0sIkJhY2tncm91bmQiOnsiJGlkIjoiODI4IiwiQ29sb3IiOnsiJGlkIjoiODI5IiwiQSI6MjU1LCJSIjowLCJHIjoyMjgsIkIiOjEyNH19LCJJc1Zpc2libGUiOnRydWUsIldpZHRoIjoxMi4wLCJIZWlnaHQiOjE0LjAsIkJvcmRlclN0eWxlIjp7IiRpZCI6IjgzMCIsIkxpbmVDb2xvciI6eyIkaWQiOiI4MzEiLCIkdHlwZSI6Ik5MUkUuQ29tbW9uLkRvbS5Tb2xpZENvbG9yQnJ1c2gsIE5MUkUuQ29tbW9uIiwiQ29sb3IiOnsiJGlkIjoiODMyIiwiQSI6MjU1LCJSIjo4LCJHIjo0OSwiQiI6NDJ9fSwiTGluZVdlaWdodCI6MS41LCJMaW5lVHlwZSI6MCwiUGFyZW50U3R5bGUiOm51bGx9LCJQYXJlbnRTdHlsZSI6bnVsbH0sIlRpdGxlU3R5bGUiOnsiJGlkIjoiODMzIiwiRm9udFNldHRpbmdzIjp7IiRpZCI6IjgzNCIsIkZvbnRTaXplIjoxMSwiRm9udE5hbWUiOiJCb2VocmluZ2VyIEZvcndhcmQgVGV4dCIsIklzQm9sZCI6dHJ1ZSwiSXNJdGFsaWMiOmZhbHNlLCJJc1VuZGVybGluZWQiOmZhbHNlLCJQYXJlbnRTdHlsZSI6bnVsbH0sIkF1dG9TaXplIjowLCJGb3JlZ3JvdW5kIjp7IiRpZCI6IjgzNSIsIkNvbG9yIjp7IiRpZCI6IjgzNiIsIkEiOjI1NSwiUiI6OCwiRyI6NDksIkIiOjQyfX0sIk1heFdpZHRoIjoyMDAuMCwiTWF4SGVpZ2h0IjoiSW5maW5pdHkiLCJTbWFydEZvcmVncm91bmRJc0FjdGl2ZSI6ZmFsc2UsIkhvcml6b250YWxBbGlnbm1lbnQiOjEsIlZlcnRpY2FsQWxpZ25tZW50IjowLCJTbWFydEZvcmVncm91bmQiOm51bGwsIkJhY2tncm91bmRGaWxsVHlwZSI6MCwiTWFyZ2luIjp7IiRyZWYiOiIxNTAifSwiUGFkZGluZyI6eyIkcmVmIjoiMTUxIn0sIkJhY2tncm91bmQiOnsiJGlkIjoiODM3IiwiQ29sb3IiOnsiJGlkIjoiODM4IiwiQSI6MCwiUiI6MjU1LCJHIjoyNTUsIkIiOjI1NX19LCJJc1Zpc2libGUiOnRydWUsIldpZHRoIjowLjAsIkhlaWdodCI6MC4wLCJCb3JkZXJTdHlsZSI6eyIkaWQiOiI4MzkiLCJMaW5lQ29sb3IiOm51bGwsIkxpbmVXZWlnaHQiOjAuMCwiTGluZVR5cGUiOjAsIlBhcmVudFN0eWxlIjpudWxsfSwiUGFyZW50U3R5bGUiOm51bGx9LCJEYXRlU3R5bGUiOnsiJGlkIjoiODQwIiwiRm9udFNldHRpbmdzIjp7IiRpZCI6Ijg0MSIsIkZvbnRTaXplIjoxMCwiRm9udE5hbWUiOiJCb2VocmluZ2VyIEZvcndhcmQgVGV4dCIsIklzQm9sZCI6ZmFsc2UsIklzSXRhbGljIjpmYWxzZSwiSXNVbmRlcmxpbmVkIjpmYWxzZSwiUGFyZW50U3R5bGUiOm51bGx9LCJBdXRvU2l6ZSI6MCwiRm9yZWdyb3VuZCI6eyIkaWQiOiI4NDIiLCJDb2xvciI6eyIkaWQiOiI4NDMiLCJBIjoyNTUsIlIiOjgsIkciOjQ5LCJCIjo0Mn19LCJNYXhXaWR0aCI6MjAwLjAsIk1heEhlaWdodCI6IkluZmluaXR5IiwiU21hcnRGb3JlZ3JvdW5kSXNBY3RpdmUiOmZhbHNlLCJIb3Jpem9udGFsQWxpZ25tZW50IjoyLCJWZXJ0aWNhbEFsaWdubWVudCI6MCwiU21hcnRGb3JlZ3JvdW5kIjpudWxsLCJCYWNrZ3JvdW5kRmlsbFR5cGUiOjAsIk1hcmdpbiI6eyIkcmVmIjoiMTU5In0sIlBhZGRpbmciOnsiJHJlZiI6IjE2MCJ9LCJCYWNrZ3JvdW5kIjp7IiRpZCI6Ijg0NCIsIkNvbG9yIjp7IiRpZCI6Ijg0NSIsIkEiOjAsIlIiOjI1NSwiRyI6MjU1LCJCIjoyNTV9fSwiSXNWaXNpYmxlIjpmYWxzZSwiV2lkdGgiOjAuMCwiSGVpZ2h0IjowLjAsIkJvcmRlclN0eWxlIjp7IiRpZCI6Ijg0NiIsIkxpbmVDb2xvciI6bnVsbCwiTGluZVdlaWdodCI6MC4wLCJMaW5lVHlwZSI6MCwiUGFyZW50U3R5bGUiOm51bGx9LCJQYXJlbnRTdHlsZSI6bnVsbH0sIkRhdGVGb3JtYXQiOnsiJGlkIjoiODQ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g0OCIsIkZvcm1hdCI6MCwiSXNWaXNpYmxlIjpmYWxzZSwiTGFzdEtub3duVmlzaWJpbGl0eVN0YXRlIjpmYWxzZX0sIklzVmlzaWJsZSI6dHJ1ZSwiUGFyZW50U3R5bGUiOm51bGx9LCJJbmRleCI6MTEsIlBlcmNlbnRhZ2VDb21wbGV0ZSI6bnVsbCwiUG9zaXRpb24iOnsiUmF0aW8iOjAuMCwiSXNDdXN0b20iOmZhbHNlfSwiRGF0ZUZvcm1hdCI6eyIkcmVmIjoiODQ3In0sIldlZWtOdW1iZXJpbmciOnsiJGlkIjoiODQ5IiwiRm9ybWF0IjowLCJJc1Zpc2libGUiOmZhbHNlLCJMYXN0S25vd25WaXNpYmlsaXR5U3RhdGUiOmZhbHNlfSwiUmVsYXRlZFRhc2tJZCI6IjEzYTM3ZmVmLWVmZTgtNDhiZi05ZGRmLWU0ZWQ5OGM0YzI4YSIsIklkIjoiZThmODIzMzYtYzgwNy00MjAxLWJmMTMtZmE4NTIyYTViNjdjIiwiSW1wb3J0SWQiOm51bGwsIlRpdGxlIjoiUEEiLCJOb3RlIjpudWxsLCJIeXBlcmxpbmsiOnsiJGlkIjoiODUwIiwiQWRkcmVzcyI6IiIsIlN1YkFkZHJlc3MiOiIifSwiSXNDaGFuZ2VkIjpmYWxzZSwiSXNOZXciOmZhbHNlfV0sIlRhc2tEZWZpbml0aW9uIjp7IiRpZCI6Ijg1MSIsIkdyb3VwTmFtZSI6bnVsbCwiU3RhcnREYXRlIjoiMjAyNy0wOC0yMFQxMDowMDowMFoiLCJFbmREYXRlIjoiMjAyOS0wMy0xN1QxMDowMDowMCIsIlBlcmNlbnRhZ2VDb21wbGV0ZSI6bnVsbCwiU3R5bGUiOnsiJGlkIjoiODUyIiwiU2hhcGUiOjMsIlNoYXBlVGhpY2tuZXNzIjowLCJEdXJhdGlvbkZvcm1hdCI6MCwiSW5jbHVkZU5vbldvcmtpbmdEYXlzSW5EdXJhdGlvbiI6ZmFsc2UsIlBlcmNlbnRhZ2VDb21wbGV0ZVN0eWxlIjp7IiRpZCI6Ijg1MyIsIkZvbnRTZXR0aW5ncyI6eyIkaWQiOiI4NTQiLCJGb250U2l6ZSI6MTAsIkZvbnROYW1lIjoiQ2FsaWJyaSIsIklzQm9sZCI6ZmFsc2UsIklzSXRhbGljIjpmYWxzZSwiSXNVbmRlcmxpbmVkIjpmYWxzZSwiUGFyZW50U3R5bGUiOm51bGx9LCJBdXRvU2l6ZSI6MCwiRm9yZWdyb3VuZCI6eyIkcmVmIjoiMTAifSwiTWF4V2lkdGgiOjIwMC4wLCJNYXhIZWlnaHQiOiJJbmZpbml0eSIsIlNtYXJ0Rm9yZWdyb3VuZElzQWN0aXZlIjpmYWxzZSwiSG9yaXpvbnRhbEFsaWdubWVudCI6MCwiVmVydGljYWxBbGlnbm1lbnQiOjAsIlNtYXJ0Rm9yZWdyb3VuZCI6bnVsbCwiQmFja2dyb3VuZEZpbGxUeXBlIjowLCJNYXJnaW4iOnsiJHJlZiI6IjEyIn0sIlBhZGRpbmciOnsiJHJlZiI6IjEzIn0sIkJhY2tncm91bmQiOnsiJHJlZiI6IjE0In0sIklzVmlzaWJsZSI6dHJ1ZSwiV2lkdGgiOjAuMCwiSGVpZ2h0IjowLjAsIkJvcmRlclN0eWxlIjp7IiRpZCI6Ijg1NSIsIkxpbmVDb2xvciI6bnVsbCwiTGluZVdlaWdodCI6MC4wLCJMaW5lVHlwZSI6MCwiUGFyZW50U3R5bGUiOm51bGx9LCJQYXJlbnRTdHlsZSI6bnVsbH0sIkR1cmF0aW9uU3R5bGUiOnsiJGlkIjoiODU2IiwiRm9udFNldHRpbmdzIjp7IiRpZCI6Ijg1NyIsIkZvbnRTaXplIjoxMCwiRm9udE5hbWUiOiJDYWxpYnJpIiwiSXNCb2xkIjpmYWxzZSwiSXNJdGFsaWMiOmZhbHNlLCJJc1VuZGVybGluZWQiOmZhbHNlLCJQYXJlbnRTdHlsZSI6bnVsbH0sIkF1dG9TaXplIjowLCJGb3JlZ3JvdW5kIjp7IiRyZWYiOiIxOSJ9LCJNYXhXaWR0aCI6MjAwLjAsIk1heEhlaWdodCI6IkluZmluaXR5IiwiU21hcnRGb3JlZ3JvdW5kSXNBY3RpdmUiOmZhbHNlLCJIb3Jpem9udGFsQWxpZ25tZW50IjowLCJWZXJ0aWNhbEFsaWdubWVudCI6MCwiU21hcnRGb3JlZ3JvdW5kIjpudWxsLCJCYWNrZ3JvdW5kRmlsbFR5cGUiOjAsIk1hcmdpbiI6eyIkcmVmIjoiMjEifSwiUGFkZGluZyI6eyIkcmVmIjoiMjIifSwiQmFja2dyb3VuZCI6eyIkcmVmIjoiMjMifSwiSXNWaXNpYmxlIjp0cnVlLCJXaWR0aCI6MC4wLCJIZWlnaHQiOjAuMCwiQm9yZGVyU3R5bGUiOnsiJGlkIjoiODU4IiwiTGluZUNvbG9yIjpudWxsLCJMaW5lV2VpZ2h0IjowLjAsIkxpbmVUeXBlIjowLCJQYXJlbnRTdHlsZSI6bnVsbH0sIlBhcmVudFN0eWxlIjpudWxsfSwiSG9yaXpvbnRhbENvbm5lY3RvclN0eWxlIjp7IiRpZCI6Ijg1OSIsIkxpbmVDb2xvciI6eyIkcmVmIjoiMjcifSwiTGluZVdlaWdodCI6MS4wLCJMaW5lVHlwZSI6MCwiUGFyZW50U3R5bGUiOm51bGx9LCJWZXJ0aWNhbENvbm5lY3RvclN0eWxlIjp7IiRpZCI6Ijg2MCIsIkxpbmVDb2xvciI6eyIkcmVmIjoiMzAifSwiTGluZVdlaWdodCI6MC4wLCJMaW5lVHlwZSI6MCwiUGFyZW50U3R5bGUiOm51bGx9LCJNYXJnaW4iOm51bGwsIlN0YXJ0RGF0ZVBvc2l0aW9uIjo2LCJFbmREYXRlUG9zaXRpb24iOjYsIkRhdGVJc1Zpc2libGUiOmZhbHNlLCJUaXRsZVBvc2l0aW9uIjoyLCJEdXJhdGlvblBvc2l0aW9uIjo2LCJQZXJjZW50YWdlQ29tcGxldGVkUG9zaXRpb24iOjYsIlNwYWNpbmciOjMsIklzQmVsb3dUaW1lYmFuZCI6dHJ1ZSwiUGVyY2VudGFnZUNvbXBsZXRlU2hhcGVPcGFjaXR5IjozNSwiQmFzZWxpbmVTdHlsZSI6eyIkaWQiOiI4NjEiLCJTaGFwZVN0eWxlIjp7IiRpZCI6Ijg2MiIsIk1hcmdpbiI6eyIkaWQiOiI4NjMiLCJUb3AiOjAuMCwiTGVmdCI6MC4wLCJSaWdodCI6MC4wLCJCb3R0b20iOjAuMH0sIlBhZGRpbmciOnsiJGlkIjoiODY0IiwiVG9wIjowLjAsIkxlZnQiOjAuMCwiUmlnaHQiOjAuMCwiQm90dG9tIjowLjB9LCJCYWNrZ3JvdW5kIjp7IiRpZCI6Ijg2NSIsIkNvbG9yIjp7IiRpZCI6Ijg2NiIsIkEiOjE1MywiUiI6MCwiRyI6MCwiQiI6MH19LCJJc1Zpc2libGUiOnRydWUsIldpZHRoIjowLjAsIkhlaWdodCI6MC4wLCJCb3JkZXJTdHlsZSI6eyIkaWQiOiI4NjciLCJMaW5lQ29sb3IiOm51bGwsIkxpbmVXZWlnaHQiOjAuMCwiTGluZVR5cGUiOjAsIlBhcmVudFN0eWxlIjpudWxsfSwiUGFyZW50U3R5bGUiOm51bGx9LCJNYXJnaW4iOnsiJGlkIjoiODY4IiwiVG9wIjowLjAsIkxlZnQiOjAuMCwiUmlnaHQiOjAuMCwiQm90dG9tIjowLjB9LCJQYWRkaW5nIjp7IiRpZCI6Ijg2OSIsIlRvcCI6MC4wLCJMZWZ0IjowLjAsIlJpZ2h0IjowLjAsIkJvdHRvbSI6MC4wfSwiQmFja2dyb3VuZCI6bnVsbCwiSXNWaXNpYmxlIjp0cnVlLCJXaWR0aCI6MC4wLCJIZWlnaHQiOjAuMCwiQm9yZGVyU3R5bGUiOm51bGwsIlBhcmVudFN0eWxlIjpudWxsfSwiU2hhcGVTdHlsZSI6eyIkaWQiOiI4NzAiLCJNYXJnaW4iOnsiJHJlZiI6IjQyIn0sIlBhZGRpbmciOnsiJHJlZiI6IjQzIn0sIkJhY2tncm91bmQiOnsiJGlkIjoiODcxIiwiQ29sb3IiOnsiJGlkIjoiODcyIiwiQSI6MjU1LCJSIjoyNTUsIkciOjIzMCwiQiI6MTAzfX0sIklzVmlzaWJsZSI6dHJ1ZSwiV2lkdGgiOjAuMCwiSGVpZ2h0IjoxMC4wLCJCb3JkZXJTdHlsZSI6eyIkaWQiOiI4NzMiLCJMaW5lQ29sb3IiOnsiJGlkIjoiODc0IiwiJHR5cGUiOiJOTFJFLkNvbW1vbi5Eb20uU29saWRDb2xvckJydXNoLCBOTFJFLkNvbW1vbiIsIkNvbG9yIjp7IiRpZCI6Ijg3NSIsIkEiOjI1NSwiUiI6OCwiRyI6NDksIkIiOjQyfX0sIkxpbmVXZWlnaHQiOjEuNSwiTGluZVR5cGUiOjAsIlBhcmVudFN0eWxlIjpudWxsfSwiUGFyZW50U3R5bGUiOm51bGx9LCJUaXRsZVN0eWxlIjp7IiRpZCI6Ijg3NiIsIkZvbnRTZXR0aW5ncyI6eyIkaWQiOiI4NzciLCJGb250U2l6ZSI6MTEsIkZvbnROYW1lIjoiQm9laHJpbmdlciBGb3J3YXJkIFRleHQiLCJJc0JvbGQiOmZhbHNlLCJJc0l0YWxpYyI6ZmFsc2UsIklzVW5kZXJsaW5lZCI6ZmFsc2UsIlBhcmVudFN0eWxlIjpudWxsfSwiQXV0b1NpemUiOjIsIkZvcmVncm91bmQiOnsiJGlkIjoiODc4IiwiQ29sb3IiOnsiJGlkIjoiODc5IiwiQSI6MjU1LCJSIjowLCJHIjowLCJCIjowfX0sIk1heFdpZHRoIjoxMTIuOTI3OTMyNDU0MTA0NTYsIk1heEhlaWdodCI6IkluZmluaXR5IiwiU21hcnRGb3JlZ3JvdW5kSXNBY3RpdmUiOmZhbHNlLCJIb3Jpem9udGFsQWxpZ25tZW50IjoxLCJWZXJ0aWNhbEFsaWdubWVudCI6MCwiU21hcnRGb3JlZ3JvdW5kIjpudWxsLCJCYWNrZ3JvdW5kRmlsbFR5cGUiOjAsIk1hcmdpbiI6eyIkcmVmIjoiNTMifSwiUGFkZGluZyI6eyIkcmVmIjoiNTQifSwiQmFja2dyb3VuZCI6eyIkaWQiOiI4ODAiLCJDb2xvciI6eyIkaWQiOiI4ODEiLCJBIjowLCJSIjoyNTUsIkciOjI1NSwiQiI6MjU1fX0sIklzVmlzaWJsZSI6dHJ1ZSwiV2lkdGgiOjAuMCwiSGVpZ2h0IjowLjAsIkJvcmRlclN0eWxlIjp7IiRpZCI6Ijg4MiIsIkxpbmVDb2xvciI6bnVsbCwiTGluZVdlaWdodCI6MC4wLCJMaW5lVHlwZSI6MCwiUGFyZW50U3R5bGUiOm51bGx9LCJQYXJlbnRTdHlsZSI6bnVsbH0sIkRhdGVTdHlsZSI6eyIkaWQiOiI4ODMiLCJGb250U2V0dGluZ3MiOnsiJGlkIjoiODg0IiwiRm9udFNpemUiOjEwLCJGb250TmFtZSI6IkNhbGlicmkiLCJJc0JvbGQiOmZhbHNlLCJJc0l0YWxpYyI6ZmFsc2UsIklzVW5kZXJsaW5lZCI6ZmFsc2UsIlBhcmVudFN0eWxlIjpudWxsfSwiQXV0b1NpemUiOjAsIkZvcmVncm91bmQiOnsiJHJlZiI6IjYwIn0sIk1heFdpZHRoIjoyMDAuMCwiTWF4SGVpZ2h0IjoiSW5maW5pdHkiLCJTbWFydEZvcmVncm91bmRJc0FjdGl2ZSI6ZmFsc2UsIkhvcml6b250YWxBbGlnbm1lbnQiOjIsIlZlcnRpY2FsQWxpZ25tZW50IjowLCJTbWFydEZvcmVncm91bmQiOm51bGwsIkJhY2tncm91bmRGaWxsVHlwZSI6MCwiTWFyZ2luIjp7IiRyZWYiOiI2MiJ9LCJQYWRkaW5nIjp7IiRyZWYiOiI2MyJ9LCJCYWNrZ3JvdW5kIjp7IiRyZWYiOiI2NCJ9LCJJc1Zpc2libGUiOnRydWUsIldpZHRoIjowLjAsIkhlaWdodCI6MC4wLCJCb3JkZXJTdHlsZSI6eyIkaWQiOiI4ODUiLCJMaW5lQ29sb3IiOm51bGwsIkxpbmVXZWlnaHQiOjAuMCwiTGluZVR5cGUiOjAsIlBhcmVudFN0eWxlIjpudWxsfSwiUGFyZW50U3R5bGUiOm51bGx9LCJEYXRlRm9ybWF0Ijp7IiRpZCI6Ijg4N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4ODciLCJGb3JtYXQiOjAsIklzVmlzaWJsZSI6ZmFsc2UsIkxhc3RLbm93blZpc2liaWxpdHlTdGF0ZSI6ZmFsc2V9LCJJc1Zpc2libGUiOnRydWUsIlBhcmVudFN0eWxlIjpudWxsfSwiSW5kZXgiOjEsIlNtYXJ0RHVyYXRpb25BY3RpdmF0ZWQiOmZhbHNlLCJEYXRlRm9ybWF0Ijp7IiRyZWYiOiI4ODYifSwiV2Vla051bWJlcmluZyI6eyIkaWQiOiI4ODgiLCJGb3JtYXQiOjAsIklzVmlzaWJsZSI6ZmFsc2UsIkxhc3RLbm93blZpc2liaWxpdHlTdGF0ZSI6ZmFsc2V9LCJCYXNlbGluZURhdGEiOnsiJGlkIjoiODg5IiwiU3RhcnREYXRlIjoiMjAyNy0wOC0yMFQxMDowMDowMFoiLCJFbmREYXRlIjoiMjAyOS0wMy0xN1QxMDowMDowMCJ9LCJJZCI6IjEzYTM3ZmVmLWVmZTgtNDhiZi05ZGRmLWU0ZWQ5OGM0YzI4YSIsIkltcG9ydElkIjpudWxsLCJUaXRsZSI6IkV4cGFuc2lvbiBCQyAzTCsiLCJOb3RlIjpudWxsLCJIeXBlcmxpbmsiOnsiJGlkIjoiODkwIiwiQWRkcmVzcyI6bnVsbCwiU3ViQWRkcmVzcyI6bnVsbH0sIklzQ2hhbmdlZCI6ZmFsc2UsIklzTmV3IjpmYWxzZX19XSwiX21pbGVzdG9uZXMiOlt7IiRpZCI6Ijg5MSIsIklkIjoiNWE0YTE0NjUtZDFhMS00ZTg1LWE2YjAtMTA0MDFjYTk3MTk1IiwiSW5kZXgiOjIsIkdyb3VwSWQiOm51bGwsIlRpdGxlIjoiQUEgM0wrIFVTIChiZXN0IGNhc2UpICIsIkRhdGVUaW1lIjoiMjAyOS0wNi0xN1QwODowMDowMCIsIlBlcmNlbnRhZ2VDb21wbGV0ZSI6bnVsbCwiTm90ZSI6bnVsbCwiU3R5bGUiOnsiJGlkIjoiODkyIiwiVGl0bGVQb3NpdGlvbiI6IkJlbG93IiwiRGF0ZVBvc2l0aW9uIjoiTGVmdCIsIlNoYXBlVHlwZSI6MTMsIlNoYXBlU2l6ZSI6MCwiU3BhY2luZyI6NSwiU2hhcGVTdHlsZSI6eyIkaWQiOiI4OTMiLCJNYXJnaW4iOnsiJHJlZiI6Ijc1In0sIlBhZGRpbmciOnsiJHJlZiI6Ijc2In0sIkJhY2tncm91bmQiOnsiJGlkIjoiODk0IiwiQ29sb3IiOnsiJGlkIjoiODk1IiwiQSI6MjU1LCJSIjoyNDUsIkciOjEzOCwiQiI6MTA0fX0sIklzVmlzaWJsZSI6dHJ1ZSwiV2lkdGgiOjEyLjAsIkhlaWdodCI6MTQuMCwiQm9yZGVyU3R5bGUiOnsiJGlkIjoiODk2IiwiTGluZUNvbG9yIjp7IiRyZWYiOiIyMTAifSwiTGluZVdlaWdodCI6MC4wLCJMaW5lVHlwZSI6MCwiUGFyZW50U3R5bGUiOm51bGx9LCJQYXJlbnRTdHlsZSI6bnVsbH0sIlRpdGxlU3R5bGUiOnsiJGlkIjoiODk3IiwiRm9udFNldHRpbmdzIjp7IiRpZCI6Ijg5OCIsIkZvbnRTaXplIjoxMSwiRm9udE5hbWUiOiJCb2VocmluZ2VyIEZvcndhcmQgVGV4dCIsIklzQm9sZCI6dHJ1ZSwiSXNJdGFsaWMiOmZhbHNlLCJJc1VuZGVybGluZWQiOmZhbHNlLCJQYXJlbnRTdHlsZSI6bnVsbH0sIkF1dG9TaXplIjoyLCJGb3JlZ3JvdW5kIjp7IiRpZCI6Ijg5OSIsIkNvbG9yIjp7IiRpZCI6IjkwMCIsIkEiOjI1NSwiUiI6OCwiRyI6NDksIkIiOjQyfX0sIk1heFdpZHRoIjo2My4wLCJNYXhIZWlnaHQiOiJJbmZpbml0eSIsIlNtYXJ0Rm9yZWdyb3VuZElzQWN0aXZlIjpmYWxzZSwiSG9yaXpvbnRhbEFsaWdubWVudCI6MSwiVmVydGljYWxBbGlnbm1lbnQiOjAsIlNtYXJ0Rm9yZWdyb3VuZCI6bnVsbCwiQmFja2dyb3VuZEZpbGxUeXBlIjowLCJNYXJnaW4iOnsiJHJlZiI6Ijg2In0sIlBhZGRpbmciOnsiJHJlZiI6Ijg3In0sIkJhY2tncm91bmQiOnsiJGlkIjoiOTAxIiwiQ29sb3IiOnsiJGlkIjoiOTAyIiwiQSI6MCwiUiI6MjU1LCJHIjoyNTUsIkIiOjI1NX19LCJJc1Zpc2libGUiOnRydWUsIldpZHRoIjowLjAsIkhlaWdodCI6MC4wLCJCb3JkZXJTdHlsZSI6bnVsbCwiUGFyZW50U3R5bGUiOm51bGx9LCJEYXRlU3R5bGUiOnsiJGlkIjoiOTAzIiwiRm9udFNldHRpbmdzIjp7IiRpZCI6IjkwNCIsIkZvbnRTaXplIjoxMCwiRm9udE5hbWUiOiJCb2VocmluZ2VyIEZvcndhcmQgVGV4dCIsIklzQm9sZCI6ZmFsc2UsIklzSXRhbGljIjpmYWxzZSwiSXNVbmRlcmxpbmVkIjpmYWxzZSwiUGFyZW50U3R5bGUiOm51bGx9LCJBdXRvU2l6ZSI6MCwiRm9yZWdyb3VuZCI6eyIkaWQiOiI5MDUiLCJDb2xvciI6eyIkaWQiOiI5MDYiLCJBIjoyNTUsIlIiOjgsIkciOjQ5LCJCIjo0Mn19LCJNYXhXaWR0aCI6MjAwLjAsIk1heEhlaWdodCI6IkluZmluaXR5IiwiU21hcnRGb3JlZ3JvdW5kSXNBY3RpdmUiOmZhbHNlLCJIb3Jpem9udGFsQWxpZ25tZW50IjoyLCJWZXJ0aWNhbEFsaWdubWVudCI6MCwiU21hcnRGb3JlZ3JvdW5kIjpudWxsLCJCYWNrZ3JvdW5kRmlsbFR5cGUiOjAsIk1hcmdpbiI6eyIkcmVmIjoiOTQifSwiUGFkZGluZyI6eyIkcmVmIjoiOTUifSwiQmFja2dyb3VuZCI6eyIkaWQiOiI5MDciLCJDb2xvciI6eyIkaWQiOiI5MDgiLCJBIjowLCJSIjoyNTUsIkciOjI1NSwiQiI6MjU1fX0sIklzVmlzaWJsZSI6ZmFsc2UsIldpZHRoIjowLjAsIkhlaWdodCI6MC4wLCJCb3JkZXJTdHlsZSI6bnVsbCwiUGFyZW50U3R5bGUiOm51bGx9LCJEYXRlRm9ybWF0Ijp7IiRyZWYiOiIxMjkifSwiV2Vla051bWJlcmluZyI6eyIkaWQiOiI5MDkiLCJGb3JtYXQiOjAsIklzVmlzaWJsZSI6ZmFsc2UsIkxhc3RLbm93blZpc2liaWxpdHlTdGF0ZSI6ZmFsc2V9LCJJc1Zpc2libGUiOnRydWUsIlBhcmVudFN0eWxlIjpudWxsfSwiSHlwZXJsaW5rIjpudWxsLCJJbXBvcnRJZCI6bnVsbH1dLCJJZCI6ImFmYmI5M2NmLTFiZDEtNGVkNi1hOTE4LTFkZTExOTgzZDdjMiIsIklzU2luZ2xlSXRlbVJvdyI6ZmFsc2V9LHsiJGlkIjoiOTEwIiwiX3Rhc2tzIjpbeyIkaWQiOiI5MTEiLCJfYXR0YWNoZWRNaWxlc3RvbmVzIjpbeyIkaWQiOiI5MTIiLCJEYXRlIjoiMjAzMC0wMy0zMFQwODowMDowMCIsIlN0eWxlIjp7IiRpZCI6IjkxMyIsIlNoYXBlIjoxLCJDb25uZWN0b3JNYXJnaW4iOnsiJHJlZiI6IjEzNSJ9LCJDb25uZWN0b3JTdHlsZSI6eyIkaWQiOiI5MTQiLCJMaW5lQ29sb3IiOnsiJGlkIjoiOTE1IiwiJHR5cGUiOiJOTFJFLkNvbW1vbi5Eb20uU29saWRDb2xvckJydXNoLCBOTFJFLkNvbW1vbiIsIkNvbG9yIjp7IiRpZCI6IjkxNiIsIkEiOjEyNywiUiI6OCwiRyI6NDksIkIiOjQyfX0sIkxpbmVXZWlnaHQiOjEuMCwiTGluZVR5cGUiOjAsIlBhcmVudFN0eWxlIjpudWxsfSwiSXNCZWxvd1RpbWViYW5kIjp0cnVlLCJQb3NpdGlvbk9uVGFzayI6MiwiSGlkZURhdGUiOmZhbHNlLCJTaGFwZVNpemUiOjAsIlNwYWNpbmciOjAuMCwiUGFkZGluZyI6eyIkcmVmIjoiMTM5In0sIlNoYXBlU3R5bGUiOnsiJGlkIjoiOTE3IiwiTWFyZ2luIjp7IiRyZWYiOiIxNDEifSwiUGFkZGluZyI6eyIkcmVmIjoiMTQyIn0sIkJhY2tncm91bmQiOnsiJGlkIjoiOTE4IiwiQ29sb3IiOnsiJGlkIjoiOTE5IiwiQSI6MjU1LCJSIjowLCJHIjoyMjgsIkIiOjEyNH19LCJJc1Zpc2libGUiOnRydWUsIldpZHRoIjoxMi4wLCJIZWlnaHQiOjE0LjAsIkJvcmRlclN0eWxlIjp7IiRpZCI6IjkyMCIsIkxpbmVDb2xvciI6eyIkcmVmIjoiMTEzIn0sIkxpbmVXZWlnaHQiOjEuNSwiTGluZVR5cGUiOjAsIlBhcmVudFN0eWxlIjpudWxsfSwiUGFyZW50U3R5bGUiOm51bGx9LCJUaXRsZVN0eWxlIjp7IiRpZCI6IjkyMSIsIkZvbnRTZXR0aW5ncyI6eyIkaWQiOiI5MjIiLCJGb250U2l6ZSI6MTEsIkZvbnROYW1lIjoiQm9laHJpbmdlciBGb3J3YXJkIFRleHQiLCJJc0JvbGQiOnRydWUsIklzSXRhbGljIjpmYWxzZSwiSXNVbmRlcmxpbmVkIjpmYWxzZSwiUGFyZW50U3R5bGUiOm51bGx9LCJBdXRvU2l6ZSI6MCwiRm9yZWdyb3VuZCI6eyIkaWQiOiI5MjMiLCJDb2xvciI6eyIkaWQiOiI5MjQiLCJBIjoyNTUsIlIiOjgsIkciOjQ5LCJCIjo0Mn19LCJNYXhXaWR0aCI6MjAwLjAsIk1heEhlaWdodCI6IkluZmluaXR5IiwiU21hcnRGb3JlZ3JvdW5kSXNBY3RpdmUiOmZhbHNlLCJIb3Jpem9udGFsQWxpZ25tZW50IjoxLCJWZXJ0aWNhbEFsaWdubWVudCI6MCwiU21hcnRGb3JlZ3JvdW5kIjpudWxsLCJCYWNrZ3JvdW5kRmlsbFR5cGUiOjAsIk1hcmdpbiI6eyIkcmVmIjoiMTUwIn0sIlBhZGRpbmciOnsiJHJlZiI6IjE1MSJ9LCJCYWNrZ3JvdW5kIjp7IiRpZCI6IjkyNSIsIkNvbG9yIjp7IiRpZCI6IjkyNiIsIkEiOjAsIlIiOjI1NSwiRyI6MjU1LCJCIjoyNTV9fSwiSXNWaXNpYmxlIjp0cnVlLCJXaWR0aCI6MC4wLCJIZWlnaHQiOjAuMCwiQm9yZGVyU3R5bGUiOnsiJGlkIjoiOTI3IiwiTGluZUNvbG9yIjpudWxsLCJMaW5lV2VpZ2h0IjowLjAsIkxpbmVUeXBlIjowLCJQYXJlbnRTdHlsZSI6bnVsbH0sIlBhcmVudFN0eWxlIjpudWxsfSwiRGF0ZVN0eWxlIjp7IiRpZCI6IjkyOCIsIkZvbnRTZXR0aW5ncyI6eyIkaWQiOiI5MjkiLCJGb250U2l6ZSI6MTAsIkZvbnROYW1lIjoiQm9laHJpbmdlciBGb3J3YXJkIFRleHQiLCJJc0JvbGQiOmZhbHNlLCJJc0l0YWxpYyI6ZmFsc2UsIklzVW5kZXJsaW5lZCI6ZmFsc2UsIlBhcmVudFN0eWxlIjpudWxsfSwiQXV0b1NpemUiOjAsIkZvcmVncm91bmQiOnsiJGlkIjoiOTMwIiwiQ29sb3IiOnsiJGlkIjoiOTMxIiwiQSI6MjU1LCJSIjo4LCJHIjo0OSwiQiI6NDJ9fSwiTWF4V2lkdGgiOjIwMC4wLCJNYXhIZWlnaHQiOiJJbmZpbml0eSIsIlNtYXJ0Rm9yZWdyb3VuZElzQWN0aXZlIjpmYWxzZSwiSG9yaXpvbnRhbEFsaWdubWVudCI6MSwiVmVydGljYWxBbGlnbm1lbnQiOjAsIlNtYXJ0Rm9yZWdyb3VuZCI6bnVsbCwiQmFja2dyb3VuZEZpbGxUeXBlIjowLCJNYXJnaW4iOnsiJHJlZiI6IjE1OSJ9LCJQYWRkaW5nIjp7IiRyZWYiOiIxNjAifSwiQmFja2dyb3VuZCI6eyIkaWQiOiI5MzIiLCJDb2xvciI6eyIkaWQiOiI5MzMiLCJBIjowLCJSIjoyNTUsIkciOjI1NSwiQiI6MjU1fX0sIklzVmlzaWJsZSI6ZmFsc2UsIldpZHRoIjowLjAsIkhlaWdodCI6MC4wLCJCb3JkZXJTdHlsZSI6eyIkaWQiOiI5MzQiLCJMaW5lQ29sb3IiOm51bGwsIkxpbmVXZWlnaHQiOjAuMCwiTGluZVR5cGUiOjAsIlBhcmVudFN0eWxlIjpudWxsfSwiUGFyZW50U3R5bGUiOm51bGx9LCJEYXRlRm9ybWF0Ijp7IiRyZWYiOiIxMjkifSwiV2Vla051bWJlcmluZyI6eyIkaWQiOiI5MzUiLCJGb3JtYXQiOjAsIklzVmlzaWJsZSI6ZmFsc2UsIkxhc3RLbm93blZpc2liaWxpdHlTdGF0ZSI6ZmFsc2V9LCJJc1Zpc2libGUiOnRydWUsIlBhcmVudFN0eWxlIjpudWxsfSwiSW5kZXgiOjE1LCJQZXJjZW50YWdlQ29tcGxldGUiOm51bGwsIlBvc2l0aW9uIjp7IlJhdGlvIjowLjAsIklzQ3VzdG9tIjpmYWxzZX0sIkRhdGVGb3JtYXQiOnsiJHJlZiI6IjEyOSJ9LCJXZWVrTnVtYmVyaW5nIjp7IiRpZCI6IjkzNiIsIkZvcm1hdCI6MCwiSXNWaXNpYmxlIjpmYWxzZSwiTGFzdEtub3duVmlzaWJpbGl0eVN0YXRlIjpmYWxzZX0sIlJlbGF0ZWRUYXNrSWQiOiJlNWNiMDQzYy1iYzdkLTRlYzktYmZiOS1lMjA1MmE2NGU2ZDUiLCJJZCI6ImNmMmIxNjllLTcxZWItNDUwNS1iZmM0LThmM2E2ZmM4MDQ2NCIsIkltcG9ydElkIjpudWxsLCJUaXRsZSI6IlBBIiwiTm90ZSI6bnVsbCwiSHlwZXJsaW5rIjp7IiRpZCI6IjkzNyIsIkFkZHJlc3MiOiIiLCJTdWJBZGRyZXNzIjoiIn0sIklzQ2hhbmdlZCI6ZmFsc2UsIklzTmV3IjpmYWxzZX0seyIkaWQiOiI5MzgiLCJEYXRlIjoiMjAzMS0wMS0xNVQwODowMDowMCIsIlN0eWxlIjp7IiRpZCI6IjkzOSIsIlNoYXBlIjoxMywiQ29ubmVjdG9yTWFyZ2luIjp7IiRpZCI6Ijk0MCIsIlRvcCI6MC4wLCJMZWZ0IjoyLjAsIlJpZ2h0IjoyLjAsIkJvdHRvbSI6MC4wfSwiQ29ubmVjdG9yU3R5bGUiOnsiJGlkIjoiOTQxIiwiTGluZUNvbG9yIjp7IiRpZCI6Ijk0MiIsIiR0eXBlIjoiTkxSRS5Db21tb24uRG9tLlNvbGlkQ29sb3JCcnVzaCwgTkxSRS5Db21tb24iLCJDb2xvciI6eyIkaWQiOiI5NDMiLCJBIjoxMjcsIlIiOjc5LCJHIjoxMjksIkIiOjE4OX19LCJMaW5lV2VpZ2h0IjoxLjAsIkxpbmVUeXBlIjowLCJQYXJlbnRTdHlsZSI6bnVsbH0sIklzQmVsb3dUaW1lYmFuZCI6dHJ1ZSwiUG9zaXRpb25PblRhc2siOjIsIkhpZGVEYXRlIjpmYWxzZSwiU2hhcGVTaXplIjowLCJTcGFjaW5nIjowLjAsIlBhZGRpbmciOnsiJHJlZiI6IjEzOSJ9LCJTaGFwZVN0eWxlIjp7IiRpZCI6Ijk0NCIsIk1hcmdpbiI6eyIkcmVmIjoiNzUifSwiUGFkZGluZyI6eyIkcmVmIjoiNzYifSwiQmFja2dyb3VuZCI6eyIkaWQiOiI5NDUiLCJDb2xvciI6eyIkaWQiOiI5NDYiLCJBIjoyNTUsIlIiOjI0NSwiRyI6MTM4LCJCIjoxMDR9fSwiSXNWaXNpYmxlIjp0cnVlLCJXaWR0aCI6MTIuMCwiSGVpZ2h0IjoxNC4wLCJCb3JkZXJTdHlsZSI6eyIkaWQiOiI5NDciLCJMaW5lQ29sb3IiOnsiJHJlZiI6IjIxMCJ9LCJMaW5lV2VpZ2h0IjowLjAsIkxpbmVUeXBlIjowLCJQYXJlbnRTdHlsZSI6bnVsbH0sIlBhcmVudFN0eWxlIjpudWxsfSwiVGl0bGVTdHlsZSI6eyIkaWQiOiI5NDgiLCJGb250U2V0dGluZ3MiOnsiJGlkIjoiOTQ5IiwiRm9udFNpemUiOjExLCJGb250TmFtZSI6IkJvZWhyaW5nZXIgRm9yd2FyZCBUZXh0IiwiSXNCb2xkIjp0cnVlLCJJc0l0YWxpYyI6ZmFsc2UsIklzVW5kZXJsaW5lZCI6ZmFsc2UsIlBhcmVudFN0eWxlIjpudWxsfSwiQXV0b1NpemUiOjIsIkZvcmVncm91bmQiOnsiJGlkIjoiOTUwIiwiQ29sb3IiOnsiJGlkIjoiOTUxIiwiQSI6MjU1LCJSIjo4LCJHIjo0OSwiQiI6NDJ9fSwiTWF4V2lkdGgiOjExOC4wLCJNYXhIZWlnaHQiOiJJbmZpbml0eSIsIlNtYXJ0Rm9yZWdyb3VuZElzQWN0aXZlIjpmYWxzZSwiSG9yaXpvbnRhbEFsaWdubWVudCI6MSwiVmVydGljYWxBbGlnbm1lbnQiOjAsIlNtYXJ0Rm9yZWdyb3VuZCI6bnVsbCwiQmFja2dyb3VuZEZpbGxUeXBlIjowLCJNYXJnaW4iOnsiJHJlZiI6Ijg2In0sIlBhZGRpbmciOnsiJHJlZiI6Ijg3In0sIkJhY2tncm91bmQiOnsiJGlkIjoiOTUyIiwiQ29sb3IiOnsiJGlkIjoiOTUzIiwiQSI6MCwiUiI6MjU1LCJHIjoyNTUsIkIiOjI1NX19LCJJc1Zpc2libGUiOnRydWUsIldpZHRoIjowLjAsIkhlaWdodCI6MC4wLCJCb3JkZXJTdHlsZSI6eyIkaWQiOiI5NTQiLCJMaW5lQ29sb3IiOm51bGwsIkxpbmVXZWlnaHQiOjAuMCwiTGluZVR5cGUiOjAsIlBhcmVudFN0eWxlIjpudWxsfSwiUGFyZW50U3R5bGUiOm51bGx9LCJEYXRlU3R5bGUiOnsiJGlkIjoiOTU1IiwiRm9udFNldHRpbmdzIjp7IiRpZCI6Ijk1NiIsIkZvbnRTaXplIjoxMCwiRm9udE5hbWUiOiJCb2VocmluZ2VyIEZvcndhcmQgVGV4dCIsIklzQm9sZCI6ZmFsc2UsIklzSXRhbGljIjpmYWxzZSwiSXNVbmRlcmxpbmVkIjpmYWxzZSwiUGFyZW50U3R5bGUiOm51bGx9LCJBdXRvU2l6ZSI6MCwiRm9yZWdyb3VuZCI6eyIkaWQiOiI5NTciLCJDb2xvciI6eyIkaWQiOiI5NTgiLCJBIjoyNTUsIlIiOjgsIkciOjQ5LCJCIjo0Mn19LCJNYXhXaWR0aCI6MjAwLjAsIk1heEhlaWdodCI6IkluZmluaXR5IiwiU21hcnRGb3JlZ3JvdW5kSXNBY3RpdmUiOmZhbHNlLCJIb3Jpem9udGFsQWxpZ25tZW50IjoxLCJWZXJ0aWNhbEFsaWdubWVudCI6MCwiU21hcnRGb3JlZ3JvdW5kIjpudWxsLCJCYWNrZ3JvdW5kRmlsbFR5cGUiOjAsIk1hcmdpbiI6eyIkcmVmIjoiOTQifSwiUGFkZGluZyI6eyIkcmVmIjoiOTUifSwiQmFja2dyb3VuZCI6eyIkaWQiOiI5NTkiLCJDb2xvciI6eyIkaWQiOiI5NjAiLCJBIjowLCJSIjoyNTUsIkciOjI1NSwiQiI6MjU1fX0sIklzVmlzaWJsZSI6ZmFsc2UsIldpZHRoIjowLjAsIkhlaWdodCI6MC4wLCJCb3JkZXJTdHlsZSI6eyIkaWQiOiI5NjEiLCJMaW5lQ29sb3IiOm51bGwsIkxpbmVXZWlnaHQiOjAuMCwiTGluZVR5cGUiOjAsIlBhcmVudFN0eWxlIjpudWxsfSwiUGFyZW50U3R5bGUiOm51bGx9LCJEYXRlRm9ybWF0Ijp7IiRyZWYiOiIxMjkifSwiV2Vla051bWJlcmluZyI6eyIkaWQiOiI5NjIiLCJGb3JtYXQiOjAsIklzVmlzaWJsZSI6ZmFsc2UsIkxhc3RLbm93blZpc2liaWxpdHlTdGF0ZSI6ZmFsc2V9LCJJc1Zpc2libGUiOnRydWUsIlBhcmVudFN0eWxlIjpudWxsfSwiSW5kZXgiOjE2LCJQZXJjZW50YWdlQ29tcGxldGUiOm51bGwsIlBvc2l0aW9uIjp7IlJhdGlvIjowLjAsIklzQ3VzdG9tIjpmYWxzZX0sIkRhdGVGb3JtYXQiOnsiJHJlZiI6IjEyOSJ9LCJXZWVrTnVtYmVyaW5nIjp7IiRpZCI6Ijk2MyIsIkZvcm1hdCI6MCwiSXNWaXNpYmxlIjpmYWxzZSwiTGFzdEtub3duVmlzaWJpbGl0eVN0YXRlIjpmYWxzZX0sIlJlbGF0ZWRUYXNrSWQiOiJlNWNiMDQzYy1iYzdkLTRlYzktYmZiOS1lMjA1MmE2NGU2ZDUiLCJJZCI6ImIxNTRhMzgwLTNlZjEtNDJhYy1iYWI5LTNmMTEyOTEyMzRkZSIsIkltcG9ydElkIjpudWxsLCJUaXRsZSI6IjNMKyBGQSBVUyAoYmFzZSBjYXNlKSIsIk5vdGUiOm51bGwsIkh5cGVybGluayI6eyIkaWQiOiI5NjQiLCJBZGRyZXNzIjpudWxsLCJTdWJBZGRyZXNzIjpudWxsfSwiSXNDaGFuZ2VkIjpmYWxzZSwiSXNOZXciOmZhbHNlfV0sIlRhc2tEZWZpbml0aW9uIjp7IiRpZCI6Ijk2NSIsIkdyb3VwTmFtZSI6bnVsbCwiU3RhcnREYXRlIjoiMjAyOC0wMy0xMVQxMDowMDowMFoiLCJFbmREYXRlIjoiMjAzMS0wOC0wNFQxMDowMDowMFoiLCJQZXJjZW50YWdlQ29tcGxldGUiOm51bGwsIlN0eWxlIjp7IiRpZCI6Ijk2NiIsIlNoYXBlIjozLCJTaGFwZVRoaWNrbmVzcyI6MCwiRHVyYXRpb25Gb3JtYXQiOjAsIkluY2x1ZGVOb25Xb3JraW5nRGF5c0luRHVyYXRpb24iOmZhbHNlLCJQZXJjZW50YWdlQ29tcGxldGVTdHlsZSI6eyIkaWQiOiI5NjciLCJGb250U2V0dGluZ3MiOnsiJGlkIjoiOTY4IiwiRm9udFNpemUiOjEwLCJGb250TmFtZSI6IkNhbGlicmkiLCJJc0JvbGQiOmZhbHNlLCJJc0l0YWxpYyI6ZmFsc2UsIklzVW5kZXJsaW5lZCI6ZmFsc2UsIlBhcmVudFN0eWxlIjpudWxsfSwiQXV0b1NpemUiOjAsIkZvcmVncm91bmQiOnsiJHJlZiI6Ijc2MCJ9LCJNYXhXaWR0aCI6MjAwLjAsIk1heEhlaWdodCI6IkluZmluaXR5IiwiU21hcnRGb3JlZ3JvdW5kSXNBY3RpdmUiOmZhbHNlLCJIb3Jpem9udGFsQWxpZ25tZW50IjowLCJWZXJ0aWNhbEFsaWdubWVudCI6MCwiU21hcnRGb3JlZ3JvdW5kIjpudWxsLCJCYWNrZ3JvdW5kRmlsbFR5cGUiOjAsIk1hcmdpbiI6eyIkaWQiOiI5NjkiLCJUb3AiOjAuMCwiTGVmdCI6MC4wLCJSaWdodCI6MC4wLCJCb3R0b20iOjAuMH0sIlBhZGRpbmciOnsiJGlkIjoiOTcwIiwiVG9wIjowLjAsIkxlZnQiOjAuMCwiUmlnaHQiOjAuMCwiQm90dG9tIjowLjB9LCJCYWNrZ3JvdW5kIjp7IiRpZCI6Ijk3MSIsIkNvbG9yIjp7IiRpZCI6Ijk3MiIsIkEiOjg5LCJSIjowLCJHIjowLCJCIjowfX0sIklzVmlzaWJsZSI6dHJ1ZSwiV2lkdGgiOjAuMCwiSGVpZ2h0IjowLjAsIkJvcmRlclN0eWxlIjp7IiRpZCI6Ijk3MyIsIkxpbmVDb2xvciI6bnVsbCwiTGluZVdlaWdodCI6MC4wLCJMaW5lVHlwZSI6MCwiUGFyZW50U3R5bGUiOm51bGx9LCJQYXJlbnRTdHlsZSI6bnVsbH0sIkR1cmF0aW9uU3R5bGUiOnsiJGlkIjoiOTc0IiwiRm9udFNldHRpbmdzIjp7IiRpZCI6Ijk3NSIsIkZvbnRTaXplIjoxMCwiRm9udE5hbWUiOiJDYWxpYnJpIiwiSXNCb2xkIjpmYWxzZSwiSXNJdGFsaWMiOmZhbHNlLCJJc1VuZGVybGluZWQiOmZhbHNlLCJQYXJlbnRTdHlsZSI6bnVsbH0sIkF1dG9TaXplIjowLCJGb3JlZ3JvdW5kIjp7IiRpZCI6Ijk3NiIsIkNvbG9yIjp7IiRpZCI6Ijk3Ny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k3OCIsIlRvcCI6MC4wLCJMZWZ0IjowLjAsIlJpZ2h0IjowLjAsIkJvdHRvbSI6MC4wfSwiUGFkZGluZyI6eyIkaWQiOiI5NzkiLCJUb3AiOjAuMCwiTGVmdCI6MC4wLCJSaWdodCI6MC4wLCJCb3R0b20iOjAuMH0sIkJhY2tncm91bmQiOnsiJGlkIjoiOTgwIiwiQ29sb3IiOnsiJGlkIjoiOTgxIiwiQSI6MCwiUiI6MCwiRyI6MCwiQiI6MH19LCJJc1Zpc2libGUiOnRydWUsIldpZHRoIjowLjAsIkhlaWdodCI6MC4wLCJCb3JkZXJTdHlsZSI6eyIkaWQiOiI5ODIiLCJMaW5lQ29sb3IiOm51bGwsIkxpbmVXZWlnaHQiOjAuMCwiTGluZVR5cGUiOjAsIlBhcmVudFN0eWxlIjpudWxsfSwiUGFyZW50U3R5bGUiOm51bGx9LCJIb3Jpem9udGFsQ29ubmVjdG9yU3R5bGUiOnsiJGlkIjoiOTgzIiwiTGluZUNvbG9yIjp7IiRpZCI6Ijk4NCIsIiR0eXBlIjoiTkxSRS5Db21tb24uRG9tLlNvbGlkQ29sb3JCcnVzaCwgTkxSRS5Db21tb24iLCJDb2xvciI6eyIkaWQiOiI5ODUiLCJBIjoyNTUsIlIiOjIwNCwiRyI6MjA0LCJCIjoyMDR9fSwiTGluZVdlaWdodCI6MS4wLCJMaW5lVHlwZSI6MCwiUGFyZW50U3R5bGUiOm51bGx9LCJWZXJ0aWNhbENvbm5lY3RvclN0eWxlIjp7IiRpZCI6Ijk4NiIsIkxpbmVDb2xvciI6eyIkaWQiOiI5ODciLCIkdHlwZSI6Ik5MUkUuQ29tbW9uLkRvbS5Tb2xpZENvbG9yQnJ1c2gsIE5MUkUuQ29tbW9uIiwiQ29sb3IiOnsiJGlkIjoiOTg4IiwiQSI6MjU1LCJSIjoyMDQsIkciOjIwNCwiQiI6MjA0fX0sIkxpbmVXZWlnaHQiOjAuMCwiTGluZVR5cGUiOjAsIlBhcmVudFN0eWxlIjpudWxsfSwiTWFyZ2luIjpudWxsLCJTdGFydERhdGVQb3NpdGlvbiI6NiwiRW5kRGF0ZVBvc2l0aW9uIjo2LCJEYXRlSXNWaXNpYmxlIjpmYWxzZSwiVGl0bGVQb3NpdGlvbiI6MiwiRHVyYXRpb25Qb3NpdGlvbiI6NiwiUGVyY2VudGFnZUNvbXBsZXRlZFBvc2l0aW9uIjo2LCJTcGFjaW5nIjozLCJJc0JlbG93VGltZWJhbmQiOnRydWUsIlBlcmNlbnRhZ2VDb21wbGV0ZVNoYXBlT3BhY2l0eSI6MzUsIkJhc2VsaW5lU3R5bGUiOnsiJGlkIjoiOTg5IiwiU2hhcGVTdHlsZSI6eyIkaWQiOiI5OTAiLCJNYXJnaW4iOnsiJGlkIjoiOTkxIiwiVG9wIjowLjAsIkxlZnQiOjAuMCwiUmlnaHQiOjAuMCwiQm90dG9tIjowLjB9LCJQYWRkaW5nIjp7IiRpZCI6Ijk5MiIsIlRvcCI6MC4wLCJMZWZ0IjowLjAsIlJpZ2h0IjowLjAsIkJvdHRvbSI6MC4wfSwiQmFja2dyb3VuZCI6eyIkaWQiOiI5OTMiLCJDb2xvciI6eyIkaWQiOiI5OTQiLCJBIjoxNTMsIlIiOjAsIkciOjAsIkIiOjB9fSwiSXNWaXNpYmxlIjp0cnVlLCJXaWR0aCI6MC4wLCJIZWlnaHQiOjAuMCwiQm9yZGVyU3R5bGUiOnsiJGlkIjoiOTk1IiwiTGluZUNvbG9yIjpudWxsLCJMaW5lV2VpZ2h0IjowLjAsIkxpbmVUeXBlIjowLCJQYXJlbnRTdHlsZSI6bnVsbH0sIlBhcmVudFN0eWxlIjpudWxsfSwiTWFyZ2luIjp7IiRpZCI6Ijk5NiIsIlRvcCI6MC4wLCJMZWZ0IjowLjAsIlJpZ2h0IjowLjAsIkJvdHRvbSI6MC4wfSwiUGFkZGluZyI6eyIkaWQiOiI5OTciLCJUb3AiOjAuMCwiTGVmdCI6MC4wLCJSaWdodCI6MC4wLCJCb3R0b20iOjAuMH0sIkJhY2tncm91bmQiOm51bGwsIklzVmlzaWJsZSI6dHJ1ZSwiV2lkdGgiOjAuMCwiSGVpZ2h0IjowLjAsIkJvcmRlclN0eWxlIjpudWxsLCJQYXJlbnRTdHlsZSI6bnVsbH0sIlNoYXBlU3R5bGUiOnsiJGlkIjoiOTk4IiwiTWFyZ2luIjp7IiRpZCI6Ijk5OSIsIlRvcCI6MC4wLCJMZWZ0Ijo0LjAsIlJpZ2h0Ijo0LjAsIkJvdHRvbSI6MC4wfSwiUGFkZGluZyI6eyIkaWQiOiIxMDAwIiwiVG9wIjowLjAsIkxlZnQiOjAuMCwiUmlnaHQiOjAuMCwiQm90dG9tIjowLjB9LCJCYWNrZ3JvdW5kIjp7IiRpZCI6IjEwMDEiLCJDb2xvciI6eyIkaWQiOiIxMDAyIiwiQSI6MjU1LCJSIjoyNTUsIkciOjIzMCwiQiI6MTAzfX0sIklzVmlzaWJsZSI6dHJ1ZSwiV2lkdGgiOjAuMCwiSGVpZ2h0IjoxMC4wLCJCb3JkZXJTdHlsZSI6eyIkaWQiOiIxMDAzIiwiTGluZUNvbG9yIjp7IiRpZCI6IjEwMDQiLCIkdHlwZSI6Ik5MUkUuQ29tbW9uLkRvbS5Tb2xpZENvbG9yQnJ1c2gsIE5MUkUuQ29tbW9uIiwiQ29sb3IiOnsiJGlkIjoiMTAwNSIsIkEiOjI1NSwiUiI6OCwiRyI6NDksIkIiOjQyfX0sIkxpbmVXZWlnaHQiOjEuNSwiTGluZVR5cGUiOjAsIlBhcmVudFN0eWxlIjpudWxsfSwiUGFyZW50U3R5bGUiOm51bGx9LCJUaXRsZVN0eWxlIjp7IiRpZCI6IjEwMDYiLCJGb250U2V0dGluZ3MiOnsiJGlkIjoiMTAwNyIsIkZvbnRTaXplIjoxMSwiRm9udE5hbWUiOiJCb2VocmluZ2VyIEZvcndhcmQgVGV4dCIsIklzQm9sZCI6ZmFsc2UsIklzSXRhbGljIjpmYWxzZSwiSXNVbmRlcmxpbmVkIjpmYWxzZSwiUGFyZW50U3R5bGUiOm51bGx9LCJBdXRvU2l6ZSI6MCwiRm9yZWdyb3VuZCI6eyIkaWQiOiIxMDA4IiwiQ29sb3IiOnsiJGlkIjoiMTAwOSIsIkEiOjI1NSwiUiI6MCwiRyI6MCwiQiI6MH19LCJNYXhXaWR0aCI6OTYwLjAsIk1heEhlaWdodCI6IkluZmluaXR5IiwiU21hcnRGb3JlZ3JvdW5kSXNBY3RpdmUiOmZhbHNlLCJIb3Jpem9udGFsQWxpZ25tZW50IjoxLCJWZXJ0aWNhbEFsaWdubWVudCI6MCwiU21hcnRGb3JlZ3JvdW5kIjpudWxsLCJCYWNrZ3JvdW5kRmlsbFR5cGUiOjAsIk1hcmdpbiI6eyIkaWQiOiIxMDEwIiwiVG9wIjowLjAsIkxlZnQiOjAuMCwiUmlnaHQiOjAuMCwiQm90dG9tIjowLjB9LCJQYWRkaW5nIjp7IiRpZCI6IjEwMTEiLCJUb3AiOjAuMCwiTGVmdCI6MC4wLCJSaWdodCI6MC4wLCJCb3R0b20iOjAuMH0sIkJhY2tncm91bmQiOnsiJGlkIjoiMTAxMiIsIkNvbG9yIjp7IiRpZCI6IjEwMTMiLCJBIjowLCJSIjoyNTUsIkciOjI1NSwiQiI6MjU1fX0sIklzVmlzaWJsZSI6dHJ1ZSwiV2lkdGgiOjAuMCwiSGVpZ2h0IjowLjAsIkJvcmRlclN0eWxlIjp7IiRpZCI6IjEwMTQiLCJMaW5lQ29sb3IiOm51bGwsIkxpbmVXZWlnaHQiOjAuMCwiTGluZVR5cGUiOjAsIlBhcmVudFN0eWxlIjpudWxsfSwiUGFyZW50U3R5bGUiOm51bGx9LCJEYXRlU3R5bGUiOnsiJGlkIjoiMTAxNSIsIkZvbnRTZXR0aW5ncyI6eyIkaWQiOiIxMDE2IiwiRm9udFNpemUiOjEwLCJGb250TmFtZSI6IkNhbGlicmkiLCJJc0JvbGQiOmZhbHNlLCJJc0l0YWxpYyI6ZmFsc2UsIklzVW5kZXJsaW5lZCI6ZmFsc2UsIlBhcmVudFN0eWxlIjpudWxsfSwiQXV0b1NpemUiOjAsIkZvcmVncm91bmQiOnsiJGlkIjoiMTAxNyIsIkNvbG9yIjp7IiRpZCI6IjEwMTg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EwMTkiLCJUb3AiOjAuMCwiTGVmdCI6MC4wLCJSaWdodCI6MC4wLCJCb3R0b20iOjAuMH0sIlBhZGRpbmciOnsiJGlkIjoiMTAyMCIsIlRvcCI6MC4wLCJMZWZ0IjowLjAsIlJpZ2h0IjowLjAsIkJvdHRvbSI6MC4wfSwiQmFja2dyb3VuZCI6eyIkaWQiOiIxMDIxIiwiQ29sb3IiOnsiJGlkIjoiMTAyMiIsIkEiOjAsIlIiOjI1NSwiRyI6MjU1LCJCIjoyNTV9fSwiSXNWaXNpYmxlIjp0cnVlLCJXaWR0aCI6MC4wLCJIZWlnaHQiOjAuMCwiQm9yZGVyU3R5bGUiOnsiJGlkIjoiMTAyMyIsIkxpbmVDb2xvciI6bnVsbCwiTGluZVdlaWdodCI6MC4wLCJMaW5lVHlwZSI6MCwiUGFyZW50U3R5bGUiOm51bGx9LCJQYXJlbnRTdHlsZSI6bnVsbH0sIkRhdGVGb3JtYXQiOnsiJGlkIjoiMTAyN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MDI1IiwiRm9ybWF0IjowLCJJc1Zpc2libGUiOmZhbHNlLCJMYXN0S25vd25WaXNpYmlsaXR5U3RhdGUiOmZhbHNlfSwiSXNWaXNpYmxlIjp0cnVlLCJQYXJlbnRTdHlsZSI6bnVsbH0sIkluZGV4IjozLCJTbWFydER1cmF0aW9uQWN0aXZhdGVkIjpmYWxzZSwiRGF0ZUZvcm1hdCI6eyIkcmVmIjoiMTAyNCJ9LCJXZWVrTnVtYmVyaW5nIjp7IiRpZCI6IjEwMjYiLCJGb3JtYXQiOjAsIklzVmlzaWJsZSI6ZmFsc2UsIkxhc3RLbm93blZpc2liaWxpdHlTdGF0ZSI6ZmFsc2V9LCJCYXNlbGluZURhdGEiOnsiJGlkIjoiMTAyNyIsIlN0YXJ0RGF0ZSI6IjIwMjgtMDMtMTFUMTA6MDA6MDBaIiwiRW5kRGF0ZSI6IjIwMzEtMDgtMDRUMTA6MDA6MDBaIn0sIklkIjoiZTVjYjA0M2MtYmM3ZC00ZWM5LWJmYjktZTIwNTJhNjRlNmQ1IiwiSW1wb3J0SWQiOm51bGwsIlRpdGxlIjoiM0wrIG1CQyBIRVIyKyBQaCBJSUkiLCJOb3RlIjpudWxsLCJIeXBlcmxpbmsiOnsiJGlkIjoiMTAyOCIsIkFkZHJlc3MiOm51bGwsIlN1YkFkZHJlc3MiOm51bGx9LCJJc0NoYW5nZWQiOmZhbHNlLCJJc05ldyI6ZmFsc2V9fV0sIl9taWxlc3RvbmVzIjpbXSwiSWQiOiIwMDAwMDAwMC0wMDAwLTAwMDAtMDAwMC0wMDAwMDAwMDAwMDAiLCJJc1NpbmdsZUl0ZW1Sb3ciOnRydWV9LHsiJGlkIjoiMTAyOSIsIl90YXNrcyI6W3siJGlkIjoiMTAzMCIsIl9hdHRhY2hlZE1pbGVzdG9uZXMiOlt7IiRpZCI6IjEwMzEiLCJEYXRlIjoiMjAzMS0wOS0wMVQwODowMDowMCIsIlN0eWxlIjp7IiRpZCI6IjEwMzIiLCJTaGFwZSI6MSwiQ29ubmVjdG9yTWFyZ2luIjp7IiRyZWYiOiIxMzUifSwiQ29ubmVjdG9yU3R5bGUiOnsiJGlkIjoiMTAzMyIsIkxpbmVDb2xvciI6eyIkaWQiOiIxMDM0IiwiJHR5cGUiOiJOTFJFLkNvbW1vbi5Eb20uU29saWRDb2xvckJydXNoLCBOTFJFLkNvbW1vbiIsIkNvbG9yIjp7IiRpZCI6IjEwMzUiLCJBIjoxMjcsIlIiOjgsIkciOjQ5LCJCIjo0Mn19LCJMaW5lV2VpZ2h0IjoxLjAsIkxpbmVUeXBlIjowLCJQYXJlbnRTdHlsZSI6bnVsbH0sIklzQmVsb3dUaW1lYmFuZCI6dHJ1ZSwiUG9zaXRpb25PblRhc2siOjIsIkhpZGVEYXRlIjpmYWxzZSwiU2hhcGVTaXplIjowLCJTcGFjaW5nIjowLjAsIlBhZGRpbmciOnsiJHJlZiI6IjEzOSJ9LCJTaGFwZVN0eWxlIjp7IiRpZCI6IjEwMzYiLCJNYXJnaW4iOnsiJHJlZiI6IjE0MSJ9LCJQYWRkaW5nIjp7IiRyZWYiOiIxNDIifSwiQmFja2dyb3VuZCI6eyIkaWQiOiIxMDM3IiwiQ29sb3IiOnsiJGlkIjoiMTAzOCIsIkEiOjI1NSwiUiI6MCwiRyI6MjI4LCJCIjoxMjR9fSwiSXNWaXNpYmxlIjp0cnVlLCJXaWR0aCI6MTIuMCwiSGVpZ2h0IjoxNC4wLCJCb3JkZXJTdHlsZSI6eyIkaWQiOiIxMDM5IiwiTGluZUNvbG9yIjp7IiRpZCI6IjEwNDAiLCIkdHlwZSI6Ik5MUkUuQ29tbW9uLkRvbS5Tb2xpZENvbG9yQnJ1c2gsIE5MUkUuQ29tbW9uIiwiQ29sb3IiOnsiJGlkIjoiMTA0MSIsIkEiOjI1NSwiUiI6OCwiRyI6NDksIkIiOjQyfX0sIkxpbmVXZWlnaHQiOjEuNSwiTGluZVR5cGUiOjAsIlBhcmVudFN0eWxlIjpudWxsfSwiUGFyZW50U3R5bGUiOm51bGx9LCJUaXRsZVN0eWxlIjp7IiRpZCI6IjEwNDIiLCJGb250U2V0dGluZ3MiOnsiJGlkIjoiMTA0MyIsIkZvbnRTaXplIjoxMSwiRm9udE5hbWUiOiJCb2VocmluZ2VyIEZvcndhcmQgVGV4dCIsIklzQm9sZCI6dHJ1ZSwiSXNJdGFsaWMiOmZhbHNlLCJJc1VuZGVybGluZWQiOmZhbHNlLCJQYXJlbnRTdHlsZSI6bnVsbH0sIkF1dG9TaXplIjowLCJGb3JlZ3JvdW5kIjp7IiRpZCI6IjEwNDQiLCJDb2xvciI6eyIkaWQiOiIxMDQ1IiwiQSI6MjU1LCJSIjo4LCJHIjo0OSwiQiI6NDJ9fSwiTWF4V2lkdGgiOjIwMC4wLCJNYXhIZWlnaHQiOiJJbmZpbml0eSIsIlNtYXJ0Rm9yZWdyb3VuZElzQWN0aXZlIjpmYWxzZSwiSG9yaXpvbnRhbEFsaWdubWVudCI6MSwiVmVydGljYWxBbGlnbm1lbnQiOjAsIlNtYXJ0Rm9yZWdyb3VuZCI6bnVsbCwiQmFja2dyb3VuZEZpbGxUeXBlIjowLCJNYXJnaW4iOnsiJHJlZiI6IjE1MCJ9LCJQYWRkaW5nIjp7IiRyZWYiOiIxNTEifSwiQmFja2dyb3VuZCI6eyIkaWQiOiIxMDQ2IiwiQ29sb3IiOnsiJGlkIjoiMTA0NyIsIkEiOjAsIlIiOjI1NSwiRyI6MjU1LCJCIjoyNTV9fSwiSXNWaXNpYmxlIjp0cnVlLCJXaWR0aCI6MC4wLCJIZWlnaHQiOjAuMCwiQm9yZGVyU3R5bGUiOnsiJGlkIjoiMTA0OCIsIkxpbmVDb2xvciI6bnVsbCwiTGluZVdlaWdodCI6MC4wLCJMaW5lVHlwZSI6MCwiUGFyZW50U3R5bGUiOm51bGx9LCJQYXJlbnRTdHlsZSI6bnVsbH0sIkRhdGVTdHlsZSI6eyIkaWQiOiIxMDQ5IiwiRm9udFNldHRpbmdzIjp7IiRpZCI6IjEwNTAiLCJGb250U2l6ZSI6MTAsIkZvbnROYW1lIjoiQm9laHJpbmdlciBGb3J3YXJkIFRleHQiLCJJc0JvbGQiOmZhbHNlLCJJc0l0YWxpYyI6ZmFsc2UsIklzVW5kZXJsaW5lZCI6ZmFsc2UsIlBhcmVudFN0eWxlIjpudWxsfSwiQXV0b1NpemUiOjAsIkZvcmVncm91bmQiOnsiJGlkIjoiMTA1MSIsIkNvbG9yIjp7IiRpZCI6IjEwNTIiLCJBIjoyNTUsIlIiOjgsIkciOjQ5LCJCIjo0Mn19LCJNYXhXaWR0aCI6MjAwLjAsIk1heEhlaWdodCI6IkluZmluaXR5IiwiU21hcnRGb3JlZ3JvdW5kSXNBY3RpdmUiOmZhbHNlLCJIb3Jpem9udGFsQWxpZ25tZW50IjoxLCJWZXJ0aWNhbEFsaWdubWVudCI6MCwiU21hcnRGb3JlZ3JvdW5kIjpudWxsLCJCYWNrZ3JvdW5kRmlsbFR5cGUiOjAsIk1hcmdpbiI6eyIkcmVmIjoiMTU5In0sIlBhZGRpbmciOnsiJHJlZiI6IjE2MCJ9LCJCYWNrZ3JvdW5kIjp7IiRpZCI6IjEwNTMiLCJDb2xvciI6eyIkaWQiOiIxMDU0IiwiQSI6MCwiUiI6MjU1LCJHIjoyNTUsIkIiOjI1NX19LCJJc1Zpc2libGUiOmZhbHNlLCJXaWR0aCI6MC4wLCJIZWlnaHQiOjAuMCwiQm9yZGVyU3R5bGUiOnsiJGlkIjoiMTA1NSIsIkxpbmVDb2xvciI6bnVsbCwiTGluZVdlaWdodCI6MC4wLCJMaW5lVHlwZSI6MCwiUGFyZW50U3R5bGUiOm51bGx9LCJQYXJlbnRTdHlsZSI6bnVsbH0sIkRhdGVGb3JtYXQiOnsiJHJlZiI6IjEyOSJ9LCJXZWVrTnVtYmVyaW5nIjp7IiRpZCI6IjEwNTYiLCJGb3JtYXQiOjAsIklzVmlzaWJsZSI6ZmFsc2UsIkxhc3RLbm93blZpc2liaWxpdHlTdGF0ZSI6ZmFsc2V9LCJJc1Zpc2libGUiOnRydWUsIlBhcmVudFN0eWxlIjpudWxsfSwiSW5kZXgiOjE4LCJQZXJjZW50YWdlQ29tcGxldGUiOm51bGwsIlBvc2l0aW9uIjp7IlJhdGlvIjowLjAsIklzQ3VzdG9tIjpmYWxzZX0sIkRhdGVGb3JtYXQiOnsiJHJlZiI6IjEyOSJ9LCJXZWVrTnVtYmVyaW5nIjp7IiRpZCI6IjEwNTciLCJGb3JtYXQiOjAsIklzVmlzaWJsZSI6ZmFsc2UsIkxhc3RLbm93blZpc2liaWxpdHlTdGF0ZSI6ZmFsc2V9LCJSZWxhdGVkVGFza0lkIjoiNDkzNWM1ZmMtNWRlMi00MmJjLTllMzgtNTk3ODJlOTRhOGU3IiwiSWQiOiI3ZGE2NDJhNy1mN2Y2LTRlMTQtOTY0Ny1jNjJhMDk2NmMzYzAiLCJJbXBvcnRJZCI6bnVsbCwiVGl0bGUiOiJQQSIsIk5vdGUiOm51bGwsIkh5cGVybGluayI6eyIkaWQiOiIxMDU4IiwiQWRkcmVzcyI6IiIsIlN1YkFkZHJlc3MiOiIifSwiSXNDaGFuZ2VkIjpmYWxzZSwiSXNOZXciOmZhbHNlfSx7IiRpZCI6IjEwNTkiLCJEYXRlIjoiMjAzMi0wNC0yMlQwODowMDowMCIsIlN0eWxlIjp7IiRpZCI6IjEwNjAiLCJTaGFwZSI6MTMsIkNvbm5lY3Rvck1hcmdpbiI6eyIkaWQiOiIxMDYxIiwiVG9wIjowLjAsIkxlZnQiOjIuMCwiUmlnaHQiOjIuMCwiQm90dG9tIjowLjB9LCJDb25uZWN0b3JTdHlsZSI6eyIkaWQiOiIxMDYyIiwiTGluZUNvbG9yIjp7IiRpZCI6IjEwNjMiLCIkdHlwZSI6Ik5MUkUuQ29tbW9uLkRvbS5Tb2xpZENvbG9yQnJ1c2gsIE5MUkUuQ29tbW9uIiwiQ29sb3IiOnsiJGlkIjoiMTA2NCIsIkEiOjEyNywiUiI6MjQ1LCJHIjoxMzgsIkIiOjEwNH19LCJMaW5lV2VpZ2h0IjoxLjAsIkxpbmVUeXBlIjowLCJQYXJlbnRTdHlsZSI6bnVsbH0sIklzQmVsb3dUaW1lYmFuZCI6dHJ1ZSwiUG9zaXRpb25PblRhc2siOjIsIkhpZGVEYXRlIjpmYWxzZSwiU2hhcGVTaXplIjowLCJTcGFjaW5nIjowLjAsIlBhZGRpbmciOnsiJGlkIjoiMTA2NSIsIlRvcCI6NS4wLCJMZWZ0IjozLjAsIlJpZ2h0IjowLjAsIkJvdHRvbSI6Mi4wfSwiU2hhcGVTdHlsZSI6eyIkaWQiOiIxMDY2IiwiTWFyZ2luIjp7IiRyZWYiOiI3NSJ9LCJQYWRkaW5nIjp7IiRyZWYiOiI3NiJ9LCJCYWNrZ3JvdW5kIjp7IiRpZCI6IjEwNjciLCJDb2xvciI6eyIkaWQiOiIxMDY4IiwiQSI6MjU1LCJSIjoyNDUsIkciOjEzOCwiQiI6MTA0fX0sIklzVmlzaWJsZSI6dHJ1ZSwiV2lkdGgiOjEyLjAsIkhlaWdodCI6MTQuMCwiQm9yZGVyU3R5bGUiOnsiJGlkIjoiMTA2OSIsIkxpbmVDb2xvciI6eyIkcmVmIjoiMjEwIn0sIkxpbmVXZWlnaHQiOjAuMCwiTGluZVR5cGUiOjAsIlBhcmVudFN0eWxlIjpudWxsfSwiUGFyZW50U3R5bGUiOm51bGx9LCJUaXRsZVN0eWxlIjp7IiRpZCI6IjEwNzAiLCJGb250U2V0dGluZ3MiOnsiJGlkIjoiMTA3MSIsIkZvbnRTaXplIjoxMSwiRm9udE5hbWUiOiJCb2VocmluZ2VyIEZvcndhcmQgVGV4dCIsIklzQm9sZCI6dHJ1ZSwiSXNJdGFsaWMiOmZhbHNlLCJJc1VuZGVybGluZWQiOmZhbHNlLCJQYXJlbnRTdHlsZSI6bnVsbH0sIkF1dG9TaXplIjowLCJGb3JlZ3JvdW5kIjp7IiRpZCI6IjEwNzIiLCJDb2xvciI6eyIkaWQiOiIxMDczIiwiQSI6MjU1LCJSIjo4LCJHIjo0OSwiQiI6NDJ9fSwiTWF4V2lkdGgiOjIwMC4wLCJNYXhIZWlnaHQiOiJJbmZpbml0eSIsIlNtYXJ0Rm9yZWdyb3VuZElzQWN0aXZlIjpmYWxzZSwiSG9yaXpvbnRhbEFsaWdubWVudCI6MSwiVmVydGljYWxBbGlnbm1lbnQiOjAsIlNtYXJ0Rm9yZWdyb3VuZCI6bnVsbCwiQmFja2dyb3VuZEZpbGxUeXBlIjowLCJNYXJnaW4iOnsiJHJlZiI6Ijg2In0sIlBhZGRpbmciOnsiJHJlZiI6Ijg3In0sIkJhY2tncm91bmQiOnsiJGlkIjoiMTA3NCIsIkNvbG9yIjp7IiRpZCI6IjEwNzUiLCJBIjowLCJSIjoyNTUsIkciOjI1NSwiQiI6MjU1fX0sIklzVmlzaWJsZSI6dHJ1ZSwiV2lkdGgiOjAuMCwiSGVpZ2h0IjowLjAsIkJvcmRlclN0eWxlIjp7IiRpZCI6IjEwNzYiLCJMaW5lQ29sb3IiOm51bGwsIkxpbmVXZWlnaHQiOjAuMCwiTGluZVR5cGUiOjAsIlBhcmVudFN0eWxlIjpudWxsfSwiUGFyZW50U3R5bGUiOm51bGx9LCJEYXRlU3R5bGUiOnsiJGlkIjoiMTA3NyIsIkZvbnRTZXR0aW5ncyI6eyIkaWQiOiIxMDc4IiwiRm9udFNpemUiOjEwLCJGb250TmFtZSI6IkJvZWhyaW5nZXIgRm9yd2FyZCBUZXh0IiwiSXNCb2xkIjpmYWxzZSwiSXNJdGFsaWMiOmZhbHNlLCJJc1VuZGVybGluZWQiOmZhbHNlLCJQYXJlbnRTdHlsZSI6bnVsbH0sIkF1dG9TaXplIjowLCJGb3JlZ3JvdW5kIjp7IiRpZCI6IjEwNzkiLCJDb2xvciI6eyIkaWQiOiIxMDgwIiwiQSI6MjU1LCJSIjo4LCJHIjo0OSwiQiI6NDJ9fSwiTWF4V2lkdGgiOjIwMC4wLCJNYXhIZWlnaHQiOiJJbmZpbml0eSIsIlNtYXJ0Rm9yZWdyb3VuZElzQWN0aXZlIjpmYWxzZSwiSG9yaXpvbnRhbEFsaWdubWVudCI6MiwiVmVydGljYWxBbGlnbm1lbnQiOjAsIlNtYXJ0Rm9yZWdyb3VuZCI6bnVsbCwiQmFja2dyb3VuZEZpbGxUeXBlIjowLCJNYXJnaW4iOnsiJHJlZiI6Ijk0In0sIlBhZGRpbmciOnsiJHJlZiI6Ijk1In0sIkJhY2tncm91bmQiOnsiJGlkIjoiMTA4MSIsIkNvbG9yIjp7IiRpZCI6IjEwODIiLCJBIjowLCJSIjoyNTUsIkciOjI1NSwiQiI6MjU1fX0sIklzVmlzaWJsZSI6ZmFsc2UsIldpZHRoIjowLjAsIkhlaWdodCI6MC4wLCJCb3JkZXJTdHlsZSI6eyIkaWQiOiIxMDgzIiwiTGluZUNvbG9yIjpudWxsLCJMaW5lV2VpZ2h0IjowLjAsIkxpbmVUeXBlIjowLCJQYXJlbnRTdHlsZSI6bnVsbH0sIlBhcmVudFN0eWxlIjpudWxsfSwiRGF0ZUZvcm1hdCI6eyIkcmVmIjoiMTI5In0sIldlZWtOdW1iZXJpbmciOnsiJGlkIjoiMTA4NCIsIkZvcm1hdCI6MCwiSXNWaXNpYmxlIjpmYWxzZSwiTGFzdEtub3duVmlzaWJpbGl0eVN0YXRlIjpmYWxzZX0sIklzVmlzaWJsZSI6dHJ1ZSwiUGFyZW50U3R5bGUiOm51bGx9LCJJbmRleCI6MTksIlBlcmNlbnRhZ2VDb21wbGV0ZSI6bnVsbCwiUG9zaXRpb24iOnsiUmF0aW8iOjAuMCwiSXNDdXN0b20iOmZhbHNlfSwiRGF0ZUZvcm1hdCI6eyIkcmVmIjoiMTI5In0sIldlZWtOdW1iZXJpbmciOnsiJGlkIjoiMTA4NSIsIkZvcm1hdCI6MCwiSXNWaXNpYmxlIjpmYWxzZSwiTGFzdEtub3duVmlzaWJpbGl0eVN0YXRlIjpmYWxzZX0sIlJlbGF0ZWRUYXNrSWQiOiI0OTM1YzVmYy01ZGUyLTQyYmMtOWUzOC01OTc4MmU5NGE4ZTciLCJJZCI6ImY0YWM1M2Y5LTUxN2YtNDMyZS1iYjExLTdhYWMwYzNiMTRkNSIsIkltcG9ydElkIjpudWxsLCJUaXRsZSI6IjJMIEZBIFVTIiwiTm90ZSI6bnVsbCwiSHlwZXJsaW5rIjp7IiRpZCI6IjEwODYiLCJBZGRyZXNzIjoiIiwiU3ViQWRkcmVzcyI6IiJ9LCJJc0NoYW5nZWQiOmZhbHNlLCJJc05ldyI6ZmFsc2V9XSwiVGFza0RlZmluaXRpb24iOnsiJGlkIjoiMTA4NyIsIkdyb3VwTmFtZSI6bnVsbCwiU3RhcnREYXRlIjoiMjAyOC0wNy0xNVQxMDowMDowMCIsIkVuZERhdGUiOiIyMDMyLTExLTIyVDEwOjAwOjAwIiwiUGVyY2VudGFnZUNvbXBsZXRlIjpudWxsLCJTdHlsZSI6eyIkaWQiOiIxMDg4IiwiU2hhcGUiOjMsIlNoYXBlVGhpY2tuZXNzIjowLCJEdXJhdGlvbkZvcm1hdCI6MCwiSW5jbHVkZU5vbldvcmtpbmdEYXlzSW5EdXJhdGlvbiI6ZmFsc2UsIlBlcmNlbnRhZ2VDb21wbGV0ZVN0eWxlIjp7IiRpZCI6IjEwODkiLCJGb250U2V0dGluZ3MiOnsiJGlkIjoiMTA5MCIsIkZvbnRTaXplIjoxMCwiRm9udE5hbWUiOiJDYWxpYnJpIiwiSXNCb2xkIjpmYWxzZSwiSXNJdGFsaWMiOmZhbHNlLCJJc1VuZGVybGluZWQiOmZhbHNlLCJQYXJlbnRTdHlsZSI6bnVsbH0sIkF1dG9TaXplIjowLCJGb3JlZ3JvdW5kIjp7IiRyZWYiOiI3NjAifSwiTWF4V2lkdGgiOjIwMC4wLCJNYXhIZWlnaHQiOiJJbmZpbml0eSIsIlNtYXJ0Rm9yZWdyb3VuZElzQWN0aXZlIjpmYWxzZSwiSG9yaXpvbnRhbEFsaWdubWVudCI6MCwiVmVydGljYWxBbGlnbm1lbnQiOjAsIlNtYXJ0Rm9yZWdyb3VuZCI6bnVsbCwiQmFja2dyb3VuZEZpbGxUeXBlIjowLCJNYXJnaW4iOnsiJGlkIjoiMTA5MSIsIlRvcCI6MC4wLCJMZWZ0IjowLjAsIlJpZ2h0IjowLjAsIkJvdHRvbSI6MC4wfSwiUGFkZGluZyI6eyIkaWQiOiIxMDkyIiwiVG9wIjowLjAsIkxlZnQiOjAuMCwiUmlnaHQiOjAuMCwiQm90dG9tIjowLjB9LCJCYWNrZ3JvdW5kIjp7IiRpZCI6IjEwOTMiLCJDb2xvciI6eyIkaWQiOiIxMDk0IiwiQSI6ODksIlIiOjAsIkciOjAsIkIiOjB9fSwiSXNWaXNpYmxlIjp0cnVlLCJXaWR0aCI6MC4wLCJIZWlnaHQiOjAuMCwiQm9yZGVyU3R5bGUiOnsiJGlkIjoiMTA5NSIsIkxpbmVDb2xvciI6bnVsbCwiTGluZVdlaWdodCI6MC4wLCJMaW5lVHlwZSI6MCwiUGFyZW50U3R5bGUiOm51bGx9LCJQYXJlbnRTdHlsZSI6bnVsbH0sIkR1cmF0aW9uU3R5bGUiOnsiJGlkIjoiMTA5NiIsIkZvbnRTZXR0aW5ncyI6eyIkaWQiOiIxMDk3IiwiRm9udFNpemUiOjEwLCJGb250TmFtZSI6IkNhbGlicmkiLCJJc0JvbGQiOmZhbHNlLCJJc0l0YWxpYyI6ZmFsc2UsIklzVW5kZXJsaW5lZCI6ZmFsc2UsIlBhcmVudFN0eWxlIjpudWxsfSwiQXV0b1NpemUiOjAsIkZvcmVncm91bmQiOnsiJGlkIjoiMTA5OCIsIkNvbG9yIjp7IiRpZCI6IjEwOTk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xMTAwIiwiVG9wIjowLjAsIkxlZnQiOjAuMCwiUmlnaHQiOjAuMCwiQm90dG9tIjowLjB9LCJQYWRkaW5nIjp7IiRpZCI6IjExMDEiLCJUb3AiOjAuMCwiTGVmdCI6MC4wLCJSaWdodCI6MC4wLCJCb3R0b20iOjAuMH0sIkJhY2tncm91bmQiOnsiJGlkIjoiMTEwMiIsIkNvbG9yIjp7IiRpZCI6IjExMDMiLCJBIjowLCJSIjowLCJHIjowLCJCIjowfX0sIklzVmlzaWJsZSI6dHJ1ZSwiV2lkdGgiOjAuMCwiSGVpZ2h0IjowLjAsIkJvcmRlclN0eWxlIjp7IiRpZCI6IjExMDQiLCJMaW5lQ29sb3IiOm51bGwsIkxpbmVXZWlnaHQiOjAuMCwiTGluZVR5cGUiOjAsIlBhcmVudFN0eWxlIjpudWxsfSwiUGFyZW50U3R5bGUiOm51bGx9LCJIb3Jpem9udGFsQ29ubmVjdG9yU3R5bGUiOnsiJGlkIjoiMTEwNSIsIkxpbmVDb2xvciI6eyIkaWQiOiIxMTA2IiwiJHR5cGUiOiJOTFJFLkNvbW1vbi5Eb20uU29saWRDb2xvckJydXNoLCBOTFJFLkNvbW1vbiIsIkNvbG9yIjp7IiRpZCI6IjExMDciLCJBIjoyNTUsIlIiOjIwNCwiRyI6MjA0LCJCIjoyMDR9fSwiTGluZVdlaWdodCI6MS4wLCJMaW5lVHlwZSI6MCwiUGFyZW50U3R5bGUiOm51bGx9LCJWZXJ0aWNhbENvbm5lY3RvclN0eWxlIjp7IiRpZCI6IjExMDgiLCJMaW5lQ29sb3IiOnsiJGlkIjoiMTEwOSIsIiR0eXBlIjoiTkxSRS5Db21tb24uRG9tLlNvbGlkQ29sb3JCcnVzaCwgTkxSRS5Db21tb24iLCJDb2xvciI6eyIkaWQiOiIxMTEwIiwiQSI6MjU1LCJSIjoyMDQsIkciOjIwNCwiQiI6MjA0fX0sIkxpbmVXZWlnaHQiOjAuMCwiTGluZVR5cGUiOjAsIlBhcmVudFN0eWxlIjpudWxsfSwiTWFyZ2luIjpudWxsLCJTdGFydERhdGVQb3NpdGlvbiI6NiwiRW5kRGF0ZVBvc2l0aW9uIjo2LCJEYXRlSXNWaXNpYmxlIjpmYWxzZSwiVGl0bGVQb3NpdGlvbiI6MiwiRHVyYXRpb25Qb3NpdGlvbiI6NiwiUGVyY2VudGFnZUNvbXBsZXRlZFBvc2l0aW9uIjo2LCJTcGFjaW5nIjozLCJJc0JlbG93VGltZWJhbmQiOnRydWUsIlBlcmNlbnRhZ2VDb21wbGV0ZVNoYXBlT3BhY2l0eSI6MzUsIkJhc2VsaW5lU3R5bGUiOnsiJGlkIjoiMTExMSIsIlNoYXBlU3R5bGUiOnsiJGlkIjoiMTExMiIsIk1hcmdpbiI6eyIkaWQiOiIxMTEzIiwiVG9wIjowLjAsIkxlZnQiOjAuMCwiUmlnaHQiOjAuMCwiQm90dG9tIjowLjB9LCJQYWRkaW5nIjp7IiRpZCI6IjExMTQiLCJUb3AiOjAuMCwiTGVmdCI6MC4wLCJSaWdodCI6MC4wLCJCb3R0b20iOjAuMH0sIkJhY2tncm91bmQiOnsiJGlkIjoiMTExNSIsIkNvbG9yIjp7IiRpZCI6IjExMTYiLCJBIjoxNTMsIlIiOjAsIkciOjAsIkIiOjB9fSwiSXNWaXNpYmxlIjp0cnVlLCJXaWR0aCI6MC4wLCJIZWlnaHQiOjAuMCwiQm9yZGVyU3R5bGUiOnsiJGlkIjoiMTExNyIsIkxpbmVDb2xvciI6bnVsbCwiTGluZVdlaWdodCI6MC4wLCJMaW5lVHlwZSI6MCwiUGFyZW50U3R5bGUiOm51bGx9LCJQYXJlbnRTdHlsZSI6bnVsbH0sIk1hcmdpbiI6eyIkaWQiOiIxMTE4IiwiVG9wIjowLjAsIkxlZnQiOjAuMCwiUmlnaHQiOjAuMCwiQm90dG9tIjowLjB9LCJQYWRkaW5nIjp7IiRpZCI6IjExMTkiLCJUb3AiOjAuMCwiTGVmdCI6MC4wLCJSaWdodCI6MC4wLCJCb3R0b20iOjAuMH0sIkJhY2tncm91bmQiOm51bGwsIklzVmlzaWJsZSI6dHJ1ZSwiV2lkdGgiOjAuMCwiSGVpZ2h0IjowLjAsIkJvcmRlclN0eWxlIjpudWxsLCJQYXJlbnRTdHlsZSI6bnVsbH0sIlNoYXBlU3R5bGUiOnsiJGlkIjoiMTEyMCIsIk1hcmdpbiI6eyIkaWQiOiIxMTIxIiwiVG9wIjowLjAsIkxlZnQiOjQuMCwiUmlnaHQiOjQuMCwiQm90dG9tIjowLjB9LCJQYWRkaW5nIjp7IiRpZCI6IjExMjIiLCJUb3AiOjAuMCwiTGVmdCI6MC4wLCJSaWdodCI6MC4wLCJCb3R0b20iOjAuMH0sIkJhY2tncm91bmQiOnsiJGlkIjoiMTEyMyIsIkNvbG9yIjp7IiRpZCI6IjExMjQiLCJBIjoyNTUsIlIiOjI1NSwiRyI6MjMwLCJCIjoxMDN9fSwiSXNWaXNpYmxlIjp0cnVlLCJXaWR0aCI6MC4wLCJIZWlnaHQiOjEwLjAsIkJvcmRlclN0eWxlIjp7IiRpZCI6IjExMjUiLCJMaW5lQ29sb3IiOnsiJGlkIjoiMTEyNiIsIiR0eXBlIjoiTkxSRS5Db21tb24uRG9tLlNvbGlkQ29sb3JCcnVzaCwgTkxSRS5Db21tb24iLCJDb2xvciI6eyIkaWQiOiIxMTI3IiwiQSI6MjU1LCJSIjo4LCJHIjo0OSwiQiI6NDJ9fSwiTGluZVdlaWdodCI6MS41LCJMaW5lVHlwZSI6MCwiUGFyZW50U3R5bGUiOm51bGx9LCJQYXJlbnRTdHlsZSI6bnVsbH0sIlRpdGxlU3R5bGUiOnsiJGlkIjoiMTEyOCIsIkZvbnRTZXR0aW5ncyI6eyIkaWQiOiIxMTI5IiwiRm9udFNpemUiOjExLCJGb250TmFtZSI6IkJvZWhyaW5nZXIgRm9yd2FyZCBUZXh0IiwiSXNCb2xkIjpmYWxzZSwiSXNJdGFsaWMiOmZhbHNlLCJJc1VuZGVybGluZWQiOmZhbHNlLCJQYXJlbnRTdHlsZSI6bnVsbH0sIkF1dG9TaXplIjowLCJGb3JlZ3JvdW5kIjp7IiRpZCI6IjExMzAiLCJDb2xvciI6eyIkaWQiOiIxMTMxIiwiQSI6MjU1LCJSIjowLCJHIjowLCJCIjowfX0sIk1heFdpZHRoIjo5NjAuMCwiTWF4SGVpZ2h0IjoiSW5maW5pdHkiLCJTbWFydEZvcmVncm91bmRJc0FjdGl2ZSI6ZmFsc2UsIkhvcml6b250YWxBbGlnbm1lbnQiOjEsIlZlcnRpY2FsQWxpZ25tZW50IjowLCJTbWFydEZvcmVncm91bmQiOm51bGwsIkJhY2tncm91bmRGaWxsVHlwZSI6MCwiTWFyZ2luIjp7IiRpZCI6IjExMzIiLCJUb3AiOjAuMCwiTGVmdCI6MC4wLCJSaWdodCI6MC4wLCJCb3R0b20iOjAuMH0sIlBhZGRpbmciOnsiJGlkIjoiMTEzMyIsIlRvcCI6MC4wLCJMZWZ0IjowLjAsIlJpZ2h0IjowLjAsIkJvdHRvbSI6MC4wfSwiQmFja2dyb3VuZCI6eyIkaWQiOiIxMTM0IiwiQ29sb3IiOnsiJGlkIjoiMTEzNSIsIkEiOjAsIlIiOjI1NSwiRyI6MjU1LCJCIjoyNTV9fSwiSXNWaXNpYmxlIjp0cnVlLCJXaWR0aCI6MC4wLCJIZWlnaHQiOjAuMCwiQm9yZGVyU3R5bGUiOnsiJGlkIjoiMTEzNiIsIkxpbmVDb2xvciI6bnVsbCwiTGluZVdlaWdodCI6MC4wLCJMaW5lVHlwZSI6MCwiUGFyZW50U3R5bGUiOm51bGx9LCJQYXJlbnRTdHlsZSI6bnVsbH0sIkRhdGVTdHlsZSI6eyIkaWQiOiIxMTM3IiwiRm9udFNldHRpbmdzIjp7IiRpZCI6IjExMzgiLCJGb250U2l6ZSI6MTAsIkZvbnROYW1lIjoiQ2FsaWJyaSIsIklzQm9sZCI6ZmFsc2UsIklzSXRhbGljIjpmYWxzZSwiSXNVbmRlcmxpbmVkIjpmYWxzZSwiUGFyZW50U3R5bGUiOm51bGx9LCJBdXRvU2l6ZSI6MCwiRm9yZWdyb3VuZCI6eyIkaWQiOiIxMTM5IiwiQ29sb3IiOnsiJGlkIjoiMTE0MCIsIkEiOjI1NSwiUiI6NjgsIkciOjg0LCJCIjoxMDZ9fSwiTWF4V2lkdGgiOjIwMC4wLCJNYXhIZWlnaHQiOiJJbmZpbml0eSIsIlNtYXJ0Rm9yZWdyb3VuZElzQWN0aXZlIjpmYWxzZSwiSG9yaXpvbnRhbEFsaWdubWVudCI6MCwiVmVydGljYWxBbGlnbm1lbnQiOjAsIlNtYXJ0Rm9yZWdyb3VuZCI6bnVsbCwiQmFja2dyb3VuZEZpbGxUeXBlIjowLCJNYXJnaW4iOnsiJGlkIjoiMTE0MSIsIlRvcCI6MC4wLCJMZWZ0IjowLjAsIlJpZ2h0IjowLjAsIkJvdHRvbSI6MC4wfSwiUGFkZGluZyI6eyIkaWQiOiIxMTQyIiwiVG9wIjowLjAsIkxlZnQiOjAuMCwiUmlnaHQiOjAuMCwiQm90dG9tIjowLjB9LCJCYWNrZ3JvdW5kIjp7IiRpZCI6IjExNDMiLCJDb2xvciI6eyIkaWQiOiIxMTQ0IiwiQSI6MCwiUiI6MjU1LCJHIjoyNTUsIkIiOjI1NX19LCJJc1Zpc2libGUiOnRydWUsIldpZHRoIjowLjAsIkhlaWdodCI6MC4wLCJCb3JkZXJTdHlsZSI6eyIkaWQiOiIxMTQ1IiwiTGluZUNvbG9yIjpudWxsLCJMaW5lV2VpZ2h0IjowLjAsIkxpbmVUeXBlIjowLCJQYXJlbnRTdHlsZSI6bnVsbH0sIlBhcmVudFN0eWxlIjpudWxsfSwiRGF0ZUZvcm1hdCI6eyIkcmVmIjoiMjkwIn0sIldlZWtOdW1iZXJpbmciOnsiJGlkIjoiMTE0NiIsIkZvcm1hdCI6MCwiSXNWaXNpYmxlIjpmYWxzZSwiTGFzdEtub3duVmlzaWJpbGl0eVN0YXRlIjpmYWxzZX0sIklzVmlzaWJsZSI6dHJ1ZSwiUGFyZW50U3R5bGUiOm51bGx9LCJJbmRleCI6NCwiU21hcnREdXJhdGlvbkFjdGl2YXRlZCI6ZmFsc2UsIkRhdGVGb3JtYXQiOnsiJHJlZiI6IjI5MCJ9LCJXZWVrTnVtYmVyaW5nIjp7IiRpZCI6IjExNDciLCJGb3JtYXQiOjAsIklzVmlzaWJsZSI6ZmFsc2UsIkxhc3RLbm93blZpc2liaWxpdHlTdGF0ZSI6ZmFsc2V9LCJCYXNlbGluZURhdGEiOnsiJGlkIjoiMTE0OCIsIlN0YXJ0RGF0ZSI6IjIwMjgtMDctMTVUMTA6MDA6MDAiLCJFbmREYXRlIjoiMjAzMi0xMS0yMlQxMDowMDowMCJ9LCJJZCI6IjQ5MzVjNWZjLTVkZTItNDJiYy05ZTM4LTU5NzgyZTk0YThlNyIsIkltcG9ydElkIjpudWxsLCJUaXRsZSI6IjJMIG1CQyBIRVIyKyBwb3N0LVQtRFhkICBQaCBJSUkiLCJOb3RlIjpudWxsLCJIeXBlcmxpbmsiOnsiJGlkIjoiMTE0OSIsIkFkZHJlc3MiOm51bGwsIlN1YkFkZHJlc3MiOm51bGx9LCJJc0NoYW5nZWQiOmZhbHNlLCJJc05ldyI6ZmFsc2V9fV0sIl9taWxlc3RvbmVzIjpbeyIkaWQiOiIxMTUwIiwiSWQiOiJiMDUwYmIyMC1iZDNjLTQ4NGUtOGRhMC1hNWJiY2I1YzkzYWQiLCJJbmRleCI6NSwiR3JvdXBJZCI6bnVsbCwiVGl0bGUiOiJSb0ZEIiwiRGF0ZVRpbWUiOiIyMDI3LTEwLTEzVDA4OjAwOjAwIiwiUGVyY2VudGFnZUNvbXBsZXRlIjpudWxsLCJOb3RlIjpudWxsLCJTdHlsZSI6eyIkaWQiOiIxMTUxIiwiVGl0bGVQb3NpdGlvbiI6IkJlbG93IiwiRGF0ZVBvc2l0aW9uIjoiTGVmdCIsIlNoYXBlVHlwZSI6MTQsIlNoYXBlU2l6ZSI6MCwiU3BhY2luZyI6NSwiU2hhcGVTdHlsZSI6eyIkaWQiOiIxMTUyIiwiTWFyZ2luIjp7IiRyZWYiOiI3NSJ9LCJQYWRkaW5nIjp7IiRyZWYiOiI3NiJ9LCJCYWNrZ3JvdW5kIjp7IiRpZCI6IjExNTMiLCJDb2xvciI6eyIkaWQiOiIxMTU0IiwiQSI6MjU1LCJSIjowLCJHIjoyMjgsIkIiOjEyNH19LCJJc1Zpc2libGUiOnRydWUsIldpZHRoIjoxMi4wLCJIZWlnaHQiOjE0LjAsIkJvcmRlclN0eWxlIjp7IiRpZCI6IjExNTUiLCJMaW5lQ29sb3IiOnsiJHJlZiI6IjExMyJ9LCJMaW5lV2VpZ2h0IjoxLjUsIkxpbmVUeXBlIjowLCJQYXJlbnRTdHlsZSI6bnVsbH0sIlBhcmVudFN0eWxlIjpudWxsfSwiVGl0bGVTdHlsZSI6eyIkaWQiOiIxMTU2IiwiRm9udFNldHRpbmdzIjp7IiRpZCI6IjExNTciLCJGb250U2l6ZSI6MTEsIkZvbnROYW1lIjoiQm9laHJpbmdlciBGb3J3YXJkIFRleHQiLCJJc0JvbGQiOnRydWUsIklzSXRhbGljIjpmYWxzZSwiSXNVbmRlcmxpbmVkIjpmYWxzZSwiUGFyZW50U3R5bGUiOm51bGx9LCJBdXRvU2l6ZSI6MCwiRm9yZWdyb3VuZCI6eyIkaWQiOiIxMTU4IiwiQ29sb3IiOnsiJGlkIjoiMTE1OSIsIkEiOjI1NSwiUiI6OCwiRyI6NDksIkIiOjQyfX0sIk1heFdpZHRoIjoyMDAuMCwiTWF4SGVpZ2h0IjoiSW5maW5pdHkiLCJTbWFydEZvcmVncm91bmRJc0FjdGl2ZSI6ZmFsc2UsIkhvcml6b250YWxBbGlnbm1lbnQiOjIsIlZlcnRpY2FsQWxpZ25tZW50IjowLCJTbWFydEZvcmVncm91bmQiOm51bGwsIkJhY2tncm91bmRGaWxsVHlwZSI6MCwiTWFyZ2luIjp7IiRyZWYiOiI4NiJ9LCJQYWRkaW5nIjp7IiRyZWYiOiI4NyJ9LCJCYWNrZ3JvdW5kIjp7IiRpZCI6IjExNjAiLCJDb2xvciI6eyIkaWQiOiIxMTYxIiwiQSI6MCwiUiI6MjU1LCJHIjoyNTUsIkIiOjI1NX19LCJJc1Zpc2libGUiOnRydWUsIldpZHRoIjowLjAsIkhlaWdodCI6MC4wLCJCb3JkZXJTdHlsZSI6bnVsbCwiUGFyZW50U3R5bGUiOm51bGx9LCJEYXRlU3R5bGUiOnsiJGlkIjoiMTE2MiIsIkZvbnRTZXR0aW5ncyI6eyIkaWQiOiIxMTYzIiwiRm9udFNpemUiOjEwLCJGb250TmFtZSI6IkJvZWhyaW5nZXIgRm9yd2FyZCBUZXh0IiwiSXNCb2xkIjpmYWxzZSwiSXNJdGFsaWMiOmZhbHNlLCJJc1VuZGVybGluZWQiOmZhbHNlLCJQYXJlbnRTdHlsZSI6bnVsbH0sIkF1dG9TaXplIjowLCJGb3JlZ3JvdW5kIjp7IiRpZCI6IjExNjQiLCJDb2xvciI6eyIkaWQiOiIxMTY1IiwiQSI6MjU1LCJSIjo4LCJHIjo0OSwiQiI6NDJ9fSwiTWF4V2lkdGgiOjIwMC4wLCJNYXhIZWlnaHQiOiJJbmZpbml0eSIsIlNtYXJ0Rm9yZWdyb3VuZElzQWN0aXZlIjpmYWxzZSwiSG9yaXpvbnRhbEFsaWdubWVudCI6MiwiVmVydGljYWxBbGlnbm1lbnQiOjAsIlNtYXJ0Rm9yZWdyb3VuZCI6bnVsbCwiQmFja2dyb3VuZEZpbGxUeXBlIjowLCJNYXJnaW4iOnsiJHJlZiI6Ijk0In0sIlBhZGRpbmciOnsiJHJlZiI6Ijk1In0sIkJhY2tncm91bmQiOnsiJGlkIjoiMTE2NiIsIkNvbG9yIjp7IiRpZCI6IjExNjciLCJBIjowLCJSIjoyNTUsIkciOjI1NSwiQiI6MjU1fX0sIklzVmlzaWJsZSI6ZmFsc2UsIldpZHRoIjowLjAsIkhlaWdodCI6MC4wLCJCb3JkZXJTdHlsZSI6bnVsbCwiUGFyZW50U3R5bGUiOm51bGx9LCJEYXRlRm9ybWF0Ijp7IiRyZWYiOiIxMjkifSwiV2Vla051bWJlcmluZyI6eyIkaWQiOiIxMTY4IiwiRm9ybWF0IjowLCJJc1Zpc2libGUiOmZhbHNlLCJMYXN0S25vd25WaXNpYmlsaXR5U3RhdGUiOmZhbHNlfSwiSXNWaXNpYmxlIjp0cnVlLCJQYXJlbnRTdHlsZSI6bnVsbH0sIkh5cGVybGluayI6bnVsbCwiSW1wb3J0SWQiOm51bGx9LHsiJGlkIjoiMTE2OSIsIklkIjoiN2FiMTFiNTItZWNjMS00YjY1LTgwZmEtOGViNTIxMzU1ZTA4IiwiSW5kZXgiOjE5LCJHcm91cElkIjpudWxsLCJUaXRsZSI6IlJvRkQiLCJEYXRlVGltZSI6IjIwMjctMDEtMjBUMDg6MDA6MDAiLCJQZXJjZW50YWdlQ29tcGxldGUiOm51bGwsIk5vdGUiOm51bGwsIlN0eWxlIjp7IiRpZCI6IjExNzAiLCJUaXRsZVBvc2l0aW9uIjoiTGVmdCIsIkRhdGVQb3NpdGlvbiI6IkxlZnQiLCJTaGFwZVR5cGUiOjE0LCJTaGFwZVNpemUiOjEsIlNwYWNpbmciOjUsIlNoYXBlU3R5bGUiOnsiJGlkIjoiMTE3MSIsIk1hcmdpbiI6eyIkcmVmIjoiNzUifSwiUGFkZGluZyI6eyIkcmVmIjoiNzYifSwiQmFja2dyb3VuZCI6eyIkaWQiOiIxMTcyIiwiQ29sb3IiOnsiJGlkIjoiMTE3MyIsIkEiOjI1NSwiUiI6MCwiRyI6MjI4LCJCIjoxMjR9fSwiSXNWaXNpYmxlIjp0cnVlLCJXaWR0aCI6MTguMCwiSGVpZ2h0IjoyMC4wLCJCb3JkZXJTdHlsZSI6eyIkaWQiOiIxMTc0IiwiTGluZUNvbG9yIjp7IiRpZCI6IjExNzUiLCIkdHlwZSI6Ik5MUkUuQ29tbW9uLkRvbS5Tb2xpZENvbG9yQnJ1c2gsIE5MUkUuQ29tbW9uIiwiQ29sb3IiOnsiJGlkIjoiMTE3NiIsIkEiOjI1NSwiUiI6OCwiRyI6NDksIkIiOjQyfX0sIkxpbmVXZWlnaHQiOjEuMCwiTGluZVR5cGUiOjAsIlBhcmVudFN0eWxlIjpudWxsfSwiUGFyZW50U3R5bGUiOm51bGx9LCJUaXRsZVN0eWxlIjp7IiRpZCI6IjExNzciLCJGb250U2V0dGluZ3MiOnsiJGlkIjoiMTE3OCIsIkZvbnRTaXplIjoxMSwiRm9udE5hbWUiOiJCb2VocmluZ2VyIEZvcndhcmQgVGV4dCIsIklzQm9sZCI6dHJ1ZSwiSXNJdGFsaWMiOmZhbHNlLCJJc1VuZGVybGluZWQiOmZhbHNlLCJQYXJlbnRTdHlsZSI6bnVsbH0sIkF1dG9TaXplIjowLCJGb3JlZ3JvdW5kIjp7IiRpZCI6IjExNzkiLCJDb2xvciI6eyIkaWQiOiIxMTgwIiwiQSI6MjU1LCJSIjo4LCJHIjo0OSwiQiI6NDJ9fSwiTWF4V2lkdGgiOjIwMC4wLCJNYXhIZWlnaHQiOiJJbmZpbml0eSIsIlNtYXJ0Rm9yZWdyb3VuZElzQWN0aXZlIjpmYWxzZSwiSG9yaXpvbnRhbEFsaWdubWVudCI6MiwiVmVydGljYWxBbGlnbm1lbnQiOjAsIlNtYXJ0Rm9yZWdyb3VuZCI6bnVsbCwiQmFja2dyb3VuZEZpbGxUeXBlIjowLCJNYXJnaW4iOnsiJHJlZiI6Ijg2In0sIlBhZGRpbmciOnsiJHJlZiI6Ijg3In0sIkJhY2tncm91bmQiOnsiJGlkIjoiMTE4MSIsIkNvbG9yIjp7IiRpZCI6IjExODIiLCJBIjowLCJSIjoyNTUsIkciOjI1NSwiQiI6MjU1fX0sIklzVmlzaWJsZSI6dHJ1ZSwiV2lkdGgiOjAuMCwiSGVpZ2h0IjowLjAsIkJvcmRlclN0eWxlIjpudWxsLCJQYXJlbnRTdHlsZSI6bnVsbH0sIkRhdGVTdHlsZSI6eyIkaWQiOiIxMTgzIiwiRm9udFNldHRpbmdzIjp7IiRpZCI6IjExODQiLCJGb250U2l6ZSI6MTAsIkZvbnROYW1lIjoiQm9laHJpbmdlciBGb3J3YXJkIFRleHQiLCJJc0JvbGQiOmZhbHNlLCJJc0l0YWxpYyI6ZmFsc2UsIklzVW5kZXJsaW5lZCI6ZmFsc2UsIlBhcmVudFN0eWxlIjpudWxsfSwiQXV0b1NpemUiOjAsIkZvcmVncm91bmQiOnsiJGlkIjoiMTE4NSIsIkNvbG9yIjp7IiRpZCI6IjExODYiLCJBIjoyNTUsIlIiOjgsIkciOjQ5LCJCIjo0Mn19LCJNYXhXaWR0aCI6MjAwLjAsIk1heEhlaWdodCI6IkluZmluaXR5IiwiU21hcnRGb3JlZ3JvdW5kSXNBY3RpdmUiOmZhbHNlLCJIb3Jpem9udGFsQWxpZ25tZW50IjoyLCJWZXJ0aWNhbEFsaWdubWVudCI6MCwiU21hcnRGb3JlZ3JvdW5kIjpudWxsLCJCYWNrZ3JvdW5kRmlsbFR5cGUiOjAsIk1hcmdpbiI6eyIkcmVmIjoiOTQifSwiUGFkZGluZyI6eyIkcmVmIjoiOTUifSwiQmFja2dyb3VuZCI6eyIkaWQiOiIxMTg3IiwiQ29sb3IiOnsiJGlkIjoiMTE4OCIsIkEiOjAsIlIiOjI1NSwiRyI6MjU1LCJCIjoyNTV9fSwiSXNWaXNpYmxlIjpmYWxzZSwiV2lkdGgiOjAuMCwiSGVpZ2h0IjowLjAsIkJvcmRlclN0eWxlIjpudWxsLCJQYXJlbnRTdHlsZSI6bnVsbH0sIkRhdGVGb3JtYXQiOnsiJGlkIjoiMTE4O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MTkwIiwiRm9ybWF0IjowLCJJc1Zpc2libGUiOmZhbHNlLCJMYXN0S25vd25WaXNpYmlsaXR5U3RhdGUiOmZhbHNlfSwiSXNWaXNpYmxlIjpmYWxzZSwiUGFyZW50U3R5bGUiOm51bGx9LCJIeXBlcmxpbmsiOm51bGwsIkltcG9ydElkIjpudWxsfV0sIklkIjoiNTgxYTU2ZjAtZWIxOC00OGE4LWJjODctZjg5MzczMmFkMjRjIiwiSXNTaW5nbGVJdGVtUm93IjpmYWxzZX1dLCJJbmRleCI6MCwiSWQiOiI4ZjA4ZWU4Mi03ZWU5LTRhYWYtOTg5Ny1iNDgyMjQzZjRkNmEiLCJIZWFkZXJUZXh0IjpudWxsLCJJc0RlZmF1bHQiOnRydWUsIlN0eWxlIjp7IiRpZCI6IjExOTEiLCJIZWFkZXJTdHlsZSI6eyIkaWQiOiIxMTkyIiwiVGV4dFN0eWxlIjp7IiRpZCI6IjExOTMiLCJGb250U2V0dGluZ3MiOnsiJGlkIjoiMTE5NCIsIkZvbnRTaXplIjoxMSwiRm9udE5hbWUiOiJDYWxpYnJpIiwiSXNCb2xkIjpmYWxzZSwiSXNJdGFsaWMiOmZhbHNlLCJJc1VuZGVybGluZWQiOmZhbHNlLCJQYXJlbnRTdHlsZSI6bnVsbH0sIkF1dG9TaXplIjoyLCJGb3JlZ3JvdW5kIjp7IiRpZCI6IjExOTUiLCJDb2xvciI6eyIkaWQiOiIxMTk2IiwiQSI6MjU1LCJSIjowLCJHIjowLCJCIjowfX0sIk1heFdpZHRoIjowLjAsIk1heEhlaWdodCI6MC4wLCJTbWFydEZvcmVncm91bmRJc0FjdGl2ZSI6ZmFsc2UsIkhvcml6b250YWxBbGlnbm1lbnQiOjAsIlZlcnRpY2FsQWxpZ25tZW50IjowLCJTbWFydEZvcmVncm91bmQiOm51bGwsIkJhY2tncm91bmRGaWxsVHlwZSI6MCwiTWFyZ2luIjp7IiRpZCI6IjExOTciLCJUb3AiOjAuMCwiTGVmdCI6MC4wLCJSaWdodCI6MC4wLCJCb3R0b20iOjAuMH0sIlBhZGRpbmciOnsiJGlkIjoiMTE5OCIsIlRvcCI6MC4wLCJMZWZ0IjowLjAsIlJpZ2h0IjowLjAsIkJvdHRvbSI6MC4wfSwiQmFja2dyb3VuZCI6bnVsbCwiSXNWaXNpYmxlIjp0cnVlLCJXaWR0aCI6MC4wLCJIZWlnaHQiOjAuMCwiQm9yZGVyU3R5bGUiOm51bGwsIlBhcmVudFN0eWxlIjpudWxsfSwiUmVjdGFuZ2xlU3R5bGUiOnsiJGlkIjoiMTE5OSIsIk1hcmdpbiI6eyIkaWQiOiIxMjAwIiwiVG9wIjowLjAsIkxlZnQiOjAuMCwiUmlnaHQiOjAuMCwiQm90dG9tIjowLjB9LCJQYWRkaW5nIjp7IiRpZCI6IjEyMDEiLCJUb3AiOjAuMCwiTGVmdCI6MC4wLCJSaWdodCI6MC4wLCJCb3R0b20iOjAuMH0sIkJhY2tncm91bmQiOnsiJGlkIjoiMTIwMiIsIkNvbG9yIjp7IiRpZCI6IjEyMDMiLCJBIjo2MywiUiI6MTk3LCJHIjoxOTUsIkIiOjIzOH19LCJJc1Zpc2libGUiOnRydWUsIldpZHRoIjowLjAsIkhlaWdodCI6MC4wLCJCb3JkZXJTdHlsZSI6eyIkaWQiOiIxMjA0IiwiTGluZUNvbG9yIjp7IiRpZCI6IjEyMDUiLCIkdHlwZSI6Ik5MUkUuQ29tbW9uLkRvbS5Tb2xpZENvbG9yQnJ1c2gsIE5MUkUuQ29tbW9uIiwiQ29sb3IiOnsiJGlkIjoiMTIwNiIsIkEiOjI1NSwiUiI6MjU1LCJHIjowLCJCIjowfX0sIkxpbmVXZWlnaHQiOjAuMCwiTGluZVR5cGUiOjAsIlBhcmVudFN0eWxlIjpudWxsfSwiUGFyZW50U3R5bGUiOm51bGx9LCJNYXJnaW4iOnsiJGlkIjoiMTIwNyIsIlRvcCI6MC4wLCJMZWZ0IjowLjAsIlJpZ2h0IjowLjAsIkJvdHRvbSI6MC4wfSwiUGFkZGluZyI6eyIkaWQiOiIxMjA4IiwiVG9wIjowLjAsIkxlZnQiOjAuMCwiUmlnaHQiOjAuMCwiQm90dG9tIjowLjB9LCJCYWNrZ3JvdW5kIjpudWxsLCJJc1Zpc2libGUiOnRydWUsIldpZHRoIjowLjAsIkhlaWdodCI6MC4wLCJCb3JkZXJTdHlsZSI6bnVsbCwiUGFyZW50U3R5bGUiOm51bGx9LCJCYWNrZ3JvdW5kU3R5bGUiOnsiJGlkIjoiMTIwOSIsIk1hcmdpbiI6eyIkaWQiOiIxMjEwIiwiVG9wIjowLjAsIkxlZnQiOjAuMCwiUmlnaHQiOjAuMCwiQm90dG9tIjowLjB9LCJQYWRkaW5nIjp7IiRpZCI6IjEyMTEiLCJUb3AiOjAuMCwiTGVmdCI6MC4wLCJSaWdodCI6MC4wLCJCb3R0b20iOjAuMH0sIkJhY2tncm91bmQiOnsiJGlkIjoiMTIxMiIsIkNvbG9yIjp7IiRpZCI6IjEyMTMiLCJBIjo1MSwiUiI6MTk3LCJHIjoxOTUsIkIiOjIzOH19LCJJc1Zpc2libGUiOnRydWUsIldpZHRoIjowLjAsIkhlaWdodCI6MC4wLCJCb3JkZXJTdHlsZSI6eyIkaWQiOiIxMjE0IiwiTGluZUNvbG9yIjp7IiRpZCI6IjEyMTUiLCIkdHlwZSI6Ik5MUkUuQ29tbW9uLkRvbS5Tb2xpZENvbG9yQnJ1c2gsIE5MUkUuQ29tbW9uIiwiQ29sb3IiOnsiJGlkIjoiMTIxNiIsIkEiOjI1NSwiUiI6MjU1LCJHIjowLCJCIjowfX0sIkxpbmVXZWlnaHQiOjAuMCwiTGluZVR5cGUiOjAsIlBhcmVudFN0eWxlIjpudWxsfSwiUGFyZW50U3R5bGUiOm51bGx9LCJNYXJnaW4iOnsiJGlkIjoiMTIxNyIsIlRvcCI6MC4wLCJMZWZ0IjowLjAsIlJpZ2h0IjowLjAsIkJvdHRvbSI6MC4wfSwiUGFkZGluZyI6eyIkaWQiOiIxMjE4IiwiVG9wIjowLjAsIkxlZnQiOjAuMCwiUmlnaHQiOjAuMCwiQm90dG9tIjowLjB9LCJJc1Zpc2libGUiOmZhbHNlLCJXaWR0aCI6MC4wLCJIZWlnaHQiOjAuMCwiQm9yZGVyU3R5bGUiOm51bGwsIlBhcmVudFN0eWxlIjpudWxsfX1dLCJJZCI6IjA0YjFlNTdhLTYxOTQtNDEyZS05Yzc4LTNmZjBjYWFmYjdmZCIsIkluZGV4IjoxLCJIZWFkZXJUZXh0IjoiQnJlYXN0IGNhbmNlciIsIlN0eWxlIjp7IiRpZCI6IjEyMTkiLCJTdHlsZUlkIjoiMDAwMDAwMDAtMDAwMC0wMDAwLTAwMDAtMDAwMDAwMDAwMDAwIiwiSGVhZGVyU3R5bGUiOnsiJGlkIjoiMTIyMCIsIlRleHRJc1ZlcnRpY2FsIjpmYWxzZSwiVGV4dFN0eWxlIjp7IiRpZCI6IjEyMjEiLCJGb250U2V0dGluZ3MiOnsiJGlkIjoiMTIyMiIsIkZvbnRTaXplIjoxMiwiRm9udE5hbWUiOiJCb2VocmluZ2VyIEZvcndhcmQgVGV4dCIsIklzQm9sZCI6ZmFsc2UsIklzSXRhbGljIjpmYWxzZSwiSXNVbmRlcmxpbmVkIjpmYWxzZSwiUGFyZW50U3R5bGUiOm51bGx9LCJBdXRvU2l6ZSI6MiwiRm9yZWdyb3VuZCI6eyIkaWQiOiIxMjIzIiwiQ29sb3IiOnsiJGlkIjoiMTIyNCIsIkEiOjI1NSwiUiI6OCwiRyI6NDksIkIiOjQyfX0sIk1heFdpZHRoIjo3MS4wLCJNYXhIZWlnaHQiOiJJbmZpbml0eSIsIlNtYXJ0Rm9yZWdyb3VuZElzQWN0aXZlIjpmYWxzZSwiSG9yaXpvbnRhbEFsaWdubWVudCI6MCwiVmVydGljYWxBbGlnbm1lbnQiOjAsIlNtYXJ0Rm9yZWdyb3VuZCI6bnVsbCwiQmFja2dyb3VuZEZpbGxUeXBlIjowLCJNYXJnaW4iOnsiJGlkIjoiMTIyNSIsIlRvcCI6MC4wLCJMZWZ0IjowLjAsIlJpZ2h0IjowLjAsIkJvdHRvbSI6MC4wfSwiUGFkZGluZyI6eyIkaWQiOiIxMjI2IiwiVG9wIjowLjAsIkxlZnQiOjAuMCwiUmlnaHQiOjAuMCwiQm90dG9tIjowLjB9LCJCYWNrZ3JvdW5kIjpudWxsLCJJc1Zpc2libGUiOnRydWUsIldpZHRoIjowLjAsIkhlaWdodCI6MC4wLCJCb3JkZXJTdHlsZSI6bnVsbCwiUGFyZW50U3R5bGUiOm51bGx9LCJSZWN0YW5nbGVTdHlsZSI6eyIkaWQiOiIxMjI3IiwiTWFyZ2luIjp7IiRpZCI6IjEyMjgiLCJUb3AiOjAuMCwiTGVmdCI6MC4wLCJSaWdodCI6MC4wLCJCb3R0b20iOjAuMH0sIlBhZGRpbmciOnsiJGlkIjoiMTIyOSIsIlRvcCI6MC4wLCJMZWZ0IjowLjAsIlJpZ2h0IjowLjAsIkJvdHRvbSI6MC4wfSwiQmFja2dyb3VuZCI6eyIkaWQiOiIxMjMwIiwiQ29sb3IiOnsiJGlkIjoiMTIzMSIsIkEiOjI1NSwiUiI6MjU1LCJHIjoyMzAsIkIiOjEwM319LCJJc1Zpc2libGUiOnRydWUsIldpZHRoIjowLjAsIkhlaWdodCI6MC4wLCJCb3JkZXJTdHlsZSI6eyIkaWQiOiIxMjMyIiwiTGluZUNvbG9yIjp7IiRpZCI6IjEyMzMiLCIkdHlwZSI6Ik5MUkUuQ29tbW9uLkRvbS5Tb2xpZENvbG9yQnJ1c2gsIE5MUkUuQ29tbW9uIiwiQ29sb3IiOnsiJGlkIjoiMTIzNCIsIkEiOjI1NSwiUiI6MjU1LCJHIjowLCJCIjowfX0sIkxpbmVXZWlnaHQiOjAuMCwiTGluZVR5cGUiOjAsIlBhcmVudFN0eWxlIjpudWxsfSwiUGFyZW50U3R5bGUiOm51bGx9LCJNYXJnaW4iOnsiJGlkIjoiMTIzNSIsIlRvcCI6MC4wLCJMZWZ0IjowLjAsIlJpZ2h0IjowLjAsIkJvdHRvbSI6MC4wfSwiUGFkZGluZyI6eyIkaWQiOiIxMjM2IiwiVG9wIjowLjAsIkxlZnQiOjAuMCwiUmlnaHQiOjAuMCwiQm90dG9tIjowLjB9LCJCYWNrZ3JvdW5kIjpudWxsLCJJc1Zpc2libGUiOnRydWUsIldpZHRoIjowLjAsIkhlaWdodCI6MC4wLCJCb3JkZXJTdHlsZSI6bnVsbCwiUGFyZW50U3R5bGUiOm51bGx9LCJCYWNrZ3JvdW5kU3R5bGUiOnsiJGlkIjoiMTIzNyIsIk1hcmdpbiI6eyIkaWQiOiIxMjM4IiwiVG9wIjowLjAsIkxlZnQiOjAuMCwiUmlnaHQiOjAuMCwiQm90dG9tIjowLjB9LCJQYWRkaW5nIjp7IiRpZCI6IjEyMzkiLCJUb3AiOjAuMCwiTGVmdCI6MC4wLCJSaWdodCI6MC4wLCJCb3R0b20iOjAuMH0sIkJhY2tncm91bmQiOnsiJGlkIjoiMTI0MCIsIkNvbG9yIjp7IiRpZCI6IjEyNDEiLCJBIjo1MSwiUiI6MjU1LCJHIjoyMzAsIkIiOjEwM319LCJJc1Zpc2libGUiOnRydWUsIldpZHRoIjowLjAsIkhlaWdodCI6MC4wLCJCb3JkZXJTdHlsZSI6eyIkaWQiOiIxMjQyIiwiTGluZUNvbG9yIjp7IiRpZCI6IjEyNDMiLCIkdHlwZSI6Ik5MUkUuQ29tbW9uLkRvbS5Tb2xpZENvbG9yQnJ1c2gsIE5MUkUuQ29tbW9uIiwiQ29sb3IiOnsiJGlkIjoiMTI0NCIsIkEiOjI1NSwiUiI6OCwiRyI6NDksIkIiOjQyfX0sIkxpbmVXZWlnaHQiOjAuMCwiTGluZVR5cGUiOjAsIlBhcmVudFN0eWxlIjpudWxsfSwiUGFyZW50U3R5bGUiOm51bGx9LCJJc0Fib3ZlVGltZWJhbmQiOmZhbHNlLCJTcGFjaW5nIjoxMCwiRGVmYXVsdFN3aW1sYW5lVGFza1N0eWxlIjp7IiRpZCI6IjEyNDUiLCIkdHlwZSI6Ik5MUkUuQ29tbW9uLkRvbS5TdHlsZXMuRXhwbGljaXRTZXRhYmxlVGFza1N0eWxlLCBOTFJFLkNvbW1vbiIsIlNoYXBlIjozLCJTaGFwZVRoaWNrbmVzcyI6MCwiRHVyYXRpb25Gb3JtYXQiOjAsIkluY2x1ZGVOb25Xb3JraW5nRGF5c0luRHVyYXRpb24iOmZhbHNlLCJQZXJjZW50YWdlQ29tcGxldGVTdHlsZSI6eyIkaWQiOiIxMjQ2IiwiRm9udFNldHRpbmdzIjp7IiRpZCI6IjEyNDciLCJGb250U2l6ZSI6MTAsIkZvbnROYW1lIjoiQ2FsaWJyaSIsIklzQm9sZCI6ZmFsc2UsIklzSXRhbGljIjpmYWxzZSwiSXNVbmRlcmxpbmVkIjpmYWxzZSwiUGFyZW50U3R5bGUiOm51bGx9LCJBdXRvU2l6ZSI6MCwiRm9yZWdyb3VuZCI6eyIkaWQiOiIxMjQ4IiwiQ29sb3IiOnsiJGlkIjoiMTI0OS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EyNTAiLCJUb3AiOjAuMCwiTGVmdCI6MC4wLCJSaWdodCI6MC4wLCJCb3R0b20iOjAuMH0sIlBhZGRpbmciOnsiJGlkIjoiMTI1MSIsIlRvcCI6MC4wLCJMZWZ0IjowLjAsIlJpZ2h0IjowLjAsIkJvdHRvbSI6MC4wfSwiQmFja2dyb3VuZCI6eyIkaWQiOiIxMjUyIiwiQ29sb3IiOnsiJGlkIjoiMTI1MyIsIkEiOjg5LCJSIjowLCJHIjowLCJCIjowfX0sIklzVmlzaWJsZSI6dHJ1ZSwiV2lkdGgiOjAuMCwiSGVpZ2h0IjowLjAsIkJvcmRlclN0eWxlIjpudWxsLCJQYXJlbnRTdHlsZSI6bnVsbH0sIkR1cmF0aW9uU3R5bGUiOnsiJGlkIjoiMTI1NCIsIkZvbnRTZXR0aW5ncyI6eyIkaWQiOiIxMjU1IiwiRm9udFNpemUiOjEwLCJGb250TmFtZSI6IkNhbGlicmkiLCJJc0JvbGQiOmZhbHNlLCJJc0l0YWxpYyI6ZmFsc2UsIklzVW5kZXJsaW5lZCI6ZmFsc2UsIlBhcmVudFN0eWxlIjpudWxsfSwiQXV0b1NpemUiOjAsIkZvcmVncm91bmQiOnsiJGlkIjoiMTI1NiIsIkNvbG9yIjp7IiRpZCI6IjEyNTciLCJBIjoyNTUsIlIiOjIzNywiRyI6MTI1LCJCIjo0OX19LCJNYXhXaWR0aCI6MjAwLjAsIk1heEhlaWdodCI6IkluZmluaXR5IiwiU21hcnRGb3JlZ3JvdW5kSXNBY3RpdmUiOmZhbHNlLCJIb3Jpem9udGFsQWxpZ25tZW50IjowLCJWZXJ0aWNhbEFsaWdubWVudCI6MCwiU21hcnRGb3JlZ3JvdW5kIjpudWxsLCJCYWNrZ3JvdW5kRmlsbFR5cGUiOjAsIk1hcmdpbiI6eyIkaWQiOiIxMjU4IiwiVG9wIjowLjAsIkxlZnQiOjAuMCwiUmlnaHQiOjAuMCwiQm90dG9tIjowLjB9LCJQYWRkaW5nIjp7IiRpZCI6IjEyNTkiLCJUb3AiOjAuMCwiTGVmdCI6MC4wLCJSaWdodCI6MC4wLCJCb3R0b20iOjAuMH0sIkJhY2tncm91bmQiOnsiJGlkIjoiMTI2MCIsIkNvbG9yIjp7IiRpZCI6IjEyNjEiLCJBIjowLCJSIjowLCJHIjowLCJCIjowfX0sIklzVmlzaWJsZSI6dHJ1ZSwiV2lkdGgiOjAuMCwiSGVpZ2h0IjowLjAsIkJvcmRlclN0eWxlIjpudWxsLCJQYXJlbnRTdHlsZSI6bnVsbH0sIkhvcml6b250YWxDb25uZWN0b3JTdHlsZSI6eyIkaWQiOiIxMjYyIiwiTGluZUNvbG9yIjp7IiRpZCI6IjEyNjMiLCIkdHlwZSI6Ik5MUkUuQ29tbW9uLkRvbS5Tb2xpZENvbG9yQnJ1c2gsIE5MUkUuQ29tbW9uIiwiQ29sb3IiOnsiJGlkIjoiMTI2NCIsIkEiOjI1NSwiUiI6MjA0LCJHIjoyMDQsIkIiOjIwNH19LCJMaW5lV2VpZ2h0IjoxLjAsIkxpbmVUeXBlIjowLCJQYXJlbnRTdHlsZSI6bnVsbH0sIlZlcnRpY2FsQ29ubmVjdG9yU3R5bGUiOnsiJGlkIjoiMTI2NSIsIkxpbmVDb2xvciI6eyIkaWQiOiIxMjY2IiwiJHR5cGUiOiJOTFJFLkNvbW1vbi5Eb20uU29saWRDb2xvckJydXNoLCBOTFJFLkNvbW1vbiIsIkNvbG9yIjp7IiRpZCI6IjEyNjciLCJBIjoyNTUsIlIiOjIwNCwiRyI6MjA0LCJCIjoyMDR9fSwiTGluZVdlaWdodCI6MC4wLCJMaW5lVHlwZSI6MCwiUGFyZW50U3R5bGUiOm51bGx9LCJNYXJnaW4iOm51bGwsIlN0YXJ0RGF0ZVBvc2l0aW9uIjo2LCJFbmREYXRlUG9zaXRpb24iOjYsIkRhdGVJc1Zpc2libGUiOmZhbHNlLCJUaXRsZVBvc2l0aW9uIjoyLCJEdXJhdGlvblBvc2l0aW9uIjo2LCJQZXJjZW50YWdlQ29tcGxldGVkUG9zaXRpb24iOjYsIlNwYWNpbmciOjMsIklzQmVsb3dUaW1lYmFuZCI6dHJ1ZSwiUGVyY2VudGFnZUNvbXBsZXRlU2hhcGVPcGFjaXR5IjozNSwiQmFzZWxpbmVTdHlsZSI6eyIkaWQiOiIxMjY4IiwiU2hhcGVTdHlsZSI6eyIkaWQiOiIxMjY5IiwiTWFyZ2luIjp7IiRpZCI6IjEyNzAiLCJUb3AiOjAuMCwiTGVmdCI6MC4wLCJSaWdodCI6MC4wLCJCb3R0b20iOjAuMH0sIlBhZGRpbmciOnsiJGlkIjoiMTI3MSIsIlRvcCI6MC4wLCJMZWZ0IjowLjAsIlJpZ2h0IjowLjAsIkJvdHRvbSI6MC4wfSwiQmFja2dyb3VuZCI6eyIkaWQiOiIxMjcyIiwiQ29sb3IiOnsiJGlkIjoiMTI3MyIsIkEiOjE1MywiUiI6MCwiRyI6MCwiQiI6MH19LCJJc1Zpc2libGUiOnRydWUsIldpZHRoIjowLjAsIkhlaWdodCI6MC4wLCJCb3JkZXJTdHlsZSI6eyIkaWQiOiIxMjc0IiwiTGluZUNvbG9yIjpudWxsLCJMaW5lV2VpZ2h0IjowLjAsIkxpbmVUeXBlIjowLCJQYXJlbnRTdHlsZSI6bnVsbH0sIlBhcmVudFN0eWxlIjpudWxsfSwiTWFyZ2luIjp7IiRpZCI6IjEyNzUiLCJUb3AiOjAuMCwiTGVmdCI6MC4wLCJSaWdodCI6MC4wLCJCb3R0b20iOjAuMH0sIlBhZGRpbmciOnsiJGlkIjoiMTI3NiIsIlRvcCI6MC4wLCJMZWZ0IjowLjAsIlJpZ2h0IjowLjAsIkJvdHRvbSI6MC4wfSwiQmFja2dyb3VuZCI6bnVsbCwiSXNWaXNpYmxlIjp0cnVlLCJXaWR0aCI6MC4wLCJIZWlnaHQiOjAuMCwiQm9yZGVyU3R5bGUiOm51bGwsIlBhcmVudFN0eWxlIjpudWxsfSwiU2hhcGVTdHlsZSI6eyIkaWQiOiIxMjc3IiwiTWFyZ2luIjp7IiRpZCI6IjEyNzgiLCJUb3AiOjAuMCwiTGVmdCI6NC4wLCJSaWdodCI6NC4wLCJCb3R0b20iOjAuMH0sIlBhZGRpbmciOnsiJGlkIjoiMTI3OSIsIlRvcCI6MC4wLCJMZWZ0IjowLjAsIlJpZ2h0IjowLjAsIkJvdHRvbSI6MC4wfSwiQmFja2dyb3VuZCI6eyIkaWQiOiIxMjgwIiwiQ29sb3IiOnsiJGlkIjoiMTI4MSIsIkEiOjI1NSwiUiI6OCwiRyI6NDksIkIiOjQyfX0sIklzVmlzaWJsZSI6dHJ1ZSwiV2lkdGgiOjAuMCwiSGVpZ2h0IjoxMC4wLCJCb3JkZXJTdHlsZSI6eyIkaWQiOiIxMjgyIiwiTGluZUNvbG9yIjp7IiRpZCI6IjEyODMiLCIkdHlwZSI6Ik5MUkUuQ29tbW9uLkRvbS5Tb2xpZENvbG9yQnJ1c2gsIE5MUkUuQ29tbW9uIiwiQ29sb3IiOnsiJGlkIjoiMTI4NCIsIkEiOjI1NSwiUiI6MjM0LCJHIjoyMiwiQiI6MzB9fSwiTGluZVdlaWdodCI6MC4wLCJMaW5lVHlwZSI6MCwiUGFyZW50U3R5bGUiOm51bGx9LCJQYXJlbnRTdHlsZSI6bnVsbH0sIlRpdGxlU3R5bGUiOnsiJGlkIjoiMTI4NSIsIkZvbnRTZXR0aW5ncyI6eyIkaWQiOiIxMjg2IiwiRm9udFNpemUiOjExLCJGb250TmFtZSI6IkJvZWhyaW5nZXIgRm9yd2FyZCBUZXh0IiwiSXNCb2xkIjpmYWxzZSwiSXNJdGFsaWMiOmZhbHNlLCJJc1VuZGVybGluZWQiOmZhbHNlLCJQYXJlbnRTdHlsZSI6bnVsbH0sIkF1dG9TaXplIjowLCJGb3JlZ3JvdW5kIjp7IiRpZCI6IjEyODciLCJDb2xvciI6eyIkaWQiOiIxMjg4IiwiQSI6MjU1LCJSIjoyNTUsIkciOjI1NSwiQiI6MjU1fX0sIk1heFdpZHRoIjoyMDAuMCwiTWF4SGVpZ2h0IjoiSW5maW5pdHkiLCJTbWFydEZvcmVncm91bmRJc0FjdGl2ZSI6ZmFsc2UsIkhvcml6b250YWxBbGlnbm1lbnQiOjEsIlZlcnRpY2FsQWxpZ25tZW50IjowLCJTbWFydEZvcmVncm91bmQiOm51bGwsIkJhY2tncm91bmRGaWxsVHlwZSI6MCwiTWFyZ2luIjp7IiRpZCI6IjEyODkiLCJUb3AiOjAuMCwiTGVmdCI6MC4wLCJSaWdodCI6MC4wLCJCb3R0b20iOjAuMH0sIlBhZGRpbmciOnsiJGlkIjoiMTI5MCIsIlRvcCI6MC4wLCJMZWZ0IjowLjAsIlJpZ2h0IjowLjAsIkJvdHRvbSI6MC4wfSwiQmFja2dyb3VuZCI6eyIkaWQiOiIxMjkxIiwiQ29sb3IiOnsiJGlkIjoiMTI5MiIsIkEiOjAsIlIiOjI1NSwiRyI6MjU1LCJCIjoyNTV9fSwiSXNWaXNpYmxlIjp0cnVlLCJXaWR0aCI6MC4wLCJIZWlnaHQiOjAuMCwiQm9yZGVyU3R5bGUiOm51bGwsIlBhcmVudFN0eWxlIjpudWxsfSwiRGF0ZVN0eWxlIjp7IiRpZCI6IjEyOTMiLCJGb250U2V0dGluZ3MiOnsiJGlkIjoiMTI5NCIsIkZvbnRTaXplIjoxMCwiRm9udE5hbWUiOiJDYWxpYnJpIiwiSXNCb2xkIjpmYWxzZSwiSXNJdGFsaWMiOmZhbHNlLCJJc1VuZGVybGluZWQiOmZhbHNlLCJQYXJlbnRTdHlsZSI6bnVsbH0sIkF1dG9TaXplIjowLCJGb3JlZ3JvdW5kIjp7IiRpZCI6IjEyOTUiLCJDb2xvciI6eyIkaWQiOiIxMjk2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xMjk3IiwiVG9wIjowLjAsIkxlZnQiOjAuMCwiUmlnaHQiOjAuMCwiQm90dG9tIjowLjB9LCJQYWRkaW5nIjp7IiRpZCI6IjEyOTgiLCJUb3AiOjAuMCwiTGVmdCI6MC4wLCJSaWdodCI6MC4wLCJCb3R0b20iOjAuMH0sIkJhY2tncm91bmQiOnsiJGlkIjoiMTI5OSIsIkNvbG9yIjp7IiRpZCI6IjEzMDAiLCJBIjowLCJSIjoyNTUsIkciOjI1NSwiQiI6MjU1fX0sIklzVmlzaWJsZSI6dHJ1ZSwiV2lkdGgiOjAuMCwiSGVpZ2h0IjowLjAsIkJvcmRlclN0eWxlIjpudWxsLCJQYXJlbnRTdHlsZSI6bnVsbH0sIkRhdGVGb3JtYXQiOnsiJGlkIjoiMTMwM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MzAyIiwiRm9ybWF0IjowLCJJc1Zpc2libGUiOmZhbHNlLCJMYXN0S25vd25WaXNpYmlsaXR5U3RhdGUiOmZhbHNlfSwiSXNWaXNpYmxlIjp0cnVlLCJQYXJlbnRTdHlsZSI6bnVsbCwiX2V4cGxpY2l0bHlTZXQiOnsiJGlkIjoiMTMwMyIsIlNoYXBlU3R5bGUiOmZhbHNlLCJUaXRsZVN0eWxlIjpmYWxzZSwiRGF0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U3BhY2luZyI6ZmFsc2UsIklzQmVsb3dUaW1lYmFuZCI6ZmFsc2UsIkRhdGVGb3JtYXQiOmZhbHNlLCJXZWVrTnVtYmVyaW5nIjpmYWxzZSwiSXNWaXNpYmxlIjpmYWxzZX19LCJEZWZhdWx0U3dpbWxhbmVNb3RTdHlsZSI6eyIkaWQiOiIxMzA0IiwiU2hhcGUiOjE0LCJDb25uZWN0b3JNYXJnaW4iOnsiJGlkIjoiMTMwNSIsIlRvcCI6MC4wLCJMZWZ0IjoyLjAsIlJpZ2h0IjoyLjAsIkJvdHRvbSI6MC4wfSwiQ29ubmVjdG9yU3R5bGUiOnsiJGlkIjoiMTMwNiIsIkxpbmVDb2xvciI6eyIkaWQiOiIxMzA3IiwiJHR5cGUiOiJOTFJFLkNvbW1vbi5Eb20uU29saWRDb2xvckJydXNoLCBOTFJFLkNvbW1vbiIsIkNvbG9yIjp7IiRpZCI6IjEzMDgiLCJBIjoxMjcsIlIiOjAsIkciOjIyOCwiQiI6MTI0fX0sIkxpbmVXZWlnaHQiOjEuMCwiTGluZVR5cGUiOjAsIlBhcmVudFN0eWxlIjpudWxsfSwiSXNCZWxvd1RpbWViYW5kIjp0cnVlLCJQb3NpdGlvbk9uVGFzayI6MiwiSGlkZURhdGUiOmZhbHNlLCJTaGFwZVNpemUiOjAsIlNwYWNpbmciOjAuMCwiUGFkZGluZyI6eyIkaWQiOiIxMzA5IiwiVG9wIjo1LjAsIkxlZnQiOjMuMCwiUmlnaHQiOjAuMCwiQm90dG9tIjoyLjB9LCJTaGFwZVN0eWxlIjp7IiRpZCI6IjEzMTAiLCJNYXJnaW4iOnsiJGlkIjoiMTMxMSIsIlRvcCI6MC4wLCJMZWZ0IjowLjAsIlJpZ2h0IjowLjAsIkJvdHRvbSI6MC4wfSwiUGFkZGluZyI6eyIkaWQiOiIxMzEyIiwiVG9wIjowLjAsIkxlZnQiOjAuMCwiUmlnaHQiOjAuMCwiQm90dG9tIjowLjB9LCJCYWNrZ3JvdW5kIjp7IiRpZCI6IjEzMTMiLCJDb2xvciI6eyIkaWQiOiIxMzE0IiwiQSI6MjU1LCJSIjowLCJHIjoyMjgsIkIiOjEyNH19LCJJc1Zpc2libGUiOnRydWUsIldpZHRoIjoxMi4wLCJIZWlnaHQiOjE0LjAsIkJvcmRlclN0eWxlIjp7IiRpZCI6IjEzMTUiLCJMaW5lQ29sb3IiOnsiJGlkIjoiMTMxNiIsIiR0eXBlIjoiTkxSRS5Db21tb24uRG9tLlNvbGlkQ29sb3JCcnVzaCwgTkxSRS5Db21tb24iLCJDb2xvciI6eyIkaWQiOiIxMzE3IiwiQSI6MjU1LCJSIjoyMzQsIkciOjIyLCJCIjozMH19LCJMaW5lV2VpZ2h0IjowLjAsIkxpbmVUeXBlIjowLCJQYXJlbnRTdHlsZSI6bnVsbH0sIlBhcmVudFN0eWxlIjpudWxsfSwiVGl0bGVTdHlsZSI6eyIkaWQiOiIxMzE4IiwiRm9udFNldHRpbmdzIjp7IiRpZCI6IjEzMTkiLCJGb250U2l6ZSI6MTEsIkZvbnROYW1lIjoiQm9laHJpbmdlciBGb3J3YXJkIFRleHQiLCJJc0JvbGQiOnRydWUsIklzSXRhbGljIjpmYWxzZSwiSXNVbmRlcmxpbmVkIjpmYWxzZSwiUGFyZW50U3R5bGUiOm51bGx9LCJBdXRvU2l6ZSI6MCwiRm9yZWdyb3VuZCI6eyIkaWQiOiIxMzIwIiwiQ29sb3IiOnsiJGlkIjoiMTMyMSIsIkEiOjI1NSwiUiI6OCwiRyI6NDksIkIiOjQyfX0sIk1heFdpZHRoIjoyMDAuMCwiTWF4SGVpZ2h0IjoiSW5maW5pdHkiLCJTbWFydEZvcmVncm91bmRJc0FjdGl2ZSI6ZmFsc2UsIkhvcml6b250YWxBbGlnbm1lbnQiOjEsIlZlcnRpY2FsQWxpZ25tZW50IjowLCJTbWFydEZvcmVncm91bmQiOm51bGwsIkJhY2tncm91bmRGaWxsVHlwZSI6MCwiTWFyZ2luIjp7IiRpZCI6IjEzMjIiLCJUb3AiOjAuMCwiTGVmdCI6MC4wLCJSaWdodCI6MC4wLCJCb3R0b20iOjAuMH0sIlBhZGRpbmciOnsiJGlkIjoiMTMyMyIsIlRvcCI6MC4wLCJMZWZ0IjowLjAsIlJpZ2h0IjowLjAsIkJvdHRvbSI6MC4wfSwiQmFja2dyb3VuZCI6eyIkaWQiOiIxMzI0IiwiQ29sb3IiOnsiJGlkIjoiMTMyNSIsIkEiOjAsIlIiOjI1NSwiRyI6MjU1LCJCIjoyNTV9fSwiSXNWaXNpYmxlIjp0cnVlLCJXaWR0aCI6MC4wLCJIZWlnaHQiOjAuMCwiQm9yZGVyU3R5bGUiOm51bGwsIlBhcmVudFN0eWxlIjpudWxsfSwiRGF0ZVN0eWxlIjp7IiRpZCI6IjEzMjYiLCJGb250U2V0dGluZ3MiOnsiJGlkIjoiMTMyNyIsIkZvbnRTaXplIjoxMCwiRm9udE5hbWUiOiJCb2VocmluZ2VyIEZvcndhcmQgVGV4dCIsIklzQm9sZCI6ZmFsc2UsIklzSXRhbGljIjpmYWxzZSwiSXNVbmRlcmxpbmVkIjpmYWxzZSwiUGFyZW50U3R5bGUiOm51bGx9LCJBdXRvU2l6ZSI6MCwiRm9yZWdyb3VuZCI6eyIkaWQiOiIxMzI4IiwiQ29sb3IiOnsiJGlkIjoiMTMyOSIsIkEiOjI1NSwiUiI6OCwiRyI6NDksIkIiOjQyfX0sIk1heFdpZHRoIjoyMDAuMCwiTWF4SGVpZ2h0IjoiSW5maW5pdHkiLCJTbWFydEZvcmVncm91bmRJc0FjdGl2ZSI6ZmFsc2UsIkhvcml6b250YWxBbGlnbm1lbnQiOjIsIlZlcnRpY2FsQWxpZ25tZW50IjowLCJTbWFydEZvcmVncm91bmQiOm51bGwsIkJhY2tncm91bmRGaWxsVHlwZSI6MCwiTWFyZ2luIjp7IiRpZCI6IjEzMzAiLCJUb3AiOjAuMCwiTGVmdCI6MC4wLCJSaWdodCI6MC4wLCJCb3R0b20iOjAuMH0sIlBhZGRpbmciOnsiJGlkIjoiMTMzMSIsIlRvcCI6MC4wLCJMZWZ0IjowLjAsIlJpZ2h0IjowLjAsIkJvdHRvbSI6MC4wfSwiQmFja2dyb3VuZCI6eyIkaWQiOiIxMzMyIiwiQ29sb3IiOnsiJGlkIjoiMTMzMyIsIkEiOjAsIlIiOjI1NSwiRyI6MjU1LCJCIjoyNTV9fSwiSXNWaXNpYmxlIjpmYWxzZSwiV2lkdGgiOjAuMCwiSGVpZ2h0IjowLjAsIkJvcmRlclN0eWxlIjpudWxsLCJQYXJlbnRTdHlsZSI6bnVsbH0sIkRhdGVGb3JtYXQiOnsiJGlkIjoiMTMzN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MzM1IiwiRm9ybWF0IjowLCJJc1Zpc2libGUiOmZhbHNlLCJMYXN0S25vd25WaXNpYmlsaXR5U3RhdGUiOmZhbHNlfSwiSXNWaXNpYmxlIjp0cnVlLCJQYXJlbnRTdHlsZSI6bnVsbH0sIkRlZmF1bHRTd2ltbGFuZU1pbGVzdG9uZVN0eWxlIjp7IiRpZCI6IjEzMzYiLCJUaXRsZVBvc2l0aW9uIjoiQmVsb3ciLCJEYXRlUG9zaXRpb24iOiJMZWZ0IiwiU2hhcGVUeXBlIjoxMywiU2hhcGVTaXplIjowLCJTcGFjaW5nIjo1LCJTaGFwZVN0eWxlIjp7IiRpZCI6IjEzMzciLCJNYXJnaW4iOnsiJGlkIjoiMTMzOCIsIlRvcCI6MC4wLCJMZWZ0IjowLjAsIlJpZ2h0IjowLjAsIkJvdHRvbSI6MC4wfSwiUGFkZGluZyI6eyIkaWQiOiIxMzM5IiwiVG9wIjowLjAsIkxlZnQiOjAuMCwiUmlnaHQiOjAuMCwiQm90dG9tIjowLjB9LCJCYWNrZ3JvdW5kIjp7IiRpZCI6IjEzNDAiLCJDb2xvciI6eyIkaWQiOiIxMzQxIiwiQSI6MjU1LCJSIjoyNDUsIkciOjEzOCwiQiI6MTA0fX0sIklzVmlzaWJsZSI6dHJ1ZSwiV2lkdGgiOjEyLjAsIkhlaWdodCI6MTQuMCwiQm9yZGVyU3R5bGUiOnsiJGlkIjoiMTM0MiIsIkxpbmVDb2xvciI6eyIkaWQiOiIxMzQzIiwiJHR5cGUiOiJOTFJFLkNvbW1vbi5Eb20uU29saWRDb2xvckJydXNoLCBOTFJFLkNvbW1vbiIsIkNvbG9yIjp7IiRpZCI6IjEzNDQiLCJBIjoyNTUsIlIiOjIzNCwiRyI6MjIsIkIiOjMwfX0sIkxpbmVXZWlnaHQiOjAuMCwiTGluZVR5cGUiOjAsIlBhcmVudFN0eWxlIjpudWxsfSwiUGFyZW50U3R5bGUiOm51bGx9LCJUaXRsZVN0eWxlIjp7IiRpZCI6IjEzNDUiLCJGb250U2V0dGluZ3MiOnsiJGlkIjoiMTM0NiIsIkZvbnRTaXplIjoxMSwiRm9udE5hbWUiOiJCb2VocmluZ2VyIEZvcndhcmQgVGV4dCIsIklzQm9sZCI6dHJ1ZSwiSXNJdGFsaWMiOmZhbHNlLCJJc1VuZGVybGluZWQiOmZhbHNlLCJQYXJlbnRTdHlsZSI6bnVsbH0sIkF1dG9TaXplIjowLCJGb3JlZ3JvdW5kIjp7IiRpZCI6IjEzNDciLCJDb2xvciI6eyIkaWQiOiIxMzQ4IiwiQSI6MjU1LCJSIjo4LCJHIjo0OSwiQiI6NDJ9fSwiTWF4V2lkdGgiOjIwMC4wLCJNYXhIZWlnaHQiOiJJbmZpbml0eSIsIlNtYXJ0Rm9yZWdyb3VuZElzQWN0aXZlIjpmYWxzZSwiSG9yaXpvbnRhbEFsaWdubWVudCI6MSwiVmVydGljYWxBbGlnbm1lbnQiOjAsIlNtYXJ0Rm9yZWdyb3VuZCI6bnVsbCwiQmFja2dyb3VuZEZpbGxUeXBlIjowLCJNYXJnaW4iOnsiJGlkIjoiMTM0OSIsIlRvcCI6MC4wLCJMZWZ0IjowLjAsIlJpZ2h0IjowLjAsIkJvdHRvbSI6MC4wfSwiUGFkZGluZyI6eyIkaWQiOiIxMzUwIiwiVG9wIjowLjAsIkxlZnQiOjAuMCwiUmlnaHQiOjAuMCwiQm90dG9tIjowLjB9LCJCYWNrZ3JvdW5kIjp7IiRpZCI6IjEzNTEiLCJDb2xvciI6eyIkaWQiOiIxMzUyIiwiQSI6MCwiUiI6MjU1LCJHIjoyNTUsIkIiOjI1NX19LCJJc1Zpc2libGUiOnRydWUsIldpZHRoIjowLjAsIkhlaWdodCI6MC4wLCJCb3JkZXJTdHlsZSI6bnVsbCwiUGFyZW50U3R5bGUiOm51bGx9LCJEYXRlU3R5bGUiOnsiJGlkIjoiMTM1MyIsIkZvbnRTZXR0aW5ncyI6eyIkaWQiOiIxMzU0IiwiRm9udFNpemUiOjEwLCJGb250TmFtZSI6IkJvZWhyaW5nZXIgRm9yd2FyZCBUZXh0IiwiSXNCb2xkIjpmYWxzZSwiSXNJdGFsaWMiOmZhbHNlLCJJc1VuZGVybGluZWQiOmZhbHNlLCJQYXJlbnRTdHlsZSI6bnVsbH0sIkF1dG9TaXplIjowLCJGb3JlZ3JvdW5kIjp7IiRpZCI6IjEzNTUiLCJDb2xvciI6eyIkaWQiOiIxMzU2IiwiQSI6MjU1LCJSIjo4LCJHIjo0OSwiQiI6NDJ9fSwiTWF4V2lkdGgiOjIwMC4wLCJNYXhIZWlnaHQiOiJJbmZpbml0eSIsIlNtYXJ0Rm9yZWdyb3VuZElzQWN0aXZlIjpmYWxzZSwiSG9yaXpvbnRhbEFsaWdubWVudCI6MiwiVmVydGljYWxBbGlnbm1lbnQiOjAsIlNtYXJ0Rm9yZWdyb3VuZCI6bnVsbCwiQmFja2dyb3VuZEZpbGxUeXBlIjowLCJNYXJnaW4iOnsiJGlkIjoiMTM1NyIsIlRvcCI6MC4wLCJMZWZ0IjowLjAsIlJpZ2h0IjowLjAsIkJvdHRvbSI6MC4wfSwiUGFkZGluZyI6eyIkaWQiOiIxMzU4IiwiVG9wIjowLjAsIkxlZnQiOjAuMCwiUmlnaHQiOjAuMCwiQm90dG9tIjowLjB9LCJCYWNrZ3JvdW5kIjp7IiRpZCI6IjEzNTkiLCJDb2xvciI6eyIkaWQiOiIxMzYwIiwiQSI6MCwiUiI6MjU1LCJHIjoyNTUsIkIiOjI1NX19LCJJc1Zpc2libGUiOmZhbHNlLCJXaWR0aCI6MC4wLCJIZWlnaHQiOjAuMCwiQm9yZGVyU3R5bGUiOm51bGwsIlBhcmVudFN0eWxlIjpudWxsfSwiRGF0ZUZvcm1hdCI6eyIkaWQiOiIxMzYx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zNjIiLCJGb3JtYXQiOjAsIklzVmlzaWJsZSI6ZmFsc2UsIkxhc3RLbm93blZpc2liaWxpdHlTdGF0ZSI6ZmFsc2V9LCJJc1Zpc2libGUiOnRydWUsIlBhcmVudFN0eWxlIjpudWxsfSwiRGVmYXVsdFN3aW1sYW5lQWN0aXZpdHlTdHlsZSI6eyIkaWQiOiIxMzYzIiwiSGVhZGVyU3R5bGUiOnsiJGlkIjoiMTM2NCIsIlRleHRTdHlsZSI6eyIkaWQiOiIxMzY1IiwiRm9udFNldHRpbmdzIjp7IiRpZCI6IjEzNjYiLCJGb250U2l6ZSI6MTEsIkZvbnROYW1lIjoiQ2FsaWJyaSIsIklzQm9sZCI6ZmFsc2UsIklzSXRhbGljIjpmYWxzZSwiSXNVbmRlcmxpbmVkIjpmYWxzZSwiUGFyZW50U3R5bGUiOm51bGx9LCJBdXRvU2l6ZSI6MiwiRm9yZWdyb3VuZCI6eyIkaWQiOiIxMzY3IiwiQ29sb3IiOnsiJGlkIjoiMTM2OCIsIkEiOjI1NSwiUiI6MCwiRyI6MCwiQiI6MH19LCJNYXhXaWR0aCI6MC4wLCJNYXhIZWlnaHQiOjAuMCwiU21hcnRGb3JlZ3JvdW5kSXNBY3RpdmUiOmZhbHNlLCJIb3Jpem9udGFsQWxpZ25tZW50IjowLCJWZXJ0aWNhbEFsaWdubWVudCI6MCwiU21hcnRGb3JlZ3JvdW5kIjpudWxsLCJCYWNrZ3JvdW5kRmlsbFR5cGUiOjAsIk1hcmdpbiI6eyIkaWQiOiIxMzY5IiwiVG9wIjowLjAsIkxlZnQiOjAuMCwiUmlnaHQiOjAuMCwiQm90dG9tIjowLjB9LCJQYWRkaW5nIjp7IiRpZCI6IjEzNzAiLCJUb3AiOjAuMCwiTGVmdCI6MC4wLCJSaWdodCI6MC4wLCJCb3R0b20iOjAuMH0sIkJhY2tncm91bmQiOm51bGwsIklzVmlzaWJsZSI6dHJ1ZSwiV2lkdGgiOjAuMCwiSGVpZ2h0IjowLjAsIkJvcmRlclN0eWxlIjpudWxsLCJQYXJlbnRTdHlsZSI6bnVsbH0sIlJlY3RhbmdsZVN0eWxlIjp7IiRpZCI6IjEzNzEiLCJNYXJnaW4iOnsiJGlkIjoiMTM3MiIsIlRvcCI6MC4wLCJMZWZ0IjowLjAsIlJpZ2h0IjowLjAsIkJvdHRvbSI6MC4wfSwiUGFkZGluZyI6eyIkaWQiOiIxMzczIiwiVG9wIjowLjAsIkxlZnQiOjAuMCwiUmlnaHQiOjAuMCwiQm90dG9tIjowLjB9LCJCYWNrZ3JvdW5kIjp7IiRpZCI6IjEzNzQiLCJDb2xvciI6eyIkaWQiOiIxMzc1IiwiQSI6NjMsIlIiOjI1NSwiRyI6MjMwLCJCIjoxMDN9fSwiSXNWaXNpYmxlIjp0cnVlLCJXaWR0aCI6MC4wLCJIZWlnaHQiOjAuMCwiQm9yZGVyU3R5bGUiOnsiJGlkIjoiMTM3NiIsIkxpbmVDb2xvciI6eyIkaWQiOiIxMzc3IiwiJHR5cGUiOiJOTFJFLkNvbW1vbi5Eb20uU29saWRDb2xvckJydXNoLCBOTFJFLkNvbW1vbiIsIkNvbG9yIjp7IiRpZCI6IjEzNzgiLCJBIjoyNTUsIlIiOjI1NSwiRyI6MCwiQiI6MH19LCJMaW5lV2VpZ2h0IjowLjAsIkxpbmVUeXBlIjowLCJQYXJlbnRTdHlsZSI6bnVsbH0sIlBhcmVudFN0eWxlIjpudWxsfSwiTWFyZ2luIjp7IiRpZCI6IjEzNzkiLCJUb3AiOjAuMCwiTGVmdCI6MC4wLCJSaWdodCI6MC4wLCJCb3R0b20iOjAuMH0sIlBhZGRpbmciOnsiJGlkIjoiMTM4MCIsIlRvcCI6MC4wLCJMZWZ0IjowLjAsIlJpZ2h0IjowLjAsIkJvdHRvbSI6MC4wfSwiQmFja2dyb3VuZCI6bnVsbCwiSXNWaXNpYmxlIjp0cnVlLCJXaWR0aCI6MC4wLCJIZWlnaHQiOjAuMCwiQm9yZGVyU3R5bGUiOm51bGwsIlBhcmVudFN0eWxlIjpudWxsfSwiQmFja2dyb3VuZFN0eWxlIjp7IiRpZCI6IjEzODEiLCJNYXJnaW4iOnsiJGlkIjoiMTM4MiIsIlRvcCI6MC4wLCJMZWZ0IjowLjAsIlJpZ2h0IjowLjAsIkJvdHRvbSI6MC4wfSwiUGFkZGluZyI6eyIkaWQiOiIxMzgzIiwiVG9wIjowLjAsIkxlZnQiOjAuMCwiUmlnaHQiOjAuMCwiQm90dG9tIjowLjB9LCJCYWNrZ3JvdW5kIjp7IiRyZWYiOiIxMjQwIn0sIklzVmlzaWJsZSI6dHJ1ZSwiV2lkdGgiOjAuMCwiSGVpZ2h0IjowLjAsIkJvcmRlclN0eWxlIjp7IiRpZCI6IjEzODQiLCJMaW5lQ29sb3IiOnsiJGlkIjoiMTM4NSIsIiR0eXBlIjoiTkxSRS5Db21tb24uRG9tLlNvbGlkQ29sb3JCcnVzaCwgTkxSRS5Db21tb24iLCJDb2xvciI6eyIkaWQiOiIxMzg2IiwiQSI6MjU1LCJSIjoyMzQsIkciOjIyLCJCIjozMH19LCJMaW5lV2VpZ2h0IjowLjAsIkxpbmVUeXBlIjowLCJQYXJlbnRTdHlsZSI6bnVsbH0sIlBhcmVudFN0eWxlIjpudWxsfSwiTWFyZ2luIjp7IiRpZCI6IjEzODciLCJUb3AiOjAuMCwiTGVmdCI6MC4wLCJSaWdodCI6MC4wLCJCb3R0b20iOjAuMH0sIlBhZGRpbmciOnsiJGlkIjoiMTM4OCIsIlRvcCI6MC4wLCJMZWZ0IjowLjAsIlJpZ2h0IjowLjAsIkJvdHRvbSI6MC4wfSwiSXNWaXNpYmxlIjp0cnVlLCJXaWR0aCI6MC4wLCJIZWlnaHQiOjAuMCwiQm9yZGVyU3R5bGUiOm51bGwsIlBhcmVudFN0eWxlIjpudWxsfSwiTWFyZ2luIjp7IiRpZCI6IjEzODkiLCJUb3AiOjAuMCwiTGVmdCI6MC4wLCJSaWdodCI6MC4wLCJCb3R0b20iOjAuMH0sIlBhZGRpbmciOnsiJGlkIjoiMTM5MCIsIlRvcCI6MC4wLCJMZWZ0IjowLjAsIlJpZ2h0IjowLjAsIkJvdHRvbSI6MC4wfSwiSXNWaXNpYmxlIjp0cnVlLCJXaWR0aCI6ODg5LjAsIkhlaWdodCI6MTYyLjgzNTAzNzIzMTQ0NTMxLCJCb3JkZXJTdHlsZSI6eyIkaWQiOiIxMzkxIiwiTGluZUNvbG9yIjpudWxsLCJMaW5lV2VpZ2h0IjowLjAsIkxpbmVUeXBlIjowLCJQYXJlbnRTdHlsZSI6bnVsbH0sIlBhcmVudFN0eWxlIjpudWxsfX0seyIkaWQiOiIxMzkyIiwiX2FjdGl2aXRpZXMiOlt7IiRpZCI6IjEzOTMiLCJfcm93cyI6W3siJGlkIjoiMTM5NCIsIl90YXNrcyI6W3siJGlkIjoiMTM5NSIsIl9hdHRhY2hlZE1pbGVzdG9uZXMiOlt7IiRpZCI6IjEzOTYiLCJEYXRlIjoiMjAyNi0wOC0yMFQwODowMDowMCIsIlN0eWxlIjp7IiRpZCI6IjEzOTciLCJTaGFwZSI6MTQsIkNvbm5lY3Rvck1hcmdpbiI6eyIkaWQiOiIxMzk4IiwiVG9wIjowLjAsIkxlZnQiOjIuMCwiUmlnaHQiOjIuMCwiQm90dG9tIjowLjB9LCJDb25uZWN0b3JTdHlsZSI6eyIkaWQiOiIxMzk5IiwiTGluZUNvbG9yIjp7IiRpZCI6IjE0MDAiLCIkdHlwZSI6Ik5MUkUuQ29tbW9uLkRvbS5Tb2xpZENvbG9yQnJ1c2gsIE5MUkUuQ29tbW9uIiwiQ29sb3IiOnsiJGlkIjoiMTQwMSIsIkEiOjEyNywiUiI6MCwiRyI6MjI4LCJCIjoxMjR9fSwiTGluZVdlaWdodCI6MS4wLCJMaW5lVHlwZSI6MCwiUGFyZW50U3R5bGUiOm51bGx9LCJJc0JlbG93VGltZWJhbmQiOnRydWUsIlBvc2l0aW9uT25UYXNrIjoyLCJIaWRlRGF0ZSI6ZmFsc2UsIlNoYXBlU2l6ZSI6MCwiU3BhY2luZyI6MC4wLCJQYWRkaW5nIjp7IiRyZWYiOiI3MzQifSwiU2hhcGVTdHlsZSI6eyIkaWQiOiIxNDAyIiwiTWFyZ2luIjp7IiRyZWYiOiI3NSJ9LCJQYWRkaW5nIjp7IiRyZWYiOiI3NiJ9LCJCYWNrZ3JvdW5kIjp7IiRpZCI6IjE0MDMiLCJDb2xvciI6eyIkaWQiOiIxNDA0IiwiQSI6MjU1LCJSIjowLCJHIjoyMjgsIkIiOjEyNH19LCJJc1Zpc2libGUiOnRydWUsIldpZHRoIjoxMi4wLCJIZWlnaHQiOjE0LjAsIkJvcmRlclN0eWxlIjp7IiRpZCI6IjE0MDUiLCJMaW5lQ29sb3IiOnsiJHJlZiI6IjExMyJ9LCJMaW5lV2VpZ2h0IjoxLjUsIkxpbmVUeXBlIjowLCJQYXJlbnRTdHlsZSI6bnVsbH0sIlBhcmVudFN0eWxlIjpudWxsfSwiVGl0bGVTdHlsZSI6eyIkaWQiOiIxNDA2IiwiRm9udFNldHRpbmdzIjp7IiRpZCI6IjE0MDciLCJGb250U2l6ZSI6MTEsIkZvbnROYW1lIjoiQm9laHJpbmdlciBGb3J3YXJkIFRleHQiLCJJc0JvbGQiOnRydWUsIklzSXRhbGljIjpmYWxzZSwiSXNVbmRlcmxpbmVkIjpmYWxzZSwiUGFyZW50U3R5bGUiOm51bGx9LCJBdXRvU2l6ZSI6MCwiRm9yZWdyb3VuZCI6eyIkaWQiOiIxNDA4IiwiQ29sb3IiOnsiJGlkIjoiMTQwOSIsIkEiOjI1NSwiUiI6OCwiRyI6NDksIkIiOjQyfX0sIk1heFdpZHRoIjoyMDAuMCwiTWF4SGVpZ2h0IjoiSW5maW5pdHkiLCJTbWFydEZvcmVncm91bmRJc0FjdGl2ZSI6ZmFsc2UsIkhvcml6b250YWxBbGlnbm1lbnQiOjEsIlZlcnRpY2FsQWxpZ25tZW50IjowLCJTbWFydEZvcmVncm91bmQiOm51bGwsIkJhY2tncm91bmRGaWxsVHlwZSI6MCwiTWFyZ2luIjp7IiRyZWYiOiI4NiJ9LCJQYWRkaW5nIjp7IiRyZWYiOiI4NyJ9LCJCYWNrZ3JvdW5kIjp7IiRpZCI6IjE0MTAiLCJDb2xvciI6eyIkaWQiOiIxNDExIiwiQSI6MCwiUiI6MjU1LCJHIjoyNTUsIkIiOjI1NX19LCJJc1Zpc2libGUiOnRydWUsIldpZHRoIjowLjAsIkhlaWdodCI6MC4wLCJCb3JkZXJTdHlsZSI6eyIkaWQiOiIxNDEyIiwiTGluZUNvbG9yIjpudWxsLCJMaW5lV2VpZ2h0IjowLjAsIkxpbmVUeXBlIjowLCJQYXJlbnRTdHlsZSI6bnVsbH0sIlBhcmVudFN0eWxlIjpudWxsfSwiRGF0ZVN0eWxlIjp7IiRpZCI6IjE0MTMiLCJGb250U2V0dGluZ3MiOnsiJGlkIjoiMTQxNCIsIkZvbnRTaXplIjoxMCwiRm9udE5hbWUiOiJCb2VocmluZ2VyIEZvcndhcmQgVGV4dCIsIklzQm9sZCI6ZmFsc2UsIklzSXRhbGljIjpmYWxzZSwiSXNVbmRlcmxpbmVkIjpmYWxzZSwiUGFyZW50U3R5bGUiOm51bGx9LCJBdXRvU2l6ZSI6MCwiRm9yZWdyb3VuZCI6eyIkaWQiOiIxNDE1IiwiQ29sb3IiOnsiJGlkIjoiMTQxNiIsIkEiOjI1NSwiUiI6OCwiRyI6NDksIkIiOjQyfX0sIk1heFdpZHRoIjoyMDAuMCwiTWF4SGVpZ2h0IjoiSW5maW5pdHkiLCJTbWFydEZvcmVncm91bmRJc0FjdGl2ZSI6ZmFsc2UsIkhvcml6b250YWxBbGlnbm1lbnQiOjIsIlZlcnRpY2FsQWxpZ25tZW50IjowLCJTbWFydEZvcmVncm91bmQiOm51bGwsIkJhY2tncm91bmRGaWxsVHlwZSI6MCwiTWFyZ2luIjp7IiRyZWYiOiI5NCJ9LCJQYWRkaW5nIjp7IiRyZWYiOiI5NSJ9LCJCYWNrZ3JvdW5kIjp7IiRpZCI6IjE0MTciLCJDb2xvciI6eyIkaWQiOiIxNDE4IiwiQSI6MCwiUiI6MjU1LCJHIjoyNTUsIkIiOjI1NX19LCJJc1Zpc2libGUiOmZhbHNlLCJXaWR0aCI6MC4wLCJIZWlnaHQiOjAuMCwiQm9yZGVyU3R5bGUiOnsiJGlkIjoiMTQxOSIsIkxpbmVDb2xvciI6bnVsbCwiTGluZVdlaWdodCI6MC4wLCJMaW5lVHlwZSI6MCwiUGFyZW50U3R5bGUiOm51bGx9LCJQYXJlbnRTdHlsZSI6bnVsbH0sIkRhdGVGb3JtYXQiOnsiJHJlZiI6IjEyOSJ9LCJXZWVrTnVtYmVyaW5nIjp7IiRpZCI6IjE0MjAiLCJGb3JtYXQiOjAsIklzVmlzaWJsZSI6ZmFsc2UsIkxhc3RLbm93blZpc2liaWxpdHlTdGF0ZSI6ZmFsc2V9LCJJc1Zpc2libGUiOnRydWUsIlBhcmVudFN0eWxlIjpudWxsfSwiSW5kZXgiOjIzLCJQZXJjZW50YWdlQ29tcGxldGUiOm51bGwsIlBvc2l0aW9uIjp7IlJhdGlvIjowLjAsIklzQ3VzdG9tIjpmYWxzZX0sIkRhdGVGb3JtYXQiOnsiJHJlZiI6IjEyOSJ9LCJXZWVrTnVtYmVyaW5nIjp7IiRpZCI6IjE0MjEiLCJGb3JtYXQiOjAsIklzVmlzaWJsZSI6ZmFsc2UsIkxhc3RLbm93blZpc2liaWxpdHlTdGF0ZSI6ZmFsc2V9LCJSZWxhdGVkVGFza0lkIjoiNzYyMzhkMjAtZWZhNS00ZmE4LWE4YjctYjYzMWJiYWMyYjc5IiwiSWQiOiJiZGMxMTU4OC1kYWM5LTRlZDAtODJlNy03YTA3MGM0MTFiZDciLCJJbXBvcnRJZCI6bnVsbCwiVGl0bGUiOiJSb0ZEIiwiTm90ZSI6bnVsbCwiSHlwZXJsaW5rIjp7IiRpZCI6IjE0MjIiLCJBZGRyZXNzIjoiIiwiU3ViQWRkcmVzcyI6IiJ9LCJJc0NoYW5nZWQiOmZhbHNlLCJJc05ldyI6ZmFsc2V9XSwiVGFza0RlZmluaXRpb24iOnsiJGlkIjoiMTQyMyIsIkdyb3VwTmFtZSI6bnVsbCwiU3RhcnREYXRlIjoiMjAyNC0wNS0yNFQxMDowMDowMCIsIkVuZERhdGUiOiIyMDI3LTA0LTI2VDEwOjAwOjAwIiwiUGVyY2VudGFnZUNvbXBsZXRlIjpudWxsLCJTdHlsZSI6eyIkaWQiOiIxNDI0IiwiU2hhcGUiOjMsIlNoYXBlVGhpY2tuZXNzIjowLCJEdXJhdGlvbkZvcm1hdCI6MCwiSW5jbHVkZU5vbldvcmtpbmdEYXlzSW5EdXJhdGlvbiI6ZmFsc2UsIlBlcmNlbnRhZ2VDb21wbGV0ZVN0eWxlIjp7IiRpZCI6IjE0MjUiLCJGb250U2V0dGluZ3MiOnsiJGlkIjoiMTQyNiIsIkZvbnRTaXplIjoxMCwiRm9udE5hbWUiOiJDYWxpYnJpIiwiSXNCb2xkIjpmYWxzZSwiSXNJdGFsaWMiOmZhbHNlLCJJc1VuZGVybGluZWQiOmZhbHNlLCJQYXJlbnRTdHlsZSI6bnVsbH0sIkF1dG9TaXplIjowLCJGb3JlZ3JvdW5kIjp7IiRyZWYiOiIxMCJ9LCJNYXhXaWR0aCI6MjAwLjAsIk1heEhlaWdodCI6IkluZmluaXR5IiwiU21hcnRGb3JlZ3JvdW5kSXNBY3RpdmUiOmZhbHNlLCJIb3Jpem9udGFsQWxpZ25tZW50IjowLCJWZXJ0aWNhbEFsaWdubWVudCI6MCwiU21hcnRGb3JlZ3JvdW5kIjpudWxsLCJCYWNrZ3JvdW5kRmlsbFR5cGUiOjAsIk1hcmdpbiI6eyIkcmVmIjoiMTIifSwiUGFkZGluZyI6eyIkcmVmIjoiMTMifSwiQmFja2dyb3VuZCI6eyIkcmVmIjoiMTQifSwiSXNWaXNpYmxlIjp0cnVlLCJXaWR0aCI6MC4wLCJIZWlnaHQiOjAuMCwiQm9yZGVyU3R5bGUiOnsiJGlkIjoiMTQyNyIsIkxpbmVDb2xvciI6bnVsbCwiTGluZVdlaWdodCI6MC4wLCJMaW5lVHlwZSI6MCwiUGFyZW50U3R5bGUiOm51bGx9LCJQYXJlbnRTdHlsZSI6bnVsbH0sIkR1cmF0aW9uU3R5bGUiOnsiJGlkIjoiMTQyOCIsIkZvbnRTZXR0aW5ncyI6eyIkaWQiOiIxNDI5IiwiRm9udFNpemUiOjEwLCJGb250TmFtZSI6IkNhbGlicmkiLCJJc0JvbGQiOmZhbHNlLCJJc0l0YWxpYyI6ZmFsc2UsIklzVW5kZXJsaW5lZCI6ZmFsc2UsIlBhcmVudFN0eWxlIjpudWxsfSwiQXV0b1NpemUiOjAsIkZvcmVncm91bmQiOnsiJHJlZiI6IjE5In0sIk1heFdpZHRoIjoyMDAuMCwiTWF4SGVpZ2h0IjoiSW5maW5pdHkiLCJTbWFydEZvcmVncm91bmRJc0FjdGl2ZSI6ZmFsc2UsIkhvcml6b250YWxBbGlnbm1lbnQiOjAsIlZlcnRpY2FsQWxpZ25tZW50IjowLCJTbWFydEZvcmVncm91bmQiOm51bGwsIkJhY2tncm91bmRGaWxsVHlwZSI6MCwiTWFyZ2luIjp7IiRyZWYiOiIyMSJ9LCJQYWRkaW5nIjp7IiRyZWYiOiIyMiJ9LCJCYWNrZ3JvdW5kIjp7IiRyZWYiOiIyMyJ9LCJJc1Zpc2libGUiOnRydWUsIldpZHRoIjowLjAsIkhlaWdodCI6MC4wLCJCb3JkZXJTdHlsZSI6eyIkaWQiOiIxNDMwIiwiTGluZUNvbG9yIjpudWxsLCJMaW5lV2VpZ2h0IjowLjAsIkxpbmVUeXBlIjowLCJQYXJlbnRTdHlsZSI6bnVsbH0sIlBhcmVudFN0eWxlIjpudWxsfSwiSG9yaXpvbnRhbENvbm5lY3RvclN0eWxlIjp7IiRpZCI6IjE0MzEiLCJMaW5lQ29sb3IiOnsiJHJlZiI6IjI3In0sIkxpbmVXZWlnaHQiOjEuMCwiTGluZVR5cGUiOjAsIlBhcmVudFN0eWxlIjpudWxsfSwiVmVydGljYWxDb25uZWN0b3JTdHlsZSI6eyIkaWQiOiIxNDMyIiwiTGluZUNvbG9yIjp7IiRyZWYiOiIzMCJ9LCJMaW5lV2VpZ2h0IjowLjAsIkxpbmVUeXBlIjowLCJQYXJlbnRTdHlsZSI6bnVsbH0sIk1hcmdpbiI6bnVsbCwiU3RhcnREYXRlUG9zaXRpb24iOjYsIkVuZERhdGVQb3NpdGlvbiI6NiwiRGF0ZUlzVmlzaWJsZSI6ZmFsc2UsIlRpdGxlUG9zaXRpb24iOjIsIkR1cmF0aW9uUG9zaXRpb24iOjYsIlBlcmNlbnRhZ2VDb21wbGV0ZWRQb3NpdGlvbiI6NiwiU3BhY2luZyI6MywiSXNCZWxvd1RpbWViYW5kIjp0cnVlLCJQZXJjZW50YWdlQ29tcGxldGVTaGFwZU9wYWNpdHkiOjM1LCJCYXNlbGluZVN0eWxlIjp7IiRpZCI6IjE0MzMiLCJTaGFwZVN0eWxlIjp7IiRpZCI6IjE0MzQiLCJNYXJnaW4iOnsiJGlkIjoiMTQzNSIsIlRvcCI6MC4wLCJMZWZ0IjowLjAsIlJpZ2h0IjowLjAsIkJvdHRvbSI6MC4wfSwiUGFkZGluZyI6eyIkaWQiOiIxNDM2IiwiVG9wIjowLjAsIkxlZnQiOjAuMCwiUmlnaHQiOjAuMCwiQm90dG9tIjowLjB9LCJCYWNrZ3JvdW5kIjp7IiRpZCI6IjE0MzciLCJDb2xvciI6eyIkaWQiOiIxNDM4IiwiQSI6MTUzLCJSIjowLCJHIjowLCJCIjowfX0sIklzVmlzaWJsZSI6dHJ1ZSwiV2lkdGgiOjAuMCwiSGVpZ2h0IjowLjAsIkJvcmRlclN0eWxlIjp7IiRpZCI6IjE0MzkiLCJMaW5lQ29sb3IiOm51bGwsIkxpbmVXZWlnaHQiOjAuMCwiTGluZVR5cGUiOjAsIlBhcmVudFN0eWxlIjpudWxsfSwiUGFyZW50U3R5bGUiOm51bGx9LCJNYXJnaW4iOnsiJGlkIjoiMTQ0MCIsIlRvcCI6MC4wLCJMZWZ0IjowLjAsIlJpZ2h0IjowLjAsIkJvdHRvbSI6MC4wfSwiUGFkZGluZyI6eyIkaWQiOiIxNDQxIiwiVG9wIjowLjAsIkxlZnQiOjAuMCwiUmlnaHQiOjAuMCwiQm90dG9tIjowLjB9LCJCYWNrZ3JvdW5kIjpudWxsLCJJc1Zpc2libGUiOnRydWUsIldpZHRoIjowLjAsIkhlaWdodCI6MC4wLCJCb3JkZXJTdHlsZSI6bnVsbCwiUGFyZW50U3R5bGUiOm51bGx9LCJTaGFwZVN0eWxlIjp7IiRpZCI6IjE0NDIiLCJNYXJnaW4iOnsiJHJlZiI6IjQyIn0sIlBhZGRpbmciOnsiJHJlZiI6IjQzIn0sIkJhY2tncm91bmQiOnsiJGlkIjoiMTQ0MyIsIkNvbG9yIjp7IiRpZCI6IjE0NDQiLCJBIjoyNTUsIlIiOjgsIkciOjQ5LCJCIjo0Mn19LCJJc1Zpc2libGUiOnRydWUsIldpZHRoIjowLjAsIkhlaWdodCI6MTAuMCwiQm9yZGVyU3R5bGUiOnsiJGlkIjoiMTQ0NSIsIkxpbmVDb2xvciI6eyIkcmVmIjoiNDcifSwiTGluZVdlaWdodCI6MC4wLCJMaW5lVHlwZSI6MCwiUGFyZW50U3R5bGUiOm51bGx9LCJQYXJlbnRTdHlsZSI6bnVsbH0sIlRpdGxlU3R5bGUiOnsiJGlkIjoiMTQ0NiIsIkZvbnRTZXR0aW5ncyI6eyIkaWQiOiIxNDQ3IiwiRm9udFNpemUiOjExLCJGb250TmFtZSI6IkJvZWhyaW5nZXIgRm9yd2FyZCBUZXh0IiwiSXNCb2xkIjpmYWxzZSwiSXNJdGFsaWMiOmZhbHNlLCJJc1VuZGVybGluZWQiOmZhbHNlLCJQYXJlbnRTdHlsZSI6bnVsbH0sIkF1dG9TaXplIjoyLCJGb3JlZ3JvdW5kIjp7IiRpZCI6IjE0NDgiLCJDb2xvciI6eyIkaWQiOiIxNDQ5IiwiQSI6MjU1LCJSIjoyNTUsIkciOjI1NSwiQiI6MjU1fX0sIk1heFdpZHRoIjozMjEuOTk0MzY1ODU4MjQsIk1heEhlaWdodCI6IkluZmluaXR5IiwiU21hcnRGb3JlZ3JvdW5kSXNBY3RpdmUiOmZhbHNlLCJIb3Jpem9udGFsQWxpZ25tZW50IjoxLCJWZXJ0aWNhbEFsaWdubWVudCI6MCwiU21hcnRGb3JlZ3JvdW5kIjpudWxsLCJCYWNrZ3JvdW5kRmlsbFR5cGUiOjAsIk1hcmdpbiI6eyIkcmVmIjoiNTMifSwiUGFkZGluZyI6eyIkcmVmIjoiNTQifSwiQmFja2dyb3VuZCI6eyIkaWQiOiIxNDUwIiwiQ29sb3IiOnsiJGlkIjoiMTQ1MSIsIkEiOjAsIlIiOjI1NSwiRyI6MjU1LCJCIjoyNTV9fSwiSXNWaXNpYmxlIjp0cnVlLCJXaWR0aCI6MC4wLCJIZWlnaHQiOjAuMCwiQm9yZGVyU3R5bGUiOnsiJGlkIjoiMTQ1MiIsIkxpbmVDb2xvciI6bnVsbCwiTGluZVdlaWdodCI6MC4wLCJMaW5lVHlwZSI6MCwiUGFyZW50U3R5bGUiOm51bGx9LCJQYXJlbnRTdHlsZSI6bnVsbH0sIkRhdGVTdHlsZSI6eyIkaWQiOiIxNDUzIiwiRm9udFNldHRpbmdzIjp7IiRpZCI6IjE0NTQiLCJGb250U2l6ZSI6MTAsIkZvbnROYW1lIjoiQ2FsaWJyaSIsIklzQm9sZCI6ZmFsc2UsIklzSXRhbGljIjpmYWxzZSwiSXNVbmRlcmxpbmVkIjpmYWxzZSwiUGFyZW50U3R5bGUiOm51bGx9LCJBdXRvU2l6ZSI6MCwiRm9yZWdyb3VuZCI6eyIkcmVmIjoiNjAifSwiTWF4V2lkdGgiOjIwMC4wLCJNYXhIZWlnaHQiOiJJbmZpbml0eSIsIlNtYXJ0Rm9yZWdyb3VuZElzQWN0aXZlIjpmYWxzZSwiSG9yaXpvbnRhbEFsaWdubWVudCI6MiwiVmVydGljYWxBbGlnbm1lbnQiOjAsIlNtYXJ0Rm9yZWdyb3VuZCI6bnVsbCwiQmFja2dyb3VuZEZpbGxUeXBlIjowLCJNYXJnaW4iOnsiJHJlZiI6IjYyIn0sIlBhZGRpbmciOnsiJHJlZiI6IjYzIn0sIkJhY2tncm91bmQiOnsiJHJlZiI6IjY0In0sIklzVmlzaWJsZSI6dHJ1ZSwiV2lkdGgiOjAuMCwiSGVpZ2h0IjowLjAsIkJvcmRlclN0eWxlIjp7IiRpZCI6IjE0NTUiLCJMaW5lQ29sb3IiOm51bGwsIkxpbmVXZWlnaHQiOjAuMCwiTGluZVR5cGUiOjAsIlBhcmVudFN0eWxlIjpudWxsfSwiUGFyZW50U3R5bGUiOm51bGx9LCJEYXRlRm9ybWF0Ijp7IiRyZWYiOiI2NyJ9LCJXZWVrTnVtYmVyaW5nIjp7IiRpZCI6IjE0NTYiLCJGb3JtYXQiOjAsIklzVmlzaWJsZSI6ZmFsc2UsIkxhc3RLbm93blZpc2liaWxpdHlTdGF0ZSI6ZmFsc2V9LCJJc1Zpc2libGUiOnRydWUsIlBhcmVudFN0eWxlIjpudWxsfSwiSW5kZXgiOjAsIlNtYXJ0RHVyYXRpb25BY3RpdmF0ZWQiOmZhbHNlLCJEYXRlRm9ybWF0Ijp7IiRyZWYiOiI2NyJ9LCJXZWVrTnVtYmVyaW5nIjp7IiRpZCI6IjE0NTciLCJGb3JtYXQiOjAsIklzVmlzaWJsZSI6ZmFsc2UsIkxhc3RLbm93blZpc2liaWxpdHlTdGF0ZSI6ZmFsc2V9LCJCYXNlbGluZURhdGEiOnsiJGlkIjoiMTQ1OCIsIlN0YXJ0RGF0ZSI6IjIwMjQtMDUtMjRUMTA6MDA6MDAiLCJFbmREYXRlIjoiMjAyNy0wNC0yNlQxMDowMDowMCJ9LCJJZCI6Ijc2MjM4ZDIwLWVmYTUtNGZhOC1hOGI3LWI2MzFiYmFjMmI3OSIsIkltcG9ydElkIjpudWxsLCJUaXRsZSI6IkJlYW1pb24gQkNHQy0xIFBoIEliL0lJIGRvc2UgZXNjYWwgJiBvcHRpLiIsIk5vdGUiOm51bGwsIkh5cGVybGluayI6eyIkaWQiOiIxNDU5IiwiQWRkcmVzcyI6bnVsbCwiU3ViQWRkcmVzcyI6bnVsbH0sIklzQ2hhbmdlZCI6ZmFsc2UsIklzTmV3IjpmYWxzZX19LHsiJGlkIjoiMTQ2MCIsIl9hdHRhY2hlZE1pbGVzdG9uZXMiOlt7IiRpZCI6IjE0NjEiLCJEYXRlIjoiMjAzMC0wOC0yM1QwODowMDowMCIsIlN0eWxlIjp7IiRpZCI6IjE0NjIiLCJTaGFwZSI6MSwiQ29ubmVjdG9yTWFyZ2luIjp7IiRpZCI6IjE0NjMiLCJUb3AiOjAuMCwiTGVmdCI6Mi4wLCJSaWdodCI6Mi4wLCJCb3R0b20iOjAuMH0sIkNvbm5lY3RvclN0eWxlIjp7IiRpZCI6IjE0NjQiLCJMaW5lQ29sb3IiOnsiJGlkIjoiMTQ2NSIsIiR0eXBlIjoiTkxSRS5Db21tb24uRG9tLlNvbGlkQ29sb3JCcnVzaCwgTkxSRS5Db21tb24iLCJDb2xvciI6eyIkaWQiOiIxNDY2IiwiQSI6MTI3LCJSIjowLCJHIjoyMjgsIkIiOjEyNH19LCJMaW5lV2VpZ2h0IjoxLjAsIkxpbmVUeXBlIjowLCJQYXJlbnRTdHlsZSI6bnVsbH0sIklzQmVsb3dUaW1lYmFuZCI6dHJ1ZSwiUG9zaXRpb25PblRhc2siOjIsIkhpZGVEYXRlIjpmYWxzZSwiU2hhcGVTaXplIjowLCJTcGFjaW5nIjowLjAsIlBhZGRpbmciOnsiJGlkIjoiMTQ2NyIsIlRvcCI6NS4wLCJMZWZ0IjozLjAsIlJpZ2h0IjowLjAsIkJvdHRvbSI6Mi4wfSwiU2hhcGVTdHlsZSI6eyIkaWQiOiIxNDY4IiwiTWFyZ2luIjp7IiRyZWYiOiIxNDEifSwiUGFkZGluZyI6eyIkcmVmIjoiMTQyIn0sIkJhY2tncm91bmQiOnsiJGlkIjoiMTQ2OSIsIkNvbG9yIjp7IiRpZCI6IjE0NzAiLCJBIjoyNTUsIlIiOjAsIkciOjIyOCwiQiI6MTI0fX0sIklzVmlzaWJsZSI6dHJ1ZSwiV2lkdGgiOjEyLjAsIkhlaWdodCI6MTQuMCwiQm9yZGVyU3R5bGUiOnsiJGlkIjoiMTQ3MSIsIkxpbmVDb2xvciI6eyIkaWQiOiIxNDcyIiwiJHR5cGUiOiJOTFJFLkNvbW1vbi5Eb20uU29saWRDb2xvckJydXNoLCBOTFJFLkNvbW1vbiIsIkNvbG9yIjp7IiRpZCI6IjE0NzMiLCJBIjoyNTUsIlIiOjgsIkciOjQ5LCJCIjo0Mn19LCJMaW5lV2VpZ2h0IjoxLjUsIkxpbmVUeXBlIjowLCJQYXJlbnRTdHlsZSI6bnVsbH0sIlBhcmVudFN0eWxlIjpudWxsfSwiVGl0bGVTdHlsZSI6eyIkaWQiOiIxNDc0IiwiRm9udFNldHRpbmdzIjp7IiRpZCI6IjE0NzUiLCJGb250U2l6ZSI6MTEsIkZvbnROYW1lIjoiQm9laHJpbmdlciBGb3J3YXJkIFRleHQiLCJJc0JvbGQiOnRydWUsIklzSXRhbGljIjpmYWxzZSwiSXNVbmRlcmxpbmVkIjpmYWxzZSwiUGFyZW50U3R5bGUiOm51bGx9LCJBdXRvU2l6ZSI6MCwiRm9yZWdyb3VuZCI6eyIkaWQiOiIxNDc2IiwiQ29sb3IiOnsiJGlkIjoiMTQ3NyIsIkEiOjI1NSwiUiI6OCwiRyI6NDksIkIiOjQyfX0sIk1heFdpZHRoIjoyMDAuMCwiTWF4SGVpZ2h0IjoiSW5maW5pdHkiLCJTbWFydEZvcmVncm91bmRJc0FjdGl2ZSI6ZmFsc2UsIkhvcml6b250YWxBbGlnbm1lbnQiOjEsIlZlcnRpY2FsQWxpZ25tZW50IjowLCJTbWFydEZvcmVncm91bmQiOm51bGwsIkJhY2tncm91bmRGaWxsVHlwZSI6MCwiTWFyZ2luIjp7IiRyZWYiOiIxNTAifSwiUGFkZGluZyI6eyIkcmVmIjoiMTUxIn0sIkJhY2tncm91bmQiOnsiJGlkIjoiMTQ3OCIsIkNvbG9yIjp7IiRpZCI6IjE0NzkiLCJBIjowLCJSIjoyNTUsIkciOjI1NSwiQiI6MjU1fX0sIklzVmlzaWJsZSI6dHJ1ZSwiV2lkdGgiOjAuMCwiSGVpZ2h0IjowLjAsIkJvcmRlclN0eWxlIjp7IiRpZCI6IjE0ODAiLCJMaW5lQ29sb3IiOm51bGwsIkxpbmVXZWlnaHQiOjAuMCwiTGluZVR5cGUiOjAsIlBhcmVudFN0eWxlIjpudWxsfSwiUGFyZW50U3R5bGUiOm51bGx9LCJEYXRlU3R5bGUiOnsiJGlkIjoiMTQ4MSIsIkZvbnRTZXR0aW5ncyI6eyIkaWQiOiIxNDgyIiwiRm9udFNpemUiOjEwLCJGb250TmFtZSI6IkJvZWhyaW5nZXIgRm9yd2FyZCBUZXh0IiwiSXNCb2xkIjpmYWxzZSwiSXNJdGFsaWMiOmZhbHNlLCJJc1VuZGVybGluZWQiOmZhbHNlLCJQYXJlbnRTdHlsZSI6bnVsbH0sIkF1dG9TaXplIjowLCJGb3JlZ3JvdW5kIjp7IiRpZCI6IjE0ODMiLCJDb2xvciI6eyIkaWQiOiIxNDg0IiwiQSI6MjU1LCJSIjo4LCJHIjo0OSwiQiI6NDJ9fSwiTWF4V2lkdGgiOjIwMC4wLCJNYXhIZWlnaHQiOiJJbmZpbml0eSIsIlNtYXJ0Rm9yZWdyb3VuZElzQWN0aXZlIjpmYWxzZSwiSG9yaXpvbnRhbEFsaWdubWVudCI6MSwiVmVydGljYWxBbGlnbm1lbnQiOjAsIlNtYXJ0Rm9yZWdyb3VuZCI6bnVsbCwiQmFja2dyb3VuZEZpbGxUeXBlIjowLCJNYXJnaW4iOnsiJHJlZiI6IjE1OSJ9LCJQYWRkaW5nIjp7IiRyZWYiOiIxNjAifSwiQmFja2dyb3VuZCI6eyIkaWQiOiIxNDg1IiwiQ29sb3IiOnsiJGlkIjoiMTQ4NiIsIkEiOjAsIlIiOjI1NSwiRyI6MjU1LCJCIjoyNTV9fSwiSXNWaXNpYmxlIjpmYWxzZSwiV2lkdGgiOjAuMCwiSGVpZ2h0IjowLjAsIkJvcmRlclN0eWxlIjp7IiRpZCI6IjE0ODciLCJMaW5lQ29sb3IiOm51bGwsIkxpbmVXZWlnaHQiOjAuMCwiTGluZVR5cGUiOjAsIlBhcmVudFN0eWxlIjpudWxsfSwiUGFyZW50U3R5bGUiOm51bGx9LCJEYXRlRm9ybWF0Ijp7IiRpZCI6IjE0ODg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Q4OSIsIkZvcm1hdCI6MCwiSXNWaXNpYmxlIjpmYWxzZSwiTGFzdEtub3duVmlzaWJpbGl0eVN0YXRlIjpmYWxzZX0sIklzVmlzaWJsZSI6dHJ1ZSwiUGFyZW50U3R5bGUiOm51bGx9LCJJbmRleCI6MjQsIlBlcmNlbnRhZ2VDb21wbGV0ZSI6bnVsbCwiUG9zaXRpb24iOnsiUmF0aW8iOjAuMCwiSXNDdXN0b20iOmZhbHNlfSwiRGF0ZUZvcm1hdCI6eyIkcmVmIjoiMTQ4OCJ9LCJXZWVrTnVtYmVyaW5nIjp7IiRpZCI6IjE0OTAiLCJGb3JtYXQiOjAsIklzVmlzaWJsZSI6ZmFsc2UsIkxhc3RLbm93blZpc2liaWxpdHlTdGF0ZSI6ZmFsc2V9LCJSZWxhdGVkVGFza0lkIjoiODJiNWIyOGEtOGM0ZC00YmZlLWI1M2QtYmMxODNhZjdkODRhIiwiSWQiOiI5MDMyN2YyOC1lMjNlLTQ4ZTEtOTQ1NS03MDRjYmI0ZjI1ZjEiLCJJbXBvcnRJZCI6bnVsbCwiVGl0bGUiOiJQQSIsIk5vdGUiOm51bGwsIkh5cGVybGluayI6eyIkaWQiOiIxNDkxIiwiQWRkcmVzcyI6IiIsIlN1YkFkZHJlc3MiOiIifSwiSXNDaGFuZ2VkIjpmYWxzZSwiSXNOZXciOmZhbHNlfSx7IiRpZCI6IjE0OTIiLCJEYXRlIjoiMjAzMS0wNC0wNlQwODowMDowMCIsIlN0eWxlIjp7IiRpZCI6IjE0OTMiLCJTaGFwZSI6MTMsIkNvbm5lY3Rvck1hcmdpbiI6eyIkaWQiOiIxNDk0IiwiVG9wIjowLjAsIkxlZnQiOjIuMCwiUmlnaHQiOjIuMCwiQm90dG9tIjowLjB9LCJDb25uZWN0b3JTdHlsZSI6eyIkaWQiOiIxNDk1IiwiTGluZUNvbG9yIjp7IiRpZCI6IjE0OTYiLCIkdHlwZSI6Ik5MUkUuQ29tbW9uLkRvbS5Tb2xpZENvbG9yQnJ1c2gsIE5MUkUuQ29tbW9uIiwiQ29sb3IiOnsiJGlkIjoiMTQ5NyIsIkEiOjEyNywiUiI6MjQ1LCJHIjoxMzgsIkIiOjEwNH19LCJMaW5lV2VpZ2h0IjoxLjAsIkxpbmVUeXBlIjowLCJQYXJlbnRTdHlsZSI6bnVsbH0sIklzQmVsb3dUaW1lYmFuZCI6dHJ1ZSwiUG9zaXRpb25PblRhc2siOjIsIkhpZGVEYXRlIjpmYWxzZSwiU2hhcGVTaXplIjowLCJTcGFjaW5nIjowLjAsIlBhZGRpbmciOnsiJHJlZiI6IjEwNjUifSwiU2hhcGVTdHlsZSI6eyIkaWQiOiIxNDk4IiwiTWFyZ2luIjp7IiRyZWYiOiI3NSJ9LCJQYWRkaW5nIjp7IiRyZWYiOiI3NiJ9LCJCYWNrZ3JvdW5kIjp7IiRpZCI6IjE0OTkiLCJDb2xvciI6eyIkaWQiOiIxNTAwIiwiQSI6MjU1LCJSIjoyNDUsIkciOjEzOCwiQiI6MTA0fX0sIklzVmlzaWJsZSI6dHJ1ZSwiV2lkdGgiOjEyLjAsIkhlaWdodCI6MTQuMCwiQm9yZGVyU3R5bGUiOnsiJGlkIjoiMTUwMSIsIkxpbmVDb2xvciI6eyIkcmVmIjoiMjEwIn0sIkxpbmVXZWlnaHQiOjAuMCwiTGluZVR5cGUiOjAsIlBhcmVudFN0eWxlIjpudWxsfSwiUGFyZW50U3R5bGUiOm51bGx9LCJUaXRsZVN0eWxlIjp7IiRpZCI6IjE1MDIiLCJGb250U2V0dGluZ3MiOnsiJGlkIjoiMTUwMyIsIkZvbnRTaXplIjoxMSwiRm9udE5hbWUiOiJCb2VocmluZ2VyIEZvcndhcmQgVGV4dCIsIklzQm9sZCI6dHJ1ZSwiSXNJdGFsaWMiOmZhbHNlLCJJc1VuZGVybGluZWQiOmZhbHNlLCJQYXJlbnRTdHlsZSI6bnVsbH0sIkF1dG9TaXplIjowLCJGb3JlZ3JvdW5kIjp7IiRpZCI6IjE1MDQiLCJDb2xvciI6eyIkaWQiOiIxNTA1IiwiQSI6MjU1LCJSIjo4LCJHIjo0OSwiQiI6NDJ9fSwiTWF4V2lkdGgiOjIwMC4wLCJNYXhIZWlnaHQiOiJJbmZpbml0eSIsIlNtYXJ0Rm9yZWdyb3VuZElzQWN0aXZlIjpmYWxzZSwiSG9yaXpvbnRhbEFsaWdubWVudCI6MSwiVmVydGljYWxBbGlnbm1lbnQiOjAsIlNtYXJ0Rm9yZWdyb3VuZCI6bnVsbCwiQmFja2dyb3VuZEZpbGxUeXBlIjowLCJNYXJnaW4iOnsiJHJlZiI6Ijg2In0sIlBhZGRpbmciOnsiJHJlZiI6Ijg3In0sIkJhY2tncm91bmQiOnsiJGlkIjoiMTUwNiIsIkNvbG9yIjp7IiRpZCI6IjE1MDciLCJBIjowLCJSIjoyNTUsIkciOjI1NSwiQiI6MjU1fX0sIklzVmlzaWJsZSI6dHJ1ZSwiV2lkdGgiOjAuMCwiSGVpZ2h0IjowLjAsIkJvcmRlclN0eWxlIjp7IiRpZCI6IjE1MDgiLCJMaW5lQ29sb3IiOm51bGwsIkxpbmVXZWlnaHQiOjAuMCwiTGluZVR5cGUiOjAsIlBhcmVudFN0eWxlIjpudWxsfSwiUGFyZW50U3R5bGUiOm51bGx9LCJEYXRlU3R5bGUiOnsiJGlkIjoiMTUwOSIsIkZvbnRTZXR0aW5ncyI6eyIkaWQiOiIxNTEwIiwiRm9udFNpemUiOjEwLCJGb250TmFtZSI6IkJvZWhyaW5nZXIgRm9yd2FyZCBUZXh0IiwiSXNCb2xkIjpmYWxzZSwiSXNJdGFsaWMiOmZhbHNlLCJJc1VuZGVybGluZWQiOmZhbHNlLCJQYXJlbnRTdHlsZSI6bnVsbH0sIkF1dG9TaXplIjowLCJGb3JlZ3JvdW5kIjp7IiRpZCI6IjE1MTEiLCJDb2xvciI6eyIkaWQiOiIxNTEyIiwiQSI6MjU1LCJSIjo4LCJHIjo0OSwiQiI6NDJ9fSwiTWF4V2lkdGgiOjIwMC4wLCJNYXhIZWlnaHQiOiJJbmZpbml0eSIsIlNtYXJ0Rm9yZWdyb3VuZElzQWN0aXZlIjpmYWxzZSwiSG9yaXpvbnRhbEFsaWdubWVudCI6MiwiVmVydGljYWxBbGlnbm1lbnQiOjAsIlNtYXJ0Rm9yZWdyb3VuZCI6bnVsbCwiQmFja2dyb3VuZEZpbGxUeXBlIjowLCJNYXJnaW4iOnsiJHJlZiI6Ijk0In0sIlBhZGRpbmciOnsiJHJlZiI6Ijk1In0sIkJhY2tncm91bmQiOnsiJGlkIjoiMTUxMyIsIkNvbG9yIjp7IiRpZCI6IjE1MTQiLCJBIjowLCJSIjoyNTUsIkciOjI1NSwiQiI6MjU1fX0sIklzVmlzaWJsZSI6ZmFsc2UsIldpZHRoIjowLjAsIkhlaWdodCI6MC4wLCJCb3JkZXJTdHlsZSI6eyIkaWQiOiIxNTE1IiwiTGluZUNvbG9yIjpudWxsLCJMaW5lV2VpZ2h0IjowLjAsIkxpbmVUeXBlIjowLCJQYXJlbnRTdHlsZSI6bnVsbH0sIlBhcmVudFN0eWxlIjpudWxsfSwiRGF0ZUZvcm1hdCI6eyIkcmVmIjoiMTI5In0sIldlZWtOdW1iZXJpbmciOnsiJGlkIjoiMTUxNiIsIkZvcm1hdCI6MCwiSXNWaXNpYmxlIjpmYWxzZSwiTGFzdEtub3duVmlzaWJpbGl0eVN0YXRlIjpmYWxzZX0sIklzVmlzaWJsZSI6dHJ1ZSwiUGFyZW50U3R5bGUiOm51bGx9LCJJbmRleCI6MjUsIlBlcmNlbnRhZ2VDb21wbGV0ZSI6bnVsbCwiUG9zaXRpb24iOnsiUmF0aW8iOjAuMCwiSXNDdXN0b20iOmZhbHNlfSwiRGF0ZUZvcm1hdCI6eyIkcmVmIjoiMTI5In0sIldlZWtOdW1iZXJpbmciOnsiJGlkIjoiMTUxNyIsIkZvcm1hdCI6MCwiSXNWaXNpYmxlIjpmYWxzZSwiTGFzdEtub3duVmlzaWJpbGl0eVN0YXRlIjpmYWxzZX0sIlJlbGF0ZWRUYXNrSWQiOiI4MmI1YjI4YS04YzRkLTRiZmUtYjUzZC1iYzE4M2FmN2Q4NGEiLCJJZCI6IjUxMDg0NjA3LWJmMDEtNDI2Zi05YWJjLTg1YjI4NzhmYzlhNiIsIkltcG9ydElkIjpudWxsLCJUaXRsZSI6IkZBIFVTIiwiTm90ZSI6bnVsbCwiSHlwZXJsaW5rIjp7IiRpZCI6IjE1MTgiLCJBZGRyZXNzIjoiIiwiU3ViQWRkcmVzcyI6IiJ9LCJJc0NoYW5nZWQiOmZhbHNlLCJJc05ldyI6ZmFsc2V9XSwiVGFza0RlZmluaXRpb24iOnsiJGlkIjoiMTUxOSIsIkdyb3VwTmFtZSI6bnVsbCwiU3RhcnREYXRlIjoiMjAyNy0wNS0xNlQxMDowMDowMCIsIkVuZERhdGUiOiIyMDMxLTExLTA3VDEwOjAwOjAwIiwiUGVyY2VudGFnZUNvbXBsZXRlIjpudWxsLCJTdHlsZSI6eyIkaWQiOiIxNTIwIiwiU2hhcGUiOjMsIlNoYXBlVGhpY2tuZXNzIjowLCJEdXJhdGlvbkZvcm1hdCI6MCwiSW5jbHVkZU5vbldvcmtpbmdEYXlzSW5EdXJhdGlvbiI6ZmFsc2UsIlBlcmNlbnRhZ2VDb21wbGV0ZVN0eWxlIjp7IiRpZCI6IjE1MjEiLCJGb250U2V0dGluZ3MiOnsiJGlkIjoiMTUyMiIsIkZvbnRTaXplIjoxMCwiRm9udE5hbWUiOiJDYWxpYnJpIiwiSXNCb2xkIjpmYWxzZSwiSXNJdGFsaWMiOmZhbHNlLCJJc1VuZGVybGluZWQiOmZhbHNlLCJQYXJlbnRTdHlsZSI6bnVsbH0sIkF1dG9TaXplIjowLCJGb3JlZ3JvdW5kIjp7IiRyZWYiOiIxMCJ9LCJNYXhXaWR0aCI6MjAwLjAsIk1heEhlaWdodCI6IkluZmluaXR5IiwiU21hcnRGb3JlZ3JvdW5kSXNBY3RpdmUiOmZhbHNlLCJIb3Jpem9udGFsQWxpZ25tZW50IjowLCJWZXJ0aWNhbEFsaWdubWVudCI6MCwiU21hcnRGb3JlZ3JvdW5kIjpudWxsLCJCYWNrZ3JvdW5kRmlsbFR5cGUiOjAsIk1hcmdpbiI6eyIkcmVmIjoiMTIifSwiUGFkZGluZyI6eyIkcmVmIjoiMTMifSwiQmFja2dyb3VuZCI6eyIkcmVmIjoiMTQifSwiSXNWaXNpYmxlIjp0cnVlLCJXaWR0aCI6MC4wLCJIZWlnaHQiOjAuMCwiQm9yZGVyU3R5bGUiOnsiJGlkIjoiMTUyMyIsIkxpbmVDb2xvciI6bnVsbCwiTGluZVdlaWdodCI6MC4wLCJMaW5lVHlwZSI6MCwiUGFyZW50U3R5bGUiOm51bGx9LCJQYXJlbnRTdHlsZSI6bnVsbH0sIkR1cmF0aW9uU3R5bGUiOnsiJGlkIjoiMTUyNCIsIkZvbnRTZXR0aW5ncyI6eyIkaWQiOiIxNTI1IiwiRm9udFNpemUiOjEwLCJGb250TmFtZSI6IkNhbGlicmkiLCJJc0JvbGQiOmZhbHNlLCJJc0l0YWxpYyI6ZmFsc2UsIklzVW5kZXJsaW5lZCI6ZmFsc2UsIlBhcmVudFN0eWxlIjpudWxsfSwiQXV0b1NpemUiOjAsIkZvcmVncm91bmQiOnsiJHJlZiI6IjE5In0sIk1heFdpZHRoIjoyMDAuMCwiTWF4SGVpZ2h0IjoiSW5maW5pdHkiLCJTbWFydEZvcmVncm91bmRJc0FjdGl2ZSI6ZmFsc2UsIkhvcml6b250YWxBbGlnbm1lbnQiOjAsIlZlcnRpY2FsQWxpZ25tZW50IjowLCJTbWFydEZvcmVncm91bmQiOm51bGwsIkJhY2tncm91bmRGaWxsVHlwZSI6MCwiTWFyZ2luIjp7IiRyZWYiOiIyMSJ9LCJQYWRkaW5nIjp7IiRyZWYiOiIyMiJ9LCJCYWNrZ3JvdW5kIjp7IiRyZWYiOiIyMyJ9LCJJc1Zpc2libGUiOnRydWUsIldpZHRoIjowLjAsIkhlaWdodCI6MC4wLCJCb3JkZXJTdHlsZSI6eyIkaWQiOiIxNTI2IiwiTGluZUNvbG9yIjpudWxsLCJMaW5lV2VpZ2h0IjowLjAsIkxpbmVUeXBlIjowLCJQYXJlbnRTdHlsZSI6bnVsbH0sIlBhcmVudFN0eWxlIjpudWxsfSwiSG9yaXpvbnRhbENvbm5lY3RvclN0eWxlIjp7IiRpZCI6IjE1MjciLCJMaW5lQ29sb3IiOnsiJHJlZiI6IjI3In0sIkxpbmVXZWlnaHQiOjEuMCwiTGluZVR5cGUiOjAsIlBhcmVudFN0eWxlIjpudWxsfSwiVmVydGljYWxDb25uZWN0b3JTdHlsZSI6eyIkaWQiOiIxNTI4IiwiTGluZUNvbG9yIjp7IiRyZWYiOiIzMCJ9LCJMaW5lV2VpZ2h0IjowLjAsIkxpbmVUeXBlIjowLCJQYXJlbnRTdHlsZSI6bnVsbH0sIk1hcmdpbiI6bnVsbCwiU3RhcnREYXRlUG9zaXRpb24iOjYsIkVuZERhdGVQb3NpdGlvbiI6NiwiRGF0ZUlzVmlzaWJsZSI6ZmFsc2UsIlRpdGxlUG9zaXRpb24iOjIsIkR1cmF0aW9uUG9zaXRpb24iOjYsIlBlcmNlbnRhZ2VDb21wbGV0ZWRQb3NpdGlvbiI6NiwiU3BhY2luZyI6MywiSXNCZWxvd1RpbWViYW5kIjp0cnVlLCJQZXJjZW50YWdlQ29tcGxldGVTaGFwZU9wYWNpdHkiOjM1LCJCYXNlbGluZVN0eWxlIjp7IiRpZCI6IjE1MjkiLCJTaGFwZVN0eWxlIjp7IiRpZCI6IjE1MzAiLCJNYXJnaW4iOnsiJGlkIjoiMTUzMSIsIlRvcCI6MC4wLCJMZWZ0IjowLjAsIlJpZ2h0IjowLjAsIkJvdHRvbSI6MC4wfSwiUGFkZGluZyI6eyIkaWQiOiIxNTMyIiwiVG9wIjowLjAsIkxlZnQiOjAuMCwiUmlnaHQiOjAuMCwiQm90dG9tIjowLjB9LCJCYWNrZ3JvdW5kIjp7IiRpZCI6IjE1MzMiLCJDb2xvciI6eyIkaWQiOiIxNTM0IiwiQSI6MTUzLCJSIjowLCJHIjowLCJCIjowfX0sIklzVmlzaWJsZSI6dHJ1ZSwiV2lkdGgiOjAuMCwiSGVpZ2h0IjowLjAsIkJvcmRlclN0eWxlIjp7IiRpZCI6IjE1MzUiLCJMaW5lQ29sb3IiOm51bGwsIkxpbmVXZWlnaHQiOjAuMCwiTGluZVR5cGUiOjAsIlBhcmVudFN0eWxlIjpudWxsfSwiUGFyZW50U3R5bGUiOm51bGx9LCJNYXJnaW4iOnsiJGlkIjoiMTUzNiIsIlRvcCI6MC4wLCJMZWZ0IjowLjAsIlJpZ2h0IjowLjAsIkJvdHRvbSI6MC4wfSwiUGFkZGluZyI6eyIkaWQiOiIxNTM3IiwiVG9wIjowLjAsIkxlZnQiOjAuMCwiUmlnaHQiOjAuMCwiQm90dG9tIjowLjB9LCJCYWNrZ3JvdW5kIjpudWxsLCJJc1Zpc2libGUiOnRydWUsIldpZHRoIjowLjAsIkhlaWdodCI6MC4wLCJCb3JkZXJTdHlsZSI6bnVsbCwiUGFyZW50U3R5bGUiOm51bGx9LCJTaGFwZVN0eWxlIjp7IiRpZCI6IjE1MzgiLCJNYXJnaW4iOnsiJHJlZiI6IjQyIn0sIlBhZGRpbmciOnsiJHJlZiI6IjQzIn0sIkJhY2tncm91bmQiOnsiJGlkIjoiMTUzOSIsIkNvbG9yIjp7IiRpZCI6IjE1NDAiLCJBIjoyNTUsIlIiOjE2MywiRyI6MjI5LCJCIjoyMzh9fSwiSXNWaXNpYmxlIjp0cnVlLCJXaWR0aCI6MC4wLCJIZWlnaHQiOjEwLjAsIkJvcmRlclN0eWxlIjp7IiRpZCI6IjE1NDEiLCJMaW5lQ29sb3IiOnsiJGlkIjoiMTU0MiIsIiR0eXBlIjoiTkxSRS5Db21tb24uRG9tLlNvbGlkQ29sb3JCcnVzaCwgTkxSRS5Db21tb24iLCJDb2xvciI6eyIkaWQiOiIxNTQzIiwiQSI6MjU1LCJSIjo4LCJHIjo0OSwiQiI6NDJ9fSwiTGluZVdlaWdodCI6MS41LCJMaW5lVHlwZSI6MCwiUGFyZW50U3R5bGUiOm51bGx9LCJQYXJlbnRTdHlsZSI6bnVsbH0sIlRpdGxlU3R5bGUiOnsiJGlkIjoiMTU0NCIsIkZvbnRTZXR0aW5ncyI6eyIkaWQiOiIxNTQ1IiwiRm9udFNpemUiOjExLCJGb250TmFtZSI6IkJvZWhyaW5nZXIgRm9yd2FyZCBUZXh0IiwiSXNCb2xkIjpmYWxzZSwiSXNJdGFsaWMiOmZhbHNlLCJJc1VuZGVybGluZWQiOmZhbHNlLCJQYXJlbnRTdHlsZSI6bnVsbH0sIkF1dG9TaXplIjowLCJGb3JlZ3JvdW5kIjp7IiRpZCI6IjE1NDYiLCJDb2xvciI6eyIkaWQiOiIxNTQ3IiwiQSI6MjU1LCJSIjowLCJHIjowLCJCIjowfX0sIk1heFdpZHRoIjo5NjAuMCwiTWF4SGVpZ2h0IjoiSW5maW5pdHkiLCJTbWFydEZvcmVncm91bmRJc0FjdGl2ZSI6ZmFsc2UsIkhvcml6b250YWxBbGlnbm1lbnQiOjEsIlZlcnRpY2FsQWxpZ25tZW50IjowLCJTbWFydEZvcmVncm91bmQiOm51bGwsIkJhY2tncm91bmRGaWxsVHlwZSI6MCwiTWFyZ2luIjp7IiRyZWYiOiI1MyJ9LCJQYWRkaW5nIjp7IiRyZWYiOiI1NCJ9LCJCYWNrZ3JvdW5kIjp7IiRpZCI6IjE1NDgiLCJDb2xvciI6eyIkaWQiOiIxNTQ5IiwiQSI6MCwiUiI6MjU1LCJHIjoyNTUsIkIiOjI1NX19LCJJc1Zpc2libGUiOnRydWUsIldpZHRoIjowLjAsIkhlaWdodCI6MC4wLCJCb3JkZXJTdHlsZSI6eyIkaWQiOiIxNTUwIiwiTGluZUNvbG9yIjpudWxsLCJMaW5lV2VpZ2h0IjowLjAsIkxpbmVUeXBlIjowLCJQYXJlbnRTdHlsZSI6bnVsbH0sIlBhcmVudFN0eWxlIjpudWxsfSwiRGF0ZVN0eWxlIjp7IiRpZCI6IjE1NTEiLCJGb250U2V0dGluZ3MiOnsiJGlkIjoiMTU1MiIsIkZvbnRTaXplIjoxMCwiRm9udE5hbWUiOiJDYWxpYnJpIiwiSXNCb2xkIjpmYWxzZSwiSXNJdGFsaWMiOmZhbHNlLCJJc1VuZGVybGluZWQiOmZhbHNlLCJQYXJlbnRTdHlsZSI6bnVsbH0sIkF1dG9TaXplIjowLCJGb3JlZ3JvdW5kIjp7IiRyZWYiOiI2MCJ9LCJNYXhXaWR0aCI6MjAwLjAsIk1heEhlaWdodCI6IkluZmluaXR5IiwiU21hcnRGb3JlZ3JvdW5kSXNBY3RpdmUiOmZhbHNlLCJIb3Jpem9udGFsQWxpZ25tZW50IjoyLCJWZXJ0aWNhbEFsaWdubWVudCI6MCwiU21hcnRGb3JlZ3JvdW5kIjpudWxsLCJCYWNrZ3JvdW5kRmlsbFR5cGUiOjAsIk1hcmdpbiI6eyIkcmVmIjoiNjIifSwiUGFkZGluZyI6eyIkcmVmIjoiNjMifSwiQmFja2dyb3VuZCI6eyIkcmVmIjoiNjQifSwiSXNWaXNpYmxlIjp0cnVlLCJXaWR0aCI6MC4wLCJIZWlnaHQiOjAuMCwiQm9yZGVyU3R5bGUiOnsiJGlkIjoiMTU1MyIsIkxpbmVDb2xvciI6bnVsbCwiTGluZVdlaWdodCI6MC4wLCJMaW5lVHlwZSI6MCwiUGFyZW50U3R5bGUiOm51bGx9LCJQYXJlbnRTdHlsZSI6bnVsbH0sIkRhdGVGb3JtYXQiOnsiJHJlZiI6IjI5MCJ9LCJXZWVrTnVtYmVyaW5nIjp7IiRpZCI6IjE1NTQiLCJGb3JtYXQiOjAsIklzVmlzaWJsZSI6ZmFsc2UsIkxhc3RLbm93blZpc2liaWxpdHlTdGF0ZSI6ZmFsc2V9LCJJc1Zpc2libGUiOnRydWUsIlBhcmVudFN0eWxlIjpudWxsfSwiSW5kZXgiOjEsIlNtYXJ0RHVyYXRpb25BY3RpdmF0ZWQiOmZhbHNlLCJEYXRlRm9ybWF0Ijp7IiRyZWYiOiIyOTAifSwiV2Vla051bWJlcmluZyI6eyIkaWQiOiIxNTU1IiwiRm9ybWF0IjowLCJJc1Zpc2libGUiOmZhbHNlLCJMYXN0S25vd25WaXNpYmlsaXR5U3RhdGUiOmZhbHNlfSwiQmFzZWxpbmVEYXRhIjp7IiRpZCI6IjE1NTYiLCJTdGFydERhdGUiOiIyMDI3LTA1LTE2VDEwOjAwOjAwIiwiRW5kRGF0ZSI6IjIwMzEtMTEtMDdUMTA6MDA6MDAifSwiSWQiOiI4MmI1YjI4YS04YzRkLTRiZmUtYjUzZC1iYzE4M2FmN2Q4NGEiLCJJbXBvcnRJZCI6bnVsbCwiVGl0bGUiOiIyTCBtR0MgSEVSMisgKyBULUR4ZCAgUGggSUlJIiwiTm90ZSI6bnVsbCwiSHlwZXJsaW5rIjp7IiRpZCI6IjE1NTciLCJBZGRyZXNzIjpudWxsLCJTdWJBZGRyZXNzIjpudWxsfSwiSXNDaGFuZ2VkIjpmYWxzZSwiSXNOZXciOmZhbHNlfX1dLCJfbWlsZXN0b25lcyI6W10sIklkIjoiODcxYmE5MTEtZTRiZC00NDVlLWE2YzEtMzcwYWQ3ZmIyNGY3IiwiSXNTaW5nbGVJdGVtUm93IjpmYWxzZX1dLCJJbmRleCI6MCwiSWQiOiJhMDQyODFhMC01NDI4LTQ5OWQtODRhNi1lZTUzMjAzNTk3NmYiLCJIZWFkZXJUZXh0IjpudWxsLCJJc0RlZmF1bHQiOnRydWUsIlN0eWxlIjp7IiRpZCI6IjE1NTgiLCJIZWFkZXJTdHlsZSI6eyIkaWQiOiIxNTU5IiwiVGV4dFN0eWxlIjp7IiRpZCI6IjE1NjAiLCJGb250U2V0dGluZ3MiOnsiJGlkIjoiMTU2MSIsIkZvbnRTaXplIjoxMSwiRm9udE5hbWUiOiJDYWxpYnJpIiwiSXNCb2xkIjpmYWxzZSwiSXNJdGFsaWMiOmZhbHNlLCJJc1VuZGVybGluZWQiOmZhbHNlLCJQYXJlbnRTdHlsZSI6bnVsbH0sIkF1dG9TaXplIjoyLCJGb3JlZ3JvdW5kIjp7IiRpZCI6IjE1NjIiLCJDb2xvciI6eyIkaWQiOiIxNTYzIiwiQSI6MjU1LCJSIjowLCJHIjowLCJCIjowfX0sIk1heFdpZHRoIjowLjAsIk1heEhlaWdodCI6MC4wLCJTbWFydEZvcmVncm91bmRJc0FjdGl2ZSI6ZmFsc2UsIkhvcml6b250YWxBbGlnbm1lbnQiOjAsIlZlcnRpY2FsQWxpZ25tZW50IjowLCJTbWFydEZvcmVncm91bmQiOm51bGwsIkJhY2tncm91bmRGaWxsVHlwZSI6MCwiTWFyZ2luIjp7IiRpZCI6IjE1NjQiLCJUb3AiOjAuMCwiTGVmdCI6MC4wLCJSaWdodCI6MC4wLCJCb3R0b20iOjAuMH0sIlBhZGRpbmciOnsiJGlkIjoiMTU2NSIsIlRvcCI6MC4wLCJMZWZ0IjowLjAsIlJpZ2h0IjowLjAsIkJvdHRvbSI6MC4wfSwiQmFja2dyb3VuZCI6bnVsbCwiSXNWaXNpYmxlIjp0cnVlLCJXaWR0aCI6MC4wLCJIZWlnaHQiOjAuMCwiQm9yZGVyU3R5bGUiOm51bGwsIlBhcmVudFN0eWxlIjpudWxsfSwiUmVjdGFuZ2xlU3R5bGUiOnsiJGlkIjoiMTU2NiIsIk1hcmdpbiI6eyIkaWQiOiIxNTY3IiwiVG9wIjowLjAsIkxlZnQiOjAuMCwiUmlnaHQiOjAuMCwiQm90dG9tIjowLjB9LCJQYWRkaW5nIjp7IiRpZCI6IjE1NjgiLCJUb3AiOjAuMCwiTGVmdCI6MC4wLCJSaWdodCI6MC4wLCJCb3R0b20iOjAuMH0sIkJhY2tncm91bmQiOnsiJGlkIjoiMTU2OSIsIkNvbG9yIjp7IiRpZCI6IjE1NzAiLCJBIjo2MywiUiI6MTk3LCJHIjoxOTUsIkIiOjIzOH19LCJJc1Zpc2libGUiOnRydWUsIldpZHRoIjowLjAsIkhlaWdodCI6MC4wLCJCb3JkZXJTdHlsZSI6eyIkaWQiOiIxNTcxIiwiTGluZUNvbG9yIjp7IiRpZCI6IjE1NzIiLCIkdHlwZSI6Ik5MUkUuQ29tbW9uLkRvbS5Tb2xpZENvbG9yQnJ1c2gsIE5MUkUuQ29tbW9uIiwiQ29sb3IiOnsiJGlkIjoiMTU3MyIsIkEiOjI1NSwiUiI6MjU1LCJHIjowLCJCIjowfX0sIkxpbmVXZWlnaHQiOjAuMCwiTGluZVR5cGUiOjAsIlBhcmVudFN0eWxlIjpudWxsfSwiUGFyZW50U3R5bGUiOm51bGx9LCJNYXJnaW4iOnsiJGlkIjoiMTU3NCIsIlRvcCI6MC4wLCJMZWZ0IjowLjAsIlJpZ2h0IjowLjAsIkJvdHRvbSI6MC4wfSwiUGFkZGluZyI6eyIkaWQiOiIxNTc1IiwiVG9wIjowLjAsIkxlZnQiOjAuMCwiUmlnaHQiOjAuMCwiQm90dG9tIjowLjB9LCJCYWNrZ3JvdW5kIjpudWxsLCJJc1Zpc2libGUiOnRydWUsIldpZHRoIjowLjAsIkhlaWdodCI6MC4wLCJCb3JkZXJTdHlsZSI6bnVsbCwiUGFyZW50U3R5bGUiOm51bGx9LCJCYWNrZ3JvdW5kU3R5bGUiOnsiJGlkIjoiMTU3NiIsIk1hcmdpbiI6eyIkaWQiOiIxNTc3IiwiVG9wIjowLjAsIkxlZnQiOjAuMCwiUmlnaHQiOjAuMCwiQm90dG9tIjowLjB9LCJQYWRkaW5nIjp7IiRpZCI6IjE1NzgiLCJUb3AiOjAuMCwiTGVmdCI6MC4wLCJSaWdodCI6MC4wLCJCb3R0b20iOjAuMH0sIkJhY2tncm91bmQiOnsiJGlkIjoiMTU3OSIsIkNvbG9yIjp7IiRpZCI6IjE1ODAiLCJBIjo1MSwiUiI6MTk3LCJHIjoxOTUsIkIiOjIzOH19LCJJc1Zpc2libGUiOnRydWUsIldpZHRoIjowLjAsIkhlaWdodCI6MC4wLCJCb3JkZXJTdHlsZSI6eyIkaWQiOiIxNTgxIiwiTGluZUNvbG9yIjp7IiRpZCI6IjE1ODIiLCIkdHlwZSI6Ik5MUkUuQ29tbW9uLkRvbS5Tb2xpZENvbG9yQnJ1c2gsIE5MUkUuQ29tbW9uIiwiQ29sb3IiOnsiJGlkIjoiMTU4MyIsIkEiOjI1NSwiUiI6MjU1LCJHIjowLCJCIjowfX0sIkxpbmVXZWlnaHQiOjAuMCwiTGluZVR5cGUiOjAsIlBhcmVudFN0eWxlIjpudWxsfSwiUGFyZW50U3R5bGUiOm51bGx9LCJNYXJnaW4iOnsiJGlkIjoiMTU4NCIsIlRvcCI6MC4wLCJMZWZ0IjowLjAsIlJpZ2h0IjowLjAsIkJvdHRvbSI6MC4wfSwiUGFkZGluZyI6eyIkaWQiOiIxNTg1IiwiVG9wIjowLjAsIkxlZnQiOjAuMCwiUmlnaHQiOjAuMCwiQm90dG9tIjowLjB9LCJJc1Zpc2libGUiOmZhbHNlLCJXaWR0aCI6MC4wLCJIZWlnaHQiOjAuMCwiQm9yZGVyU3R5bGUiOm51bGwsIlBhcmVudFN0eWxlIjpudWxsfX1dLCJJZCI6IjhjM2FlMGRlLTk1ZGUtNDQ4Ni1iYzg5LThkNmY1NzM5Mjk2MyIsIkluZGV4IjoyLCJIZWFkZXJUZXh0IjoiR2FzdHJpYyBjYW5jZXIiLCJTdHlsZSI6eyIkaWQiOiIxNTg2IiwiU3R5bGVJZCI6IjAwMDAwMDAwLTAwMDAtMDAwMC0wMDAwLTAwMDAwMDAwMDAwMCIsIkhlYWRlclN0eWxlIjp7IiRpZCI6IjE1ODciLCJUZXh0SXNWZXJ0aWNhbCI6ZmFsc2UsIlRleHRTdHlsZSI6eyIkaWQiOiIxNTg4IiwiRm9udFNldHRpbmdzIjp7IiRpZCI6IjE1ODkiLCJGb250U2l6ZSI6MTIsIkZvbnROYW1lIjoiQm9laHJpbmdlciBGb3J3YXJkIFRleHQiLCJJc0JvbGQiOmZhbHNlLCJJc0l0YWxpYyI6ZmFsc2UsIklzVW5kZXJsaW5lZCI6ZmFsc2UsIlBhcmVudFN0eWxlIjpudWxsfSwiQXV0b1NpemUiOjIsIkZvcmVncm91bmQiOnsiJGlkIjoiMTU5MCIsIkNvbG9yIjp7IiRpZCI6IjE1OTEiLCJBIjoyNTUsIlIiOjgsIkciOjQ5LCJCIjo0Mn19LCJNYXhXaWR0aCI6NzEuMCwiTWF4SGVpZ2h0IjoiSW5maW5pdHkiLCJTbWFydEZvcmVncm91bmRJc0FjdGl2ZSI6ZmFsc2UsIkhvcml6b250YWxBbGlnbm1lbnQiOjAsIlZlcnRpY2FsQWxpZ25tZW50IjowLCJTbWFydEZvcmVncm91bmQiOm51bGwsIkJhY2tncm91bmRGaWxsVHlwZSI6MCwiTWFyZ2luIjp7IiRpZCI6IjE1OTIiLCJUb3AiOjAuMCwiTGVmdCI6MC4wLCJSaWdodCI6MC4wLCJCb3R0b20iOjAuMH0sIlBhZGRpbmciOnsiJGlkIjoiMTU5MyIsIlRvcCI6MC4wLCJMZWZ0IjowLjAsIlJpZ2h0IjowLjAsIkJvdHRvbSI6MC4wfSwiQmFja2dyb3VuZCI6bnVsbCwiSXNWaXNpYmxlIjp0cnVlLCJXaWR0aCI6MC4wLCJIZWlnaHQiOjAuMCwiQm9yZGVyU3R5bGUiOm51bGwsIlBhcmVudFN0eWxlIjpudWxsfSwiUmVjdGFuZ2xlU3R5bGUiOnsiJGlkIjoiMTU5NCIsIk1hcmdpbiI6eyIkaWQiOiIxNTk1IiwiVG9wIjowLjAsIkxlZnQiOjAuMCwiUmlnaHQiOjAuMCwiQm90dG9tIjowLjB9LCJQYWRkaW5nIjp7IiRpZCI6IjE1OTYiLCJUb3AiOjAuMCwiTGVmdCI6MC4wLCJSaWdodCI6MC4wLCJCb3R0b20iOjAuMH0sIkJhY2tncm91bmQiOnsiJGlkIjoiMTU5NyIsIkNvbG9yIjp7IiRpZCI6IjE1OTgiLCJBIjoyNTUsIlIiOjE2MywiRyI6MjI5LCJCIjoyMzh9fSwiSXNWaXNpYmxlIjp0cnVlLCJXaWR0aCI6MC4wLCJIZWlnaHQiOjAuMCwiQm9yZGVyU3R5bGUiOnsiJGlkIjoiMTU5OSIsIkxpbmVDb2xvciI6eyIkaWQiOiIxNjAwIiwiJHR5cGUiOiJOTFJFLkNvbW1vbi5Eb20uU29saWRDb2xvckJydXNoLCBOTFJFLkNvbW1vbiIsIkNvbG9yIjp7IiRpZCI6IjE2MDEiLCJBIjoyNTUsIlIiOjI1NSwiRyI6MCwiQiI6MH19LCJMaW5lV2VpZ2h0IjowLjAsIkxpbmVUeXBlIjowLCJQYXJlbnRTdHlsZSI6bnVsbH0sIlBhcmVudFN0eWxlIjpudWxsfSwiTWFyZ2luIjp7IiRpZCI6IjE2MDIiLCJUb3AiOjAuMCwiTGVmdCI6MC4wLCJSaWdodCI6MC4wLCJCb3R0b20iOjAuMH0sIlBhZGRpbmciOnsiJGlkIjoiMTYwMyIsIlRvcCI6MC4wLCJMZWZ0IjowLjAsIlJpZ2h0IjowLjAsIkJvdHRvbSI6MC4wfSwiQmFja2dyb3VuZCI6bnVsbCwiSXNWaXNpYmxlIjp0cnVlLCJXaWR0aCI6MC4wLCJIZWlnaHQiOjAuMCwiQm9yZGVyU3R5bGUiOm51bGwsIlBhcmVudFN0eWxlIjpudWxsfSwiQmFja2dyb3VuZFN0eWxlIjp7IiRpZCI6IjE2MDQiLCJNYXJnaW4iOnsiJGlkIjoiMTYwNSIsIlRvcCI6MC4wLCJMZWZ0IjowLjAsIlJpZ2h0IjowLjAsIkJvdHRvbSI6MC4wfSwiUGFkZGluZyI6eyIkaWQiOiIxNjA2IiwiVG9wIjowLjAsIkxlZnQiOjAuMCwiUmlnaHQiOjAuMCwiQm90dG9tIjowLjB9LCJCYWNrZ3JvdW5kIjp7IiRpZCI6IjE2MDciLCJDb2xvciI6eyIkaWQiOiIxNjA4IiwiQSI6NTEsIlIiOjE2MywiRyI6MjI5LCJCIjoyMzh9fSwiSXNWaXNpYmxlIjp0cnVlLCJXaWR0aCI6MC4wLCJIZWlnaHQiOjAuMCwiQm9yZGVyU3R5bGUiOnsiJGlkIjoiMTYwOSIsIkxpbmVDb2xvciI6eyIkaWQiOiIxNjEwIiwiJHR5cGUiOiJOTFJFLkNvbW1vbi5Eb20uU29saWRDb2xvckJydXNoLCBOTFJFLkNvbW1vbiIsIkNvbG9yIjp7IiRpZCI6IjE2MTEiLCJBIjoyNTUsIlIiOjgsIkciOjQ5LCJCIjo0Mn19LCJMaW5lV2VpZ2h0IjowLjAsIkxpbmVUeXBlIjowLCJQYXJlbnRTdHlsZSI6bnVsbH0sIlBhcmVudFN0eWxlIjpudWxsfSwiSXNBYm92ZVRpbWViYW5kIjpmYWxzZSwiU3BhY2luZyI6MiwiRGVmYXVsdFN3aW1sYW5lVGFza1N0eWxlIjp7IiRpZCI6IjE2MTIiLCIkdHlwZSI6Ik5MUkUuQ29tbW9uLkRvbS5TdHlsZXMuRXhwbGljaXRTZXRhYmxlVGFza1N0eWxlLCBOTFJFLkNvbW1vbiIsIlNoYXBlIjozLCJTaGFwZVRoaWNrbmVzcyI6MCwiRHVyYXRpb25Gb3JtYXQiOjAsIkluY2x1ZGVOb25Xb3JraW5nRGF5c0luRHVyYXRpb24iOmZhbHNlLCJQZXJjZW50YWdlQ29tcGxldGVTdHlsZSI6eyIkaWQiOiIxNjEzIiwiRm9udFNldHRpbmdzIjp7IiRpZCI6IjE2MTQiLCJGb250U2l6ZSI6MTAsIkZvbnROYW1lIjoiQ2FsaWJyaSIsIklzQm9sZCI6ZmFsc2UsIklzSXRhbGljIjpmYWxzZSwiSXNVbmRlcmxpbmVkIjpmYWxzZSwiUGFyZW50U3R5bGUiOm51bGx9LCJBdXRvU2l6ZSI6MCwiRm9yZWdyb3VuZCI6eyIkaWQiOiIxNjE1IiwiQ29sb3IiOnsiJGlkIjoiMTYxNiIsIkEiOjI1NSwiUiI6MTkyLCJHIjo4MCwiQiI6Nzd9fSwiTWF4V2lkdGgiOjIwMC4wLCJNYXhIZWlnaHQiOiJJbmZpbml0eSIsIlNtYXJ0Rm9yZWdyb3VuZElzQWN0aXZlIjpmYWxzZSwiSG9yaXpvbnRhbEFsaWdubWVudCI6MCwiVmVydGljYWxBbGlnbm1lbnQiOjAsIlNtYXJ0Rm9yZWdyb3VuZCI6bnVsbCwiQmFja2dyb3VuZEZpbGxUeXBlIjowLCJNYXJnaW4iOnsiJGlkIjoiMTYxNyIsIlRvcCI6MC4wLCJMZWZ0IjowLjAsIlJpZ2h0IjowLjAsIkJvdHRvbSI6MC4wfSwiUGFkZGluZyI6eyIkaWQiOiIxNjE4IiwiVG9wIjowLjAsIkxlZnQiOjAuMCwiUmlnaHQiOjAuMCwiQm90dG9tIjowLjB9LCJCYWNrZ3JvdW5kIjp7IiRpZCI6IjE2MTkiLCJDb2xvciI6eyIkaWQiOiIxNjIwIiwiQSI6ODksIlIiOjAsIkciOjAsIkIiOjB9fSwiSXNWaXNpYmxlIjp0cnVlLCJXaWR0aCI6MC4wLCJIZWlnaHQiOjAuMCwiQm9yZGVyU3R5bGUiOm51bGwsIlBhcmVudFN0eWxlIjpudWxsfSwiRHVyYXRpb25TdHlsZSI6eyIkaWQiOiIxNjIxIiwiRm9udFNldHRpbmdzIjp7IiRpZCI6IjE2MjIiLCJGb250U2l6ZSI6MTAsIkZvbnROYW1lIjoiQ2FsaWJyaSIsIklzQm9sZCI6ZmFsc2UsIklzSXRhbGljIjpmYWxzZSwiSXNVbmRlcmxpbmVkIjpmYWxzZSwiUGFyZW50U3R5bGUiOm51bGx9LCJBdXRvU2l6ZSI6MCwiRm9yZWdyb3VuZCI6eyIkaWQiOiIxNjIzIiwiQ29sb3IiOnsiJGlkIjoiMTYyNC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E2MjUiLCJUb3AiOjAuMCwiTGVmdCI6MC4wLCJSaWdodCI6MC4wLCJCb3R0b20iOjAuMH0sIlBhZGRpbmciOnsiJGlkIjoiMTYyNiIsIlRvcCI6MC4wLCJMZWZ0IjowLjAsIlJpZ2h0IjowLjAsIkJvdHRvbSI6MC4wfSwiQmFja2dyb3VuZCI6eyIkaWQiOiIxNjI3IiwiQ29sb3IiOnsiJGlkIjoiMTYyOCIsIkEiOjAsIlIiOjAsIkciOjAsIkIiOjB9fSwiSXNWaXNpYmxlIjp0cnVlLCJXaWR0aCI6MC4wLCJIZWlnaHQiOjAuMCwiQm9yZGVyU3R5bGUiOm51bGwsIlBhcmVudFN0eWxlIjpudWxsfSwiSG9yaXpvbnRhbENvbm5lY3RvclN0eWxlIjp7IiRpZCI6IjE2MjkiLCJMaW5lQ29sb3IiOnsiJGlkIjoiMTYzMCIsIiR0eXBlIjoiTkxSRS5Db21tb24uRG9tLlNvbGlkQ29sb3JCcnVzaCwgTkxSRS5Db21tb24iLCJDb2xvciI6eyIkaWQiOiIxNjMxIiwiQSI6MjU1LCJSIjoyMDQsIkciOjIwNCwiQiI6MjA0fX0sIkxpbmVXZWlnaHQiOjEuMCwiTGluZVR5cGUiOjAsIlBhcmVudFN0eWxlIjpudWxsfSwiVmVydGljYWxDb25uZWN0b3JTdHlsZSI6eyIkaWQiOiIxNjMyIiwiTGluZUNvbG9yIjp7IiRpZCI6IjE2MzMiLCIkdHlwZSI6Ik5MUkUuQ29tbW9uLkRvbS5Tb2xpZENvbG9yQnJ1c2gsIE5MUkUuQ29tbW9uIiwiQ29sb3IiOnsiJGlkIjoiMTYzNCIsIkEiOjI1NSwiUiI6MjA0LCJHIjoyMDQsIkIiOjIwNH19LCJMaW5lV2VpZ2h0IjowLjAsIkxpbmVUeXBlIjowLCJQYXJlbnRTdHlsZSI6bnVsbH0sIk1hcmdpbiI6bnVsbCwiU3RhcnREYXRlUG9zaXRpb24iOjYsIkVuZERhdGVQb3NpdGlvbiI6NiwiRGF0ZUlzVmlzaWJsZSI6ZmFsc2UsIlRpdGxlUG9zaXRpb24iOjIsIkR1cmF0aW9uUG9zaXRpb24iOjYsIlBlcmNlbnRhZ2VDb21wbGV0ZWRQb3NpdGlvbiI6NiwiU3BhY2luZyI6MywiSXNCZWxvd1RpbWViYW5kIjp0cnVlLCJQZXJjZW50YWdlQ29tcGxldGVTaGFwZU9wYWNpdHkiOjM1LCJCYXNlbGluZVN0eWxlIjp7IiRpZCI6IjE2MzUiLCJTaGFwZVN0eWxlIjp7IiRpZCI6IjE2MzYiLCJNYXJnaW4iOnsiJGlkIjoiMTYzNyIsIlRvcCI6MC4wLCJMZWZ0IjowLjAsIlJpZ2h0IjowLjAsIkJvdHRvbSI6MC4wfSwiUGFkZGluZyI6eyIkaWQiOiIxNjM4IiwiVG9wIjowLjAsIkxlZnQiOjAuMCwiUmlnaHQiOjAuMCwiQm90dG9tIjowLjB9LCJCYWNrZ3JvdW5kIjp7IiRpZCI6IjE2MzkiLCJDb2xvciI6eyIkaWQiOiIxNjQwIiwiQSI6MTUzLCJSIjowLCJHIjowLCJCIjowfX0sIklzVmlzaWJsZSI6dHJ1ZSwiV2lkdGgiOjAuMCwiSGVpZ2h0IjowLjAsIkJvcmRlclN0eWxlIjp7IiRpZCI6IjE2NDEiLCJMaW5lQ29sb3IiOm51bGwsIkxpbmVXZWlnaHQiOjAuMCwiTGluZVR5cGUiOjAsIlBhcmVudFN0eWxlIjpudWxsfSwiUGFyZW50U3R5bGUiOm51bGx9LCJNYXJnaW4iOnsiJGlkIjoiMTY0MiIsIlRvcCI6MC4wLCJMZWZ0IjowLjAsIlJpZ2h0IjowLjAsIkJvdHRvbSI6MC4wfSwiUGFkZGluZyI6eyIkaWQiOiIxNjQzIiwiVG9wIjowLjAsIkxlZnQiOjAuMCwiUmlnaHQiOjAuMCwiQm90dG9tIjowLjB9LCJCYWNrZ3JvdW5kIjpudWxsLCJJc1Zpc2libGUiOnRydWUsIldpZHRoIjowLjAsIkhlaWdodCI6MC4wLCJCb3JkZXJTdHlsZSI6bnVsbCwiUGFyZW50U3R5bGUiOm51bGx9LCJTaGFwZVN0eWxlIjp7IiRpZCI6IjE2NDQiLCJNYXJnaW4iOnsiJGlkIjoiMTY0NSIsIlRvcCI6MC4wLCJMZWZ0Ijo0LjAsIlJpZ2h0Ijo0LjAsIkJvdHRvbSI6MC4wfSwiUGFkZGluZyI6eyIkaWQiOiIxNjQ2IiwiVG9wIjowLjAsIkxlZnQiOjAuMCwiUmlnaHQiOjAuMCwiQm90dG9tIjowLjB9LCJCYWNrZ3JvdW5kIjp7IiRpZCI6IjE2NDciLCJDb2xvciI6eyIkaWQiOiIxNjQ4IiwiQSI6MjU1LCJSIjo4LCJHIjo0OSwiQiI6NDJ9fSwiSXNWaXNpYmxlIjp0cnVlLCJXaWR0aCI6MC4wLCJIZWlnaHQiOjEwLjAsIkJvcmRlclN0eWxlIjp7IiRpZCI6IjE2NDkiLCJMaW5lQ29sb3IiOnsiJGlkIjoiMTY1MCIsIiR0eXBlIjoiTkxSRS5Db21tb24uRG9tLlNvbGlkQ29sb3JCcnVzaCwgTkxSRS5Db21tb24iLCJDb2xvciI6eyIkaWQiOiIxNjUxIiwiQSI6MjU1LCJSIjoyMzQsIkciOjIyLCJCIjozMH19LCJMaW5lV2VpZ2h0IjowLjAsIkxpbmVUeXBlIjowLCJQYXJlbnRTdHlsZSI6bnVsbH0sIlBhcmVudFN0eWxlIjpudWxsfSwiVGl0bGVTdHlsZSI6eyIkaWQiOiIxNjUyIiwiRm9udFNldHRpbmdzIjp7IiRpZCI6IjE2NTMiLCJGb250U2l6ZSI6MTEsIkZvbnROYW1lIjoiQm9laHJpbmdlciBGb3J3YXJkIFRleHQiLCJJc0JvbGQiOmZhbHNlLCJJc0l0YWxpYyI6ZmFsc2UsIklzVW5kZXJsaW5lZCI6ZmFsc2UsIlBhcmVudFN0eWxlIjpudWxsfSwiQXV0b1NpemUiOjAsIkZvcmVncm91bmQiOnsiJGlkIjoiMTY1NCIsIkNvbG9yIjp7IiRpZCI6IjE2NTUiLCJBIjoyNTUsIlIiOjI1NSwiRyI6MjU1LCJCIjoyNTV9fSwiTWF4V2lkdGgiOjIwMC4wLCJNYXhIZWlnaHQiOiJJbmZpbml0eSIsIlNtYXJ0Rm9yZWdyb3VuZElzQWN0aXZlIjpmYWxzZSwiSG9yaXpvbnRhbEFsaWdubWVudCI6MSwiVmVydGljYWxBbGlnbm1lbnQiOjAsIlNtYXJ0Rm9yZWdyb3VuZCI6bnVsbCwiQmFja2dyb3VuZEZpbGxUeXBlIjowLCJNYXJnaW4iOnsiJGlkIjoiMTY1NiIsIlRvcCI6MC4wLCJMZWZ0IjowLjAsIlJpZ2h0IjowLjAsIkJvdHRvbSI6MC4wfSwiUGFkZGluZyI6eyIkaWQiOiIxNjU3IiwiVG9wIjowLjAsIkxlZnQiOjAuMCwiUmlnaHQiOjAuMCwiQm90dG9tIjowLjB9LCJCYWNrZ3JvdW5kIjp7IiRpZCI6IjE2NTgiLCJDb2xvciI6eyIkaWQiOiIxNjU5IiwiQSI6MCwiUiI6MjU1LCJHIjoyNTUsIkIiOjI1NX19LCJJc1Zpc2libGUiOnRydWUsIldpZHRoIjowLjAsIkhlaWdodCI6MC4wLCJCb3JkZXJTdHlsZSI6bnVsbCwiUGFyZW50U3R5bGUiOm51bGx9LCJEYXRlU3R5bGUiOnsiJGlkIjoiMTY2MCIsIkZvbnRTZXR0aW5ncyI6eyIkaWQiOiIxNjYxIiwiRm9udFNpemUiOjEwLCJGb250TmFtZSI6IkNhbGlicmkiLCJJc0JvbGQiOmZhbHNlLCJJc0l0YWxpYyI6ZmFsc2UsIklzVW5kZXJsaW5lZCI6ZmFsc2UsIlBhcmVudFN0eWxlIjpudWxsfSwiQXV0b1NpemUiOjAsIkZvcmVncm91bmQiOnsiJGlkIjoiMTY2MiIsIkNvbG9yIjp7IiRpZCI6IjE2NjM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E2NjQiLCJUb3AiOjAuMCwiTGVmdCI6MC4wLCJSaWdodCI6MC4wLCJCb3R0b20iOjAuMH0sIlBhZGRpbmciOnsiJGlkIjoiMTY2NSIsIlRvcCI6MC4wLCJMZWZ0IjowLjAsIlJpZ2h0IjowLjAsIkJvdHRvbSI6MC4wfSwiQmFja2dyb3VuZCI6eyIkaWQiOiIxNjY2IiwiQ29sb3IiOnsiJGlkIjoiMTY2NyIsIkEiOjAsIlIiOjAsIkciOjAsIkIiOjB9fSwiSXNWaXNpYmxlIjp0cnVlLCJXaWR0aCI6MC4wLCJIZWlnaHQiOjAuMCwiQm9yZGVyU3R5bGUiOm51bGwsIlBhcmVudFN0eWxlIjpudWxsfSwiRGF0ZUZvcm1hdCI6eyIkaWQiOiIxNjY4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2NjkiLCJGb3JtYXQiOjAsIklzVmlzaWJsZSI6ZmFsc2UsIkxhc3RLbm93blZpc2liaWxpdHlTdGF0ZSI6ZmFsc2V9LCJJc1Zpc2libGUiOnRydWUsIlBhcmVudFN0eWxlIjpudWxsLCJfZXhwbGljaXRseVNldCI6eyIkaWQiOiIxNjcwIiwiU2hhcGVTdHlsZSI6ZmFsc2UsIlRpdGxlU3R5bGUiOmZhbHNlLCJEYXR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TcGFjaW5nIjpmYWxzZSwiSXNCZWxvd1RpbWViYW5kIjpmYWxzZSwiRGF0ZUZvcm1hdCI6ZmFsc2UsIldlZWtOdW1iZXJpbmciOmZhbHNlLCJJc1Zpc2libGUiOmZhbHNlfX0sIkRlZmF1bHRTd2ltbGFuZU1vdFN0eWxlIjp7IiRpZCI6IjE2NzEiLCJTaGFwZSI6MTQsIkNvbm5lY3Rvck1hcmdpbiI6eyIkaWQiOiIxNjcyIiwiVG9wIjowLjAsIkxlZnQiOjIuMCwiUmlnaHQiOjIuMCwiQm90dG9tIjowLjB9LCJDb25uZWN0b3JTdHlsZSI6eyIkaWQiOiIxNjczIiwiTGluZUNvbG9yIjp7IiRpZCI6IjE2NzQiLCIkdHlwZSI6Ik5MUkUuQ29tbW9uLkRvbS5Tb2xpZENvbG9yQnJ1c2gsIE5MUkUuQ29tbW9uIiwiQ29sb3IiOnsiJGlkIjoiMTY3NSIsIkEiOjEyNywiUiI6MCwiRyI6MjI4LCJCIjoxMjR9fSwiTGluZVdlaWdodCI6MS4wLCJMaW5lVHlwZSI6MCwiUGFyZW50U3R5bGUiOm51bGx9LCJJc0JlbG93VGltZWJhbmQiOnRydWUsIlBvc2l0aW9uT25UYXNrIjoyLCJIaWRlRGF0ZSI6ZmFsc2UsIlNoYXBlU2l6ZSI6MCwiU3BhY2luZyI6MC4wLCJQYWRkaW5nIjp7IiRpZCI6IjE2NzYiLCJUb3AiOjUuMCwiTGVmdCI6My4wLCJSaWdodCI6MC4wLCJCb3R0b20iOjIuMH0sIlNoYXBlU3R5bGUiOnsiJGlkIjoiMTY3NyIsIk1hcmdpbiI6eyIkaWQiOiIxNjc4IiwiVG9wIjowLjAsIkxlZnQiOjAuMCwiUmlnaHQiOjAuMCwiQm90dG9tIjowLjB9LCJQYWRkaW5nIjp7IiRpZCI6IjE2NzkiLCJUb3AiOjAuMCwiTGVmdCI6MC4wLCJSaWdodCI6MC4wLCJCb3R0b20iOjAuMH0sIkJhY2tncm91bmQiOnsiJGlkIjoiMTY4MCIsIkNvbG9yIjp7IiRpZCI6IjE2ODEiLCJBIjoyNTUsIlIiOjAsIkciOjIyOCwiQiI6MTI0fX0sIklzVmlzaWJsZSI6dHJ1ZSwiV2lkdGgiOjEyLjAsIkhlaWdodCI6MTQuMCwiQm9yZGVyU3R5bGUiOnsiJGlkIjoiMTY4MiIsIkxpbmVDb2xvciI6eyIkaWQiOiIxNjgzIiwiJHR5cGUiOiJOTFJFLkNvbW1vbi5Eb20uU29saWRDb2xvckJydXNoLCBOTFJFLkNvbW1vbiIsIkNvbG9yIjp7IiRpZCI6IjE2ODQiLCJBIjoyNTUsIlIiOjIzNCwiRyI6MjIsIkIiOjMwfX0sIkxpbmVXZWlnaHQiOjAuMCwiTGluZVR5cGUiOjAsIlBhcmVudFN0eWxlIjpudWxsfSwiUGFyZW50U3R5bGUiOm51bGx9LCJUaXRsZVN0eWxlIjp7IiRpZCI6IjE2ODUiLCJGb250U2V0dGluZ3MiOnsiJGlkIjoiMTY4NiIsIkZvbnRTaXplIjoxMSwiRm9udE5hbWUiOiJCb2VocmluZ2VyIEZvcndhcmQgVGV4dCIsIklzQm9sZCI6dHJ1ZSwiSXNJdGFsaWMiOmZhbHNlLCJJc1VuZGVybGluZWQiOmZhbHNlLCJQYXJlbnRTdHlsZSI6bnVsbH0sIkF1dG9TaXplIjowLCJGb3JlZ3JvdW5kIjp7IiRpZCI6IjE2ODciLCJDb2xvciI6eyIkaWQiOiIxNjg4IiwiQSI6MjU1LCJSIjo4LCJHIjo0OSwiQiI6NDJ9fSwiTWF4V2lkdGgiOjIwMC4wLCJNYXhIZWlnaHQiOiJJbmZpbml0eSIsIlNtYXJ0Rm9yZWdyb3VuZElzQWN0aXZlIjpmYWxzZSwiSG9yaXpvbnRhbEFsaWdubWVudCI6MSwiVmVydGljYWxBbGlnbm1lbnQiOjAsIlNtYXJ0Rm9yZWdyb3VuZCI6bnVsbCwiQmFja2dyb3VuZEZpbGxUeXBlIjowLCJNYXJnaW4iOnsiJGlkIjoiMTY4OSIsIlRvcCI6MC4wLCJMZWZ0IjowLjAsIlJpZ2h0IjowLjAsIkJvdHRvbSI6MC4wfSwiUGFkZGluZyI6eyIkaWQiOiIxNjkwIiwiVG9wIjowLjAsIkxlZnQiOjAuMCwiUmlnaHQiOjAuMCwiQm90dG9tIjowLjB9LCJCYWNrZ3JvdW5kIjp7IiRpZCI6IjE2OTEiLCJDb2xvciI6eyIkaWQiOiIxNjkyIiwiQSI6MCwiUiI6MjU1LCJHIjoyNTUsIkIiOjI1NX19LCJJc1Zpc2libGUiOnRydWUsIldpZHRoIjowLjAsIkhlaWdodCI6MC4wLCJCb3JkZXJTdHlsZSI6bnVsbCwiUGFyZW50U3R5bGUiOm51bGx9LCJEYXRlU3R5bGUiOnsiJGlkIjoiMTY5MyIsIkZvbnRTZXR0aW5ncyI6eyIkaWQiOiIxNjk0IiwiRm9udFNpemUiOjEwLCJGb250TmFtZSI6IkJvZWhyaW5nZXIgRm9yd2FyZCBUZXh0IiwiSXNCb2xkIjpmYWxzZSwiSXNJdGFsaWMiOmZhbHNlLCJJc1VuZGVybGluZWQiOmZhbHNlLCJQYXJlbnRTdHlsZSI6bnVsbH0sIkF1dG9TaXplIjowLCJGb3JlZ3JvdW5kIjp7IiRpZCI6IjE2OTUiLCJDb2xvciI6eyIkaWQiOiIxNjk2IiwiQSI6MjU1LCJSIjo4LCJHIjo0OSwiQiI6NDJ9fSwiTWF4V2lkdGgiOjIwMC4wLCJNYXhIZWlnaHQiOiJJbmZpbml0eSIsIlNtYXJ0Rm9yZWdyb3VuZElzQWN0aXZlIjpmYWxzZSwiSG9yaXpvbnRhbEFsaWdubWVudCI6MiwiVmVydGljYWxBbGlnbm1lbnQiOjAsIlNtYXJ0Rm9yZWdyb3VuZCI6bnVsbCwiQmFja2dyb3VuZEZpbGxUeXBlIjowLCJNYXJnaW4iOnsiJGlkIjoiMTY5NyIsIlRvcCI6MC4wLCJMZWZ0IjowLjAsIlJpZ2h0IjowLjAsIkJvdHRvbSI6MC4wfSwiUGFkZGluZyI6eyIkaWQiOiIxNjk4IiwiVG9wIjowLjAsIkxlZnQiOjAuMCwiUmlnaHQiOjAuMCwiQm90dG9tIjowLjB9LCJCYWNrZ3JvdW5kIjp7IiRpZCI6IjE2OTkiLCJDb2xvciI6eyIkaWQiOiIxNzAwIiwiQSI6MCwiUiI6MjU1LCJHIjoyNTUsIkIiOjI1NX19LCJJc1Zpc2libGUiOmZhbHNlLCJXaWR0aCI6MC4wLCJIZWlnaHQiOjAuMCwiQm9yZGVyU3R5bGUiOm51bGwsIlBhcmVudFN0eWxlIjpudWxsfSwiRGF0ZUZvcm1hdCI6eyIkaWQiOiIxNzAx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3MDIiLCJGb3JtYXQiOjAsIklzVmlzaWJsZSI6ZmFsc2UsIkxhc3RLbm93blZpc2liaWxpdHlTdGF0ZSI6ZmFsc2V9LCJJc1Zpc2libGUiOnRydWUsIlBhcmVudFN0eWxlIjpudWxsfSwiRGVmYXVsdFN3aW1sYW5lTWlsZXN0b25lU3R5bGUiOnsiJGlkIjoiMTcwMyIsIlRpdGxlUG9zaXRpb24iOiJMZWZ0IiwiRGF0ZVBvc2l0aW9uIjoiTGVmdCIsIlNoYXBlVHlwZSI6MiwiU2hhcGVTaXplIjoxLCJTcGFjaW5nIjo1LCJTaGFwZVN0eWxlIjp7IiRpZCI6IjE3MDQiLCJNYXJnaW4iOnsiJGlkIjoiMTcwNSIsIlRvcCI6MC4wLCJMZWZ0IjowLjAsIlJpZ2h0IjowLjAsIkJvdHRvbSI6MC4wfSwiUGFkZGluZyI6eyIkaWQiOiIxNzA2IiwiVG9wIjowLjAsIkxlZnQiOjAuMCwiUmlnaHQiOjAuMCwiQm90dG9tIjowLjB9LCJCYWNrZ3JvdW5kIjp7IiRpZCI6IjE3MDciLCJDb2xvciI6eyIkaWQiOiIxNzA4IiwiQSI6MjU1LCJSIjoxNjMsIkciOjIyOSwiQiI6MjM4fX0sIklzVmlzaWJsZSI6dHJ1ZSwiV2lkdGgiOjEzLjAsIkhlaWdodCI6MTMuMCwiQm9yZGVyU3R5bGUiOnsiJGlkIjoiMTcwOSIsIkxpbmVDb2xvciI6eyIkaWQiOiIxNzEwIiwiJHR5cGUiOiJOTFJFLkNvbW1vbi5Eb20uU29saWRDb2xvckJydXNoLCBOTFJFLkNvbW1vbiIsIkNvbG9yIjp7IiRpZCI6IjE3MTEiLCJBIjoyNTUsIlIiOjIzNCwiRyI6MjIsIkIiOjMwfX0sIkxpbmVXZWlnaHQiOjAuMCwiTGluZVR5cGUiOjAsIlBhcmVudFN0eWxlIjpudWxsfSwiUGFyZW50U3R5bGUiOm51bGx9LCJUaXRsZVN0eWxlIjp7IiRpZCI6IjE3MTIiLCJGb250U2V0dGluZ3MiOnsiJGlkIjoiMTcxMyIsIkZvbnRTaXplIjoxMSwiRm9udE5hbWUiOiJCb2VocmluZ2VyIEZvcndhcmQgVGV4dCIsIklzQm9sZCI6dHJ1ZSwiSXNJdGFsaWMiOmZhbHNlLCJJc1VuZGVybGluZWQiOmZhbHNlLCJQYXJlbnRTdHlsZSI6bnVsbH0sIkF1dG9TaXplIjowLCJGb3JlZ3JvdW5kIjp7IiRpZCI6IjE3MTQiLCJDb2xvciI6eyIkaWQiOiIxNzE1IiwiQSI6MjU1LCJSIjoyNTUsIkciOjI1NSwiQiI6MjU1fX0sIk1heFdpZHRoIjoyMDAuMCwiTWF4SGVpZ2h0IjoiSW5maW5pdHkiLCJTbWFydEZvcmVncm91bmRJc0FjdGl2ZSI6ZmFsc2UsIkhvcml6b250YWxBbGlnbm1lbnQiOjAsIlZlcnRpY2FsQWxpZ25tZW50IjowLCJTbWFydEZvcmVncm91bmQiOm51bGwsIkJhY2tncm91bmRGaWxsVHlwZSI6MCwiTWFyZ2luIjp7IiRpZCI6IjE3MTYiLCJUb3AiOjAuMCwiTGVmdCI6MC4wLCJSaWdodCI6MC4wLCJCb3R0b20iOjAuMH0sIlBhZGRpbmciOnsiJGlkIjoiMTcxNyIsIlRvcCI6MC4wLCJMZWZ0IjowLjAsIlJpZ2h0IjowLjAsIkJvdHRvbSI6MC4wfSwiQmFja2dyb3VuZCI6eyIkaWQiOiIxNzE4IiwiQ29sb3IiOnsiJGlkIjoiMTcxOSIsIkEiOjAsIlIiOjAsIkciOjAsIkIiOjB9fSwiSXNWaXNpYmxlIjp0cnVlLCJXaWR0aCI6MC4wLCJIZWlnaHQiOjAuMCwiQm9yZGVyU3R5bGUiOm51bGwsIlBhcmVudFN0eWxlIjpudWxsfSwiRGF0ZVN0eWxlIjp7IiRpZCI6IjE3MjAiLCJGb250U2V0dGluZ3MiOnsiJGlkIjoiMTcyMSIsIkZvbnRTaXplIjoxMCwiRm9udE5hbWUiOiJCb2VocmluZ2VyIEZvcndhcmQgVGV4dCIsIklzQm9sZCI6ZmFsc2UsIklzSXRhbGljIjpmYWxzZSwiSXNVbmRlcmxpbmVkIjpmYWxzZSwiUGFyZW50U3R5bGUiOm51bGx9LCJBdXRvU2l6ZSI6MCwiRm9yZWdyb3VuZCI6eyIkaWQiOiIxNzIyIiwiQ29sb3IiOnsiJGlkIjoiMTcyMyIsIkEiOjI1NSwiUiI6MjU1LCJHIjoyNTUsIkIiOjI1NX19LCJNYXhXaWR0aCI6MjAwLjAsIk1heEhlaWdodCI6IkluZmluaXR5IiwiU21hcnRGb3JlZ3JvdW5kSXNBY3RpdmUiOmZhbHNlLCJIb3Jpem9udGFsQWxpZ25tZW50IjowLCJWZXJ0aWNhbEFsaWdubWVudCI6MCwiU21hcnRGb3JlZ3JvdW5kIjpudWxsLCJCYWNrZ3JvdW5kRmlsbFR5cGUiOjAsIk1hcmdpbiI6eyIkaWQiOiIxNzI0IiwiVG9wIjowLjAsIkxlZnQiOjAuMCwiUmlnaHQiOjAuMCwiQm90dG9tIjowLjB9LCJQYWRkaW5nIjp7IiRpZCI6IjE3MjUiLCJUb3AiOjAuMCwiTGVmdCI6MC4wLCJSaWdodCI6MC4wLCJCb3R0b20iOjAuMH0sIkJhY2tncm91bmQiOnsiJGlkIjoiMTcyNiIsIkNvbG9yIjp7IiRpZCI6IjE3MjciLCJBIjowLCJSIjowLCJHIjowLCJCIjowfX0sIklzVmlzaWJsZSI6ZmFsc2UsIldpZHRoIjowLjAsIkhlaWdodCI6MC4wLCJCb3JkZXJTdHlsZSI6bnVsbCwiUGFyZW50U3R5bGUiOm51bGx9LCJEYXRlRm9ybWF0Ijp7IiRpZCI6IjE3Mjg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cyOSIsIkZvcm1hdCI6MCwiSXNWaXNpYmxlIjpmYWxzZSwiTGFzdEtub3duVmlzaWJpbGl0eVN0YXRlIjpmYWxzZX0sIklzVmlzaWJsZSI6dHJ1ZSwiUGFyZW50U3R5bGUiOm51bGx9LCJEZWZhdWx0U3dpbWxhbmVBY3Rpdml0eVN0eWxlIjp7IiRpZCI6IjE3MzAiLCJIZWFkZXJTdHlsZSI6eyIkaWQiOiIxNzMxIiwiVGV4dFN0eWxlIjp7IiRpZCI6IjE3MzIiLCJGb250U2V0dGluZ3MiOnsiJGlkIjoiMTczMyIsIkZvbnRTaXplIjoxMSwiRm9udE5hbWUiOiJDYWxpYnJpIiwiSXNCb2xkIjpmYWxzZSwiSXNJdGFsaWMiOmZhbHNlLCJJc1VuZGVybGluZWQiOmZhbHNlLCJQYXJlbnRTdHlsZSI6bnVsbH0sIkF1dG9TaXplIjoyLCJGb3JlZ3JvdW5kIjp7IiRpZCI6IjE3MzQiLCJDb2xvciI6eyIkaWQiOiIxNzM1IiwiQSI6MjU1LCJSIjowLCJHIjowLCJCIjowfX0sIk1heFdpZHRoIjowLjAsIk1heEhlaWdodCI6MC4wLCJTbWFydEZvcmVncm91bmRJc0FjdGl2ZSI6ZmFsc2UsIkhvcml6b250YWxBbGlnbm1lbnQiOjAsIlZlcnRpY2FsQWxpZ25tZW50IjowLCJTbWFydEZvcmVncm91bmQiOm51bGwsIkJhY2tncm91bmRGaWxsVHlwZSI6MCwiTWFyZ2luIjp7IiRpZCI6IjE3MzYiLCJUb3AiOjAuMCwiTGVmdCI6MC4wLCJSaWdodCI6MC4wLCJCb3R0b20iOjAuMH0sIlBhZGRpbmciOnsiJGlkIjoiMTczNyIsIlRvcCI6MC4wLCJMZWZ0IjowLjAsIlJpZ2h0IjowLjAsIkJvdHRvbSI6MC4wfSwiQmFja2dyb3VuZCI6bnVsbCwiSXNWaXNpYmxlIjp0cnVlLCJXaWR0aCI6MC4wLCJIZWlnaHQiOjAuMCwiQm9yZGVyU3R5bGUiOm51bGwsIlBhcmVudFN0eWxlIjpudWxsfSwiUmVjdGFuZ2xlU3R5bGUiOnsiJGlkIjoiMTczOCIsIk1hcmdpbiI6eyIkaWQiOiIxNzM5IiwiVG9wIjowLjAsIkxlZnQiOjAuMCwiUmlnaHQiOjAuMCwiQm90dG9tIjowLjB9LCJQYWRkaW5nIjp7IiRpZCI6IjE3NDAiLCJUb3AiOjAuMCwiTGVmdCI6MC4wLCJSaWdodCI6MC4wLCJCb3R0b20iOjAuMH0sIkJhY2tncm91bmQiOnsiJGlkIjoiMTc0MSIsIkNvbG9yIjp7IiRpZCI6IjE3NDIiLCJBIjo2MywiUiI6MTYzLCJHIjoyMjksIkIiOjIzOH19LCJJc1Zpc2libGUiOnRydWUsIldpZHRoIjowLjAsIkhlaWdodCI6MC4wLCJCb3JkZXJTdHlsZSI6eyIkaWQiOiIxNzQzIiwiTGluZUNvbG9yIjp7IiRpZCI6IjE3NDQiLCIkdHlwZSI6Ik5MUkUuQ29tbW9uLkRvbS5Tb2xpZENvbG9yQnJ1c2gsIE5MUkUuQ29tbW9uIiwiQ29sb3IiOnsiJGlkIjoiMTc0NSIsIkEiOjI1NSwiUiI6MjU1LCJHIjowLCJCIjowfX0sIkxpbmVXZWlnaHQiOjAuMCwiTGluZVR5cGUiOjAsIlBhcmVudFN0eWxlIjpudWxsfSwiUGFyZW50U3R5bGUiOm51bGx9LCJNYXJnaW4iOnsiJGlkIjoiMTc0NiIsIlRvcCI6MC4wLCJMZWZ0IjowLjAsIlJpZ2h0IjowLjAsIkJvdHRvbSI6MC4wfSwiUGFkZGluZyI6eyIkaWQiOiIxNzQ3IiwiVG9wIjowLjAsIkxlZnQiOjAuMCwiUmlnaHQiOjAuMCwiQm90dG9tIjowLjB9LCJCYWNrZ3JvdW5kIjpudWxsLCJJc1Zpc2libGUiOnRydWUsIldpZHRoIjowLjAsIkhlaWdodCI6MC4wLCJCb3JkZXJTdHlsZSI6bnVsbCwiUGFyZW50U3R5bGUiOm51bGx9LCJCYWNrZ3JvdW5kU3R5bGUiOnsiJGlkIjoiMTc0OCIsIk1hcmdpbiI6eyIkaWQiOiIxNzQ5IiwiVG9wIjowLjAsIkxlZnQiOjAuMCwiUmlnaHQiOjAuMCwiQm90dG9tIjowLjB9LCJQYWRkaW5nIjp7IiRpZCI6IjE3NTAiLCJUb3AiOjAuMCwiTGVmdCI6MC4wLCJSaWdodCI6MC4wLCJCb3R0b20iOjAuMH0sIkJhY2tncm91bmQiOnsiJHJlZiI6IjE2MDcifSwiSXNWaXNpYmxlIjp0cnVlLCJXaWR0aCI6MC4wLCJIZWlnaHQiOjAuMCwiQm9yZGVyU3R5bGUiOnsiJGlkIjoiMTc1MSIsIkxpbmVDb2xvciI6eyIkaWQiOiIxNzUyIiwiJHR5cGUiOiJOTFJFLkNvbW1vbi5Eb20uU29saWRDb2xvckJydXNoLCBOTFJFLkNvbW1vbiIsIkNvbG9yIjp7IiRpZCI6IjE3NTMiLCJBIjoyNTUsIlIiOjIzNCwiRyI6MjIsIkIiOjMwfX0sIkxpbmVXZWlnaHQiOjAuMCwiTGluZVR5cGUiOjAsIlBhcmVudFN0eWxlIjpudWxsfSwiUGFyZW50U3R5bGUiOm51bGx9LCJNYXJnaW4iOnsiJGlkIjoiMTc1NCIsIlRvcCI6MC4wLCJMZWZ0IjowLjAsIlJpZ2h0IjowLjAsIkJvdHRvbSI6MC4wfSwiUGFkZGluZyI6eyIkaWQiOiIxNzU1IiwiVG9wIjowLjAsIkxlZnQiOjAuMCwiUmlnaHQiOjAuMCwiQm90dG9tIjowLjB9LCJJc1Zpc2libGUiOnRydWUsIldpZHRoIjowLjAsIkhlaWdodCI6MC4wLCJCb3JkZXJTdHlsZSI6bnVsbCwiUGFyZW50U3R5bGUiOm51bGx9LCJNYXJnaW4iOnsiJGlkIjoiMTc1NiIsIlRvcCI6MC4wLCJMZWZ0IjowLjAsIlJpZ2h0IjowLjAsIkJvdHRvbSI6MC4wfSwiUGFkZGluZyI6eyIkaWQiOiIxNzU3IiwiVG9wIjowLjAsIkxlZnQiOjAuMCwiUmlnaHQiOjAuMCwiQm90dG9tIjowLjB9LCJJc1Zpc2libGUiOnRydWUsIldpZHRoIjowLjAsIkhlaWdodCI6MC4wLCJCb3JkZXJTdHlsZSI6eyIkaWQiOiIxNzU4IiwiTGluZUNvbG9yIjpudWxsLCJMaW5lV2VpZ2h0IjowLjAsIkxpbmVUeXBlIjowLCJQYXJlbnRTdHlsZSI6bnVsbH0sIlBhcmVudFN0eWxlIjpudWxsfX0seyIkaWQiOiIxNzU5IiwiX2FjdGl2aXRpZXMiOlt7IiRpZCI6IjE3NjAiLCJfcm93cyI6W3siJGlkIjoiMTc2MSIsIl90YXNrcyI6W3siJGlkIjoiMTc2MiIsIl9hdHRhY2hlZE1pbGVzdG9uZXMiOlt7IiRpZCI6IjE3NjMiLCJEYXRlIjoiMjAyNS0wOS0yNFQwODowMDowMCIsIlN0eWxlIjp7IiRpZCI6IjE3NjQiLCJTaGFwZSI6MTQsIkNvbm5lY3Rvck1hcmdpbiI6eyIkaWQiOiIxNzY1IiwiVG9wIjowLjAsIkxlZnQiOjIuMCwiUmlnaHQiOjIuMCwiQm90dG9tIjowLjB9LCJDb25uZWN0b3JTdHlsZSI6eyIkaWQiOiIxNzY2IiwiTGluZUNvbG9yIjp7IiRpZCI6IjE3NjciLCIkdHlwZSI6Ik5MUkUuQ29tbW9uLkRvbS5Tb2xpZENvbG9yQnJ1c2gsIE5MUkUuQ29tbW9uIiwiQ29sb3IiOnsiJGlkIjoiMTc2OCIsIkEiOjEyNywiUiI6MCwiRyI6MjI4LCJCIjoxMjR9fSwiTGluZVdlaWdodCI6MS4wLCJMaW5lVHlwZSI6MCwiUGFyZW50U3R5bGUiOm51bGx9LCJJc0JlbG93VGltZWJhbmQiOnRydWUsIlBvc2l0aW9uT25UYXNrIjoyLCJIaWRlRGF0ZSI6ZmFsc2UsIlNoYXBlU2l6ZSI6MCwiU3BhY2luZyI6MC4wLCJQYWRkaW5nIjp7IiRpZCI6IjE3NjkiLCJUb3AiOjUuMCwiTGVmdCI6My4wLCJSaWdodCI6MC4wLCJCb3R0b20iOjIuMH0sIlNoYXBlU3R5bGUiOnsiJGlkIjoiMTc3MCIsIk1hcmdpbiI6eyIkcmVmIjoiNzUifSwiUGFkZGluZyI6eyIkcmVmIjoiNzYifSwiQmFja2dyb3VuZCI6eyIkaWQiOiIxNzcxIiwiQ29sb3IiOnsiJGlkIjoiMTc3MiIsIkEiOjI1NSwiUiI6MCwiRyI6MjI4LCJCIjoxMjR9fSwiSXNWaXNpYmxlIjp0cnVlLCJXaWR0aCI6MTIuMCwiSGVpZ2h0IjoxNC4wLCJCb3JkZXJTdHlsZSI6eyIkaWQiOiIxNzczIiwiTGluZUNvbG9yIjp7IiRpZCI6IjE3NzQiLCIkdHlwZSI6Ik5MUkUuQ29tbW9uLkRvbS5Tb2xpZENvbG9yQnJ1c2gsIE5MUkUuQ29tbW9uIiwiQ29sb3IiOnsiJGlkIjoiMTc3NSIsIkEiOjI1NSwiUiI6OCwiRyI6NDksIkIiOjQyfX0sIkxpbmVXZWlnaHQiOjEuNSwiTGluZVR5cGUiOjAsIlBhcmVudFN0eWxlIjpudWxsfSwiUGFyZW50U3R5bGUiOm51bGx9LCJUaXRsZVN0eWxlIjp7IiRpZCI6IjE3NzYiLCJGb250U2V0dGluZ3MiOnsiJGlkIjoiMTc3NyIsIkZvbnRTaXplIjoxMSwiRm9udE5hbWUiOiJCb2VocmluZ2VyIEZvcndhcmQgVGV4dCIsIklzQm9sZCI6dHJ1ZSwiSXNJdGFsaWMiOmZhbHNlLCJJc1VuZGVybGluZWQiOmZhbHNlLCJQYXJlbnRTdHlsZSI6bnVsbH0sIkF1dG9TaXplIjowLCJGb3JlZ3JvdW5kIjp7IiRpZCI6IjE3NzgiLCJDb2xvciI6eyIkaWQiOiIxNzc5IiwiQSI6MjU1LCJSIjo4LCJHIjo0OSwiQiI6NDJ9fSwiTWF4V2lkdGgiOjIwMC4wLCJNYXhIZWlnaHQiOiJJbmZpbml0eSIsIlNtYXJ0Rm9yZWdyb3VuZElzQWN0aXZlIjpmYWxzZSwiSG9yaXpvbnRhbEFsaWdubWVudCI6MSwiVmVydGljYWxBbGlnbm1lbnQiOjAsIlNtYXJ0Rm9yZWdyb3VuZCI6bnVsbCwiQmFja2dyb3VuZEZpbGxUeXBlIjowLCJNYXJnaW4iOnsiJHJlZiI6Ijg2In0sIlBhZGRpbmciOnsiJHJlZiI6Ijg3In0sIkJhY2tncm91bmQiOnsiJGlkIjoiMTc4MCIsIkNvbG9yIjp7IiRpZCI6IjE3ODEiLCJBIjowLCJSIjoyNTUsIkciOjI1NSwiQiI6MjU1fX0sIklzVmlzaWJsZSI6dHJ1ZSwiV2lkdGgiOjAuMCwiSGVpZ2h0IjowLjAsIkJvcmRlclN0eWxlIjp7IiRpZCI6IjE3ODIiLCJMaW5lQ29sb3IiOm51bGwsIkxpbmVXZWlnaHQiOjAuMCwiTGluZVR5cGUiOjAsIlBhcmVudFN0eWxlIjpudWxsfSwiUGFyZW50U3R5bGUiOm51bGx9LCJEYXRlU3R5bGUiOnsiJGlkIjoiMTc4MyIsIkZvbnRTZXR0aW5ncyI6eyIkaWQiOiIxNzg0IiwiRm9udFNpemUiOjEwLCJGb250TmFtZSI6IkJvZWhyaW5nZXIgRm9yd2FyZCBUZXh0IiwiSXNCb2xkIjpmYWxzZSwiSXNJdGFsaWMiOmZhbHNlLCJJc1VuZGVybGluZWQiOmZhbHNlLCJQYXJlbnRTdHlsZSI6bnVsbH0sIkF1dG9TaXplIjowLCJGb3JlZ3JvdW5kIjp7IiRpZCI6IjE3ODUiLCJDb2xvciI6eyIkaWQiOiIxNzg2IiwiQSI6MjU1LCJSIjoyNTUsIkciOjI1NSwiQiI6MjU1fX0sIk1heFdpZHRoIjoyMDAuMCwiTWF4SGVpZ2h0IjoiSW5maW5pdHkiLCJTbWFydEZvcmVncm91bmRJc0FjdGl2ZSI6ZmFsc2UsIkhvcml6b250YWxBbGlnbm1lbnQiOjIsIlZlcnRpY2FsQWxpZ25tZW50IjowLCJTbWFydEZvcmVncm91bmQiOm51bGwsIkJhY2tncm91bmRGaWxsVHlwZSI6MCwiTWFyZ2luIjp7IiRyZWYiOiI5NCJ9LCJQYWRkaW5nIjp7IiRyZWYiOiI5NSJ9LCJCYWNrZ3JvdW5kIjp7IiRpZCI6IjE3ODciLCJDb2xvciI6eyIkaWQiOiIxNzg4IiwiQSI6MCwiUiI6MjU1LCJHIjoyNTUsIkIiOjI1NX19LCJJc1Zpc2libGUiOmZhbHNlLCJXaWR0aCI6MC4wLCJIZWlnaHQiOjAuMCwiQm9yZGVyU3R5bGUiOnsiJGlkIjoiMTc4OSIsIkxpbmVDb2xvciI6bnVsbCwiTGluZVdlaWdodCI6MC4wLCJMaW5lVHlwZSI6MCwiUGFyZW50U3R5bGUiOm51bGx9LCJQYXJlbnRTdHlsZSI6bnVsbH0sIkRhdGVGb3JtYXQiOnsiJGlkIjoiMTc5M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zkxIiwiRm9ybWF0IjowLCJJc1Zpc2libGUiOmZhbHNlLCJMYXN0S25vd25WaXNpYmlsaXR5U3RhdGUiOmZhbHNlfSwiSXNWaXNpYmxlIjp0cnVlLCJQYXJlbnRTdHlsZSI6bnVsbH0sIkluZGV4IjoyOCwiUGVyY2VudGFnZUNvbXBsZXRlIjpudWxsLCJQb3NpdGlvbiI6eyJSYXRpbyI6MC4wLCJJc0N1c3RvbSI6ZmFsc2V9LCJEYXRlRm9ybWF0Ijp7IiRyZWYiOiIxNzkwIn0sIldlZWtOdW1iZXJpbmciOnsiJGlkIjoiMTc5MiIsIkZvcm1hdCI6MCwiSXNWaXNpYmxlIjpmYWxzZSwiTGFzdEtub3duVmlzaWJpbGl0eVN0YXRlIjpmYWxzZX0sIlJlbGF0ZWRUYXNrSWQiOiI4MDVhZTIyYy1mYzgyLTQ5MDctYTNhZC0xODljZTA1NzVhYzIiLCJJZCI6ImZjNWMwYTMxLTAwZDEtNDJmNi1hZTg4LTA3OTNkNDc5YThiYyIsIkltcG9ydElkIjpudWxsLCJUaXRsZSI6IlJvRkQiLCJOb3RlIjpudWxsLCJIeXBlcmxpbmsiOnsiJGlkIjoiMTc5MyIsIkFkZHJlc3MiOiIiLCJTdWJBZGRyZXNzIjoiIn0sIklzQ2hhbmdlZCI6ZmFsc2UsIklzTmV3IjpmYWxzZX1dLCJUYXNrRGVmaW5pdGlvbiI6eyIkaWQiOiIxNzk0IiwiR3JvdXBOYW1lIjpudWxsLCJTdGFydERhdGUiOiIyMDI0LTA5LTE2VDIzOjU5OjAwIiwiRW5kRGF0ZSI6IjIwMjUtMTItMDRUMjM6NTk6MDAiLCJQZXJjZW50YWdlQ29tcGxldGUiOm51bGwsIlN0eWxlIjp7IiRpZCI6IjE3OTUiLCJTaGFwZSI6MywiU2hhcGVUaGlja25lc3MiOjMsIkR1cmF0aW9uRm9ybWF0IjowLCJJbmNsdWRlTm9uV29ya2luZ0RheXNJbkR1cmF0aW9uIjpmYWxzZSwiUGVyY2VudGFnZUNvbXBsZXRlU3R5bGUiOnsiJGlkIjoiMTc5NiIsIkZvbnRTZXR0aW5ncyI6eyIkaWQiOiIxNzk3IiwiRm9udFNpemUiOjEwLCJGb250TmFtZSI6IkNhbGlicmkiLCJJc0JvbGQiOmZhbHNlLCJJc0l0YWxpYyI6ZmFsc2UsIklzVW5kZXJsaW5lZCI6ZmFsc2UsIlBhcmVudFN0eWxlIjpudWxsfSwiQXV0b1NpemUiOjAsIkZvcmVncm91bmQiOnsiJHJlZiI6IjEwIn0sIk1heFdpZHRoIjoyMDAuMCwiTWF4SGVpZ2h0IjoiSW5maW5pdHkiLCJTbWFydEZvcmVncm91bmRJc0FjdGl2ZSI6ZmFsc2UsIkhvcml6b250YWxBbGlnbm1lbnQiOjAsIlZlcnRpY2FsQWxpZ25tZW50IjowLCJTbWFydEZvcmVncm91bmQiOm51bGwsIkJhY2tncm91bmRGaWxsVHlwZSI6MCwiTWFyZ2luIjp7IiRyZWYiOiIxMiJ9LCJQYWRkaW5nIjp7IiRyZWYiOiIxMyJ9LCJCYWNrZ3JvdW5kIjp7IiRyZWYiOiIxNCJ9LCJJc1Zpc2libGUiOnRydWUsIldpZHRoIjowLjAsIkhlaWdodCI6MC4wLCJCb3JkZXJTdHlsZSI6eyIkaWQiOiIxNzk4IiwiTGluZUNvbG9yIjpudWxsLCJMaW5lV2VpZ2h0IjowLjAsIkxpbmVUeXBlIjowLCJQYXJlbnRTdHlsZSI6bnVsbH0sIlBhcmVudFN0eWxlIjpudWxsfSwiRHVyYXRpb25TdHlsZSI6eyIkaWQiOiIxNzk5IiwiRm9udFNldHRpbmdzIjp7IiRpZCI6IjE4MDAiLCJGb250U2l6ZSI6MTAsIkZvbnROYW1lIjoiQ2FsaWJyaSIsIklzQm9sZCI6ZmFsc2UsIklzSXRhbGljIjpmYWxzZSwiSXNVbmRlcmxpbmVkIjpmYWxzZSwiUGFyZW50U3R5bGUiOm51bGx9LCJBdXRvU2l6ZSI6MCwiRm9yZWdyb3VuZCI6eyIkcmVmIjoiMTkifSwiTWF4V2lkdGgiOjIwMC4wLCJNYXhIZWlnaHQiOiJJbmZpbml0eSIsIlNtYXJ0Rm9yZWdyb3VuZElzQWN0aXZlIjpmYWxzZSwiSG9yaXpvbnRhbEFsaWdubWVudCI6MCwiVmVydGljYWxBbGlnbm1lbnQiOjAsIlNtYXJ0Rm9yZWdyb3VuZCI6bnVsbCwiQmFja2dyb3VuZEZpbGxUeXBlIjowLCJNYXJnaW4iOnsiJHJlZiI6IjIxIn0sIlBhZGRpbmciOnsiJHJlZiI6IjIyIn0sIkJhY2tncm91bmQiOnsiJHJlZiI6IjIzIn0sIklzVmlzaWJsZSI6dHJ1ZSwiV2lkdGgiOjAuMCwiSGVpZ2h0IjowLjAsIkJvcmRlclN0eWxlIjp7IiRpZCI6IjE4MDEiLCJMaW5lQ29sb3IiOm51bGwsIkxpbmVXZWlnaHQiOjAuMCwiTGluZVR5cGUiOjAsIlBhcmVudFN0eWxlIjpudWxsfSwiUGFyZW50U3R5bGUiOm51bGx9LCJIb3Jpem9udGFsQ29ubmVjdG9yU3R5bGUiOnsiJGlkIjoiMTgwMiIsIkxpbmVDb2xvciI6eyIkcmVmIjoiMjcifSwiTGluZVdlaWdodCI6MS4wLCJMaW5lVHlwZSI6MCwiUGFyZW50U3R5bGUiOm51bGx9LCJWZXJ0aWNhbENvbm5lY3RvclN0eWxlIjp7IiRpZCI6IjE4MDMiLCJMaW5lQ29sb3IiOnsiJHJlZiI6IjMwIn0sIkxpbmVXZWlnaHQiOjAuMCwiTGluZVR5cGUiOjAsIlBhcmVudFN0eWxlIjpudWxsfSwiTWFyZ2luIjpudWxsLCJTdGFydERhdGVQb3NpdGlvbiI6NiwiRW5kRGF0ZVBvc2l0aW9uIjo2LCJEYXRlSXNWaXNpYmxlIjpmYWxzZSwiVGl0bGVQb3NpdGlvbiI6MiwiRHVyYXRpb25Qb3NpdGlvbiI6NiwiUGVyY2VudGFnZUNvbXBsZXRlZFBvc2l0aW9uIjo2LCJTcGFjaW5nIjozLCJJc0JlbG93VGltZWJhbmQiOnRydWUsIlBlcmNlbnRhZ2VDb21wbGV0ZVNoYXBlT3BhY2l0eSI6MzUsIkJhc2VsaW5lU3R5bGUiOnsiJGlkIjoiMTgwNCIsIlNoYXBlU3R5bGUiOnsiJGlkIjoiMTgwNSIsIk1hcmdpbiI6eyIkaWQiOiIxODA2IiwiVG9wIjowLjAsIkxlZnQiOjAuMCwiUmlnaHQiOjAuMCwiQm90dG9tIjowLjB9LCJQYWRkaW5nIjp7IiRpZCI6IjE4MDciLCJUb3AiOjAuMCwiTGVmdCI6MC4wLCJSaWdodCI6MC4wLCJCb3R0b20iOjAuMH0sIkJhY2tncm91bmQiOnsiJGlkIjoiMTgwOCIsIkNvbG9yIjp7IiRpZCI6IjE4MDkiLCJBIjoxNTMsIlIiOjAsIkciOjAsIkIiOjB9fSwiSXNWaXNpYmxlIjp0cnVlLCJXaWR0aCI6MC4wLCJIZWlnaHQiOjAuMCwiQm9yZGVyU3R5bGUiOnsiJGlkIjoiMTgxMCIsIkxpbmVDb2xvciI6bnVsbCwiTGluZVdlaWdodCI6MC4wLCJMaW5lVHlwZSI6MCwiUGFyZW50U3R5bGUiOm51bGx9LCJQYXJlbnRTdHlsZSI6bnVsbH0sIk1hcmdpbiI6eyIkaWQiOiIxODExIiwiVG9wIjowLjAsIkxlZnQiOjAuMCwiUmlnaHQiOjAuMCwiQm90dG9tIjowLjB9LCJQYWRkaW5nIjp7IiRpZCI6IjE4MTIiLCJUb3AiOjAuMCwiTGVmdCI6MC4wLCJSaWdodCI6MC4wLCJCb3R0b20iOjAuMH0sIkJhY2tncm91bmQiOm51bGwsIklzVmlzaWJsZSI6dHJ1ZSwiV2lkdGgiOjAuMCwiSGVpZ2h0IjowLjAsIkJvcmRlclN0eWxlIjpudWxsLCJQYXJlbnRTdHlsZSI6bnVsbH0sIlNoYXBlU3R5bGUiOnsiJGlkIjoiMTgxMyIsIk1hcmdpbiI6eyIkcmVmIjoiNDIifSwiUGFkZGluZyI6eyIkcmVmIjoiNDMifSwiQmFja2dyb3VuZCI6eyIkaWQiOiIxODE0IiwiQ29sb3IiOnsiJGlkIjoiMTgxNSIsIkEiOjI1NSwiUiI6OCwiRyI6NDksIkIiOjQyfX0sIklzVmlzaWJsZSI6dHJ1ZSwiV2lkdGgiOjEzMS45Mjc3OTU0MTAxNTYyNSwiSGVpZ2h0IjoxNy40NTc0Nzk0NzY5Mjg3MTEsIkJvcmRlclN0eWxlIjp7IiRpZCI6IjE4MTYiLCJMaW5lQ29sb3IiOnsiJGlkIjoiMTgxNyIsIiR0eXBlIjoiTkxSRS5Db21tb24uRG9tLlNvbGlkQ29sb3JCcnVzaCwgTkxSRS5Db21tb24iLCJDb2xvciI6eyIkaWQiOiIxODE4IiwiQSI6MjU1LCJSIjoyNTUsIkciOjI1NSwiQiI6MjU1fX0sIkxpbmVXZWlnaHQiOjAuMCwiTGluZVR5cGUiOjAsIlBhcmVudFN0eWxlIjpudWxsfSwiUGFyZW50U3R5bGUiOm51bGx9LCJUaXRsZVN0eWxlIjp7IiRpZCI6IjE4MTkiLCJGb250U2V0dGluZ3MiOnsiJGlkIjoiMTgyMCIsIkZvbnRTaXplIjoxMSwiRm9udE5hbWUiOiJCb2VocmluZ2VyIEZvcndhcmQgVGV4dCIsIklzQm9sZCI6ZmFsc2UsIklzSXRhbGljIjpmYWxzZSwiSXNVbmRlcmxpbmVkIjpmYWxzZSwiUGFyZW50U3R5bGUiOm51bGx9LCJBdXRvU2l6ZSI6MiwiRm9yZWdyb3VuZCI6eyIkaWQiOiIxODIxIiwiQ29sb3IiOnsiJGlkIjoiMTgyMiIsIkEiOjI1NSwiUiI6MjU1LCJHIjoyNTUsIkIiOjI1NX19LCJNYXhXaWR0aCI6OTYuMjk1NDkxMDcxNDI4NDQ0LCJNYXhIZWlnaHQiOiJJbmZpbml0eSIsIlNtYXJ0Rm9yZWdyb3VuZElzQWN0aXZlIjpmYWxzZSwiSG9yaXpvbnRhbEFsaWdubWVudCI6MSwiVmVydGljYWxBbGlnbm1lbnQiOjAsIlNtYXJ0Rm9yZWdyb3VuZCI6bnVsbCwiQmFja2dyb3VuZEZpbGxUeXBlIjowLCJNYXJnaW4iOnsiJHJlZiI6IjUzIn0sIlBhZGRpbmciOnsiJHJlZiI6IjU0In0sIkJhY2tncm91bmQiOnsiJGlkIjoiMTgyMyIsIkNvbG9yIjp7IiRpZCI6IjE4MjQiLCJBIjowLCJSIjoyNTUsIkciOjI1NSwiQiI6MjU1fX0sIklzVmlzaWJsZSI6dHJ1ZSwiV2lkdGgiOjAuMCwiSGVpZ2h0IjowLjAsIkJvcmRlclN0eWxlIjp7IiRpZCI6IjE4MjUiLCJMaW5lQ29sb3IiOm51bGwsIkxpbmVXZWlnaHQiOjAuMCwiTGluZVR5cGUiOjAsIlBhcmVudFN0eWxlIjpudWxsfSwiUGFyZW50U3R5bGUiOm51bGx9LCJEYXRlU3R5bGUiOnsiJGlkIjoiMTgyNiIsIkZvbnRTZXR0aW5ncyI6eyIkaWQiOiIxODI3IiwiRm9udFNpemUiOjEwLCJGb250TmFtZSI6IkNhbGlicmkiLCJJc0JvbGQiOmZhbHNlLCJJc0l0YWxpYyI6ZmFsc2UsIklzVW5kZXJsaW5lZCI6ZmFsc2UsIlBhcmVudFN0eWxlIjpudWxsfSwiQXV0b1NpemUiOjAsIkZvcmVncm91bmQiOnsiJGlkIjoiMTgyOCIsIkNvbG9yIjp7IiRpZCI6IjE4Mjk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yZWYiOiI2MiJ9LCJQYWRkaW5nIjp7IiRyZWYiOiI2MyJ9LCJCYWNrZ3JvdW5kIjp7IiRpZCI6IjE4MzAiLCJDb2xvciI6eyIkaWQiOiIxODMxIiwiQSI6MCwiUiI6MjU1LCJHIjoyNTUsIkIiOjI1NX19LCJJc1Zpc2libGUiOnRydWUsIldpZHRoIjowLjAsIkhlaWdodCI6MC4wLCJCb3JkZXJTdHlsZSI6eyIkaWQiOiIxODMyIiwiTGluZUNvbG9yIjpudWxsLCJMaW5lV2VpZ2h0IjowLjAsIkxpbmVUeXBlIjowLCJQYXJlbnRTdHlsZSI6bnVsbH0sIlBhcmVudFN0eWxlIjpudWxsfSwiRGF0ZUZvcm1hdCI6eyIkaWQiOiIxODMz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4MzQiLCJGb3JtYXQiOjAsIklzVmlzaWJsZSI6ZmFsc2UsIkxhc3RLbm93blZpc2liaWxpdHlTdGF0ZSI6ZmFsc2V9LCJJc1Zpc2libGUiOnRydWUsIlBhcmVudFN0eWxlIjpudWxsfSwiSW5kZXgiOjAsIlNtYXJ0RHVyYXRpb25BY3RpdmF0ZWQiOmZhbHNlLCJEYXRlRm9ybWF0Ijp7IiRyZWYiOiIxODMzIn0sIldlZWtOdW1iZXJpbmciOnsiJGlkIjoiMTgzNSIsIkZvcm1hdCI6MCwiSXNWaXNpYmxlIjpmYWxzZSwiTGFzdEtub3duVmlzaWJpbGl0eVN0YXRlIjpmYWxzZX0sIkJhc2VsaW5lRGF0YSI6eyIkaWQiOiIxODM2IiwiU3RhcnREYXRlIjoiMjAyNC0wOS0xNlQyMzo1OTowMCIsIkVuZERhdGUiOiIyMDI1LTEyLTA0VDIzOjU5OjAwIn0sIklkIjoiODA1YWUyMmMtZmM4Mi00OTA3LWEzYWQtMTg5Y2UwNTc1YWMyIiwiSW1wb3J0SWQiOm51bGwsIlRpdGxlIjoiUGFuLXR1bS4gc2lnbi4gZ2VuLiIsIk5vdGUiOm51bGwsIkh5cGVybGluayI6eyIkaWQiOiIxODM3IiwiQWRkcmVzcyI6bnVsbCwiU3ViQWRkcmVzcyI6bnVsbH0sIklzQ2hhbmdlZCI6ZmFsc2UsIklzTmV3IjpmYWxzZX19LHsiJGlkIjoiMTgzOCIsIl9hdHRhY2hlZE1pbGVzdG9uZXMiOlt7IiRpZCI6IjE4MzkiLCJEYXRlIjoiMjAyNy0wOC0yNFQwODowMDowMCIsIlN0eWxlIjp7IiRpZCI6IjE4NDAiLCJTaGFwZSI6MSwiQ29ubmVjdG9yTWFyZ2luIjp7IiRpZCI6IjE4NDEiLCJUb3AiOjAuMCwiTGVmdCI6Mi4wLCJSaWdodCI6Mi4wLCJCb3R0b20iOjAuMH0sIkNvbm5lY3RvclN0eWxlIjp7IiRpZCI6IjE4NDIiLCJMaW5lQ29sb3IiOnsiJGlkIjoiMTg0MyIsIiR0eXBlIjoiTkxSRS5Db21tb24uRG9tLlNvbGlkQ29sb3JCcnVzaCwgTkxSRS5Db21tb24iLCJDb2xvciI6eyIkaWQiOiIxODQ0IiwiQSI6MTI3LCJSIjowLCJHIjoyMjgsIkIiOjEyNH19LCJMaW5lV2VpZ2h0IjoxLjAsIkxpbmVUeXBlIjowLCJQYXJlbnRTdHlsZSI6bnVsbH0sIklzQmVsb3dUaW1lYmFuZCI6dHJ1ZSwiUG9zaXRpb25PblRhc2siOjIsIkhpZGVEYXRlIjpmYWxzZSwiU2hhcGVTaXplIjowLCJTcGFjaW5nIjowLjAsIlBhZGRpbmciOnsiJHJlZiI6IjE0NjcifSwiU2hhcGVTdHlsZSI6eyIkaWQiOiIxODQ1IiwiTWFyZ2luIjp7IiRyZWYiOiI3NSJ9LCJQYWRkaW5nIjp7IiRyZWYiOiI3NiJ9LCJCYWNrZ3JvdW5kIjp7IiRpZCI6IjE4NDYiLCJDb2xvciI6eyIkaWQiOiIxODQ3IiwiQSI6MjU1LCJSIjowLCJHIjoyMjgsIkIiOjEyNH19LCJJc1Zpc2libGUiOnRydWUsIldpZHRoIjoxMi4wLCJIZWlnaHQiOjE0LjAsIkJvcmRlclN0eWxlIjp7IiRpZCI6IjE4NDgiLCJMaW5lQ29sb3IiOnsiJGlkIjoiMTg0OSIsIiR0eXBlIjoiTkxSRS5Db21tb24uRG9tLlNvbGlkQ29sb3JCcnVzaCwgTkxSRS5Db21tb24iLCJDb2xvciI6eyIkaWQiOiIxODUwIiwiQSI6MjU1LCJSIjo4LCJHIjo0OSwiQiI6NDJ9fSwiTGluZVdlaWdodCI6MS41LCJMaW5lVHlwZSI6MCwiUGFyZW50U3R5bGUiOm51bGx9LCJQYXJlbnRTdHlsZSI6bnVsbH0sIlRpdGxlU3R5bGUiOnsiJGlkIjoiMTg1MSIsIkZvbnRTZXR0aW5ncyI6eyIkaWQiOiIxODUyIiwiRm9udFNpemUiOjExLCJGb250TmFtZSI6IkJvZWhyaW5nZXIgRm9yd2FyZCBUZXh0IiwiSXNCb2xkIjp0cnVlLCJJc0l0YWxpYyI6ZmFsc2UsIklzVW5kZXJsaW5lZCI6ZmFsc2UsIlBhcmVudFN0eWxlIjpudWxsfSwiQXV0b1NpemUiOjAsIkZvcmVncm91bmQiOnsiJGlkIjoiMTg1MyIsIkNvbG9yIjp7IiRpZCI6IjE4NTQiLCJBIjoyNTUsIlIiOjgsIkciOjQ5LCJCIjo0Mn19LCJNYXhXaWR0aCI6MjAwLjAsIk1heEhlaWdodCI6IkluZmluaXR5IiwiU21hcnRGb3JlZ3JvdW5kSXNBY3RpdmUiOmZhbHNlLCJIb3Jpem9udGFsQWxpZ25tZW50IjoxLCJWZXJ0aWNhbEFsaWdubWVudCI6MCwiU21hcnRGb3JlZ3JvdW5kIjpudWxsLCJCYWNrZ3JvdW5kRmlsbFR5cGUiOjAsIk1hcmdpbiI6eyIkcmVmIjoiODYifSwiUGFkZGluZyI6eyIkcmVmIjoiODcifSwiQmFja2dyb3VuZCI6eyIkaWQiOiIxODU1IiwiQ29sb3IiOnsiJGlkIjoiMTg1NiIsIkEiOjAsIlIiOjI1NSwiRyI6MjU1LCJCIjoyNTV9fSwiSXNWaXNpYmxlIjp0cnVlLCJXaWR0aCI6MC4wLCJIZWlnaHQiOjAuMCwiQm9yZGVyU3R5bGUiOnsiJGlkIjoiMTg1NyIsIkxpbmVDb2xvciI6bnVsbCwiTGluZVdlaWdodCI6MC4wLCJMaW5lVHlwZSI6MCwiUGFyZW50U3R5bGUiOm51bGx9LCJQYXJlbnRTdHlsZSI6bnVsbH0sIkRhdGVTdHlsZSI6eyIkaWQiOiIxODU4IiwiRm9udFNldHRpbmdzIjp7IiRpZCI6IjE4NTkiLCJGb250U2l6ZSI6MTAsIkZvbnROYW1lIjoiQm9laHJpbmdlciBGb3J3YXJkIFRleHQiLCJJc0JvbGQiOmZhbHNlLCJJc0l0YWxpYyI6ZmFsc2UsIklzVW5kZXJsaW5lZCI6ZmFsc2UsIlBhcmVudFN0eWxlIjpudWxsfSwiQXV0b1NpemUiOjAsIkZvcmVncm91bmQiOnsiJGlkIjoiMTg2MCIsIkNvbG9yIjp7IiRpZCI6IjE4NjEiLCJBIjoyNTUsIlIiOjI1NSwiRyI6MjU1LCJCIjoyNTV9fSwiTWF4V2lkdGgiOjIwMC4wLCJNYXhIZWlnaHQiOiJJbmZpbml0eSIsIlNtYXJ0Rm9yZWdyb3VuZElzQWN0aXZlIjpmYWxzZSwiSG9yaXpvbnRhbEFsaWdubWVudCI6MSwiVmVydGljYWxBbGlnbm1lbnQiOjAsIlNtYXJ0Rm9yZWdyb3VuZCI6bnVsbCwiQmFja2dyb3VuZEZpbGxUeXBlIjowLCJNYXJnaW4iOnsiJHJlZiI6Ijk0In0sIlBhZGRpbmciOnsiJHJlZiI6Ijk1In0sIkJhY2tncm91bmQiOnsiJGlkIjoiMTg2MiIsIkNvbG9yIjp7IiRpZCI6IjE4NjMiLCJBIjowLCJSIjoyNTUsIkciOjI1NSwiQiI6MjU1fX0sIklzVmlzaWJsZSI6ZmFsc2UsIldpZHRoIjowLjAsIkhlaWdodCI6MC4wLCJCb3JkZXJTdHlsZSI6eyIkaWQiOiIxODY0IiwiTGluZUNvbG9yIjpudWxsLCJMaW5lV2VpZ2h0IjowLjAsIkxpbmVUeXBlIjowLCJQYXJlbnRTdHlsZSI6bnVsbH0sIlBhcmVudFN0eWxlIjpudWxsfSwiRGF0ZUZvcm1hdCI6eyIkcmVmIjoiMTc5MCJ9LCJXZWVrTnVtYmVyaW5nIjp7IiRpZCI6IjE4NjUiLCJGb3JtYXQiOjAsIklzVmlzaWJsZSI6ZmFsc2UsIkxhc3RLbm93blZpc2liaWxpdHlTdGF0ZSI6ZmFsc2V9LCJJc1Zpc2libGUiOnRydWUsIlBhcmVudFN0eWxlIjpudWxsfSwiSW5kZXgiOjI5LCJQZXJjZW50YWdlQ29tcGxldGUiOm51bGwsIlBvc2l0aW9uIjp7IlJhdGlvIjowLjAsIklzQ3VzdG9tIjpmYWxzZX0sIkRhdGVGb3JtYXQiOnsiJHJlZiI6IjE3OTAifSwiV2Vla051bWJlcmluZyI6eyIkaWQiOiIxODY2IiwiRm9ybWF0IjowLCJJc1Zpc2libGUiOmZhbHNlLCJMYXN0S25vd25WaXNpYmlsaXR5U3RhdGUiOmZhbHNlfSwiUmVsYXRlZFRhc2tJZCI6Ijg5NDVmMjY4LTVhNDctNGNmMC05ODZkLTJjMzg4YzIyNTEyYiIsIklkIjoiMDg3NTMwYzQtMzRkZC00NWExLTliN2MtNzk1MGE1M2VkZTRkIiwiSW1wb3J0SWQiOiIiLCJUaXRsZSI6IlBBIiwiTm90ZSI6bnVsbCwiSHlwZXJsaW5rIjp7IiRpZCI6IjE4NjciLCJBZGRyZXNzIjoiIiwiU3ViQWRkcmVzcyI6IiJ9LCJJc0NoYW5nZWQiOmZhbHNlLCJJc05ldyI6ZmFsc2V9LHsiJGlkIjoiMTg2OCIsIkRhdGUiOiIyMDI4LTA1LTI2VDA4OjAwOjAwIiwiU3R5bGUiOnsiJGlkIjoiMTg2OSIsIlNoYXBlIjoxMywiQ29ubmVjdG9yTWFyZ2luIjp7IiRpZCI6IjE4NzAiLCJUb3AiOjAuMCwiTGVmdCI6Mi4wLCJSaWdodCI6Mi4wLCJCb3R0b20iOjAuMH0sIkNvbm5lY3RvclN0eWxlIjp7IiRpZCI6IjE4NzEiLCJMaW5lQ29sb3IiOnsiJGlkIjoiMTg3MiIsIiR0eXBlIjoiTkxSRS5Db21tb24uRG9tLlNvbGlkQ29sb3JCcnVzaCwgTkxSRS5Db21tb24iLCJDb2xvciI6eyIkaWQiOiIxODczIiwiQSI6MTI3LCJSIjoyNDUsIkciOjEzOCwiQiI6MTA0fX0sIkxpbmVXZWlnaHQiOjEuMCwiTGluZVR5cGUiOjAsIlBhcmVudFN0eWxlIjpudWxsfSwiSXNCZWxvd1RpbWViYW5kIjp0cnVlLCJQb3NpdGlvbk9uVGFzayI6MiwiSGlkZURhdGUiOmZhbHNlLCJTaGFwZVNpemUiOjAsIlNwYWNpbmciOjAuMCwiUGFkZGluZyI6eyIkcmVmIjoiMTA2NSJ9LCJTaGFwZVN0eWxlIjp7IiRpZCI6IjE4NzQiLCJNYXJnaW4iOnsiJHJlZiI6Ijc1In0sIlBhZGRpbmciOnsiJHJlZiI6Ijc2In0sIkJhY2tncm91bmQiOnsiJGlkIjoiMTg3NSIsIkNvbG9yIjp7IiRpZCI6IjE4NzYiLCJBIjoyNTUsIlIiOjI0NSwiRyI6MTM4LCJCIjoxMDR9fSwiSXNWaXNpYmxlIjp0cnVlLCJXaWR0aCI6MTIuMCwiSGVpZ2h0IjoxNC4wLCJCb3JkZXJTdHlsZSI6eyIkaWQiOiIxODc3IiwiTGluZUNvbG9yIjp7IiRpZCI6IjE4NzgiLCIkdHlwZSI6Ik5MUkUuQ29tbW9uLkRvbS5Tb2xpZENvbG9yQnJ1c2gsIE5MUkUuQ29tbW9uIiwiQ29sb3IiOnsiJGlkIjoiMTg3OSIsIkEiOjI1NSwiUiI6MjU1LCJHIjowLCJCIjowfX0sIkxpbmVXZWlnaHQiOjAuMCwiTGluZVR5cGUiOjAsIlBhcmVudFN0eWxlIjpudWxsfSwiUGFyZW50U3R5bGUiOm51bGx9LCJUaXRsZVN0eWxlIjp7IiRpZCI6IjE4ODAiLCJGb250U2V0dGluZ3MiOnsiJGlkIjoiMTg4MSIsIkZvbnRTaXplIjoxMSwiRm9udE5hbWUiOiJCb2VocmluZ2VyIEZvcndhcmQgVGV4dCIsIklzQm9sZCI6dHJ1ZSwiSXNJdGFsaWMiOmZhbHNlLCJJc1VuZGVybGluZWQiOmZhbHNlLCJQYXJlbnRTdHlsZSI6bnVsbH0sIkF1dG9TaXplIjoyLCJGb3JlZ3JvdW5kIjp7IiRpZCI6IjE4ODIiLCJDb2xvciI6eyIkaWQiOiIxODgzIiwiQSI6MjU1LCJSIjo4LCJHIjo0OSwiQiI6NDJ9fSwiTWF4V2lkdGgiOjcxLjUwNjY2NjY2NjY2NjY3NSwiTWF4SGVpZ2h0IjoiSW5maW5pdHkiLCJTbWFydEZvcmVncm91bmRJc0FjdGl2ZSI6ZmFsc2UsIkhvcml6b250YWxBbGlnbm1lbnQiOjEsIlZlcnRpY2FsQWxpZ25tZW50IjowLCJTbWFydEZvcmVncm91bmQiOm51bGwsIkJhY2tncm91bmRGaWxsVHlwZSI6MCwiTWFyZ2luIjp7IiRyZWYiOiI4NiJ9LCJQYWRkaW5nIjp7IiRyZWYiOiI4NyJ9LCJCYWNrZ3JvdW5kIjp7IiRpZCI6IjE4ODQiLCJDb2xvciI6eyIkaWQiOiIxODg1IiwiQSI6MCwiUiI6MjU1LCJHIjoyNTUsIkIiOjI1NX19LCJJc1Zpc2libGUiOnRydWUsIldpZHRoIjowLjAsIkhlaWdodCI6MC4wLCJCb3JkZXJTdHlsZSI6eyIkaWQiOiIxODg2IiwiTGluZUNvbG9yIjpudWxsLCJMaW5lV2VpZ2h0IjowLjAsIkxpbmVUeXBlIjowLCJQYXJlbnRTdHlsZSI6bnVsbH0sIlBhcmVudFN0eWxlIjpudWxsfSwiRGF0ZVN0eWxlIjp7IiRpZCI6IjE4ODciLCJGb250U2V0dGluZ3MiOnsiJGlkIjoiMTg4OCIsIkZvbnRTaXplIjoxMCwiRm9udE5hbWUiOiJCb2VocmluZ2VyIEZvcndhcmQgVGV4dCIsIklzQm9sZCI6ZmFsc2UsIklzSXRhbGljIjpmYWxzZSwiSXNVbmRlcmxpbmVkIjpmYWxzZSwiUGFyZW50U3R5bGUiOm51bGx9LCJBdXRvU2l6ZSI6MCwiRm9yZWdyb3VuZCI6eyIkaWQiOiIxODg5IiwiQ29sb3IiOnsiJGlkIjoiMTg5MCIsIkEiOjI1NSwiUiI6MjU1LCJHIjoyNTUsIkIiOjI1NX19LCJNYXhXaWR0aCI6MjAwLjAsIk1heEhlaWdodCI6IkluZmluaXR5IiwiU21hcnRGb3JlZ3JvdW5kSXNBY3RpdmUiOmZhbHNlLCJIb3Jpem9udGFsQWxpZ25tZW50IjoyLCJWZXJ0aWNhbEFsaWdubWVudCI6MCwiU21hcnRGb3JlZ3JvdW5kIjpudWxsLCJCYWNrZ3JvdW5kRmlsbFR5cGUiOjAsIk1hcmdpbiI6eyIkcmVmIjoiOTQifSwiUGFkZGluZyI6eyIkcmVmIjoiOTUifSwiQmFja2dyb3VuZCI6eyIkaWQiOiIxODkxIiwiQ29sb3IiOnsiJGlkIjoiMTg5MiIsIkEiOjAsIlIiOjI1NSwiRyI6MjU1LCJCIjoyNTV9fSwiSXNWaXNpYmxlIjpmYWxzZSwiV2lkdGgiOjAuMCwiSGVpZ2h0IjowLjAsIkJvcmRlclN0eWxlIjp7IiRpZCI6IjE4OTMiLCJMaW5lQ29sb3IiOm51bGwsIkxpbmVXZWlnaHQiOjAuMCwiTGluZVR5cGUiOjAsIlBhcmVudFN0eWxlIjpudWxsfSwiUGFyZW50U3R5bGUiOm51bGx9LCJEYXRlRm9ybWF0Ijp7IiRyZWYiOiIxNzkwIn0sIldlZWtOdW1iZXJpbmciOnsiJGlkIjoiMTg5NCIsIkZvcm1hdCI6MCwiSXNWaXNpYmxlIjpmYWxzZSwiTGFzdEtub3duVmlzaWJpbGl0eVN0YXRlIjpmYWxzZX0sIklzVmlzaWJsZSI6dHJ1ZSwiUGFyZW50U3R5bGUiOm51bGx9LCJJbmRleCI6MzAsIlBlcmNlbnRhZ2VDb21wbGV0ZSI6bnVsbCwiUG9zaXRpb24iOnsiUmF0aW8iOjAuMCwiSXNDdXN0b20iOmZhbHNlfSwiRGF0ZUZvcm1hdCI6eyIkcmVmIjoiMTc5MCJ9LCJXZWVrTnVtYmVyaW5nIjp7IiRpZCI6IjE4OTUiLCJGb3JtYXQiOjAsIklzVmlzaWJsZSI6ZmFsc2UsIkxhc3RLbm93blZpc2liaWxpdHlTdGF0ZSI6ZmFsc2V9LCJSZWxhdGVkVGFza0lkIjoiODk0NWYyNjgtNWE0Ny00Y2YwLTk4NmQtMmMzODhjMjI1MTJiIiwiSWQiOiIzN2ZjMTNkNi1lZDFjLTRiN2UtOWE2Ny01YjgyZGM1MWRjNGQiLCJJbXBvcnRJZCI6IiIsIlRpdGxlIjoiSEVSMisgQUEgVVMiLCJOb3RlIjpudWxsLCJIeXBlcmxpbmsiOnsiJGlkIjoiMTg5NiIsIkFkZHJlc3MiOiIiLCJTdWJBZGRyZXNzIjoiIn0sIklzQ2hhbmdlZCI6ZmFsc2UsIklzTmV3IjpmYWxzZX0seyIkaWQiOiIxODk3IiwiRGF0ZSI6IjIwMjktMTAtMDFUMDg6MDA6MDAiLCJTdHlsZSI6eyIkaWQiOiIxODk4IiwiU2hhcGUiOjEsIkNvbm5lY3Rvck1hcmdpbiI6eyIkaWQiOiIxODk5IiwiVG9wIjowLjAsIkxlZnQiOjIuMCwiUmlnaHQiOjIuMCwiQm90dG9tIjowLjB9LCJDb25uZWN0b3JTdHlsZSI6eyIkaWQiOiIxOTAwIiwiTGluZUNvbG9yIjp7IiRpZCI6IjE5MDEiLCIkdHlwZSI6Ik5MUkUuQ29tbW9uLkRvbS5Tb2xpZENvbG9yQnJ1c2gsIE5MUkUuQ29tbW9uIiwiQ29sb3IiOnsiJGlkIjoiMTkwMiIsIkEiOjEyNywiUiI6MCwiRyI6MjI4LCJCIjoxMjR9fSwiTGluZVdlaWdodCI6MS41LCJMaW5lVHlwZSI6MCwiUGFyZW50U3R5bGUiOm51bGx9LCJJc0JlbG93VGltZWJhbmQiOnRydWUsIlBvc2l0aW9uT25UYXNrIjoyLCJIaWRlRGF0ZSI6ZmFsc2UsIlNoYXBlU2l6ZSI6MCwiU3BhY2luZyI6MC4wLCJQYWRkaW5nIjp7IiRyZWYiOiIxNDY3In0sIlNoYXBlU3R5bGUiOnsiJGlkIjoiMTkwMyIsIk1hcmdpbiI6eyIkcmVmIjoiNzUifSwiUGFkZGluZyI6eyIkcmVmIjoiNzYifSwiQmFja2dyb3VuZCI6eyIkaWQiOiIxOTA0IiwiQ29sb3IiOnsiJGlkIjoiMTkwNSIsIkEiOjI1NSwiUiI6MCwiRyI6MjI4LCJCIjoxMjR9fSwiSXNWaXNpYmxlIjp0cnVlLCJXaWR0aCI6MTIuMCwiSGVpZ2h0IjoxNC4wLCJCb3JkZXJTdHlsZSI6eyIkaWQiOiIxOTA2IiwiTGluZUNvbG9yIjp7IiRpZCI6IjE5MDciLCIkdHlwZSI6Ik5MUkUuQ29tbW9uLkRvbS5Tb2xpZENvbG9yQnJ1c2gsIE5MUkUuQ29tbW9uIiwiQ29sb3IiOnsiJGlkIjoiMTkwOCIsIkEiOjI1NSwiUiI6OCwiRyI6NDksIkIiOjQyfX0sIkxpbmVXZWlnaHQiOjEuNSwiTGluZVR5cGUiOjAsIlBhcmVudFN0eWxlIjpudWxsfSwiUGFyZW50U3R5bGUiOm51bGx9LCJUaXRsZVN0eWxlIjp7IiRpZCI6IjE5MDkiLCJGb250U2V0dGluZ3MiOnsiJGlkIjoiMTkxMCIsIkZvbnRTaXplIjoxMSwiRm9udE5hbWUiOiJCb2VocmluZ2VyIEZvcndhcmQgVGV4dCIsIklzQm9sZCI6dHJ1ZSwiSXNJdGFsaWMiOmZhbHNlLCJJc1VuZGVybGluZWQiOmZhbHNlLCJQYXJlbnRTdHlsZSI6bnVsbH0sIkF1dG9TaXplIjowLCJGb3JlZ3JvdW5kIjp7IiRpZCI6IjE5MTEiLCJDb2xvciI6eyIkaWQiOiIxOTEyIiwiQSI6MjU1LCJSIjo4LCJHIjo0OSwiQiI6NDJ9fSwiTWF4V2lkdGgiOjIwMC4wLCJNYXhIZWlnaHQiOiJJbmZpbml0eSIsIlNtYXJ0Rm9yZWdyb3VuZElzQWN0aXZlIjpmYWxzZSwiSG9yaXpvbnRhbEFsaWdubWVudCI6MSwiVmVydGljYWxBbGlnbm1lbnQiOjAsIlNtYXJ0Rm9yZWdyb3VuZCI6bnVsbCwiQmFja2dyb3VuZEZpbGxUeXBlIjowLCJNYXJnaW4iOnsiJHJlZiI6Ijg2In0sIlBhZGRpbmciOnsiJHJlZiI6Ijg3In0sIkJhY2tncm91bmQiOnsiJGlkIjoiMTkxMyIsIkNvbG9yIjp7IiRpZCI6IjE5MTQiLCJBIjowLCJSIjoyNTUsIkciOjI1NSwiQiI6MjU1fX0sIklzVmlzaWJsZSI6dHJ1ZSwiV2lkdGgiOjAuMCwiSGVpZ2h0IjowLjAsIkJvcmRlclN0eWxlIjp7IiRpZCI6IjE5MTUiLCJMaW5lQ29sb3IiOm51bGwsIkxpbmVXZWlnaHQiOjAuMCwiTGluZVR5cGUiOjAsIlBhcmVudFN0eWxlIjpudWxsfSwiUGFyZW50U3R5bGUiOm51bGx9LCJEYXRlU3R5bGUiOnsiJGlkIjoiMTkxNiIsIkZvbnRTZXR0aW5ncyI6eyIkaWQiOiIxOTE3IiwiRm9udFNpemUiOjEwLCJGb250TmFtZSI6IkJvZWhyaW5nZXIgRm9yd2FyZCBUZXh0IiwiSXNCb2xkIjpmYWxzZSwiSXNJdGFsaWMiOmZhbHNlLCJJc1VuZGVybGluZWQiOmZhbHNlLCJQYXJlbnRTdHlsZSI6bnVsbH0sIkF1dG9TaXplIjowLCJGb3JlZ3JvdW5kIjp7IiRpZCI6IjE5MTgiLCJDb2xvciI6eyIkaWQiOiIxOTE5IiwiQSI6MjU1LCJSIjoyNTUsIkciOjI1NSwiQiI6MjU1fX0sIk1heFdpZHRoIjoyMDAuMCwiTWF4SGVpZ2h0IjoiSW5maW5pdHkiLCJTbWFydEZvcmVncm91bmRJc0FjdGl2ZSI6ZmFsc2UsIkhvcml6b250YWxBbGlnbm1lbnQiOjEsIlZlcnRpY2FsQWxpZ25tZW50IjowLCJTbWFydEZvcmVncm91bmQiOm51bGwsIkJhY2tncm91bmRGaWxsVHlwZSI6MCwiTWFyZ2luIjp7IiRyZWYiOiI5NCJ9LCJQYWRkaW5nIjp7IiRyZWYiOiI5NSJ9LCJCYWNrZ3JvdW5kIjp7IiRpZCI6IjE5MjAiLCJDb2xvciI6eyIkaWQiOiIxOTIxIiwiQSI6MCwiUiI6MjU1LCJHIjoyNTUsIkIiOjI1NX19LCJJc1Zpc2libGUiOmZhbHNlLCJXaWR0aCI6MC4wLCJIZWlnaHQiOjAuMCwiQm9yZGVyU3R5bGUiOnsiJGlkIjoiMTkyMiIsIkxpbmVDb2xvciI6bnVsbCwiTGluZVdlaWdodCI6MC4wLCJMaW5lVHlwZSI6MCwiUGFyZW50U3R5bGUiOm51bGx9LCJQYXJlbnRTdHlsZSI6bnVsbH0sIkRhdGVGb3JtYXQiOnsiJHJlZiI6IjE3OTAifSwiV2Vla051bWJlcmluZyI6eyIkaWQiOiIxOTIzIiwiRm9ybWF0IjowLCJJc1Zpc2libGUiOmZhbHNlLCJMYXN0S25vd25WaXNpYmlsaXR5U3RhdGUiOmZhbHNlfSwiSXNWaXNpYmxlIjp0cnVlLCJQYXJlbnRTdHlsZSI6bnVsbH0sIkluZGV4IjozMSwiUGVyY2VudGFnZUNvbXBsZXRlIjpudWxsLCJQb3NpdGlvbiI6eyJSYXRpbyI6MC4wLCJJc0N1c3RvbSI6ZmFsc2V9LCJEYXRlRm9ybWF0Ijp7IiRyZWYiOiIxNzkwIn0sIldlZWtOdW1iZXJpbmciOnsiJGlkIjoiMTkyNCIsIkZvcm1hdCI6MCwiSXNWaXNpYmxlIjpmYWxzZSwiTGFzdEtub3duVmlzaWJpbGl0eVN0YXRlIjpmYWxzZX0sIlJlbGF0ZWRUYXNrSWQiOiI4OTQ1ZjI2OC01YTQ3LTRjZjAtOTg2ZC0yYzM4OGMyMjUxMmIiLCJJZCI6IjFhY2JjYTU3LTAwZmYtNDE2My05ODEyLTcxYzkyOWIyZTI2ZSIsIkltcG9ydElkIjpudWxsLCJUaXRsZSI6IlBBIiwiTm90ZSI6bnVsbCwiSHlwZXJsaW5rIjp7IiRpZCI6IjE5MjUiLCJBZGRyZXNzIjoiIiwiU3ViQWRkcmVzcyI6IiJ9LCJJc0NoYW5nZWQiOmZhbHNlLCJJc05ldyI6ZmFsc2V9LHsiJGlkIjoiMTkyNiIsIkRhdGUiOiIyMDMwLTAzLTMwVDA4OjAwOjAwIiwiU3R5bGUiOnsiJGlkIjoiMTkyNyIsIlNoYXBlIjoxMywiQ29ubmVjdG9yTWFyZ2luIjp7IiRpZCI6IjE5MjgiLCJUb3AiOjAuMCwiTGVmdCI6Mi4wLCJSaWdodCI6Mi4wLCJCb3R0b20iOjAuMH0sIkNvbm5lY3RvclN0eWxlIjp7IiRpZCI6IjE5MjkiLCJMaW5lQ29sb3IiOnsiJGlkIjoiMTkzMCIsIiR0eXBlIjoiTkxSRS5Db21tb24uRG9tLlNvbGlkQ29sb3JCcnVzaCwgTkxSRS5Db21tb24iLCJDb2xvciI6eyIkaWQiOiIxOTMxIiwiQSI6MTI3LCJSIjoyNDUsIkciOjEzOCwiQiI6MTA0fX0sIkxpbmVXZWlnaHQiOjEuMCwiTGluZVR5cGUiOjAsIlBhcmVudFN0eWxlIjpudWxsfSwiSXNCZWxvd1RpbWViYW5kIjp0cnVlLCJQb3NpdGlvbk9uVGFzayI6MiwiSGlkZURhdGUiOmZhbHNlLCJTaGFwZVNpemUiOjAsIlNwYWNpbmciOjAuMCwiUGFkZGluZyI6eyIkcmVmIjoiMTA2NSJ9LCJTaGFwZVN0eWxlIjp7IiRpZCI6IjE5MzIiLCJNYXJnaW4iOnsiJHJlZiI6Ijc1In0sIlBhZGRpbmciOnsiJHJlZiI6Ijc2In0sIkJhY2tncm91bmQiOnsiJGlkIjoiMTkzMyIsIkNvbG9yIjp7IiRpZCI6IjE5MzQiLCJBIjoyNTUsIlIiOjI0NSwiRyI6MTM4LCJCIjoxMDR9fSwiSXNWaXNpYmxlIjp0cnVlLCJXaWR0aCI6MTIuMCwiSGVpZ2h0IjoxNC4wLCJCb3JkZXJTdHlsZSI6eyIkaWQiOiIxOTM1IiwiTGluZUNvbG9yIjp7IiRyZWYiOiIxODc4In0sIkxpbmVXZWlnaHQiOjAuMCwiTGluZVR5cGUiOjAsIlBhcmVudFN0eWxlIjpudWxsfSwiUGFyZW50U3R5bGUiOm51bGx9LCJUaXRsZVN0eWxlIjp7IiRpZCI6IjE5MzYiLCJGb250U2V0dGluZ3MiOnsiJGlkIjoiMTkzNyIsIkZvbnRTaXplIjoxMSwiRm9udE5hbWUiOiJCb2VocmluZ2VyIEZvcndhcmQgVGV4dCIsIklzQm9sZCI6dHJ1ZSwiSXNJdGFsaWMiOmZhbHNlLCJJc1VuZGVybGluZWQiOmZhbHNlLCJQYXJlbnRTdHlsZSI6bnVsbH0sIkF1dG9TaXplIjoyLCJGb3JlZ3JvdW5kIjp7IiRpZCI6IjE5MzgiLCJDb2xvciI6eyIkaWQiOiIxOTM5IiwiQSI6MjU1LCJSIjo4LCJHIjo0OSwiQiI6NDJ9fSwiTWF4V2lkdGgiOjc1LjAsIk1heEhlaWdodCI6IkluZmluaXR5IiwiU21hcnRGb3JlZ3JvdW5kSXNBY3RpdmUiOmZhbHNlLCJIb3Jpem9udGFsQWxpZ25tZW50IjoxLCJWZXJ0aWNhbEFsaWdubWVudCI6MCwiU21hcnRGb3JlZ3JvdW5kIjpudWxsLCJCYWNrZ3JvdW5kRmlsbFR5cGUiOjAsIk1hcmdpbiI6eyIkcmVmIjoiODYifSwiUGFkZGluZyI6eyIkcmVmIjoiODcifSwiQmFja2dyb3VuZCI6eyIkaWQiOiIxOTQwIiwiQ29sb3IiOnsiJGlkIjoiMTk0MSIsIkEiOjAsIlIiOjI1NSwiRyI6MjU1LCJCIjoyNTV9fSwiSXNWaXNpYmxlIjp0cnVlLCJXaWR0aCI6MC4wLCJIZWlnaHQiOjAuMCwiQm9yZGVyU3R5bGUiOnsiJGlkIjoiMTk0MiIsIkxpbmVDb2xvciI6bnVsbCwiTGluZVdlaWdodCI6MC4wLCJMaW5lVHlwZSI6MCwiUGFyZW50U3R5bGUiOm51bGx9LCJQYXJlbnRTdHlsZSI6bnVsbH0sIkRhdGVTdHlsZSI6eyIkaWQiOiIxOTQzIiwiRm9udFNldHRpbmdzIjp7IiRpZCI6IjE5NDQiLCJGb250U2l6ZSI6MTAsIkZvbnROYW1lIjoiQm9laHJpbmdlciBGb3J3YXJkIFRleHQiLCJJc0JvbGQiOmZhbHNlLCJJc0l0YWxpYyI6ZmFsc2UsIklzVW5kZXJsaW5lZCI6ZmFsc2UsIlBhcmVudFN0eWxlIjpudWxsfSwiQXV0b1NpemUiOjAsIkZvcmVncm91bmQiOnsiJGlkIjoiMTk0NSIsIkNvbG9yIjp7IiRpZCI6IjE5NDYiLCJBIjoyNTUsIlIiOjI1NSwiRyI6MjU1LCJCIjoyNTV9fSwiTWF4V2lkdGgiOjIwMC4wLCJNYXhIZWlnaHQiOiJJbmZpbml0eSIsIlNtYXJ0Rm9yZWdyb3VuZElzQWN0aXZlIjpmYWxzZSwiSG9yaXpvbnRhbEFsaWdubWVudCI6MiwiVmVydGljYWxBbGlnbm1lbnQiOjAsIlNtYXJ0Rm9yZWdyb3VuZCI6bnVsbCwiQmFja2dyb3VuZEZpbGxUeXBlIjowLCJNYXJnaW4iOnsiJHJlZiI6Ijk0In0sIlBhZGRpbmciOnsiJHJlZiI6Ijk1In0sIkJhY2tncm91bmQiOnsiJGlkIjoiMTk0NyIsIkNvbG9yIjp7IiRpZCI6IjE5NDgiLCJBIjowLCJSIjoyNTUsIkciOjI1NSwiQiI6MjU1fX0sIklzVmlzaWJsZSI6ZmFsc2UsIldpZHRoIjowLjAsIkhlaWdodCI6MC4wLCJCb3JkZXJTdHlsZSI6eyIkaWQiOiIxOTQ5IiwiTGluZUNvbG9yIjpudWxsLCJMaW5lV2VpZ2h0IjowLjAsIkxpbmVUeXBlIjowLCJQYXJlbnRTdHlsZSI6bnVsbH0sIlBhcmVudFN0eWxlIjpudWxsfSwiRGF0ZUZvcm1hdCI6eyIkcmVmIjoiMTc5MCJ9LCJXZWVrTnVtYmVyaW5nIjp7IiRpZCI6IjE5NTAiLCJGb3JtYXQiOjAsIklzVmlzaWJsZSI6ZmFsc2UsIkxhc3RLbm93blZpc2liaWxpdHlTdGF0ZSI6ZmFsc2V9LCJJc1Zpc2libGUiOnRydWUsIlBhcmVudFN0eWxlIjpudWxsfSwiSW5kZXgiOjMyLCJQZXJjZW50YWdlQ29tcGxldGUiOm51bGwsIlBvc2l0aW9uIjp7IlJhdGlvIjowLjAsIklzQ3VzdG9tIjpmYWxzZX0sIkRhdGVGb3JtYXQiOnsiJHJlZiI6IjE3OTAifSwiV2Vla051bWJlcmluZyI6eyIkaWQiOiIxOTUxIiwiRm9ybWF0IjowLCJJc1Zpc2libGUiOmZhbHNlLCJMYXN0S25vd25WaXNpYmlsaXR5U3RhdGUiOmZhbHNlfSwiUmVsYXRlZFRhc2tJZCI6Ijg5NDVmMjY4LTVhNDctNGNmMC05ODZkLTJjMzg4YzIyNTEyYiIsIklkIjoiMDVjODcyYjQtY2Y0Zi00ZWM2LWI5OTYtNTI0ODkxMjMzNGQ5IiwiSW1wb3J0SWQiOm51bGwsIlRpdGxlIjoiSEVSMm0gQUEgVVMiLCJOb3RlIjpudWxsLCJIeXBlcmxpbmsiOnsiJGlkIjoiMTk1MiIsIkFkZHJlc3MiOm51bGwsIlN1YkFkZHJlc3MiOm51bGx9LCJJc0NoYW5nZWQiOmZhbHNlLCJJc05ldyI6ZmFsc2V9XSwiVGFza0RlZmluaXRpb24iOnsiJGlkIjoiMTk1MyIsIkdyb3VwTmFtZSI6bnVsbCwiU3RhcnREYXRlIjoiMjAyNS0xMi0xMlQyMzo1OTowMCIsIkVuZERhdGUiOiIyMDMwLTA2LTIwVDIzOjU5OjAwIiwiUGVyY2VudGFnZUNvbXBsZXRlIjpudWxsLCJTdHlsZSI6eyIkaWQiOiIxOTU0IiwiU2hhcGUiOjMsIlNoYXBlVGhpY2tuZXNzIjozLCJEdXJhdGlvbkZvcm1hdCI6MCwiSW5jbHVkZU5vbldvcmtpbmdEYXlzSW5EdXJhdGlvbiI6ZmFsc2UsIlBlcmNlbnRhZ2VDb21wbGV0ZVN0eWxlIjp7IiRpZCI6IjE5NTUiLCJGb250U2V0dGluZ3MiOnsiJGlkIjoiMTk1NiIsIkZvbnRTaXplIjoxMCwiRm9udE5hbWUiOiJDYWxpYnJpIiwiSXNCb2xkIjpmYWxzZSwiSXNJdGFsaWMiOmZhbHNlLCJJc1VuZGVybGluZWQiOmZhbHNlLCJQYXJlbnRTdHlsZSI6bnVsbH0sIkF1dG9TaXplIjowLCJGb3JlZ3JvdW5kIjp7IiRyZWYiOiIxMCJ9LCJNYXhXaWR0aCI6MjAwLjAsIk1heEhlaWdodCI6IkluZmluaXR5IiwiU21hcnRGb3JlZ3JvdW5kSXNBY3RpdmUiOmZhbHNlLCJIb3Jpem9udGFsQWxpZ25tZW50IjowLCJWZXJ0aWNhbEFsaWdubWVudCI6MCwiU21hcnRGb3JlZ3JvdW5kIjpudWxsLCJCYWNrZ3JvdW5kRmlsbFR5cGUiOjAsIk1hcmdpbiI6eyIkcmVmIjoiMTIifSwiUGFkZGluZyI6eyIkcmVmIjoiMTMifSwiQmFja2dyb3VuZCI6eyIkcmVmIjoiMTQifSwiSXNWaXNpYmxlIjp0cnVlLCJXaWR0aCI6MC4wLCJIZWlnaHQiOjAuMCwiQm9yZGVyU3R5bGUiOnsiJGlkIjoiMTk1NyIsIkxpbmVDb2xvciI6bnVsbCwiTGluZVdlaWdodCI6MC4wLCJMaW5lVHlwZSI6MCwiUGFyZW50U3R5bGUiOm51bGx9LCJQYXJlbnRTdHlsZSI6bnVsbH0sIkR1cmF0aW9uU3R5bGUiOnsiJGlkIjoiMTk1OCIsIkZvbnRTZXR0aW5ncyI6eyIkaWQiOiIxOTU5IiwiRm9udFNpemUiOjEwLCJGb250TmFtZSI6IkNhbGlicmkiLCJJc0JvbGQiOmZhbHNlLCJJc0l0YWxpYyI6ZmFsc2UsIklzVW5kZXJsaW5lZCI6ZmFsc2UsIlBhcmVudFN0eWxlIjpudWxsfSwiQXV0b1NpemUiOjAsIkZvcmVncm91bmQiOnsiJHJlZiI6IjE5In0sIk1heFdpZHRoIjoyMDAuMCwiTWF4SGVpZ2h0IjoiSW5maW5pdHkiLCJTbWFydEZvcmVncm91bmRJc0FjdGl2ZSI6ZmFsc2UsIkhvcml6b250YWxBbGlnbm1lbnQiOjAsIlZlcnRpY2FsQWxpZ25tZW50IjowLCJTbWFydEZvcmVncm91bmQiOm51bGwsIkJhY2tncm91bmRGaWxsVHlwZSI6MCwiTWFyZ2luIjp7IiRyZWYiOiIyMSJ9LCJQYWRkaW5nIjp7IiRyZWYiOiIyMiJ9LCJCYWNrZ3JvdW5kIjp7IiRyZWYiOiIyMyJ9LCJJc1Zpc2libGUiOnRydWUsIldpZHRoIjowLjAsIkhlaWdodCI6MC4wLCJCb3JkZXJTdHlsZSI6eyIkaWQiOiIxOTYwIiwiTGluZUNvbG9yIjpudWxsLCJMaW5lV2VpZ2h0IjowLjAsIkxpbmVUeXBlIjowLCJQYXJlbnRTdHlsZSI6bnVsbH0sIlBhcmVudFN0eWxlIjpudWxsfSwiSG9yaXpvbnRhbENvbm5lY3RvclN0eWxlIjp7IiRpZCI6IjE5NjEiLCJMaW5lQ29sb3IiOnsiJHJlZiI6IjI3In0sIkxpbmVXZWlnaHQiOjEuMCwiTGluZVR5cGUiOjAsIlBhcmVudFN0eWxlIjpudWxsfSwiVmVydGljYWxDb25uZWN0b3JTdHlsZSI6eyIkaWQiOiIxOTYyIiwiTGluZUNvbG9yIjp7IiRyZWYiOiIzMCJ9LCJMaW5lV2VpZ2h0IjowLjAsIkxpbmVUeXBlIjowLCJQYXJlbnRTdHlsZSI6bnVsbH0sIk1hcmdpbiI6bnVsbCwiU3RhcnREYXRlUG9zaXRpb24iOjYsIkVuZERhdGVQb3NpdGlvbiI6NiwiRGF0ZUlzVmlzaWJsZSI6ZmFsc2UsIlRpdGxlUG9zaXRpb24iOjIsIkR1cmF0aW9uUG9zaXRpb24iOjYsIlBlcmNlbnRhZ2VDb21wbGV0ZWRQb3NpdGlvbiI6NiwiU3BhY2luZyI6MywiSXNCZWxvd1RpbWViYW5kIjp0cnVlLCJQZXJjZW50YWdlQ29tcGxldGVTaGFwZU9wYWNpdHkiOjM1LCJCYXNlbGluZVN0eWxlIjp7IiRpZCI6IjE5NjMiLCJTaGFwZVN0eWxlIjp7IiRpZCI6IjE5NjQiLCJNYXJnaW4iOnsiJGlkIjoiMTk2NSIsIlRvcCI6MC4wLCJMZWZ0IjowLjAsIlJpZ2h0IjowLjAsIkJvdHRvbSI6MC4wfSwiUGFkZGluZyI6eyIkaWQiOiIxOTY2IiwiVG9wIjowLjAsIkxlZnQiOjAuMCwiUmlnaHQiOjAuMCwiQm90dG9tIjowLjB9LCJCYWNrZ3JvdW5kIjp7IiRpZCI6IjE5NjciLCJDb2xvciI6eyIkaWQiOiIxOTY4IiwiQSI6MTUzLCJSIjowLCJHIjowLCJCIjowfX0sIklzVmlzaWJsZSI6dHJ1ZSwiV2lkdGgiOjAuMCwiSGVpZ2h0IjowLjAsIkJvcmRlclN0eWxlIjp7IiRpZCI6IjE5NjkiLCJMaW5lQ29sb3IiOm51bGwsIkxpbmVXZWlnaHQiOjAuMCwiTGluZVR5cGUiOjAsIlBhcmVudFN0eWxlIjpudWxsfSwiUGFyZW50U3R5bGUiOm51bGx9LCJNYXJnaW4iOnsiJGlkIjoiMTk3MCIsIlRvcCI6MC4wLCJMZWZ0IjowLjAsIlJpZ2h0IjowLjAsIkJvdHRvbSI6MC4wfSwiUGFkZGluZyI6eyIkaWQiOiIxOTcxIiwiVG9wIjowLjAsIkxlZnQiOjAuMCwiUmlnaHQiOjAuMCwiQm90dG9tIjowLjB9LCJCYWNrZ3JvdW5kIjpudWxsLCJJc1Zpc2libGUiOnRydWUsIldpZHRoIjowLjAsIkhlaWdodCI6MC4wLCJCb3JkZXJTdHlsZSI6bnVsbCwiUGFyZW50U3R5bGUiOm51bGx9LCJTaGFwZVN0eWxlIjp7IiRpZCI6IjE5NzIiLCJNYXJnaW4iOnsiJHJlZiI6IjQyIn0sIlBhZGRpbmciOnsiJHJlZiI6IjQzIn0sIkJhY2tncm91bmQiOnsiJGlkIjoiMTk3MyIsIkNvbG9yIjp7IiRpZCI6IjE5NzQiLCJBIjoyNTUsIlIiOjE5NywiRyI6MTk1LCJCIjoyMzh9fSwiSXNWaXNpYmxlIjp0cnVlLCJXaWR0aCI6NDA2LjAsIkhlaWdodCI6MTcuNDU3NDc5NDc2OTI4NzExLCJCb3JkZXJTdHlsZSI6eyIkaWQiOiIxOTc1IiwiTGluZUNvbG9yIjp7IiRpZCI6IjE5NzYiLCIkdHlwZSI6Ik5MUkUuQ29tbW9uLkRvbS5Tb2xpZENvbG9yQnJ1c2gsIE5MUkUuQ29tbW9uIiwiQ29sb3IiOnsiJGlkIjoiMTk3NyIsIkEiOjI1NSwiUiI6MCwiRyI6MCwiQiI6MH19LCJMaW5lV2VpZ2h0IjoxLjUsIkxpbmVUeXBlIjowLCJQYXJlbnRTdHlsZSI6bnVsbH0sIlBhcmVudFN0eWxlIjpudWxsfSwiVGl0bGVTdHlsZSI6eyIkaWQiOiIxOTc4IiwiRm9udFNldHRpbmdzIjp7IiRpZCI6IjE5NzkiLCJGb250U2l6ZSI6MTEsIkZvbnROYW1lIjoiQm9laHJpbmdlciBGb3J3YXJkIFRleHQiLCJJc0JvbGQiOmZhbHNlLCJJc0l0YWxpYyI6ZmFsc2UsIklzVW5kZXJsaW5lZCI6ZmFsc2UsIlBhcmVudFN0eWxlIjpudWxsfSwiQXV0b1NpemUiOjAsIkZvcmVncm91bmQiOnsiJGlkIjoiMTk4MCIsIkNvbG9yIjp7IiRpZCI6IjE5ODEiLCJBIjoyNTUsIlIiOjAsIkciOjAsIkIiOjB9fSwiTWF4V2lkdGgiOjcyMC4wLCJNYXhIZWlnaHQiOiJJbmZpbml0eSIsIlNtYXJ0Rm9yZWdyb3VuZElzQWN0aXZlIjpmYWxzZSwiSG9yaXpvbnRhbEFsaWdubWVudCI6MSwiVmVydGljYWxBbGlnbm1lbnQiOjAsIlNtYXJ0Rm9yZWdyb3VuZCI6bnVsbCwiQmFja2dyb3VuZEZpbGxUeXBlIjowLCJNYXJnaW4iOnsiJHJlZiI6IjUzIn0sIlBhZGRpbmciOnsiJHJlZiI6IjU0In0sIkJhY2tncm91bmQiOnsiJGlkIjoiMTk4MiIsIkNvbG9yIjp7IiRpZCI6IjE5ODMiLCJBIjowLCJSIjoyNTUsIkciOjI1NSwiQiI6MjU1fX0sIklzVmlzaWJsZSI6dHJ1ZSwiV2lkdGgiOjAuMCwiSGVpZ2h0IjowLjAsIkJvcmRlclN0eWxlIjp7IiRpZCI6IjE5ODQiLCJMaW5lQ29sb3IiOm51bGwsIkxpbmVXZWlnaHQiOjAuMCwiTGluZVR5cGUiOjAsIlBhcmVudFN0eWxlIjpudWxsfSwiUGFyZW50U3R5bGUiOm51bGx9LCJEYXRlU3R5bGUiOnsiJGlkIjoiMTk4NSIsIkZvbnRTZXR0aW5ncyI6eyIkaWQiOiIxOTg2IiwiRm9udFNpemUiOjEwLCJGb250TmFtZSI6IkNhbGlicmkiLCJJc0JvbGQiOmZhbHNlLCJJc0l0YWxpYyI6ZmFsc2UsIklzVW5kZXJsaW5lZCI6ZmFsc2UsIlBhcmVudFN0eWxlIjpudWxsfSwiQXV0b1NpemUiOjAsIkZvcmVncm91bmQiOnsiJGlkIjoiMTk4NyIsIkNvbG9yIjp7IiRpZCI6IjE5ODg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yZWYiOiI2MiJ9LCJQYWRkaW5nIjp7IiRyZWYiOiI2MyJ9LCJCYWNrZ3JvdW5kIjp7IiRpZCI6IjE5ODkiLCJDb2xvciI6eyIkaWQiOiIxOTkwIiwiQSI6MCwiUiI6MjU1LCJHIjoyNTUsIkIiOjI1NX19LCJJc1Zpc2libGUiOnRydWUsIldpZHRoIjowLjAsIkhlaWdodCI6MC4wLCJCb3JkZXJTdHlsZSI6eyIkaWQiOiIxOTkxIiwiTGluZUNvbG9yIjpudWxsLCJMaW5lV2VpZ2h0IjowLjAsIkxpbmVUeXBlIjowLCJQYXJlbnRTdHlsZSI6bnVsbH0sIlBhcmVudFN0eWxlIjpudWxsfSwiRGF0ZUZvcm1hdCI6eyIkcmVmIjoiMTgzMyJ9LCJXZWVrTnVtYmVyaW5nIjp7IiRpZCI6IjE5OTIiLCJGb3JtYXQiOjAsIklzVmlzaWJsZSI6ZmFsc2UsIkxhc3RLbm93blZpc2liaWxpdHlTdGF0ZSI6ZmFsc2V9LCJJc1Zpc2libGUiOnRydWUsIlBhcmVudFN0eWxlIjpudWxsfSwiSW5kZXgiOjEsIlNtYXJ0RHVyYXRpb25BY3RpdmF0ZWQiOmZhbHNlLCJEYXRlRm9ybWF0Ijp7IiRyZWYiOiIxODMzIn0sIldlZWtOdW1iZXJpbmciOnsiJGlkIjoiMTk5MyIsIkZvcm1hdCI6MCwiSXNWaXNpYmxlIjpmYWxzZSwiTGFzdEtub3duVmlzaWJpbGl0eVN0YXRlIjpmYWxzZX0sIkJhc2VsaW5lRGF0YSI6eyIkaWQiOiIxOTk0IiwiU3RhcnREYXRlIjoiMjAyNS0xMi0xMlQyMzo1OTowMCIsIkVuZERhdGUiOiIyMDMwLTA2LTIwVDIzOjU5OjAwIn0sIklkIjoiODk0NWYyNjgtNWE0Ny00Y2YwLTk4NmQtMmMzODhjMjI1MTJiIiwiSW1wb3J0SWQiOm51bGwsIlRpdGxlIjoiQmVhbWlvbiBQQU4tVFVNT1IxIHBpdm90YWwgUGhJSSIsIk5vdGUiOm51bGwsIkh5cGVybGluayI6eyIkaWQiOiIxOTk1IiwiQWRkcmVzcyI6bnVsbCwiU3ViQWRkcmVzcyI6bnVsbH0sIklzQ2hhbmdlZCI6ZmFsc2UsIklzTmV3IjpmYWxzZX19XSwiX21pbGVzdG9uZXMiOltdLCJJZCI6ImQ1Nzc4ZjA3LWVkNzQtNDgyZC05YTEwLWNjZjk4YWExNWY4MCIsIklzU2luZ2xlSXRlbVJvdyI6ZmFsc2V9XSwiSW5kZXgiOjAsIklkIjoiNWUzZGQ3NDMtNDI4MC00YWYyLWIzMWMtMDNjMTM0ZTgwZDhiIiwiSGVhZGVyVGV4dCI6bnVsbCwiSXNEZWZhdWx0Ijp0cnVlLCJTdHlsZSI6eyIkaWQiOiIxOTk2IiwiSGVhZGVyU3R5bGUiOnsiJGlkIjoiMTk5NyIsIlRleHRTdHlsZSI6eyIkaWQiOiIxOTk4IiwiRm9udFNldHRpbmdzIjp7IiRpZCI6IjE5OTkiLCJGb250U2l6ZSI6MTEsIkZvbnROYW1lIjoiQ2FsaWJyaSIsIklzQm9sZCI6ZmFsc2UsIklzSXRhbGljIjpmYWxzZSwiSXNVbmRlcmxpbmVkIjpmYWxzZSwiUGFyZW50U3R5bGUiOm51bGx9LCJBdXRvU2l6ZSI6MiwiRm9yZWdyb3VuZCI6eyIkaWQiOiIyMDAwIiwiQ29sb3IiOnsiJGlkIjoiMjAwMSIsIkEiOjI1NSwiUiI6MCwiRyI6MCwiQiI6MH19LCJNYXhXaWR0aCI6MC4wLCJNYXhIZWlnaHQiOiJJbmZpbml0eSIsIlNtYXJ0Rm9yZWdyb3VuZElzQWN0aXZlIjpmYWxzZSwiSG9yaXpvbnRhbEFsaWdubWVudCI6MCwiVmVydGljYWxBbGlnbm1lbnQiOjAsIlNtYXJ0Rm9yZWdyb3VuZCI6bnVsbCwiQmFja2dyb3VuZEZpbGxUeXBlIjowLCJNYXJnaW4iOnsiJGlkIjoiMjAwMiIsIlRvcCI6MC4wLCJMZWZ0IjowLjAsIlJpZ2h0IjowLjAsIkJvdHRvbSI6MC4wfSwiUGFkZGluZyI6eyIkaWQiOiIyMDAzIiwiVG9wIjowLjAsIkxlZnQiOjAuMCwiUmlnaHQiOjAuMCwiQm90dG9tIjowLjB9LCJCYWNrZ3JvdW5kIjp7IiRpZCI6IjIwMDQiLCJDb2xvciI6eyIkaWQiOiIyMDA1IiwiQSI6MCwiUiI6MjU1LCJHIjoyNTUsIkIiOjI1NX19LCJJc1Zpc2libGUiOnRydWUsIldpZHRoIjowLjAsIkhlaWdodCI6MC4wLCJCb3JkZXJTdHlsZSI6bnVsbCwiUGFyZW50U3R5bGUiOm51bGx9LCJSZWN0YW5nbGVTdHlsZSI6eyIkaWQiOiIyMDA2IiwiTWFyZ2luIjp7IiRpZCI6IjIwMDciLCJUb3AiOjAuMCwiTGVmdCI6MC4wLCJSaWdodCI6MC4wLCJCb3R0b20iOjAuMH0sIlBhZGRpbmciOnsiJGlkIjoiMjAwOCIsIlRvcCI6MC4wLCJMZWZ0IjowLjAsIlJpZ2h0IjowLjAsIkJvdHRvbSI6MC4wfSwiQmFja2dyb3VuZCI6eyIkaWQiOiIyMDA5IiwiQ29sb3IiOnsiJGlkIjoiMjAxMCIsIkEiOjYzLCJSIjowLCJHIjoyMjgsIkIiOjEyNH19LCJJc1Zpc2libGUiOnRydWUsIldpZHRoIjowLjAsIkhlaWdodCI6MC4wLCJCb3JkZXJTdHlsZSI6eyIkaWQiOiIyMDExIiwiTGluZUNvbG9yIjp7IiRpZCI6IjIwMTIiLCIkdHlwZSI6Ik5MUkUuQ29tbW9uLkRvbS5Tb2xpZENvbG9yQnJ1c2gsIE5MUkUuQ29tbW9uIiwiQ29sb3IiOnsiJGlkIjoiMjAxMyIsIkEiOjI1NSwiUiI6MjU1LCJHIjowLCJCIjowfX0sIkxpbmVXZWlnaHQiOjAuMCwiTGluZVR5cGUiOjAsIlBhcmVudFN0eWxlIjpudWxsfSwiUGFyZW50U3R5bGUiOm51bGx9LCJNYXJnaW4iOnsiJGlkIjoiMjAxNCIsIlRvcCI6MC4wLCJMZWZ0IjowLjAsIlJpZ2h0IjowLjAsIkJvdHRvbSI6MC4wfSwiUGFkZGluZyI6eyIkaWQiOiIyMDE1IiwiVG9wIjowLjAsIkxlZnQiOjAuMCwiUmlnaHQiOjAuMCwiQm90dG9tIjowLjB9LCJCYWNrZ3JvdW5kIjpudWxsLCJJc1Zpc2libGUiOnRydWUsIldpZHRoIjowLjAsIkhlaWdodCI6MC4wLCJCb3JkZXJTdHlsZSI6bnVsbCwiUGFyZW50U3R5bGUiOm51bGx9LCJCYWNrZ3JvdW5kU3R5bGUiOnsiJGlkIjoiMjAxNiIsIk1hcmdpbiI6eyIkaWQiOiIyMDE3IiwiVG9wIjowLjAsIkxlZnQiOjAuMCwiUmlnaHQiOjAuMCwiQm90dG9tIjowLjB9LCJQYWRkaW5nIjp7IiRpZCI6IjIwMTgiLCJUb3AiOjAuMCwiTGVmdCI6MC4wLCJSaWdodCI6MC4wLCJCb3R0b20iOjAuMH0sIkJhY2tncm91bmQiOnsiJGlkIjoiMjAxOSIsIkNvbG9yIjp7IiRpZCI6IjIwMjAiLCJBIjo1MSwiUiI6MjU1LCJHIjoyNTUsIkIiOjI1NX19LCJJc1Zpc2libGUiOnRydWUsIldpZHRoIjowLjAsIkhlaWdodCI6MC4wLCJCb3JkZXJTdHlsZSI6eyIkaWQiOiIyMDIxIiwiTGluZUNvbG9yIjp7IiRpZCI6IjIwMjIiLCIkdHlwZSI6Ik5MUkUuQ29tbW9uLkRvbS5Tb2xpZENvbG9yQnJ1c2gsIE5MUkUuQ29tbW9uIiwiQ29sb3IiOnsiJGlkIjoiMjAyMyIsIkEiOjI1NSwiUiI6MjU1LCJHIjowLCJCIjowfX0sIkxpbmVXZWlnaHQiOjAuMCwiTGluZVR5cGUiOjAsIlBhcmVudFN0eWxlIjpudWxsfSwiUGFyZW50U3R5bGUiOm51bGx9LCJNYXJnaW4iOnsiJGlkIjoiMjAyNCIsIlRvcCI6MC4wLCJMZWZ0IjowLjAsIlJpZ2h0IjowLjAsIkJvdHRvbSI6MC4wfSwiUGFkZGluZyI6eyIkaWQiOiIyMDI1IiwiVG9wIjowLjAsIkxlZnQiOjAuMCwiUmlnaHQiOjAuMCwiQm90dG9tIjowLjB9LCJJc1Zpc2libGUiOmZhbHNlLCJXaWR0aCI6MC4wLCJIZWlnaHQiOjAuMCwiQm9yZGVyU3R5bGUiOm51bGwsIlBhcmVudFN0eWxlIjpudWxsfX1dLCJJZCI6ImRmZjE3MmYxLThjZWMtNGQ0Ny1hYjgxLTQ2ZWE1YWQ2N2YxMiIsIkluZGV4IjozLCJIZWFkZXJUZXh0IjoiUGFuLVR1bW9yIiwiU3R5bGUiOnsiJGlkIjoiMjAyNiIsIlN0eWxlSWQiOiIwMDAwMDAwMC0wMDAwLTAwMDAtMDAwMC0wMDAwMDAwMDAwMDAiLCJIZWFkZXJTdHlsZSI6eyIkaWQiOiIyMDI3IiwiVGV4dElzVmVydGljYWwiOmZhbHNlLCJUZXh0U3R5bGUiOnsiJGlkIjoiMjAyOCIsIkZvbnRTZXR0aW5ncyI6eyIkaWQiOiIyMDI5IiwiRm9udFNpemUiOjEyLCJGb250TmFtZSI6IkJvZWhyaW5nZXIgRm9yd2FyZCBUZXh0IiwiSXNCb2xkIjpmYWxzZSwiSXNJdGFsaWMiOmZhbHNlLCJJc1VuZGVybGluZWQiOmZhbHNlLCJQYXJlbnRTdHlsZSI6bnVsbH0sIkF1dG9TaXplIjoyLCJGb3JlZ3JvdW5kIjp7IiRpZCI6IjIwMzAiLCJDb2xvciI6eyIkaWQiOiIyMDMxIiwiQSI6MjU1LCJSIjo4LCJHIjo0OSwiQiI6NDJ9fSwiTWF4V2lkdGgiOjcxLjAsIk1heEhlaWdodCI6IkluZmluaXR5IiwiU21hcnRGb3JlZ3JvdW5kSXNBY3RpdmUiOmZhbHNlLCJIb3Jpem9udGFsQWxpZ25tZW50IjowLCJWZXJ0aWNhbEFsaWdubWVudCI6MCwiU21hcnRGb3JlZ3JvdW5kIjpudWxsLCJCYWNrZ3JvdW5kRmlsbFR5cGUiOjAsIk1hcmdpbiI6eyIkaWQiOiIyMDMyIiwiVG9wIjowLjAsIkxlZnQiOjAuMCwiUmlnaHQiOjAuMCwiQm90dG9tIjowLjB9LCJQYWRkaW5nIjp7IiRpZCI6IjIwMzMiLCJUb3AiOjAuMCwiTGVmdCI6MC4wLCJSaWdodCI6MC4wLCJCb3R0b20iOjAuMH0sIkJhY2tncm91bmQiOnsiJGlkIjoiMjAzNCIsIkNvbG9yIjp7IiRpZCI6IjIwMzUiLCJBIjowLCJSIjoyNTUsIkciOjI1NSwiQiI6MjU1fX0sIklzVmlzaWJsZSI6dHJ1ZSwiV2lkdGgiOjAuMCwiSGVpZ2h0IjowLjAsIkJvcmRlclN0eWxlIjpudWxsLCJQYXJlbnRTdHlsZSI6bnVsbH0sIlJlY3RhbmdsZVN0eWxlIjp7IiRpZCI6IjIwMzYiLCJNYXJnaW4iOnsiJGlkIjoiMjAzNyIsIlRvcCI6MC4wLCJMZWZ0IjowLjAsIlJpZ2h0IjowLjAsIkJvdHRvbSI6MC4wfSwiUGFkZGluZyI6eyIkaWQiOiIyMDM4IiwiVG9wIjowLjAsIkxlZnQiOjAuMCwiUmlnaHQiOjAuMCwiQm90dG9tIjowLjB9LCJCYWNrZ3JvdW5kIjp7IiRpZCI6IjIwMzkiLCJDb2xvciI6eyIkaWQiOiIyMDQwIiwiQSI6MjU1LCJSIjoxOTcsIkciOjE5NSwiQiI6MjM4fX0sIklzVmlzaWJsZSI6dHJ1ZSwiV2lkdGgiOjAuMCwiSGVpZ2h0IjowLjAsIkJvcmRlclN0eWxlIjp7IiRpZCI6IjIwNDEiLCJMaW5lQ29sb3IiOnsiJGlkIjoiMjA0MiIsIiR0eXBlIjoiTkxSRS5Db21tb24uRG9tLlNvbGlkQ29sb3JCcnVzaCwgTkxSRS5Db21tb24iLCJDb2xvciI6eyIkaWQiOiIyMDQzIiwiQSI6MjU1LCJSIjoyNTUsIkciOjI1NSwiQiI6MjU1fX0sIkxpbmVXZWlnaHQiOjAuMCwiTGluZVR5cGUiOjAsIlBhcmVudFN0eWxlIjpudWxsfSwiUGFyZW50U3R5bGUiOm51bGx9LCJNYXJnaW4iOnsiJGlkIjoiMjA0NCIsIlRvcCI6MC4wLCJMZWZ0IjowLjAsIlJpZ2h0IjowLjAsIkJvdHRvbSI6MC4wfSwiUGFkZGluZyI6eyIkaWQiOiIyMDQ1IiwiVG9wIjowLjAsIkxlZnQiOjAuMCwiUmlnaHQiOjAuMCwiQm90dG9tIjowLjB9LCJCYWNrZ3JvdW5kIjpudWxsLCJJc1Zpc2libGUiOnRydWUsIldpZHRoIjowLjAsIkhlaWdodCI6MC4wLCJCb3JkZXJTdHlsZSI6bnVsbCwiUGFyZW50U3R5bGUiOm51bGx9LCJCYWNrZ3JvdW5kU3R5bGUiOnsiJGlkIjoiMjA0NiIsIk1hcmdpbiI6eyIkaWQiOiIyMDQ3IiwiVG9wIjowLjAsIkxlZnQiOjAuMCwiUmlnaHQiOjAuMCwiQm90dG9tIjowLjB9LCJQYWRkaW5nIjp7IiRpZCI6IjIwNDgiLCJUb3AiOjAuMCwiTGVmdCI6MC4wLCJSaWdodCI6MC4wLCJCb3R0b20iOjAuMH0sIkJhY2tncm91bmQiOnsiJGlkIjoiMjA0OSIsIkNvbG9yIjp7IiRpZCI6IjIwNTAiLCJBIjo1MSwiUiI6MTk3LCJHIjoxOTUsIkIiOjIzOH19LCJJc1Zpc2libGUiOnRydWUsIldpZHRoIjowLjAsIkhlaWdodCI6MC4wLCJCb3JkZXJTdHlsZSI6eyIkaWQiOiIyMDUxIiwiTGluZUNvbG9yIjp7IiRpZCI6IjIwNTIiLCIkdHlwZSI6Ik5MUkUuQ29tbW9uLkRvbS5Tb2xpZENvbG9yQnJ1c2gsIE5MUkUuQ29tbW9uIiwiQ29sb3IiOnsiJGlkIjoiMjA1MyIsIkEiOjI1NSwiUiI6MjU1LCJHIjowLCJCIjowfX0sIkxpbmVXZWlnaHQiOjAuMCwiTGluZVR5cGUiOjAsIlBhcmVudFN0eWxlIjpudWxsfSwiUGFyZW50U3R5bGUiOm51bGx9LCJJc0Fib3ZlVGltZWJhbmQiOmZhbHNlLCJTcGFjaW5nIjoxMCwiRGVmYXVsdFN3aW1sYW5lVGFza1N0eWxlIjp7IiRpZCI6IjIwNTQiLCIkdHlwZSI6Ik5MUkUuQ29tbW9uLkRvbS5TdHlsZXMuRXhwbGljaXRTZXRhYmxlVGFza1N0eWxlLCBOTFJFLkNvbW1vbiIsIlNoYXBlIjozLCJTaGFwZVRoaWNrbmVzcyI6MSwiRHVyYXRpb25Gb3JtYXQiOjAsIkluY2x1ZGVOb25Xb3JraW5nRGF5c0luRHVyYXRpb24iOmZhbHNlLCJQZXJjZW50YWdlQ29tcGxldGVTdHlsZSI6eyIkaWQiOiIyMDU1IiwiRm9udFNldHRpbmdzIjp7IiRpZCI6IjIwNTYiLCJGb250U2l6ZSI6MTAsIkZvbnROYW1lIjoiQ2FsaWJyaSIsIklzQm9sZCI6ZmFsc2UsIklzSXRhbGljIjpmYWxzZSwiSXNVbmRlcmxpbmVkIjpmYWxzZSwiUGFyZW50U3R5bGUiOm51bGx9LCJBdXRvU2l6ZSI6MCwiRm9yZWdyb3VuZCI6eyIkaWQiOiIyMDU3IiwiQ29sb3IiOnsiJGlkIjoiMjA1OCIsIkEiOjI1NSwiUiI6MTkyLCJHIjo4MCwiQiI6Nzd9fSwiTWF4V2lkdGgiOjIwMC4wLCJNYXhIZWlnaHQiOiJJbmZpbml0eSIsIlNtYXJ0Rm9yZWdyb3VuZElzQWN0aXZlIjpmYWxzZSwiSG9yaXpvbnRhbEFsaWdubWVudCI6MCwiVmVydGljYWxBbGlnbm1lbnQiOjAsIlNtYXJ0Rm9yZWdyb3VuZCI6bnVsbCwiQmFja2dyb3VuZEZpbGxUeXBlIjowLCJNYXJnaW4iOnsiJGlkIjoiMjA1OSIsIlRvcCI6MC4wLCJMZWZ0IjowLjAsIlJpZ2h0IjowLjAsIkJvdHRvbSI6MC4wfSwiUGFkZGluZyI6eyIkaWQiOiIyMDYwIiwiVG9wIjowLjAsIkxlZnQiOjAuMCwiUmlnaHQiOjAuMCwiQm90dG9tIjowLjB9LCJCYWNrZ3JvdW5kIjp7IiRpZCI6IjIwNjEiLCJDb2xvciI6eyIkaWQiOiIyMDYyIiwiQSI6ODksIlIiOjAsIkciOjAsIkIiOjB9fSwiSXNWaXNpYmxlIjp0cnVlLCJXaWR0aCI6MC4wLCJIZWlnaHQiOjAuMCwiQm9yZGVyU3R5bGUiOm51bGwsIlBhcmVudFN0eWxlIjpudWxsfSwiRHVyYXRpb25TdHlsZSI6eyIkaWQiOiIyMDYzIiwiRm9udFNldHRpbmdzIjp7IiRpZCI6IjIwNjQiLCJGb250U2l6ZSI6MTAsIkZvbnROYW1lIjoiQ2FsaWJyaSIsIklzQm9sZCI6ZmFsc2UsIklzSXRhbGljIjpmYWxzZSwiSXNVbmRlcmxpbmVkIjpmYWxzZSwiUGFyZW50U3R5bGUiOm51bGx9LCJBdXRvU2l6ZSI6MCwiRm9yZWdyb3VuZCI6eyIkaWQiOiIyMDY1IiwiQ29sb3IiOnsiJGlkIjoiMjA2Ni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IwNjciLCJUb3AiOjAuMCwiTGVmdCI6MC4wLCJSaWdodCI6MC4wLCJCb3R0b20iOjAuMH0sIlBhZGRpbmciOnsiJGlkIjoiMjA2OCIsIlRvcCI6MC4wLCJMZWZ0IjowLjAsIlJpZ2h0IjowLjAsIkJvdHRvbSI6MC4wfSwiQmFja2dyb3VuZCI6eyIkaWQiOiIyMDY5IiwiQ29sb3IiOnsiJGlkIjoiMjA3MCIsIkEiOjAsIlIiOjAsIkciOjAsIkIiOjB9fSwiSXNWaXNpYmxlIjp0cnVlLCJXaWR0aCI6MC4wLCJIZWlnaHQiOjAuMCwiQm9yZGVyU3R5bGUiOm51bGwsIlBhcmVudFN0eWxlIjpudWxsfSwiSG9yaXpvbnRhbENvbm5lY3RvclN0eWxlIjp7IiRpZCI6IjIwNzEiLCJMaW5lQ29sb3IiOnsiJGlkIjoiMjA3MiIsIiR0eXBlIjoiTkxSRS5Db21tb24uRG9tLlNvbGlkQ29sb3JCcnVzaCwgTkxSRS5Db21tb24iLCJDb2xvciI6eyIkaWQiOiIyMDczIiwiQSI6MjU1LCJSIjoyMDQsIkciOjIwNCwiQiI6MjA0fX0sIkxpbmVXZWlnaHQiOjEuMCwiTGluZVR5cGUiOjAsIlBhcmVudFN0eWxlIjpudWxsfSwiVmVydGljYWxDb25uZWN0b3JTdHlsZSI6eyIkaWQiOiIyMDc0IiwiTGluZUNvbG9yIjp7IiRpZCI6IjIwNzUiLCIkdHlwZSI6Ik5MUkUuQ29tbW9uLkRvbS5Tb2xpZENvbG9yQnJ1c2gsIE5MUkUuQ29tbW9uIiwiQ29sb3IiOnsiJGlkIjoiMjA3NiIsIkEiOjI1NSwiUiI6MjA0LCJHIjoyMDQsIkIiOjIwNH19LCJMaW5lV2VpZ2h0IjowLjAsIkxpbmVUeXBlIjowLCJQYXJlbnRTdHlsZSI6bnVsbH0sIk1hcmdpbiI6bnVsbCwiU3RhcnREYXRlUG9zaXRpb24iOjYsIkVuZERhdGVQb3NpdGlvbiI6NiwiRGF0ZUlzVmlzaWJsZSI6ZmFsc2UsIlRpdGxlUG9zaXRpb24iOjIsIkR1cmF0aW9uUG9zaXRpb24iOjYsIlBlcmNlbnRhZ2VDb21wbGV0ZWRQb3NpdGlvbiI6NiwiU3BhY2luZyI6MywiSXNCZWxvd1RpbWViYW5kIjp0cnVlLCJQZXJjZW50YWdlQ29tcGxldGVTaGFwZU9wYWNpdHkiOjM1LCJCYXNlbGluZVN0eWxlIjp7IiRpZCI6IjIwNzciLCJTaGFwZVN0eWxlIjp7IiRpZCI6IjIwNzgiLCJNYXJnaW4iOnsiJGlkIjoiMjA3OSIsIlRvcCI6MC4wLCJMZWZ0IjowLjAsIlJpZ2h0IjowLjAsIkJvdHRvbSI6MC4wfSwiUGFkZGluZyI6eyIkaWQiOiIyMDgwIiwiVG9wIjowLjAsIkxlZnQiOjAuMCwiUmlnaHQiOjAuMCwiQm90dG9tIjowLjB9LCJCYWNrZ3JvdW5kIjp7IiRpZCI6IjIwODEiLCJDb2xvciI6eyIkaWQiOiIyMDgyIiwiQSI6MTUzLCJSIjowLCJHIjowLCJCIjowfX0sIklzVmlzaWJsZSI6dHJ1ZSwiV2lkdGgiOjAuMCwiSGVpZ2h0IjowLjAsIkJvcmRlclN0eWxlIjp7IiRpZCI6IjIwODMiLCJMaW5lQ29sb3IiOm51bGwsIkxpbmVXZWlnaHQiOjAuMCwiTGluZVR5cGUiOjAsIlBhcmVudFN0eWxlIjpudWxsfSwiUGFyZW50U3R5bGUiOm51bGx9LCJNYXJnaW4iOnsiJGlkIjoiMjA4NCIsIlRvcCI6MC4wLCJMZWZ0IjowLjAsIlJpZ2h0IjowLjAsIkJvdHRvbSI6MC4wfSwiUGFkZGluZyI6eyIkaWQiOiIyMDg1IiwiVG9wIjowLjAsIkxlZnQiOjAuMCwiUmlnaHQiOjAuMCwiQm90dG9tIjowLjB9LCJCYWNrZ3JvdW5kIjpudWxsLCJJc1Zpc2libGUiOnRydWUsIldpZHRoIjowLjAsIkhlaWdodCI6MC4wLCJCb3JkZXJTdHlsZSI6bnVsbCwiUGFyZW50U3R5bGUiOm51bGx9LCJTaGFwZVN0eWxlIjp7IiRpZCI6IjIwODYiLCJNYXJnaW4iOnsiJGlkIjoiMjA4NyIsIlRvcCI6MC4wLCJMZWZ0Ijo0LjAsIlJpZ2h0Ijo0LjAsIkJvdHRvbSI6MC4wfSwiUGFkZGluZyI6eyIkaWQiOiIyMDg4IiwiVG9wIjowLjAsIkxlZnQiOjAuMCwiUmlnaHQiOjAuMCwiQm90dG9tIjowLjB9LCJCYWNrZ3JvdW5kIjp7IiRpZCI6IjIwODkiLCJDb2xvciI6eyIkaWQiOiIyMDkwIiwiQSI6MjU1LCJSIjo4LCJHIjo0OSwiQiI6NDJ9fSwiSXNWaXNpYmxlIjp0cnVlLCJXaWR0aCI6MTMxLjkyNzc5NTQxMDE1NjI1LCJIZWlnaHQiOjE2LjAsIkJvcmRlclN0eWxlIjp7IiRpZCI6IjIwOTEiLCJMaW5lQ29sb3IiOnsiJGlkIjoiMjA5MiIsIiR0eXBlIjoiTkxSRS5Db21tb24uRG9tLlNvbGlkQ29sb3JCcnVzaCwgTkxSRS5Db21tb24iLCJDb2xvciI6eyIkaWQiOiIyMDkzIiwiQSI6MjU1LCJSIjoyMzQsIkciOjIyLCJCIjozMH19LCJMaW5lV2VpZ2h0IjowLjAsIkxpbmVUeXBlIjowLCJQYXJlbnRTdHlsZSI6bnVsbH0sIlBhcmVudFN0eWxlIjpudWxsfSwiVGl0bGVTdHlsZSI6eyIkaWQiOiIyMDk0IiwiRm9udFNldHRpbmdzIjp7IiRpZCI6IjIwOTUiLCJGb250U2l6ZSI6MTEsIkZvbnROYW1lIjoiQm9laHJpbmdlciBGb3J3YXJkIFRleHQiLCJJc0JvbGQiOmZhbHNlLCJJc0l0YWxpYyI6ZmFsc2UsIklzVW5kZXJsaW5lZCI6ZmFsc2UsIlBhcmVudFN0eWxlIjpudWxsfSwiQXV0b1NpemUiOjAsIkZvcmVncm91bmQiOnsiJGlkIjoiMjA5NiIsIkNvbG9yIjp7IiRpZCI6IjIwOTciLCJBIjoyNTUsIlIiOjI1NSwiRyI6MjU1LCJCIjoyNTV9fSwiTWF4V2lkdGgiOjIwMC4wLCJNYXhIZWlnaHQiOiJJbmZpbml0eSIsIlNtYXJ0Rm9yZWdyb3VuZElzQWN0aXZlIjpmYWxzZSwiSG9yaXpvbnRhbEFsaWdubWVudCI6MSwiVmVydGljYWxBbGlnbm1lbnQiOjAsIlNtYXJ0Rm9yZWdyb3VuZCI6bnVsbCwiQmFja2dyb3VuZEZpbGxUeXBlIjowLCJNYXJnaW4iOnsiJGlkIjoiMjA5OCIsIlRvcCI6MC4wLCJMZWZ0IjowLjAsIlJpZ2h0IjowLjAsIkJvdHRvbSI6MC4wfSwiUGFkZGluZyI6eyIkaWQiOiIyMDk5IiwiVG9wIjowLjAsIkxlZnQiOjAuMCwiUmlnaHQiOjAuMCwiQm90dG9tIjowLjB9LCJCYWNrZ3JvdW5kIjp7IiRpZCI6IjIxMDAiLCJDb2xvciI6eyIkaWQiOiIyMTAxIiwiQSI6MCwiUiI6MjU1LCJHIjoyNTUsIkIiOjI1NX19LCJJc1Zpc2libGUiOnRydWUsIldpZHRoIjowLjAsIkhlaWdodCI6MC4wLCJCb3JkZXJTdHlsZSI6bnVsbCwiUGFyZW50U3R5bGUiOm51bGx9LCJEYXRlU3R5bGUiOnsiJGlkIjoiMjEwMiIsIkZvbnRTZXR0aW5ncyI6eyIkaWQiOiIyMTAzIiwiRm9udFNpemUiOjEwLCJGb250TmFtZSI6IkNhbGlicmkiLCJJc0JvbGQiOmZhbHNlLCJJc0l0YWxpYyI6ZmFsc2UsIklzVW5kZXJsaW5lZCI6ZmFsc2UsIlBhcmVudFN0eWxlIjpudWxsfSwiQXV0b1NpemUiOjAsIkZvcmVncm91bmQiOnsiJGlkIjoiMjEwNCIsIkNvbG9yIjp7IiRpZCI6IjIxMDU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IxMDYiLCJUb3AiOjAuMCwiTGVmdCI6MC4wLCJSaWdodCI6MC4wLCJCb3R0b20iOjAuMH0sIlBhZGRpbmciOnsiJGlkIjoiMjEwNyIsIlRvcCI6MC4wLCJMZWZ0IjowLjAsIlJpZ2h0IjowLjAsIkJvdHRvbSI6MC4wfSwiQmFja2dyb3VuZCI6eyIkaWQiOiIyMTA4IiwiQ29sb3IiOnsiJGlkIjoiMjEwOSIsIkEiOjAsIlIiOjI1NSwiRyI6MjU1LCJCIjoyNTV9fSwiSXNWaXNpYmxlIjp0cnVlLCJXaWR0aCI6MC4wLCJIZWlnaHQiOjAuMCwiQm9yZGVyU3R5bGUiOm51bGwsIlBhcmVudFN0eWxlIjpudWxsfSwiRGF0ZUZvcm1hdCI6eyIkaWQiOiIyMTEw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xMTEiLCJGb3JtYXQiOjAsIklzVmlzaWJsZSI6ZmFsc2UsIkxhc3RLbm93blZpc2liaWxpdHlTdGF0ZSI6ZmFsc2V9LCJJc1Zpc2libGUiOnRydWUsIlBhcmVudFN0eWxlIjpudWxsLCJfZXhwbGljaXRseVNldCI6eyIkaWQiOiIyMTEyIiwiU2hhcGVTdHlsZSI6ZmFsc2UsIlRpdGxlU3R5bGUiOmZhbHNlLCJEYXR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TcGFjaW5nIjpmYWxzZSwiSXNCZWxvd1RpbWViYW5kIjpmYWxzZSwiRGF0ZUZvcm1hdCI6ZmFsc2UsIldlZWtOdW1iZXJpbmciOmZhbHNlLCJJc1Zpc2libGUiOmZhbHNlfX0sIkRlZmF1bHRTd2ltbGFuZU1vdFN0eWxlIjp7IiRpZCI6IjIxMTMiLCJTaGFwZSI6MTQsIkNvbm5lY3Rvck1hcmdpbiI6eyIkaWQiOiIyMTE0IiwiVG9wIjowLjAsIkxlZnQiOjIuMCwiUmlnaHQiOjIuMCwiQm90dG9tIjowLjB9LCJDb25uZWN0b3JTdHlsZSI6eyIkaWQiOiIyMTE1IiwiTGluZUNvbG9yIjp7IiRpZCI6IjIxMTYiLCIkdHlwZSI6Ik5MUkUuQ29tbW9uLkRvbS5Tb2xpZENvbG9yQnJ1c2gsIE5MUkUuQ29tbW9uIiwiQ29sb3IiOnsiJGlkIjoiMjExNyIsIkEiOjEyNywiUiI6MCwiRyI6MjI4LCJCIjoxMjR9fSwiTGluZVdlaWdodCI6MS4wLCJMaW5lVHlwZSI6MCwiUGFyZW50U3R5bGUiOm51bGx9LCJJc0JlbG93VGltZWJhbmQiOnRydWUsIlBvc2l0aW9uT25UYXNrIjoyLCJIaWRlRGF0ZSI6ZmFsc2UsIlNoYXBlU2l6ZSI6MCwiU3BhY2luZyI6MC4wLCJQYWRkaW5nIjp7IiRpZCI6IjIxMTgiLCJUb3AiOjUuMCwiTGVmdCI6My4wLCJSaWdodCI6MC4wLCJCb3R0b20iOjIuMH0sIlNoYXBlU3R5bGUiOnsiJGlkIjoiMjExOSIsIk1hcmdpbiI6eyIkaWQiOiIyMTIwIiwiVG9wIjowLjAsIkxlZnQiOjAuMCwiUmlnaHQiOjAuMCwiQm90dG9tIjowLjB9LCJQYWRkaW5nIjp7IiRpZCI6IjIxMjEiLCJUb3AiOjAuMCwiTGVmdCI6MC4wLCJSaWdodCI6MC4wLCJCb3R0b20iOjAuMH0sIkJhY2tncm91bmQiOnsiJGlkIjoiMjEyMiIsIkNvbG9yIjp7IiRpZCI6IjIxMjMiLCJBIjoyNTUsIlIiOjAsIkciOjIyOCwiQiI6MTI0fX0sIklzVmlzaWJsZSI6dHJ1ZSwiV2lkdGgiOjEyLjAsIkhlaWdodCI6MTQuMCwiQm9yZGVyU3R5bGUiOnsiJGlkIjoiMjEyNCIsIkxpbmVDb2xvciI6eyIkaWQiOiIyMTI1IiwiJHR5cGUiOiJOTFJFLkNvbW1vbi5Eb20uU29saWRDb2xvckJydXNoLCBOTFJFLkNvbW1vbiIsIkNvbG9yIjp7IiRpZCI6IjIxMjYiLCJBIjoyNTUsIlIiOjIzNCwiRyI6MjIsIkIiOjMwfX0sIkxpbmVXZWlnaHQiOjAuMCwiTGluZVR5cGUiOjAsIlBhcmVudFN0eWxlIjpudWxsfSwiUGFyZW50U3R5bGUiOm51bGx9LCJUaXRsZVN0eWxlIjp7IiRpZCI6IjIxMjciLCJGb250U2V0dGluZ3MiOnsiJGlkIjoiMjEyOCIsIkZvbnRTaXplIjoxMSwiRm9udE5hbWUiOiJCb2VocmluZ2VyIEZvcndhcmQgVGV4dCIsIklzQm9sZCI6dHJ1ZSwiSXNJdGFsaWMiOmZhbHNlLCJJc1VuZGVybGluZWQiOmZhbHNlLCJQYXJlbnRTdHlsZSI6bnVsbH0sIkF1dG9TaXplIjowLCJGb3JlZ3JvdW5kIjp7IiRpZCI6IjIxMjkiLCJDb2xvciI6eyIkaWQiOiIyMTMwIiwiQSI6MjU1LCJSIjo4LCJHIjo0OSwiQiI6NDJ9fSwiTWF4V2lkdGgiOjIwMC4wLCJNYXhIZWlnaHQiOiJJbmZpbml0eSIsIlNtYXJ0Rm9yZWdyb3VuZElzQWN0aXZlIjpmYWxzZSwiSG9yaXpvbnRhbEFsaWdubWVudCI6MSwiVmVydGljYWxBbGlnbm1lbnQiOjAsIlNtYXJ0Rm9yZWdyb3VuZCI6bnVsbCwiQmFja2dyb3VuZEZpbGxUeXBlIjowLCJNYXJnaW4iOnsiJGlkIjoiMjEzMSIsIlRvcCI6MC4wLCJMZWZ0IjowLjAsIlJpZ2h0IjowLjAsIkJvdHRvbSI6MC4wfSwiUGFkZGluZyI6eyIkaWQiOiIyMTMyIiwiVG9wIjowLjAsIkxlZnQiOjAuMCwiUmlnaHQiOjAuMCwiQm90dG9tIjowLjB9LCJCYWNrZ3JvdW5kIjp7IiRpZCI6IjIxMzMiLCJDb2xvciI6eyIkaWQiOiIyMTM0IiwiQSI6MCwiUiI6MjU1LCJHIjoyNTUsIkIiOjI1NX19LCJJc1Zpc2libGUiOnRydWUsIldpZHRoIjowLjAsIkhlaWdodCI6MC4wLCJCb3JkZXJTdHlsZSI6bnVsbCwiUGFyZW50U3R5bGUiOm51bGx9LCJEYXRlU3R5bGUiOnsiJGlkIjoiMjEzNSIsIkZvbnRTZXR0aW5ncyI6eyIkaWQiOiIyMTM2IiwiRm9udFNpemUiOjEwLCJGb250TmFtZSI6IkJvZWhyaW5nZXIgRm9yd2FyZCBUZXh0IiwiSXNCb2xkIjpmYWxzZSwiSXNJdGFsaWMiOmZhbHNlLCJJc1VuZGVybGluZWQiOmZhbHNlLCJQYXJlbnRTdHlsZSI6bnVsbH0sIkF1dG9TaXplIjowLCJGb3JlZ3JvdW5kIjp7IiRpZCI6IjIxMzciLCJDb2xvciI6eyIkaWQiOiIyMTM4IiwiQSI6MjU1LCJSIjoyNTUsIkciOjI1NSwiQiI6MjU1fX0sIk1heFdpZHRoIjoyMDAuMCwiTWF4SGVpZ2h0IjoiSW5maW5pdHkiLCJTbWFydEZvcmVncm91bmRJc0FjdGl2ZSI6ZmFsc2UsIkhvcml6b250YWxBbGlnbm1lbnQiOjIsIlZlcnRpY2FsQWxpZ25tZW50IjowLCJTbWFydEZvcmVncm91bmQiOm51bGwsIkJhY2tncm91bmRGaWxsVHlwZSI6MCwiTWFyZ2luIjp7IiRpZCI6IjIxMzkiLCJUb3AiOjAuMCwiTGVmdCI6MC4wLCJSaWdodCI6MC4wLCJCb3R0b20iOjAuMH0sIlBhZGRpbmciOnsiJGlkIjoiMjE0MCIsIlRvcCI6MC4wLCJMZWZ0IjowLjAsIlJpZ2h0IjowLjAsIkJvdHRvbSI6MC4wfSwiQmFja2dyb3VuZCI6eyIkaWQiOiIyMTQxIiwiQ29sb3IiOnsiJGlkIjoiMjE0MiIsIkEiOjAsIlIiOjI1NSwiRyI6MjU1LCJCIjoyNTV9fSwiSXNWaXNpYmxlIjpmYWxzZSwiV2lkdGgiOjAuMCwiSGVpZ2h0IjowLjAsIkJvcmRlclN0eWxlIjpudWxsLCJQYXJlbnRTdHlsZSI6bnVsbH0sIkRhdGVGb3JtYXQiOnsiJGlkIjoiMjE0My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MTQ0IiwiRm9ybWF0IjowLCJJc1Zpc2libGUiOmZhbHNlLCJMYXN0S25vd25WaXNpYmlsaXR5U3RhdGUiOmZhbHNlfSwiSXNWaXNpYmxlIjp0cnVlLCJQYXJlbnRTdHlsZSI6bnVsbH0sIkRlZmF1bHRTd2ltbGFuZU1pbGVzdG9uZVN0eWxlIjp7IiRpZCI6IjIxNDUiLCJUaXRsZVBvc2l0aW9uIjoiTGVmdCIsIkRhdGVQb3NpdGlvbiI6IkxlZnQiLCJTaGFwZVR5cGUiOjIsIlNoYXBlU2l6ZSI6MSwiU3BhY2luZyI6NSwiU2hhcGVTdHlsZSI6eyIkaWQiOiIyMTQ2IiwiTWFyZ2luIjp7IiRpZCI6IjIxNDciLCJUb3AiOjAuMCwiTGVmdCI6MC4wLCJSaWdodCI6MC4wLCJCb3R0b20iOjAuMH0sIlBhZGRpbmciOnsiJGlkIjoiMjE0OCIsIlRvcCI6MC4wLCJMZWZ0IjowLjAsIlJpZ2h0IjowLjAsIkJvdHRvbSI6MC4wfSwiQmFja2dyb3VuZCI6eyIkaWQiOiIyMTQ5IiwiQ29sb3IiOnsiJGlkIjoiMjE1MCIsIkEiOjI1NSwiUiI6MTk3LCJHIjoxOTUsIkIiOjIzOH19LCJJc1Zpc2libGUiOnRydWUsIldpZHRoIjoxMy4wLCJIZWlnaHQiOjEzLjAsIkJvcmRlclN0eWxlIjp7IiRpZCI6IjIxNTEiLCJMaW5lQ29sb3IiOnsiJGlkIjoiMjE1MiIsIiR0eXBlIjoiTkxSRS5Db21tb24uRG9tLlNvbGlkQ29sb3JCcnVzaCwgTkxSRS5Db21tb24iLCJDb2xvciI6eyIkaWQiOiIyMTUzIiwiQSI6MjU1LCJSIjoyMzQsIkciOjIyLCJCIjozMH19LCJMaW5lV2VpZ2h0IjowLjAsIkxpbmVUeXBlIjowLCJQYXJlbnRTdHlsZSI6bnVsbH0sIlBhcmVudFN0eWxlIjpudWxsfSwiVGl0bGVTdHlsZSI6eyIkaWQiOiIyMTU0IiwiRm9udFNldHRpbmdzIjp7IiRpZCI6IjIxNTUiLCJGb250U2l6ZSI6MTEsIkZvbnROYW1lIjoiQm9laHJpbmdlciBGb3J3YXJkIFRleHQiLCJJc0JvbGQiOnRydWUsIklzSXRhbGljIjpmYWxzZSwiSXNVbmRlcmxpbmVkIjpmYWxzZSwiUGFyZW50U3R5bGUiOm51bGx9LCJBdXRvU2l6ZSI6MCwiRm9yZWdyb3VuZCI6eyIkaWQiOiIyMTU2IiwiQ29sb3IiOnsiJGlkIjoiMjE1NyIsIkEiOjI1NSwiUiI6MjU1LCJHIjoyNTUsIkIiOjI1NX19LCJNYXhXaWR0aCI6MjAwLjAsIk1heEhlaWdodCI6IkluZmluaXR5IiwiU21hcnRGb3JlZ3JvdW5kSXNBY3RpdmUiOmZhbHNlLCJIb3Jpem9udGFsQWxpZ25tZW50IjowLCJWZXJ0aWNhbEFsaWdubWVudCI6MCwiU21hcnRGb3JlZ3JvdW5kIjpudWxsLCJCYWNrZ3JvdW5kRmlsbFR5cGUiOjAsIk1hcmdpbiI6eyIkaWQiOiIyMTU4IiwiVG9wIjowLjAsIkxlZnQiOjAuMCwiUmlnaHQiOjAuMCwiQm90dG9tIjowLjB9LCJQYWRkaW5nIjp7IiRpZCI6IjIxNTkiLCJUb3AiOjAuMCwiTGVmdCI6MC4wLCJSaWdodCI6MC4wLCJCb3R0b20iOjAuMH0sIkJhY2tncm91bmQiOnsiJGlkIjoiMjE2MCIsIkNvbG9yIjp7IiRpZCI6IjIxNjEiLCJBIjowLCJSIjowLCJHIjowLCJCIjowfX0sIklzVmlzaWJsZSI6dHJ1ZSwiV2lkdGgiOjAuMCwiSGVpZ2h0IjowLjAsIkJvcmRlclN0eWxlIjpudWxsLCJQYXJlbnRTdHlsZSI6bnVsbH0sIkRhdGVTdHlsZSI6eyIkaWQiOiIyMTYyIiwiRm9udFNldHRpbmdzIjp7IiRpZCI6IjIxNjMiLCJGb250U2l6ZSI6MTAsIkZvbnROYW1lIjoiQm9laHJpbmdlciBGb3J3YXJkIFRleHQiLCJJc0JvbGQiOmZhbHNlLCJJc0l0YWxpYyI6ZmFsc2UsIklzVW5kZXJsaW5lZCI6ZmFsc2UsIlBhcmVudFN0eWxlIjpudWxsfSwiQXV0b1NpemUiOjAsIkZvcmVncm91bmQiOnsiJGlkIjoiMjE2NCIsIkNvbG9yIjp7IiRpZCI6IjIxNjUiLCJBIjoyNTUsIlIiOjI1NSwiRyI6MjU1LCJCIjoyNTV9fSwiTWF4V2lkdGgiOjIwMC4wLCJNYXhIZWlnaHQiOiJJbmZpbml0eSIsIlNtYXJ0Rm9yZWdyb3VuZElzQWN0aXZlIjpmYWxzZSwiSG9yaXpvbnRhbEFsaWdubWVudCI6MCwiVmVydGljYWxBbGlnbm1lbnQiOjAsIlNtYXJ0Rm9yZWdyb3VuZCI6bnVsbCwiQmFja2dyb3VuZEZpbGxUeXBlIjowLCJNYXJnaW4iOnsiJGlkIjoiMjE2NiIsIlRvcCI6MC4wLCJMZWZ0IjowLjAsIlJpZ2h0IjowLjAsIkJvdHRvbSI6MC4wfSwiUGFkZGluZyI6eyIkaWQiOiIyMTY3IiwiVG9wIjowLjAsIkxlZnQiOjAuMCwiUmlnaHQiOjAuMCwiQm90dG9tIjowLjB9LCJCYWNrZ3JvdW5kIjp7IiRpZCI6IjIxNjgiLCJDb2xvciI6eyIkaWQiOiIyMTY5IiwiQSI6MCwiUiI6MCwiRyI6MCwiQiI6MH19LCJJc1Zpc2libGUiOmZhbHNlLCJXaWR0aCI6MC4wLCJIZWlnaHQiOjAuMCwiQm9yZGVyU3R5bGUiOm51bGwsIlBhcmVudFN0eWxlIjpudWxsfSwiRGF0ZUZvcm1hdCI6eyIkaWQiOiIyMTcw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xNzEiLCJGb3JtYXQiOjAsIklzVmlzaWJsZSI6ZmFsc2UsIkxhc3RLbm93blZpc2liaWxpdHlTdGF0ZSI6ZmFsc2V9LCJJc1Zpc2libGUiOnRydWUsIlBhcmVudFN0eWxlIjpudWxsfSwiRGVmYXVsdFN3aW1sYW5lQWN0aXZpdHlTdHlsZSI6eyIkaWQiOiIyMTcyIiwiSGVhZGVyU3R5bGUiOnsiJGlkIjoiMjE3MyIsIlRleHRTdHlsZSI6eyIkaWQiOiIyMTc0IiwiRm9udFNldHRpbmdzIjp7IiRpZCI6IjIxNzUiLCJGb250U2l6ZSI6MTEsIkZvbnROYW1lIjoiQ2FsaWJyaSIsIklzQm9sZCI6ZmFsc2UsIklzSXRhbGljIjpmYWxzZSwiSXNVbmRlcmxpbmVkIjpmYWxzZSwiUGFyZW50U3R5bGUiOm51bGx9LCJBdXRvU2l6ZSI6MiwiRm9yZWdyb3VuZCI6eyIkaWQiOiIyMTc2IiwiQ29sb3IiOnsiJGlkIjoiMjE3NyIsIkEiOjI1NSwiUiI6MCwiRyI6MCwiQiI6MH19LCJNYXhXaWR0aCI6MC4wLCJNYXhIZWlnaHQiOiJJbmZpbml0eSIsIlNtYXJ0Rm9yZWdyb3VuZElzQWN0aXZlIjpmYWxzZSwiSG9yaXpvbnRhbEFsaWdubWVudCI6MCwiVmVydGljYWxBbGlnbm1lbnQiOjAsIlNtYXJ0Rm9yZWdyb3VuZCI6bnVsbCwiQmFja2dyb3VuZEZpbGxUeXBlIjowLCJNYXJnaW4iOnsiJGlkIjoiMjE3OCIsIlRvcCI6MC4wLCJMZWZ0IjowLjAsIlJpZ2h0IjowLjAsIkJvdHRvbSI6MC4wfSwiUGFkZGluZyI6eyIkaWQiOiIyMTc5IiwiVG9wIjowLjAsIkxlZnQiOjAuMCwiUmlnaHQiOjAuMCwiQm90dG9tIjowLjB9LCJCYWNrZ3JvdW5kIjp7IiRpZCI6IjIxODAiLCJDb2xvciI6eyIkaWQiOiIyMTgxIiwiQSI6MCwiUiI6MjU1LCJHIjoyNTUsIkIiOjI1NX19LCJJc1Zpc2libGUiOnRydWUsIldpZHRoIjowLjAsIkhlaWdodCI6MC4wLCJCb3JkZXJTdHlsZSI6bnVsbCwiUGFyZW50U3R5bGUiOm51bGx9LCJSZWN0YW5nbGVTdHlsZSI6eyIkaWQiOiIyMTgyIiwiTWFyZ2luIjp7IiRpZCI6IjIxODMiLCJUb3AiOjAuMCwiTGVmdCI6MC4wLCJSaWdodCI6MC4wLCJCb3R0b20iOjAuMH0sIlBhZGRpbmciOnsiJGlkIjoiMjE4NCIsIlRvcCI6MC4wLCJMZWZ0IjowLjAsIlJpZ2h0IjowLjAsIkJvdHRvbSI6MC4wfSwiQmFja2dyb3VuZCI6eyIkaWQiOiIyMTg1IiwiQ29sb3IiOnsiJGlkIjoiMjE4NiIsIkEiOjYzLCJSIjoxOTcsIkciOjE5NSwiQiI6MjM4fX0sIklzVmlzaWJsZSI6dHJ1ZSwiV2lkdGgiOjAuMCwiSGVpZ2h0IjowLjAsIkJvcmRlclN0eWxlIjp7IiRpZCI6IjIxODciLCJMaW5lQ29sb3IiOnsiJGlkIjoiMjE4OCIsIiR0eXBlIjoiTkxSRS5Db21tb24uRG9tLlNvbGlkQ29sb3JCcnVzaCwgTkxSRS5Db21tb24iLCJDb2xvciI6eyIkaWQiOiIyMTg5IiwiQSI6MjU1LCJSIjoyNTUsIkciOjAsIkIiOjB9fSwiTGluZVdlaWdodCI6MC4wLCJMaW5lVHlwZSI6MCwiUGFyZW50U3R5bGUiOm51bGx9LCJQYXJlbnRTdHlsZSI6bnVsbH0sIk1hcmdpbiI6eyIkaWQiOiIyMTkwIiwiVG9wIjowLjAsIkxlZnQiOjAuMCwiUmlnaHQiOjAuMCwiQm90dG9tIjowLjB9LCJQYWRkaW5nIjp7IiRpZCI6IjIxOTEiLCJUb3AiOjAuMCwiTGVmdCI6MC4wLCJSaWdodCI6MC4wLCJCb3R0b20iOjAuMH0sIkJhY2tncm91bmQiOm51bGwsIklzVmlzaWJsZSI6dHJ1ZSwiV2lkdGgiOjAuMCwiSGVpZ2h0IjowLjAsIkJvcmRlclN0eWxlIjpudWxsLCJQYXJlbnRTdHlsZSI6bnVsbH0sIkJhY2tncm91bmRTdHlsZSI6eyIkaWQiOiIyMTkyIiwiTWFyZ2luIjp7IiRpZCI6IjIxOTMiLCJUb3AiOjAuMCwiTGVmdCI6MC4wLCJSaWdodCI6MC4wLCJCb3R0b20iOjAuMH0sIlBhZGRpbmciOnsiJGlkIjoiMjE5NCIsIlRvcCI6MC4wLCJMZWZ0IjowLjAsIlJpZ2h0IjowLjAsIkJvdHRvbSI6MC4wfSwiQmFja2dyb3VuZCI6eyIkcmVmIjoiMjA0OSJ9LCJJc1Zpc2libGUiOnRydWUsIldpZHRoIjowLjAsIkhlaWdodCI6MC4wLCJCb3JkZXJTdHlsZSI6eyIkaWQiOiIyMTk1IiwiTGluZUNvbG9yIjp7IiRpZCI6IjIxOTYiLCIkdHlwZSI6Ik5MUkUuQ29tbW9uLkRvbS5Tb2xpZENvbG9yQnJ1c2gsIE5MUkUuQ29tbW9uIiwiQ29sb3IiOnsiJGlkIjoiMjE5NyIsIkEiOjI1NSwiUiI6MjM0LCJHIjoyMiwiQiI6MzB9fSwiTGluZVdlaWdodCI6MC4wLCJMaW5lVHlwZSI6MCwiUGFyZW50U3R5bGUiOm51bGx9LCJQYXJlbnRTdHlsZSI6bnVsbH0sIk1hcmdpbiI6eyIkaWQiOiIyMTk4IiwiVG9wIjowLjAsIkxlZnQiOjAuMCwiUmlnaHQiOjAuMCwiQm90dG9tIjowLjB9LCJQYWRkaW5nIjp7IiRpZCI6IjIxOTkiLCJUb3AiOjAuMCwiTGVmdCI6MC4wLCJSaWdodCI6MC4wLCJCb3R0b20iOjAuMH0sIklzVmlzaWJsZSI6dHJ1ZSwiV2lkdGgiOjAuMCwiSGVpZ2h0IjowLjAsIkJvcmRlclN0eWxlIjpudWxsLCJQYXJlbnRTdHlsZSI6bnVsbH0sIk1hcmdpbiI6eyIkaWQiOiIyMjAwIiwiVG9wIjowLjAsIkxlZnQiOjAuMCwiUmlnaHQiOjAuMCwiQm90dG9tIjowLjB9LCJQYWRkaW5nIjp7IiRpZCI6IjIyMDEiLCJUb3AiOjAuMCwiTGVmdCI6MC4wLCJSaWdodCI6MC4wLCJCb3R0b20iOjAuMH0sIklzVmlzaWJsZSI6dHJ1ZSwiV2lkdGgiOjAuMCwiSGVpZ2h0IjowLjAsIkJvcmRlclN0eWxlIjp7IiRpZCI6IjIyMDIiLCJMaW5lQ29sb3IiOm51bGwsIkxpbmVXZWlnaHQiOjAuMCwiTGluZVR5cGUiOjAsIlBhcmVudFN0eWxlIjpudWxsfSwiUGFyZW50U3R5bGUiOm51bGx9fSx7IiRpZCI6IjIyMDMiLCJfYWN0aXZpdGllcyI6W3siJGlkIjoiMjIwNCIsIl9yb3dzIjpbeyIkaWQiOiIyMjA1IiwiX3Rhc2tzIjpbeyIkaWQiOiIyMjA2IiwiX2F0dGFjaGVkTWlsZXN0b25lcyI6W3siJGlkIjoiMjIwNyIsIkRhdGUiOiIyMDI1LTEwLTAyVDA4OjAwOjAwIiwiU3R5bGUiOnsiJGlkIjoiMjIwOCIsIlNoYXBlIjoxNCwiQ29ubmVjdG9yTWFyZ2luIjp7IiRpZCI6IjIyMDkiLCJUb3AiOjAuMCwiTGVmdCI6Mi4wLCJSaWdodCI6Mi4wLCJCb3R0b20iOjAuMH0sIkNvbm5lY3RvclN0eWxlIjp7IiRpZCI6IjIyMTAiLCJMaW5lQ29sb3IiOnsiJGlkIjoiMjIxMSIsIiR0eXBlIjoiTkxSRS5Db21tb24uRG9tLlNvbGlkQ29sb3JCcnVzaCwgTkxSRS5Db21tb24iLCJDb2xvciI6eyIkaWQiOiIyMjEyIiwiQSI6MTI3LCJSIjowLCJHIjoyMjgsIkIiOjEyNH19LCJMaW5lV2VpZ2h0IjoxLjAsIkxpbmVUeXBlIjowLCJQYXJlbnRTdHlsZSI6bnVsbH0sIklzQmVsb3dUaW1lYmFuZCI6dHJ1ZSwiUG9zaXRpb25PblRhc2siOjIsIkhpZGVEYXRlIjpmYWxzZSwiU2hhcGVTaXplIjowLCJTcGFjaW5nIjowLjAsIlBhZGRpbmciOnsiJHJlZiI6IjE3NjkifSwiU2hhcGVTdHlsZSI6eyIkaWQiOiIyMjEzIiwiTWFyZ2luIjp7IiRyZWYiOiI3NSJ9LCJQYWRkaW5nIjp7IiRyZWYiOiI3NiJ9LCJCYWNrZ3JvdW5kIjp7IiRpZCI6IjIyMTQiLCJDb2xvciI6eyIkaWQiOiIyMjE1IiwiQSI6MjU1LCJSIjowLCJHIjoyMjgsIkIiOjEyNH19LCJJc1Zpc2libGUiOnRydWUsIldpZHRoIjoxMi4wLCJIZWlnaHQiOjE0LjAsIkJvcmRlclN0eWxlIjp7IiRpZCI6IjIyMTYiLCJMaW5lQ29sb3IiOnsiJHJlZiI6IjE3NzQifSwiTGluZVdlaWdodCI6MS41LCJMaW5lVHlwZSI6MCwiUGFyZW50U3R5bGUiOm51bGx9LCJQYXJlbnRTdHlsZSI6bnVsbH0sIlRpdGxlU3R5bGUiOnsiJGlkIjoiMjIxNyIsIkZvbnRTZXR0aW5ncyI6eyIkaWQiOiIyMjE4IiwiRm9udFNpemUiOjExLCJGb250TmFtZSI6IkJvZWhyaW5nZXIgRm9yd2FyZCBUZXh0IiwiSXNCb2xkIjp0cnVlLCJJc0l0YWxpYyI6ZmFsc2UsIklzVW5kZXJsaW5lZCI6ZmFsc2UsIlBhcmVudFN0eWxlIjpudWxsfSwiQXV0b1NpemUiOjAsIkZvcmVncm91bmQiOnsiJGlkIjoiMjIxOSIsIkNvbG9yIjp7IiRpZCI6IjIyMjAiLCJBIjoyNTUsIlIiOjgsIkciOjQ5LCJCIjo0Mn19LCJNYXhXaWR0aCI6MjAwLjAsIk1heEhlaWdodCI6IkluZmluaXR5IiwiU21hcnRGb3JlZ3JvdW5kSXNBY3RpdmUiOmZhbHNlLCJIb3Jpem9udGFsQWxpZ25tZW50IjoxLCJWZXJ0aWNhbEFsaWdubWVudCI6MCwiU21hcnRGb3JlZ3JvdW5kIjpudWxsLCJCYWNrZ3JvdW5kRmlsbFR5cGUiOjAsIk1hcmdpbiI6eyIkcmVmIjoiODYifSwiUGFkZGluZyI6eyIkcmVmIjoiODcifSwiQmFja2dyb3VuZCI6eyIkaWQiOiIyMjIxIiwiQ29sb3IiOnsiJGlkIjoiMjIyMiIsIkEiOjAsIlIiOjI1NSwiRyI6MjU1LCJCIjoyNTV9fSwiSXNWaXNpYmxlIjp0cnVlLCJXaWR0aCI6MC4wLCJIZWlnaHQiOjAuMCwiQm9yZGVyU3R5bGUiOnsiJGlkIjoiMjIyMyIsIkxpbmVDb2xvciI6bnVsbCwiTGluZVdlaWdodCI6MC4wLCJMaW5lVHlwZSI6MCwiUGFyZW50U3R5bGUiOm51bGx9LCJQYXJlbnRTdHlsZSI6bnVsbH0sIkRhdGVTdHlsZSI6eyIkaWQiOiIyMjI0IiwiRm9udFNldHRpbmdzIjp7IiRpZCI6IjIyMjUiLCJGb250U2l6ZSI6MTAsIkZvbnROYW1lIjoiQm9laHJpbmdlciBGb3J3YXJkIFRleHQiLCJJc0JvbGQiOmZhbHNlLCJJc0l0YWxpYyI6ZmFsc2UsIklzVW5kZXJsaW5lZCI6ZmFsc2UsIlBhcmVudFN0eWxlIjpudWxsfSwiQXV0b1NpemUiOjAsIkZvcmVncm91bmQiOnsiJGlkIjoiMjIyNiIsIkNvbG9yIjp7IiRpZCI6IjIyMjciLCJBIjoyNTUsIlIiOjI1NSwiRyI6MjU1LCJCIjoyNTV9fSwiTWF4V2lkdGgiOjIwMC4wLCJNYXhIZWlnaHQiOiJJbmZpbml0eSIsIlNtYXJ0Rm9yZWdyb3VuZElzQWN0aXZlIjpmYWxzZSwiSG9yaXpvbnRhbEFsaWdubWVudCI6MiwiVmVydGljYWxBbGlnbm1lbnQiOjAsIlNtYXJ0Rm9yZWdyb3VuZCI6bnVsbCwiQmFja2dyb3VuZEZpbGxUeXBlIjowLCJNYXJnaW4iOnsiJHJlZiI6Ijk0In0sIlBhZGRpbmciOnsiJHJlZiI6Ijk1In0sIkJhY2tncm91bmQiOnsiJGlkIjoiMjIyOCIsIkNvbG9yIjp7IiRpZCI6IjIyMjkiLCJBIjowLCJSIjoyNTUsIkciOjI1NSwiQiI6MjU1fX0sIklzVmlzaWJsZSI6ZmFsc2UsIldpZHRoIjowLjAsIkhlaWdodCI6MC4wLCJCb3JkZXJTdHlsZSI6eyIkaWQiOiIyMjMwIiwiTGluZUNvbG9yIjpudWxsLCJMaW5lV2VpZ2h0IjowLjAsIkxpbmVUeXBlIjowLCJQYXJlbnRTdHlsZSI6bnVsbH0sIlBhcmVudFN0eWxlIjpudWxsfSwiRGF0ZUZvcm1hdCI6eyIkcmVmIjoiMTc5MCJ9LCJXZWVrTnVtYmVyaW5nIjp7IiRpZCI6IjIyMzEiLCJGb3JtYXQiOjAsIklzVmlzaWJsZSI6ZmFsc2UsIkxhc3RLbm93blZpc2liaWxpdHlTdGF0ZSI6ZmFsc2V9LCJJc1Zpc2libGUiOnRydWUsIlBhcmVudFN0eWxlIjpudWxsfSwiSW5kZXgiOjM1LCJQZXJjZW50YWdlQ29tcGxldGUiOm51bGwsIlBvc2l0aW9uIjp7IlJhdGlvIjowLjAsIklzQ3VzdG9tIjpmYWxzZX0sIkRhdGVGb3JtYXQiOnsiJHJlZiI6IjE3OTAifSwiV2Vla051bWJlcmluZyI6eyIkaWQiOiIyMjMyIiwiRm9ybWF0IjowLCJJc1Zpc2libGUiOmZhbHNlLCJMYXN0S25vd25WaXNpYmlsaXR5U3RhdGUiOmZhbHNlfSwiUmVsYXRlZFRhc2tJZCI6IjY2Y2RiYTg2LWI2ZTMtNDUwMS1iZDY2LTBiYTE4NTZlZDQ4YyIsIklkIjoiN2U0OThjN2YtNTQ1ZS00YjA4LTg3MjMtYzVmMjkwMjBlNTZhIiwiSW1wb3J0SWQiOm51bGwsIlRpdGxlIjoibmlTT0QiLCJOb3RlIjpudWxsLCJIeXBlcmxpbmsiOnsiJGlkIjoiMjIzMyIsIkFkZHJlc3MiOiIiLCJTdWJBZGRyZXNzIjoiIn0sIklzQ2hhbmdlZCI6ZmFsc2UsIklzTmV3IjpmYWxzZX1dLCJUYXNrRGVmaW5pdGlvbiI6eyIkaWQiOiIyMjM0IiwiR3JvdXBOYW1lIjpudWxsLCJTdGFydERhdGUiOiIyMDI0LTA5LTExVDIzOjU5OjAwIiwiRW5kRGF0ZSI6IjIwMjUtMTItMTRUMjM6NTk6MDAiLCJQZXJjZW50YWdlQ29tcGxldGUiOm51bGwsIlN0eWxlIjp7IiRpZCI6IjIyMzUiLCJTaGFwZSI6MywiU2hhcGVUaGlja25lc3MiOjMsIkR1cmF0aW9uRm9ybWF0IjowLCJJbmNsdWRlTm9uV29ya2luZ0RheXNJbkR1cmF0aW9uIjpmYWxzZSwiUGVyY2VudGFnZUNvbXBsZXRlU3R5bGUiOnsiJGlkIjoiMjIzNiIsIkZvbnRTZXR0aW5ncyI6eyIkaWQiOiIyMjM3IiwiRm9udFNpemUiOjEwLCJGb250TmFtZSI6IkNhbGlicmkiLCJJc0JvbGQiOmZhbHNlLCJJc0l0YWxpYyI6ZmFsc2UsIklzVW5kZXJsaW5lZCI6ZmFsc2UsIlBhcmVudFN0eWxlIjpudWxsfSwiQXV0b1NpemUiOjAsIkZvcmVncm91bmQiOnsiJHJlZiI6IjEwIn0sIk1heFdpZHRoIjoyMDAuMCwiTWF4SGVpZ2h0IjoiSW5maW5pdHkiLCJTbWFydEZvcmVncm91bmRJc0FjdGl2ZSI6ZmFsc2UsIkhvcml6b250YWxBbGlnbm1lbnQiOjAsIlZlcnRpY2FsQWxpZ25tZW50IjowLCJTbWFydEZvcmVncm91bmQiOm51bGwsIkJhY2tncm91bmRGaWxsVHlwZSI6MCwiTWFyZ2luIjp7IiRyZWYiOiIxMiJ9LCJQYWRkaW5nIjp7IiRyZWYiOiIxMyJ9LCJCYWNrZ3JvdW5kIjp7IiRyZWYiOiIxNCJ9LCJJc1Zpc2libGUiOnRydWUsIldpZHRoIjowLjAsIkhlaWdodCI6MC4wLCJCb3JkZXJTdHlsZSI6eyIkaWQiOiIyMjM4IiwiTGluZUNvbG9yIjpudWxsLCJMaW5lV2VpZ2h0IjowLjAsIkxpbmVUeXBlIjowLCJQYXJlbnRTdHlsZSI6bnVsbH0sIlBhcmVudFN0eWxlIjpudWxsfSwiRHVyYXRpb25TdHlsZSI6eyIkaWQiOiIyMjM5IiwiRm9udFNldHRpbmdzIjp7IiRpZCI6IjIyNDAiLCJGb250U2l6ZSI6MTAsIkZvbnROYW1lIjoiQ2FsaWJyaSIsIklzQm9sZCI6ZmFsc2UsIklzSXRhbGljIjpmYWxzZSwiSXNVbmRlcmxpbmVkIjpmYWxzZSwiUGFyZW50U3R5bGUiOm51bGx9LCJBdXRvU2l6ZSI6MCwiRm9yZWdyb3VuZCI6eyIkcmVmIjoiMTkifSwiTWF4V2lkdGgiOjIwMC4wLCJNYXhIZWlnaHQiOiJJbmZpbml0eSIsIlNtYXJ0Rm9yZWdyb3VuZElzQWN0aXZlIjpmYWxzZSwiSG9yaXpvbnRhbEFsaWdubWVudCI6MCwiVmVydGljYWxBbGlnbm1lbnQiOjAsIlNtYXJ0Rm9yZWdyb3VuZCI6bnVsbCwiQmFja2dyb3VuZEZpbGxUeXBlIjowLCJNYXJnaW4iOnsiJHJlZiI6IjIxIn0sIlBhZGRpbmciOnsiJHJlZiI6IjIyIn0sIkJhY2tncm91bmQiOnsiJHJlZiI6IjIzIn0sIklzVmlzaWJsZSI6dHJ1ZSwiV2lkdGgiOjAuMCwiSGVpZ2h0IjowLjAsIkJvcmRlclN0eWxlIjp7IiRpZCI6IjIyNDEiLCJMaW5lQ29sb3IiOm51bGwsIkxpbmVXZWlnaHQiOjAuMCwiTGluZVR5cGUiOjAsIlBhcmVudFN0eWxlIjpudWxsfSwiUGFyZW50U3R5bGUiOm51bGx9LCJIb3Jpem9udGFsQ29ubmVjdG9yU3R5bGUiOnsiJGlkIjoiMjI0MiIsIkxpbmVDb2xvciI6eyIkcmVmIjoiMjcifSwiTGluZVdlaWdodCI6MS4wLCJMaW5lVHlwZSI6MCwiUGFyZW50U3R5bGUiOm51bGx9LCJWZXJ0aWNhbENvbm5lY3RvclN0eWxlIjp7IiRpZCI6IjIyNDMiLCJMaW5lQ29sb3IiOnsiJHJlZiI6IjMwIn0sIkxpbmVXZWlnaHQiOjAuMCwiTGluZVR5cGUiOjAsIlBhcmVudFN0eWxlIjpudWxsfSwiTWFyZ2luIjpudWxsLCJTdGFydERhdGVQb3NpdGlvbiI6NiwiRW5kRGF0ZVBvc2l0aW9uIjo2LCJEYXRlSXNWaXNpYmxlIjpmYWxzZSwiVGl0bGVQb3NpdGlvbiI6MiwiRHVyYXRpb25Qb3NpdGlvbiI6NiwiUGVyY2VudGFnZUNvbXBsZXRlZFBvc2l0aW9uIjo2LCJTcGFjaW5nIjozLCJJc0JlbG93VGltZWJhbmQiOnRydWUsIlBlcmNlbnRhZ2VDb21wbGV0ZVNoYXBlT3BhY2l0eSI6MzUsIkJhc2VsaW5lU3R5bGUiOnsiJGlkIjoiMjI0NCIsIlNoYXBlU3R5bGUiOnsiJGlkIjoiMjI0NSIsIk1hcmdpbiI6eyIkaWQiOiIyMjQ2IiwiVG9wIjowLjAsIkxlZnQiOjAuMCwiUmlnaHQiOjAuMCwiQm90dG9tIjowLjB9LCJQYWRkaW5nIjp7IiRpZCI6IjIyNDciLCJUb3AiOjAuMCwiTGVmdCI6MC4wLCJSaWdodCI6MC4wLCJCb3R0b20iOjAuMH0sIkJhY2tncm91bmQiOnsiJGlkIjoiMjI0OCIsIkNvbG9yIjp7IiRpZCI6IjIyNDkiLCJBIjoxNTMsIlIiOjAsIkciOjAsIkIiOjB9fSwiSXNWaXNpYmxlIjp0cnVlLCJXaWR0aCI6MC4wLCJIZWlnaHQiOjAuMCwiQm9yZGVyU3R5bGUiOnsiJGlkIjoiMjI1MCIsIkxpbmVDb2xvciI6bnVsbCwiTGluZVdlaWdodCI6MC4wLCJMaW5lVHlwZSI6MCwiUGFyZW50U3R5bGUiOm51bGx9LCJQYXJlbnRTdHlsZSI6bnVsbH0sIk1hcmdpbiI6eyIkaWQiOiIyMjUxIiwiVG9wIjowLjAsIkxlZnQiOjAuMCwiUmlnaHQiOjAuMCwiQm90dG9tIjowLjB9LCJQYWRkaW5nIjp7IiRpZCI6IjIyNTIiLCJUb3AiOjAuMCwiTGVmdCI6MC4wLCJSaWdodCI6MC4wLCJCb3R0b20iOjAuMH0sIkJhY2tncm91bmQiOm51bGwsIklzVmlzaWJsZSI6dHJ1ZSwiV2lkdGgiOjAuMCwiSGVpZ2h0IjowLjAsIkJvcmRlclN0eWxlIjpudWxsLCJQYXJlbnRTdHlsZSI6bnVsbH0sIlNoYXBlU3R5bGUiOnsiJGlkIjoiMjI1MyIsIk1hcmdpbiI6eyIkcmVmIjoiNDIifSwiUGFkZGluZyI6eyIkcmVmIjoiNDMifSwiQmFja2dyb3VuZCI6eyIkaWQiOiIyMjU0IiwiQ29sb3IiOnsiJGlkIjoiMjI1NSIsIkEiOjI1NSwiUiI6OCwiRyI6NDksIkIiOjQyfX0sIklzVmlzaWJsZSI6dHJ1ZSwiV2lkdGgiOjExMy4wLCJIZWlnaHQiOjE0LjYzMDAwMDExNDQ0MDkxOCwiQm9yZGVyU3R5bGUiOnsiJGlkIjoiMjI1NiIsIkxpbmVDb2xvciI6eyIkcmVmIjoiMTgxNyJ9LCJMaW5lV2VpZ2h0IjowLjAsIkxpbmVUeXBlIjowLCJQYXJlbnRTdHlsZSI6bnVsbH0sIlBhcmVudFN0eWxlIjpudWxsfSwiVGl0bGVTdHlsZSI6eyIkaWQiOiIyMjU3IiwiRm9udFNldHRpbmdzIjp7IiRpZCI6IjIyNTgiLCJGb250U2l6ZSI6MTEsIkZvbnROYW1lIjoiQm9laHJpbmdlciBGb3J3YXJkIFRleHQiLCJJc0JvbGQiOmZhbHNlLCJJc0l0YWxpYyI6ZmFsc2UsIklzVW5kZXJsaW5lZCI6ZmFsc2UsIlBhcmVudFN0eWxlIjpudWxsfSwiQXV0b1NpemUiOjIsIkZvcmVncm91bmQiOnsiJGlkIjoiMjI1OSIsIkNvbG9yIjp7IiRpZCI6IjIyNjAiLCJBIjoyNTUsIlIiOjI1NSwiRyI6MjU1LCJCIjoyNTV9fSwiTWF4V2lkdGgiOjk2Ljk5Mzk0NjYyODI3NTgyMiwiTWF4SGVpZ2h0IjoiSW5maW5pdHkiLCJTbWFydEZvcmVncm91bmRJc0FjdGl2ZSI6ZmFsc2UsIkhvcml6b250YWxBbGlnbm1lbnQiOjEsIlZlcnRpY2FsQWxpZ25tZW50IjowLCJTbWFydEZvcmVncm91bmQiOm51bGwsIkJhY2tncm91bmRGaWxsVHlwZSI6MCwiTWFyZ2luIjp7IiRyZWYiOiI1MyJ9LCJQYWRkaW5nIjp7IiRyZWYiOiI1NCJ9LCJCYWNrZ3JvdW5kIjp7IiRpZCI6IjIyNjEiLCJDb2xvciI6eyIkaWQiOiIyMjYyIiwiQSI6MCwiUiI6MjU1LCJHIjoyNTUsIkIiOjI1NX19LCJJc1Zpc2libGUiOnRydWUsIldpZHRoIjowLjAsIkhlaWdodCI6MC4wLCJCb3JkZXJTdHlsZSI6eyIkaWQiOiIyMjYzIiwiTGluZUNvbG9yIjpudWxsLCJMaW5lV2VpZ2h0IjowLjAsIkxpbmVUeXBlIjowLCJQYXJlbnRTdHlsZSI6bnVsbH0sIlBhcmVudFN0eWxlIjpudWxsfSwiRGF0ZVN0eWxlIjp7IiRpZCI6IjIyNjQiLCJGb250U2V0dGluZ3MiOnsiJGlkIjoiMjI2NSIsIkZvbnRTaXplIjoxMCwiRm9udE5hbWUiOiJDYWxpYnJpIiwiSXNCb2xkIjpmYWxzZSwiSXNJdGFsaWMiOmZhbHNlLCJJc1VuZGVybGluZWQiOmZhbHNlLCJQYXJlbnRTdHlsZSI6bnVsbH0sIkF1dG9TaXplIjowLCJGb3JlZ3JvdW5kIjp7IiRyZWYiOiI2MCJ9LCJNYXhXaWR0aCI6MjAwLjAsIk1heEhlaWdodCI6IkluZmluaXR5IiwiU21hcnRGb3JlZ3JvdW5kSXNBY3RpdmUiOmZhbHNlLCJIb3Jpem9udGFsQWxpZ25tZW50IjoyLCJWZXJ0aWNhbEFsaWdubWVudCI6MCwiU21hcnRGb3JlZ3JvdW5kIjpudWxsLCJCYWNrZ3JvdW5kRmlsbFR5cGUiOjAsIk1hcmdpbiI6eyIkcmVmIjoiNjIifSwiUGFkZGluZyI6eyIkcmVmIjoiNjMifSwiQmFja2dyb3VuZCI6eyIkcmVmIjoiNjQifSwiSXNWaXNpYmxlIjp0cnVlLCJXaWR0aCI6MC4wLCJIZWlnaHQiOjAuMCwiQm9yZGVyU3R5bGUiOnsiJGlkIjoiMjI2NiIsIkxpbmVDb2xvciI6bnVsbCwiTGluZVdlaWdodCI6MC4wLCJMaW5lVHlwZSI6MCwiUGFyZW50U3R5bGUiOm51bGx9LCJQYXJlbnRTdHlsZSI6bnVsbH0sIkRhdGVGb3JtYXQiOnsiJHJlZiI6IjE4MzMifSwiV2Vla051bWJlcmluZyI6eyIkaWQiOiIyMjY3IiwiRm9ybWF0IjowLCJJc1Zpc2libGUiOmZhbHNlLCJMYXN0S25vd25WaXNpYmlsaXR5U3RhdGUiOmZhbHNlfSwiSXNWaXNpYmxlIjp0cnVlLCJQYXJlbnRTdHlsZSI6bnVsbH0sIkluZGV4IjowLCJTbWFydER1cmF0aW9uQWN0aXZhdGVkIjpmYWxzZSwiRGF0ZUZvcm1hdCI6eyIkcmVmIjoiMTgzMyJ9LCJXZWVrTnVtYmVyaW5nIjp7IiRpZCI6IjIyNjgiLCJGb3JtYXQiOjAsIklzVmlzaWJsZSI6ZmFsc2UsIkxhc3RLbm93blZpc2liaWxpdHlTdGF0ZSI6ZmFsc2V9LCJCYXNlbGluZURhdGEiOnsiJGlkIjoiMjI2OSIsIlN0YXJ0RGF0ZSI6IjIwMjQtMDktMTFUMjM6NTk6MDAiLCJFbmREYXRlIjoiMjAyNS0xMi0xNFQyMzo1OTowMCJ9LCJJZCI6IjY2Y2RiYTg2LWI2ZTMtNDUwMS1iZDY2LTBiYTE4NTZlZDQ4YyIsIkltcG9ydElkIjpudWxsLCJUaXRsZSI6IlBhbi10dW0uIHNpZ24uIGdlbi4iLCJOb3RlIjpudWxsLCJIeXBlcmxpbmsiOnsiJGlkIjoiMjI3MCIsIkFkZHJlc3MiOm51bGwsIlN1YkFkZHJlc3MiOm51bGx9LCJJc0NoYW5nZWQiOmZhbHNlLCJJc05ldyI6ZmFsc2V9fSx7IiRpZCI6IjIyNzEiLCJfYXR0YWNoZWRNaWxlc3RvbmVzIjpbeyIkaWQiOiIyMjcyIiwiRGF0ZSI6IjIwMjctMDktMjNUMDg6MDA6MDAiLCJTdHlsZSI6eyIkaWQiOiIyMjczIiwiU2hhcGUiOjE0LCJDb25uZWN0b3JNYXJnaW4iOnsiJGlkIjoiMjI3NCIsIlRvcCI6MC4wLCJMZWZ0IjoyLjAsIlJpZ2h0IjoyLjAsIkJvdHRvbSI6MC4wfSwiQ29ubmVjdG9yU3R5bGUiOnsiJGlkIjoiMjI3NSIsIkxpbmVDb2xvciI6eyIkaWQiOiIyMjc2IiwiJHR5cGUiOiJOTFJFLkNvbW1vbi5Eb20uU29saWRDb2xvckJydXNoLCBOTFJFLkNvbW1vbiIsIkNvbG9yIjp7IiRpZCI6IjIyNzciLCJBIjoxMjcsIlIiOjAsIkciOjIyOCwiQiI6MTI0fX0sIkxpbmVXZWlnaHQiOjEuMCwiTGluZVR5cGUiOjAsIlBhcmVudFN0eWxlIjpudWxsfSwiSXNCZWxvd1RpbWViYW5kIjp0cnVlLCJQb3NpdGlvbk9uVGFzayI6MiwiSGlkZURhdGUiOmZhbHNlLCJTaGFwZVNpemUiOjAsIlNwYWNpbmciOjAuMCwiUGFkZGluZyI6eyIkcmVmIjoiMTc2OSJ9LCJTaGFwZVN0eWxlIjp7IiRpZCI6IjIyNzgiLCJNYXJnaW4iOnsiJHJlZiI6Ijc1In0sIlBhZGRpbmciOnsiJHJlZiI6Ijc2In0sIkJhY2tncm91bmQiOnsiJGlkIjoiMjI3OSIsIkNvbG9yIjp7IiRpZCI6IjIyODAiLCJBIjoyNTUsIlIiOjAsIkciOjIyOCwiQiI6MTI0fX0sIklzVmlzaWJsZSI6dHJ1ZSwiV2lkdGgiOjEyLjAsIkhlaWdodCI6MTQuMCwiQm9yZGVyU3R5bGUiOnsiJGlkIjoiMjI4MSIsIkxpbmVDb2xvciI6eyIkcmVmIjoiMTc3NCJ9LCJMaW5lV2VpZ2h0IjoxLjUsIkxpbmVUeXBlIjowLCJQYXJlbnRTdHlsZSI6bnVsbH0sIlBhcmVudFN0eWxlIjpudWxsfSwiVGl0bGVTdHlsZSI6eyIkaWQiOiIyMjgyIiwiRm9udFNldHRpbmdzIjp7IiRpZCI6IjIyODMiLCJGb250U2l6ZSI6MTEsIkZvbnROYW1lIjoiQm9laHJpbmdlciBGb3J3YXJkIFRleHQiLCJJc0JvbGQiOnRydWUsIklzSXRhbGljIjpmYWxzZSwiSXNVbmRlcmxpbmVkIjpmYWxzZSwiUGFyZW50U3R5bGUiOm51bGx9LCJBdXRvU2l6ZSI6MCwiRm9yZWdyb3VuZCI6eyIkaWQiOiIyMjg0IiwiQ29sb3IiOnsiJGlkIjoiMjI4NSIsIkEiOjI1NSwiUiI6OCwiRyI6NDksIkIiOjQyfX0sIk1heFdpZHRoIjoyMDAuMCwiTWF4SGVpZ2h0IjoiSW5maW5pdHkiLCJTbWFydEZvcmVncm91bmRJc0FjdGl2ZSI6ZmFsc2UsIkhvcml6b250YWxBbGlnbm1lbnQiOjEsIlZlcnRpY2FsQWxpZ25tZW50IjowLCJTbWFydEZvcmVncm91bmQiOm51bGwsIkJhY2tncm91bmRGaWxsVHlwZSI6MCwiTWFyZ2luIjp7IiRyZWYiOiI4NiJ9LCJQYWRkaW5nIjp7IiRyZWYiOiI4NyJ9LCJCYWNrZ3JvdW5kIjp7IiRpZCI6IjIyODYiLCJDb2xvciI6eyIkaWQiOiIyMjg3IiwiQSI6MCwiUiI6MjU1LCJHIjoyNTUsIkIiOjI1NX19LCJJc1Zpc2libGUiOnRydWUsIldpZHRoIjowLjAsIkhlaWdodCI6MC4wLCJCb3JkZXJTdHlsZSI6eyIkaWQiOiIyMjg4IiwiTGluZUNvbG9yIjpudWxsLCJMaW5lV2VpZ2h0IjowLjAsIkxpbmVUeXBlIjowLCJQYXJlbnRTdHlsZSI6bnVsbH0sIlBhcmVudFN0eWxlIjpudWxsfSwiRGF0ZVN0eWxlIjp7IiRpZCI6IjIyODkiLCJGb250U2V0dGluZ3MiOnsiJGlkIjoiMjI5MCIsIkZvbnRTaXplIjoxMCwiRm9udE5hbWUiOiJCb2VocmluZ2VyIEZvcndhcmQgVGV4dCIsIklzQm9sZCI6ZmFsc2UsIklzSXRhbGljIjpmYWxzZSwiSXNVbmRlcmxpbmVkIjpmYWxzZSwiUGFyZW50U3R5bGUiOm51bGx9LCJBdXRvU2l6ZSI6MCwiRm9yZWdyb3VuZCI6eyIkaWQiOiIyMjkxIiwiQ29sb3IiOnsiJGlkIjoiMjI5MiIsIkEiOjI1NSwiUiI6MjU1LCJHIjoyNTUsIkIiOjI1NX19LCJNYXhXaWR0aCI6MjAwLjAsIk1heEhlaWdodCI6IkluZmluaXR5IiwiU21hcnRGb3JlZ3JvdW5kSXNBY3RpdmUiOmZhbHNlLCJIb3Jpem9udGFsQWxpZ25tZW50IjoyLCJWZXJ0aWNhbEFsaWdubWVudCI6MCwiU21hcnRGb3JlZ3JvdW5kIjpudWxsLCJCYWNrZ3JvdW5kRmlsbFR5cGUiOjAsIk1hcmdpbiI6eyIkcmVmIjoiOTQifSwiUGFkZGluZyI6eyIkcmVmIjoiOTUifSwiQmFja2dyb3VuZCI6eyIkaWQiOiIyMjkzIiwiQ29sb3IiOnsiJGlkIjoiMjI5NCIsIkEiOjAsIlIiOjI1NSwiRyI6MjU1LCJCIjoyNTV9fSwiSXNWaXNpYmxlIjpmYWxzZSwiV2lkdGgiOjAuMCwiSGVpZ2h0IjowLjAsIkJvcmRlclN0eWxlIjp7IiRpZCI6IjIyOTUiLCJMaW5lQ29sb3IiOm51bGwsIkxpbmVXZWlnaHQiOjAuMCwiTGluZVR5cGUiOjAsIlBhcmVudFN0eWxlIjpudWxsfSwiUGFyZW50U3R5bGUiOm51bGx9LCJEYXRlRm9ybWF0Ijp7IiRyZWYiOiIxNzkwIn0sIldlZWtOdW1iZXJpbmciOnsiJGlkIjoiMjI5NiIsIkZvcm1hdCI6MCwiSXNWaXNpYmxlIjpmYWxzZSwiTGFzdEtub3duVmlzaWJpbGl0eVN0YXRlIjpmYWxzZX0sIklzVmlzaWJsZSI6dHJ1ZSwiUGFyZW50U3R5bGUiOm51bGx9LCJJbmRleCI6MzYsIlBlcmNlbnRhZ2VDb21wbGV0ZSI6bnVsbCwiUG9zaXRpb24iOnsiUmF0aW8iOjAuMCwiSXNDdXN0b20iOmZhbHNlfSwiRGF0ZUZvcm1hdCI6eyIkcmVmIjoiMTc5MCJ9LCJXZWVrTnVtYmVyaW5nIjp7IiRpZCI6IjIyOTciLCJGb3JtYXQiOjAsIklzVmlzaWJsZSI6ZmFsc2UsIkxhc3RLbm93blZpc2liaWxpdHlTdGF0ZSI6ZmFsc2V9LCJSZWxhdGVkVGFza0lkIjoiM2NkMzZjNjEtYjExNS00ZmU2LTljYTItMzM1ODU1YWNhYmZhIiwiSWQiOiIzNjk4OWI5ZS1kY2IzLTQ3OWMtYmQxMi0yNjEzODUxNGIzOTkiLCJJbXBvcnRJZCI6bnVsbCwiVGl0bGUiOiJSb0ZEIiwiTm90ZSI6bnVsbCwiSHlwZXJsaW5rIjp7IiRpZCI6IjIyOTgiLCJBZGRyZXNzIjoiIiwiU3ViQWRkcmVzcyI6IiJ9LCJJc0NoYW5nZWQiOmZhbHNlLCJJc05ldyI6ZmFsc2V9XSwiVGFza0RlZmluaXRpb24iOnsiJGlkIjoiMjI5OSIsIkdyb3VwTmFtZSI6bnVsbCwiU3RhcnREYXRlIjoiMjAyNi0wMS0xMVQxMDowMDowMCIsIkVuZERhdGUiOiIyMDI3LTEyLTA0VDEwOjAwOjAwIiwiUGVyY2VudGFnZUNvbXBsZXRlIjpudWxsLCJTdHlsZSI6eyIkaWQiOiIyMzAwIiwiU2hhcGUiOjMsIlNoYXBlVGhpY2tuZXNzIjowLCJEdXJhdGlvbkZvcm1hdCI6MCwiSW5jbHVkZU5vbldvcmtpbmdEYXlzSW5EdXJhdGlvbiI6ZmFsc2UsIlBlcmNlbnRhZ2VDb21wbGV0ZVN0eWxlIjp7IiRpZCI6IjIzMDEiLCJGb250U2V0dGluZ3MiOnsiJGlkIjoiMjMwMiIsIkZvbnRTaXplIjoxMCwiRm9udE5hbWUiOiJDYWxpYnJpIiwiSXNCb2xkIjpmYWxzZSwiSXNJdGFsaWMiOmZhbHNlLCJJc1VuZGVybGluZWQiOmZhbHNlLCJQYXJlbnRTdHlsZSI6bnVsbH0sIkF1dG9TaXplIjowLCJGb3JlZ3JvdW5kIjp7IiRyZWYiOiIxMCJ9LCJNYXhXaWR0aCI6MjAwLjAsIk1heEhlaWdodCI6IkluZmluaXR5IiwiU21hcnRGb3JlZ3JvdW5kSXNBY3RpdmUiOmZhbHNlLCJIb3Jpem9udGFsQWxpZ25tZW50IjowLCJWZXJ0aWNhbEFsaWdubWVudCI6MCwiU21hcnRGb3JlZ3JvdW5kIjpudWxsLCJCYWNrZ3JvdW5kRmlsbFR5cGUiOjAsIk1hcmdpbiI6eyIkcmVmIjoiMTIifSwiUGFkZGluZyI6eyIkcmVmIjoiMTMifSwiQmFja2dyb3VuZCI6eyIkcmVmIjoiMTQifSwiSXNWaXNpYmxlIjp0cnVlLCJXaWR0aCI6MC4wLCJIZWlnaHQiOjAuMCwiQm9yZGVyU3R5bGUiOnsiJGlkIjoiMjMwMyIsIkxpbmVDb2xvciI6bnVsbCwiTGluZVdlaWdodCI6MC4wLCJMaW5lVHlwZSI6MCwiUGFyZW50U3R5bGUiOm51bGx9LCJQYXJlbnRTdHlsZSI6bnVsbH0sIkR1cmF0aW9uU3R5bGUiOnsiJGlkIjoiMjMwNCIsIkZvbnRTZXR0aW5ncyI6eyIkaWQiOiIyMzA1IiwiRm9udFNpemUiOjEwLCJGb250TmFtZSI6IkNhbGlicmkiLCJJc0JvbGQiOmZhbHNlLCJJc0l0YWxpYyI6ZmFsc2UsIklzVW5kZXJsaW5lZCI6ZmFsc2UsIlBhcmVudFN0eWxlIjpudWxsfSwiQXV0b1NpemUiOjAsIkZvcmVncm91bmQiOnsiJHJlZiI6IjE5In0sIk1heFdpZHRoIjoyMDAuMCwiTWF4SGVpZ2h0IjoiSW5maW5pdHkiLCJTbWFydEZvcmVncm91bmRJc0FjdGl2ZSI6ZmFsc2UsIkhvcml6b250YWxBbGlnbm1lbnQiOjAsIlZlcnRpY2FsQWxpZ25tZW50IjowLCJTbWFydEZvcmVncm91bmQiOm51bGwsIkJhY2tncm91bmRGaWxsVHlwZSI6MCwiTWFyZ2luIjp7IiRyZWYiOiIyMSJ9LCJQYWRkaW5nIjp7IiRyZWYiOiIyMiJ9LCJCYWNrZ3JvdW5kIjp7IiRyZWYiOiIyMyJ9LCJJc1Zpc2libGUiOnRydWUsIldpZHRoIjowLjAsIkhlaWdodCI6MC4wLCJCb3JkZXJTdHlsZSI6eyIkaWQiOiIyMzA2IiwiTGluZUNvbG9yIjpudWxsLCJMaW5lV2VpZ2h0IjowLjAsIkxpbmVUeXBlIjowLCJQYXJlbnRTdHlsZSI6bnVsbH0sIlBhcmVudFN0eWxlIjpudWxsfSwiSG9yaXpvbnRhbENvbm5lY3RvclN0eWxlIjp7IiRpZCI6IjIzMDciLCJMaW5lQ29sb3IiOnsiJHJlZiI6IjI3In0sIkxpbmVXZWlnaHQiOjEuMCwiTGluZVR5cGUiOjAsIlBhcmVudFN0eWxlIjpudWxsfSwiVmVydGljYWxDb25uZWN0b3JTdHlsZSI6eyIkaWQiOiIyMzA4IiwiTGluZUNvbG9yIjp7IiRyZWYiOiIzMCJ9LCJMaW5lV2VpZ2h0IjowLjAsIkxpbmVUeXBlIjowLCJQYXJlbnRTdHlsZSI6bnVsbH0sIk1hcmdpbiI6bnVsbCwiU3RhcnREYXRlUG9zaXRpb24iOjYsIkVuZERhdGVQb3NpdGlvbiI6NiwiRGF0ZUlzVmlzaWJsZSI6ZmFsc2UsIlRpdGxlUG9zaXRpb24iOjAsIkR1cmF0aW9uUG9zaXRpb24iOjYsIlBlcmNlbnRhZ2VDb21wbGV0ZWRQb3NpdGlvbiI6NiwiU3BhY2luZyI6MywiSXNCZWxvd1RpbWViYW5kIjp0cnVlLCJQZXJjZW50YWdlQ29tcGxldGVTaGFwZU9wYWNpdHkiOjM1LCJCYXNlbGluZVN0eWxlIjp7IiRpZCI6IjIzMDkiLCJTaGFwZVN0eWxlIjp7IiRpZCI6IjIzMTAiLCJNYXJnaW4iOnsiJGlkIjoiMjMxMSIsIlRvcCI6MC4wLCJMZWZ0IjowLjAsIlJpZ2h0IjowLjAsIkJvdHRvbSI6MC4wfSwiUGFkZGluZyI6eyIkaWQiOiIyMzEyIiwiVG9wIjowLjAsIkxlZnQiOjAuMCwiUmlnaHQiOjAuMCwiQm90dG9tIjowLjB9LCJCYWNrZ3JvdW5kIjp7IiRpZCI6IjIzMTMiLCJDb2xvciI6eyIkaWQiOiIyMzE0IiwiQSI6MTUzLCJSIjowLCJHIjowLCJCIjowfX0sIklzVmlzaWJsZSI6dHJ1ZSwiV2lkdGgiOjAuMCwiSGVpZ2h0IjowLjAsIkJvcmRlclN0eWxlIjp7IiRpZCI6IjIzMTUiLCJMaW5lQ29sb3IiOm51bGwsIkxpbmVXZWlnaHQiOjAuMCwiTGluZVR5cGUiOjAsIlBhcmVudFN0eWxlIjpudWxsfSwiUGFyZW50U3R5bGUiOm51bGx9LCJNYXJnaW4iOnsiJGlkIjoiMjMxNiIsIlRvcCI6MC4wLCJMZWZ0IjowLjAsIlJpZ2h0IjowLjAsIkJvdHRvbSI6MC4wfSwiUGFkZGluZyI6eyIkaWQiOiIyMzE3IiwiVG9wIjowLjAsIkxlZnQiOjAuMCwiUmlnaHQiOjAuMCwiQm90dG9tIjowLjB9LCJCYWNrZ3JvdW5kIjpudWxsLCJJc1Zpc2libGUiOnRydWUsIldpZHRoIjowLjAsIkhlaWdodCI6MC4wLCJCb3JkZXJTdHlsZSI6bnVsbCwiUGFyZW50U3R5bGUiOm51bGx9LCJTaGFwZVN0eWxlIjp7IiRpZCI6IjIzMTgiLCJNYXJnaW4iOnsiJHJlZiI6IjQyIn0sIlBhZGRpbmciOnsiJHJlZiI6IjQzIn0sIkJhY2tncm91bmQiOnsiJGlkIjoiMjMxOSIsIkNvbG9yIjp7IiRpZCI6IjIzMjAiLCJBIjoyNTUsIlIiOjI0NSwiRyI6MTM4LCJCIjoxMDR9fSwiSXNWaXNpYmxlIjp0cnVlLCJXaWR0aCI6MC4wLCJIZWlnaHQiOjEwLjAsIkJvcmRlclN0eWxlIjp7IiRpZCI6IjIzMjEiLCJMaW5lQ29sb3IiOnsiJGlkIjoiMjMyMiIsIiR0eXBlIjoiTkxSRS5Db21tb24uRG9tLlNvbGlkQ29sb3JCcnVzaCwgTkxSRS5Db21tb24iLCJDb2xvciI6eyIkaWQiOiIyMzIzIiwiQSI6MjU1LCJSIjowLCJHIjowLCJCIjowfX0sIkxpbmVXZWlnaHQiOjEuNSwiTGluZVR5cGUiOjAsIlBhcmVudFN0eWxlIjpudWxsfSwiUGFyZW50U3R5bGUiOm51bGx9LCJUaXRsZVN0eWxlIjp7IiRpZCI6IjIzMjQiLCJGb250U2V0dGluZ3MiOnsiJGlkIjoiMjMyNSIsIkZvbnRTaXplIjoxMSwiRm9udE5hbWUiOiJCb2VocmluZ2VyIEZvcndhcmQgVGV4dCIsIklzQm9sZCI6ZmFsc2UsIklzSXRhbGljIjpmYWxzZSwiSXNVbmRlcmxpbmVkIjpmYWxzZSwiUGFyZW50U3R5bGUiOm51bGx9LCJBdXRvU2l6ZSI6MiwiRm9yZWdyb3VuZCI6eyIkaWQiOiIyMzI2IiwiQ29sb3IiOnsiJGlkIjoiMjMyNyIsIkEiOjI1NSwiUiI6MCwiRyI6MCwiQiI6MH19LCJNYXhXaWR0aCI6MTU4LjAsIk1heEhlaWdodCI6IkluZmluaXR5IiwiU21hcnRGb3JlZ3JvdW5kSXNBY3RpdmUiOmZhbHNlLCJIb3Jpem9udGFsQWxpZ25tZW50IjoxLCJWZXJ0aWNhbEFsaWdubWVudCI6MCwiU21hcnRGb3JlZ3JvdW5kIjpudWxsLCJCYWNrZ3JvdW5kRmlsbFR5cGUiOjAsIk1hcmdpbiI6eyIkcmVmIjoiNTMifSwiUGFkZGluZyI6eyIkcmVmIjoiNTQifSwiQmFja2dyb3VuZCI6eyIkaWQiOiIyMzI4IiwiQ29sb3IiOnsiJGlkIjoiMjMyOSIsIkEiOjAsIlIiOjI1NSwiRyI6MjU1LCJCIjoyNTV9fSwiSXNWaXNpYmxlIjp0cnVlLCJXaWR0aCI6MC4wLCJIZWlnaHQiOjAuMCwiQm9yZGVyU3R5bGUiOnsiJGlkIjoiMjMzMCIsIkxpbmVDb2xvciI6bnVsbCwiTGluZVdlaWdodCI6MC4wLCJMaW5lVHlwZSI6MCwiUGFyZW50U3R5bGUiOm51bGx9LCJQYXJlbnRTdHlsZSI6bnVsbH0sIkRhdGVTdHlsZSI6eyIkaWQiOiIyMzMxIiwiRm9udFNldHRpbmdzIjp7IiRpZCI6IjIzMzIiLCJGb250U2l6ZSI6MTAsIkZvbnROYW1lIjoiQ2FsaWJyaSIsIklzQm9sZCI6ZmFsc2UsIklzSXRhbGljIjpmYWxzZSwiSXNVbmRlcmxpbmVkIjpmYWxzZSwiUGFyZW50U3R5bGUiOm51bGx9LCJBdXRvU2l6ZSI6MCwiRm9yZWdyb3VuZCI6eyIkcmVmIjoiNjAifSwiTWF4V2lkdGgiOjIwMC4wLCJNYXhIZWlnaHQiOiJJbmZpbml0eSIsIlNtYXJ0Rm9yZWdyb3VuZElzQWN0aXZlIjpmYWxzZSwiSG9yaXpvbnRhbEFsaWdubWVudCI6MiwiVmVydGljYWxBbGlnbm1lbnQiOjAsIlNtYXJ0Rm9yZWdyb3VuZCI6bnVsbCwiQmFja2dyb3VuZEZpbGxUeXBlIjowLCJNYXJnaW4iOnsiJHJlZiI6IjYyIn0sIlBhZGRpbmciOnsiJHJlZiI6IjYzIn0sIkJhY2tncm91bmQiOnsiJHJlZiI6IjY0In0sIklzVmlzaWJsZSI6dHJ1ZSwiV2lkdGgiOjAuMCwiSGVpZ2h0IjowLjAsIkJvcmRlclN0eWxlIjp7IiRpZCI6IjIzMzMiLCJMaW5lQ29sb3IiOm51bGwsIkxpbmVXZWlnaHQiOjAuMCwiTGluZVR5cGUiOjAsIlBhcmVudFN0eWxlIjpudWxsfSwiUGFyZW50U3R5bGUiOm51bGx9LCJEYXRlRm9ybWF0Ijp7IiRyZWYiOiI2NyJ9LCJXZWVrTnVtYmVyaW5nIjp7IiRpZCI6IjIzMzQiLCJGb3JtYXQiOjAsIklzVmlzaWJsZSI6ZmFsc2UsIkxhc3RLbm93blZpc2liaWxpdHlTdGF0ZSI6ZmFsc2V9LCJJc1Zpc2libGUiOnRydWUsIlBhcmVudFN0eWxlIjpudWxsfSwiSW5kZXgiOjEsIlNtYXJ0RHVyYXRpb25BY3RpdmF0ZWQiOmZhbHNlLCJEYXRlRm9ybWF0Ijp7IiRyZWYiOiI2NyJ9LCJXZWVrTnVtYmVyaW5nIjp7IiRpZCI6IjIzMzUiLCJGb3JtYXQiOjAsIklzVmlzaWJsZSI6ZmFsc2UsIkxhc3RLbm93blZpc2liaWxpdHlTdGF0ZSI6ZmFsc2V9LCJCYXNlbGluZURhdGEiOnsiJGlkIjoiMjMzNiIsIlN0YXJ0RGF0ZSI6IjIwMjYtMDEtMTFUMTA6MDA6MDAiLCJFbmREYXRlIjoiMjAyNy0xMi0wNFQxMDowMDowMCJ9LCJJZCI6IjNjZDM2YzYxLWIxMTUtNGZlNi05Y2EyLTMzNTg1NWFjYWJmYSIsIkltcG9ydElkIjpudWxsLCJUaXRsZSI6IkJlYW1pb24gQkNHQy0xIENSQyBjb2hvcnRzIiwiTm90ZSI6bnVsbCwiSHlwZXJsaW5rIjp7IiRpZCI6IjIzMzciLCJBZGRyZXNzIjpudWxsLCJTdWJBZGRyZXNzIjpudWxsfSwiSXNDaGFuZ2VkIjpmYWxzZSwiSXNOZXciOmZhbHNlfX0seyIkaWQiOiIyMzM4IiwiX2F0dGFjaGVkTWlsZXN0b25lcyI6W3siJGlkIjoiMjMzOSIsIkRhdGUiOiIyMDI5LTEwLTAxVDA4OjAwOjAwIiwiU3R5bGUiOnsiJGlkIjoiMjM0MCIsIlNoYXBlIjoxLCJDb25uZWN0b3JNYXJnaW4iOnsiJHJlZiI6IjEzNSJ9LCJDb25uZWN0b3JTdHlsZSI6eyIkaWQiOiIyMzQxIiwiTGluZUNvbG9yIjp7IiRpZCI6IjIzNDIiLCIkdHlwZSI6Ik5MUkUuQ29tbW9uLkRvbS5Tb2xpZENvbG9yQnJ1c2gsIE5MUkUuQ29tbW9uIiwiQ29sb3IiOnsiJGlkIjoiMjM0MyIsIkEiOjEyNywiUiI6MCwiRyI6MjI4LCJCIjoxMjR9fSwiTGluZVdlaWdodCI6MS4wLCJMaW5lVHlwZSI6MCwiUGFyZW50U3R5bGUiOm51bGx9LCJJc0JlbG93VGltZWJhbmQiOnRydWUsIlBvc2l0aW9uT25UYXNrIjoyLCJIaWRlRGF0ZSI6ZmFsc2UsIlNoYXBlU2l6ZSI6MCwiU3BhY2luZyI6MC4wLCJQYWRkaW5nIjp7IiRyZWYiOiIxMzkifSwiU2hhcGVTdHlsZSI6eyIkaWQiOiIyMzQ0IiwiTWFyZ2luIjp7IiRyZWYiOiIxNDEifSwiUGFkZGluZyI6eyIkcmVmIjoiMTQyIn0sIkJhY2tncm91bmQiOnsiJGlkIjoiMjM0NSIsIkNvbG9yIjp7IiRpZCI6IjIzNDYiLCJBIjoyNTUsIlIiOjAsIkciOjIyOCwiQiI6MTI0fX0sIklzVmlzaWJsZSI6dHJ1ZSwiV2lkdGgiOjEyLjAsIkhlaWdodCI6MTQuMCwiQm9yZGVyU3R5bGUiOnsiJGlkIjoiMjM0NyIsIkxpbmVDb2xvciI6eyIkcmVmIjoiMTkwNyJ9LCJMaW5lV2VpZ2h0IjoxLjUsIkxpbmVUeXBlIjowLCJQYXJlbnRTdHlsZSI6bnVsbH0sIlBhcmVudFN0eWxlIjpudWxsfSwiVGl0bGVTdHlsZSI6eyIkaWQiOiIyMzQ4IiwiRm9udFNldHRpbmdzIjp7IiRpZCI6IjIzNDkiLCJGb250U2l6ZSI6MTEsIkZvbnROYW1lIjoiQm9laHJpbmdlciBGb3J3YXJkIFRleHQiLCJJc0JvbGQiOnRydWUsIklzSXRhbGljIjpmYWxzZSwiSXNVbmRlcmxpbmVkIjpmYWxzZSwiUGFyZW50U3R5bGUiOm51bGx9LCJBdXRvU2l6ZSI6MCwiRm9yZWdyb3VuZCI6eyIkaWQiOiIyMzUwIiwiQ29sb3IiOnsiJGlkIjoiMjM1MSIsIkEiOjI1NSwiUiI6OCwiRyI6NDksIkIiOjQyfX0sIk1heFdpZHRoIjoyMDAuMCwiTWF4SGVpZ2h0IjoiSW5maW5pdHkiLCJTbWFydEZvcmVncm91bmRJc0FjdGl2ZSI6ZmFsc2UsIkhvcml6b250YWxBbGlnbm1lbnQiOjEsIlZlcnRpY2FsQWxpZ25tZW50IjowLCJTbWFydEZvcmVncm91bmQiOm51bGwsIkJhY2tncm91bmRGaWxsVHlwZSI6MCwiTWFyZ2luIjp7IiRyZWYiOiIxNTAifSwiUGFkZGluZyI6eyIkcmVmIjoiMTUxIn0sIkJhY2tncm91bmQiOnsiJGlkIjoiMjM1MiIsIkNvbG9yIjp7IiRpZCI6IjIzNTMiLCJBIjowLCJSIjoyNTUsIkciOjI1NSwiQiI6MjU1fX0sIklzVmlzaWJsZSI6dHJ1ZSwiV2lkdGgiOjAuMCwiSGVpZ2h0IjowLjAsIkJvcmRlclN0eWxlIjp7IiRpZCI6IjIzNTQiLCJMaW5lQ29sb3IiOm51bGwsIkxpbmVXZWlnaHQiOjAuMCwiTGluZVR5cGUiOjAsIlBhcmVudFN0eWxlIjpudWxsfSwiUGFyZW50U3R5bGUiOm51bGx9LCJEYXRlU3R5bGUiOnsiJGlkIjoiMjM1NSIsIkZvbnRTZXR0aW5ncyI6eyIkaWQiOiIyMzU2IiwiRm9udFNpemUiOjEwLCJGb250TmFtZSI6IkJvZWhyaW5nZXIgRm9yd2FyZCBUZXh0IiwiSXNCb2xkIjpmYWxzZSwiSXNJdGFsaWMiOmZhbHNlLCJJc1VuZGVybGluZWQiOmZhbHNlLCJQYXJlbnRTdHlsZSI6bnVsbH0sIkF1dG9TaXplIjowLCJGb3JlZ3JvdW5kIjp7IiRpZCI6IjIzNTciLCJDb2xvciI6eyIkaWQiOiIyMzU4IiwiQSI6MjU1LCJSIjoyNTUsIkciOjI1NSwiQiI6MjU1fX0sIk1heFdpZHRoIjoyMDAuMCwiTWF4SGVpZ2h0IjoiSW5maW5pdHkiLCJTbWFydEZvcmVncm91bmRJc0FjdGl2ZSI6ZmFsc2UsIkhvcml6b250YWxBbGlnbm1lbnQiOjEsIlZlcnRpY2FsQWxpZ25tZW50IjowLCJTbWFydEZvcmVncm91bmQiOm51bGwsIkJhY2tncm91bmRGaWxsVHlwZSI6MCwiTWFyZ2luIjp7IiRyZWYiOiIxNTkifSwiUGFkZGluZyI6eyIkcmVmIjoiMTYwIn0sIkJhY2tncm91bmQiOnsiJGlkIjoiMjM1OSIsIkNvbG9yIjp7IiRpZCI6IjIzNjAiLCJBIjowLCJSIjoyNTUsIkciOjI1NSwiQiI6MjU1fX0sIklzVmlzaWJsZSI6ZmFsc2UsIldpZHRoIjowLjAsIkhlaWdodCI6MC4wLCJCb3JkZXJTdHlsZSI6eyIkaWQiOiIyMzYxIiwiTGluZUNvbG9yIjpudWxsLCJMaW5lV2VpZ2h0IjowLjAsIkxpbmVUeXBlIjowLCJQYXJlbnRTdHlsZSI6bnVsbH0sIlBhcmVudFN0eWxlIjpudWxsfSwiRGF0ZUZvcm1hdCI6eyIkcmVmIjoiMTc5MCJ9LCJXZWVrTnVtYmVyaW5nIjp7IiRpZCI6IjIzNjIiLCJGb3JtYXQiOjAsIklzVmlzaWJsZSI6ZmFsc2UsIkxhc3RLbm93blZpc2liaWxpdHlTdGF0ZSI6ZmFsc2V9LCJJc1Zpc2libGUiOnRydWUsIlBhcmVudFN0eWxlIjpudWxsfSwiSW5kZXgiOjM3LCJQZXJjZW50YWdlQ29tcGxldGUiOm51bGwsIlBvc2l0aW9uIjp7IlJhdGlvIjowLjAsIklzQ3VzdG9tIjpmYWxzZX0sIkRhdGVGb3JtYXQiOnsiJHJlZiI6IjE3OTAifSwiV2Vla051bWJlcmluZyI6eyIkaWQiOiIyMzYzIiwiRm9ybWF0IjowLCJJc1Zpc2libGUiOmZhbHNlLCJMYXN0S25vd25WaXNpYmlsaXR5U3RhdGUiOmZhbHNlfSwiUmVsYXRlZFRhc2tJZCI6ImM4ZGUxYTEyLWYyYzktNGE4Ny05MGJiLWJiNGFmYTIwNThlOSIsIklkIjoiMmI4ZDNlZGMtNDlmNC00N2FhLTk2MGUtYzk5MzFjMDZmYTdjIiwiSW1wb3J0SWQiOm51bGwsIlRpdGxlIjoiUEEiLCJOb3RlIjpudWxsLCJIeXBlcmxpbmsiOnsiJGlkIjoiMjM2NCIsIkFkZHJlc3MiOiIiLCJTdWJBZGRyZXNzIjoiIn0sIklzQ2hhbmdlZCI6ZmFsc2UsIklzTmV3IjpmYWxzZX1dLCJUYXNrRGVmaW5pdGlvbiI6eyIkaWQiOiIyMzY1IiwiR3JvdXBOYW1lIjpudWxsLCJTdGFydERhdGUiOiIyMDI4LTAxLTA5VDEwOjAwOjAwIiwiRW5kRGF0ZSI6IjIwMzAtMDEtMjdUMTA6MDA6MDAiLCJQZXJjZW50YWdlQ29tcGxldGUiOm51bGwsIlN0eWxlIjp7IiRpZCI6IjIzNjYiLCJTaGFwZSI6MywiU2hhcGVUaGlja25lc3MiOjAsIkR1cmF0aW9uRm9ybWF0IjowLCJJbmNsdWRlTm9uV29ya2luZ0RheXNJbkR1cmF0aW9uIjpmYWxzZSwiUGVyY2VudGFnZUNvbXBsZXRlU3R5bGUiOnsiJGlkIjoiMjM2NyIsIkZvbnRTZXR0aW5ncyI6eyIkaWQiOiIyMzY4IiwiRm9udFNpemUiOjEwLCJGb250TmFtZSI6IkNhbGlicmkiLCJJc0JvbGQiOmZhbHNlLCJJc0l0YWxpYyI6ZmFsc2UsIklzVW5kZXJsaW5lZCI6ZmFsc2UsIlBhcmVudFN0eWxlIjpudWxsfSwiQXV0b1NpemUiOjAsIkZvcmVncm91bmQiOnsiJHJlZiI6IjEwIn0sIk1heFdpZHRoIjoyMDAuMCwiTWF4SGVpZ2h0IjoiSW5maW5pdHkiLCJTbWFydEZvcmVncm91bmRJc0FjdGl2ZSI6ZmFsc2UsIkhvcml6b250YWxBbGlnbm1lbnQiOjAsIlZlcnRpY2FsQWxpZ25tZW50IjowLCJTbWFydEZvcmVncm91bmQiOm51bGwsIkJhY2tncm91bmRGaWxsVHlwZSI6MCwiTWFyZ2luIjp7IiRyZWYiOiIxMiJ9LCJQYWRkaW5nIjp7IiRyZWYiOiIxMyJ9LCJCYWNrZ3JvdW5kIjp7IiRyZWYiOiIxNCJ9LCJJc1Zpc2libGUiOnRydWUsIldpZHRoIjowLjAsIkhlaWdodCI6MC4wLCJCb3JkZXJTdHlsZSI6eyIkaWQiOiIyMzY5IiwiTGluZUNvbG9yIjpudWxsLCJMaW5lV2VpZ2h0IjowLjAsIkxpbmVUeXBlIjowLCJQYXJlbnRTdHlsZSI6bnVsbH0sIlBhcmVudFN0eWxlIjpudWxsfSwiRHVyYXRpb25TdHlsZSI6eyIkaWQiOiIyMzcwIiwiRm9udFNldHRpbmdzIjp7IiRpZCI6IjIzNzEiLCJGb250U2l6ZSI6MTAsIkZvbnROYW1lIjoiQ2FsaWJyaSIsIklzQm9sZCI6ZmFsc2UsIklzSXRhbGljIjpmYWxzZSwiSXNVbmRlcmxpbmVkIjpmYWxzZSwiUGFyZW50U3R5bGUiOm51bGx9LCJBdXRvU2l6ZSI6MCwiRm9yZWdyb3VuZCI6eyIkcmVmIjoiMTkifSwiTWF4V2lkdGgiOjIwMC4wLCJNYXhIZWlnaHQiOiJJbmZpbml0eSIsIlNtYXJ0Rm9yZWdyb3VuZElzQWN0aXZlIjpmYWxzZSwiSG9yaXpvbnRhbEFsaWdubWVudCI6MCwiVmVydGljYWxBbGlnbm1lbnQiOjAsIlNtYXJ0Rm9yZWdyb3VuZCI6bnVsbCwiQmFja2dyb3VuZEZpbGxUeXBlIjowLCJNYXJnaW4iOnsiJHJlZiI6IjIxIn0sIlBhZGRpbmciOnsiJHJlZiI6IjIyIn0sIkJhY2tncm91bmQiOnsiJHJlZiI6IjIzIn0sIklzVmlzaWJsZSI6dHJ1ZSwiV2lkdGgiOjAuMCwiSGVpZ2h0IjowLjAsIkJvcmRlclN0eWxlIjp7IiRpZCI6IjIzNzIiLCJMaW5lQ29sb3IiOm51bGwsIkxpbmVXZWlnaHQiOjAuMCwiTGluZVR5cGUiOjAsIlBhcmVudFN0eWxlIjpudWxsfSwiUGFyZW50U3R5bGUiOm51bGx9LCJIb3Jpem9udGFsQ29ubmVjdG9yU3R5bGUiOnsiJGlkIjoiMjM3MyIsIkxpbmVDb2xvciI6eyIkcmVmIjoiMjcifSwiTGluZVdlaWdodCI6MS4wLCJMaW5lVHlwZSI6MCwiUGFyZW50U3R5bGUiOm51bGx9LCJWZXJ0aWNhbENvbm5lY3RvclN0eWxlIjp7IiRpZCI6IjIzNzQiLCJMaW5lQ29sb3IiOnsiJHJlZiI6IjMwIn0sIkxpbmVXZWlnaHQiOjAuMCwiTGluZVR5cGUiOjAsIlBhcmVudFN0eWxlIjpudWxsfSwiTWFyZ2luIjpudWxsLCJTdGFydERhdGVQb3NpdGlvbiI6NiwiRW5kRGF0ZVBvc2l0aW9uIjo2LCJEYXRlSXNWaXNpYmxlIjpmYWxzZSwiVGl0bGVQb3NpdGlvbiI6MCwiRHVyYXRpb25Qb3NpdGlvbiI6NiwiUGVyY2VudGFnZUNvbXBsZXRlZFBvc2l0aW9uIjo2LCJTcGFjaW5nIjozLCJJc0JlbG93VGltZWJhbmQiOnRydWUsIlBlcmNlbnRhZ2VDb21wbGV0ZVNoYXBlT3BhY2l0eSI6MzUsIkJhc2VsaW5lU3R5bGUiOnsiJGlkIjoiMjM3NSIsIlNoYXBlU3R5bGUiOnsiJGlkIjoiMjM3NiIsIk1hcmdpbiI6eyIkaWQiOiIyMzc3IiwiVG9wIjowLjAsIkxlZnQiOjAuMCwiUmlnaHQiOjAuMCwiQm90dG9tIjowLjB9LCJQYWRkaW5nIjp7IiRpZCI6IjIzNzgiLCJUb3AiOjAuMCwiTGVmdCI6MC4wLCJSaWdodCI6MC4wLCJCb3R0b20iOjAuMH0sIkJhY2tncm91bmQiOnsiJGlkIjoiMjM3OSIsIkNvbG9yIjp7IiRpZCI6IjIzODAiLCJBIjoxNTMsIlIiOjAsIkciOjAsIkIiOjB9fSwiSXNWaXNpYmxlIjp0cnVlLCJXaWR0aCI6MC4wLCJIZWlnaHQiOjAuMCwiQm9yZGVyU3R5bGUiOnsiJGlkIjoiMjM4MSIsIkxpbmVDb2xvciI6bnVsbCwiTGluZVdlaWdodCI6MC4wLCJMaW5lVHlwZSI6MCwiUGFyZW50U3R5bGUiOm51bGx9LCJQYXJlbnRTdHlsZSI6bnVsbH0sIk1hcmdpbiI6eyIkaWQiOiIyMzgyIiwiVG9wIjowLjAsIkxlZnQiOjAuMCwiUmlnaHQiOjAuMCwiQm90dG9tIjowLjB9LCJQYWRkaW5nIjp7IiRpZCI6IjIzODMiLCJUb3AiOjAuMCwiTGVmdCI6MC4wLCJSaWdodCI6MC4wLCJCb3R0b20iOjAuMH0sIkJhY2tncm91bmQiOm51bGwsIklzVmlzaWJsZSI6dHJ1ZSwiV2lkdGgiOjAuMCwiSGVpZ2h0IjowLjAsIkJvcmRlclN0eWxlIjpudWxsLCJQYXJlbnRTdHlsZSI6bnVsbH0sIlNoYXBlU3R5bGUiOnsiJGlkIjoiMjM4NCIsIk1hcmdpbiI6eyIkcmVmIjoiNDIifSwiUGFkZGluZyI6eyIkcmVmIjoiNDMifSwiQmFja2dyb3VuZCI6eyIkaWQiOiIyMzg1IiwiQ29sb3IiOnsiJGlkIjoiMjM4NiIsIkEiOjI1NSwiUiI6MjQ1LCJHIjoxMzgsIkIiOjEwNH19LCJJc1Zpc2libGUiOnRydWUsIldpZHRoIjowLjAsIkhlaWdodCI6MTAuMCwiQm9yZGVyU3R5bGUiOnsiJGlkIjoiMjM4NyIsIkxpbmVDb2xvciI6eyIkaWQiOiIyMzg4IiwiJHR5cGUiOiJOTFJFLkNvbW1vbi5Eb20uU29saWRDb2xvckJydXNoLCBOTFJFLkNvbW1vbiIsIkNvbG9yIjp7IiRpZCI6IjIzODkiLCJBIjoyNTUsIlIiOjAsIkciOjAsIkIiOjB9fSwiTGluZVdlaWdodCI6MS41LCJMaW5lVHlwZSI6MCwiUGFyZW50U3R5bGUiOm51bGx9LCJQYXJlbnRTdHlsZSI6bnVsbH0sIlRpdGxlU3R5bGUiOnsiJGlkIjoiMjM5MCIsIkZvbnRTZXR0aW5ncyI6eyIkaWQiOiIyMzkxIiwiRm9udFNpemUiOjExLCJGb250TmFtZSI6IkJvZWhyaW5nZXIgRm9yd2FyZCBUZXh0IiwiSXNCb2xkIjpmYWxzZSwiSXNJdGFsaWMiOmZhbHNlLCJJc1VuZGVybGluZWQiOmZhbHNlLCJQYXJlbnRTdHlsZSI6bnVsbH0sIkF1dG9TaXplIjoyLCJGb3JlZ3JvdW5kIjp7IiRpZCI6IjIzOTIiLCJDb2xvciI6eyIkaWQiOiIyMzkzIiwiQSI6MjU1LCJSIjowLCJHIjowLCJCIjowfX0sIk1heFdpZHRoIjo5My4wLCJNYXhIZWlnaHQiOiJJbmZpbml0eSIsIlNtYXJ0Rm9yZWdyb3VuZElzQWN0aXZlIjpmYWxzZSwiSG9yaXpvbnRhbEFsaWdubWVudCI6MSwiVmVydGljYWxBbGlnbm1lbnQiOjAsIlNtYXJ0Rm9yZWdyb3VuZCI6bnVsbCwiQmFja2dyb3VuZEZpbGxUeXBlIjowLCJNYXJnaW4iOnsiJHJlZiI6IjUzIn0sIlBhZGRpbmciOnsiJHJlZiI6IjU0In0sIkJhY2tncm91bmQiOnsiJGlkIjoiMjM5NCIsIkNvbG9yIjp7IiRpZCI6IjIzOTUiLCJBIjowLCJSIjoyNTUsIkciOjI1NSwiQiI6MjU1fX0sIklzVmlzaWJsZSI6dHJ1ZSwiV2lkdGgiOjAuMCwiSGVpZ2h0IjowLjAsIkJvcmRlclN0eWxlIjp7IiRpZCI6IjIzOTYiLCJMaW5lQ29sb3IiOm51bGwsIkxpbmVXZWlnaHQiOjAuMCwiTGluZVR5cGUiOjAsIlBhcmVudFN0eWxlIjpudWxsfSwiUGFyZW50U3R5bGUiOm51bGx9LCJEYXRlU3R5bGUiOnsiJGlkIjoiMjM5NyIsIkZvbnRTZXR0aW5ncyI6eyIkaWQiOiIyMzk4IiwiRm9udFNpemUiOjEwLCJGb250TmFtZSI6IkNhbGlicmkiLCJJc0JvbGQiOmZhbHNlLCJJc0l0YWxpYyI6ZmFsc2UsIklzVW5kZXJsaW5lZCI6ZmFsc2UsIlBhcmVudFN0eWxlIjpudWxsfSwiQXV0b1NpemUiOjAsIkZvcmVncm91bmQiOnsiJHJlZiI6IjYwIn0sIk1heFdpZHRoIjoyMDAuMCwiTWF4SGVpZ2h0IjoiSW5maW5pdHkiLCJTbWFydEZvcmVncm91bmRJc0FjdGl2ZSI6ZmFsc2UsIkhvcml6b250YWxBbGlnbm1lbnQiOjIsIlZlcnRpY2FsQWxpZ25tZW50IjowLCJTbWFydEZvcmVncm91bmQiOm51bGwsIkJhY2tncm91bmRGaWxsVHlwZSI6MCwiTWFyZ2luIjp7IiRyZWYiOiI2MiJ9LCJQYWRkaW5nIjp7IiRyZWYiOiI2MyJ9LCJCYWNrZ3JvdW5kIjp7IiRyZWYiOiI2NCJ9LCJJc1Zpc2libGUiOnRydWUsIldpZHRoIjowLjAsIkhlaWdodCI6MC4wLCJCb3JkZXJTdHlsZSI6eyIkaWQiOiIyMzk5IiwiTGluZUNvbG9yIjpudWxsLCJMaW5lV2VpZ2h0IjowLjAsIkxpbmVUeXBlIjowLCJQYXJlbnRTdHlsZSI6bnVsbH0sIlBhcmVudFN0eWxlIjpudWxsfSwiRGF0ZUZvcm1hdCI6eyIkcmVmIjoiNjcifSwiV2Vla051bWJlcmluZyI6eyIkaWQiOiIyNDAwIiwiRm9ybWF0IjowLCJJc1Zpc2libGUiOmZhbHNlLCJMYXN0S25vd25WaXNpYmlsaXR5U3RhdGUiOmZhbHNlfSwiSXNWaXNpYmxlIjp0cnVlLCJQYXJlbnRTdHlsZSI6bnVsbH0sIkluZGV4IjoyLCJTbWFydER1cmF0aW9uQWN0aXZhdGVkIjpmYWxzZSwiRGF0ZUZvcm1hdCI6eyIkcmVmIjoiNjcifSwiV2Vla051bWJlcmluZyI6eyIkaWQiOiIyNDAxIiwiRm9ybWF0IjowLCJJc1Zpc2libGUiOmZhbHNlLCJMYXN0S25vd25WaXNpYmlsaXR5U3RhdGUiOmZhbHNlfSwiQmFzZWxpbmVEYXRhIjp7IiRpZCI6IjI0MDIiLCJTdGFydERhdGUiOiIyMDI4LTAxLTA5VDEwOjAwOjAwIiwiRW5kRGF0ZSI6IjIwMzAtMDEtMjdUMTA6MDA6MDAifSwiSWQiOiJjOGRlMWExMi1mMmM5LTRhODctOTBiYi1iYjRhZmEyMDU4ZTkiLCJJbXBvcnRJZCI6bnVsbCwiVGl0bGUiOiJFeHBhbnNpb24gQ1JDIDJMIiwiTm90ZSI6bnVsbCwiSHlwZXJsaW5rIjp7IiRpZCI6IjI0MDMiLCJBZGRyZXNzIjpudWxsLCJTdWJBZGRyZXNzIjpudWxsfSwiSXNDaGFuZ2VkIjpmYWxzZSwiSXNOZXciOmZhbHNlfX1dLCJfbWlsZXN0b25lcyI6W3siJGlkIjoiMjQwNCIsIklkIjoiMTJlYzMxZjktZDM1MS00NGJiLTliMzAtNzAzOTBlMDE4MTE2IiwiSW5kZXgiOjMsIkdyb3VwSWQiOm51bGwsIlRpdGxlIjoiMkwgQ1JDIEhFUjIrIEFBIFVTIiwiRGF0ZVRpbWUiOiIyMDMwLTAzLTExVDA4OjAwOjAwIiwiUGVyY2VudGFnZUNvbXBsZXRlIjpudWxsLCJOb3RlIjpudWxsLCJTdHlsZSI6eyIkaWQiOiIyNDA1IiwiVGl0bGVQb3NpdGlvbiI6IlJpZ2h0IiwiRGF0ZVBvc2l0aW9uIjoiTGVmdCIsIlNoYXBlVHlwZSI6MTMsIlNoYXBlU2l6ZSI6MCwiU3BhY2luZyI6NSwiU2hhcGVTdHlsZSI6eyIkaWQiOiIyNDA2IiwiTWFyZ2luIjp7IiRyZWYiOiI3NSJ9LCJQYWRkaW5nIjp7IiRyZWYiOiI3NiJ9LCJCYWNrZ3JvdW5kIjp7IiRpZCI6IjI0MDciLCJDb2xvciI6eyIkaWQiOiIyNDA4IiwiQSI6MjU1LCJSIjoyNDUsIkciOjEzOCwiQiI6MTA0fX0sIklzVmlzaWJsZSI6dHJ1ZSwiV2lkdGgiOjEyLjAsIkhlaWdodCI6MTQuMCwiQm9yZGVyU3R5bGUiOnsiJGlkIjoiMjQwOSIsIkxpbmVDb2xvciI6eyIkcmVmIjoiMTg3OCJ9LCJMaW5lV2VpZ2h0IjowLjAsIkxpbmVUeXBlIjowLCJQYXJlbnRTdHlsZSI6bnVsbH0sIlBhcmVudFN0eWxlIjpudWxsfSwiVGl0bGVTdHlsZSI6eyIkaWQiOiIyNDEwIiwiRm9udFNldHRpbmdzIjp7IiRpZCI6IjI0MTEiLCJGb250U2l6ZSI6MTEsIkZvbnROYW1lIjoiQm9laHJpbmdlciBGb3J3YXJkIFRleHQiLCJJc0JvbGQiOnRydWUsIklzSXRhbGljIjpmYWxzZSwiSXNVbmRlcmxpbmVkIjpmYWxzZSwiUGFyZW50U3R5bGUiOm51bGx9LCJBdXRvU2l6ZSI6MiwiRm9yZWdyb3VuZCI6eyIkaWQiOiIyNDEyIiwiQ29sb3IiOnsiJGlkIjoiMjQxMyIsIkEiOjI1NSwiUiI6OCwiRyI6NDksIkIiOjQyfX0sIk1heFdpZHRoIjo3MS44MjU3NDQ2Mjg5MDYyNSwiTWF4SGVpZ2h0IjoiSW5maW5pdHkiLCJTbWFydEZvcmVncm91bmRJc0FjdGl2ZSI6ZmFsc2UsIkhvcml6b250YWxBbGlnbm1lbnQiOjAsIlZlcnRpY2FsQWxpZ25tZW50IjowLCJTbWFydEZvcmVncm91bmQiOm51bGwsIkJhY2tncm91bmRGaWxsVHlwZSI6MCwiTWFyZ2luIjp7IiRyZWYiOiI4NiJ9LCJQYWRkaW5nIjp7IiRyZWYiOiI4NyJ9LCJCYWNrZ3JvdW5kIjp7IiRpZCI6IjI0MTQiLCJDb2xvciI6eyIkaWQiOiIyNDE1IiwiQSI6MCwiUiI6MjU1LCJHIjoyNTUsIkIiOjI1NX19LCJJc1Zpc2libGUiOnRydWUsIldpZHRoIjowLjAsIkhlaWdodCI6MC4wLCJCb3JkZXJTdHlsZSI6bnVsbCwiUGFyZW50U3R5bGUiOm51bGx9LCJEYXRlU3R5bGUiOnsiJGlkIjoiMjQxNiIsIkZvbnRTZXR0aW5ncyI6eyIkaWQiOiIyNDE3IiwiRm9udFNpemUiOjEwLCJGb250TmFtZSI6IkJvZWhyaW5nZXIgRm9yd2FyZCBUZXh0IiwiSXNCb2xkIjpmYWxzZSwiSXNJdGFsaWMiOmZhbHNlLCJJc1VuZGVybGluZWQiOmZhbHNlLCJQYXJlbnRTdHlsZSI6bnVsbH0sIkF1dG9TaXplIjowLCJGb3JlZ3JvdW5kIjp7IiRpZCI6IjI0MTgiLCJDb2xvciI6eyIkaWQiOiIyNDE5IiwiQSI6MjU1LCJSIjoyNTUsIkciOjI1NSwiQiI6MjU1fX0sIk1heFdpZHRoIjoyMDAuMCwiTWF4SGVpZ2h0IjoiSW5maW5pdHkiLCJTbWFydEZvcmVncm91bmRJc0FjdGl2ZSI6ZmFsc2UsIkhvcml6b250YWxBbGlnbm1lbnQiOjIsIlZlcnRpY2FsQWxpZ25tZW50IjowLCJTbWFydEZvcmVncm91bmQiOm51bGwsIkJhY2tncm91bmRGaWxsVHlwZSI6MCwiTWFyZ2luIjp7IiRyZWYiOiI5NCJ9LCJQYWRkaW5nIjp7IiRyZWYiOiI5NSJ9LCJCYWNrZ3JvdW5kIjp7IiRpZCI6IjI0MjAiLCJDb2xvciI6eyIkaWQiOiIyNDIxIiwiQSI6MCwiUiI6MjU1LCJHIjoyNTUsIkIiOjI1NX19LCJJc1Zpc2libGUiOmZhbHNlLCJXaWR0aCI6MC4wLCJIZWlnaHQiOjAuMCwiQm9yZGVyU3R5bGUiOm51bGwsIlBhcmVudFN0eWxlIjpudWxsfSwiRGF0ZUZvcm1hdCI6eyIkcmVmIjoiMTc5MCJ9LCJXZWVrTnVtYmVyaW5nIjp7IiRpZCI6IjI0MjIiLCJGb3JtYXQiOjAsIklzVmlzaWJsZSI6ZmFsc2UsIkxhc3RLbm93blZpc2liaWxpdHlTdGF0ZSI6ZmFsc2V9LCJJc1Zpc2libGUiOnRydWUsIlBhcmVudFN0eWxlIjpudWxsfSwiSHlwZXJsaW5rIjpudWxsLCJJbXBvcnRJZCI6bnVsbH1dLCJJZCI6Ijk0M2NjNDc1LWU3Y2MtNGUyOC04Mzk1LTU1OGM0NjgwNWQyOSIsIklzU2luZ2xlSXRlbVJvdyI6ZmFsc2V9LHsiJGlkIjoiMjQyMyIsIl90YXNrcyI6W3siJGlkIjoiMjQyNCIsIl9hdHRhY2hlZE1pbGVzdG9uZXMiOlt7IiRpZCI6IjI0MjUiLCJEYXRlIjoiMjAzMi0wMS0yNlQwODowMDowMCIsIlN0eWxlIjp7IiRpZCI6IjI0MjYiLCJTaGFwZSI6MSwiQ29ubmVjdG9yTWFyZ2luIjp7IiRyZWYiOiIxMzUifSwiQ29ubmVjdG9yU3R5bGUiOnsiJGlkIjoiMjQyNyIsIkxpbmVDb2xvciI6eyIkaWQiOiIyNDI4IiwiJHR5cGUiOiJOTFJFLkNvbW1vbi5Eb20uU29saWRDb2xvckJydXNoLCBOTFJFLkNvbW1vbiIsIkNvbG9yIjp7IiRpZCI6IjI0MjkiLCJBIjoxMjcsIlIiOjAsIkciOjIyOCwiQiI6MTI0fX0sIkxpbmVXZWlnaHQiOjEuMCwiTGluZVR5cGUiOjAsIlBhcmVudFN0eWxlIjpudWxsfSwiSXNCZWxvd1RpbWViYW5kIjp0cnVlLCJQb3NpdGlvbk9uVGFzayI6MiwiSGlkZURhdGUiOmZhbHNlLCJTaGFwZVNpemUiOjAsIlNwYWNpbmciOjAuMCwiUGFkZGluZyI6eyIkcmVmIjoiMTM5In0sIlNoYXBlU3R5bGUiOnsiJGlkIjoiMjQzMCIsIk1hcmdpbiI6eyIkcmVmIjoiMTQxIn0sIlBhZGRpbmciOnsiJHJlZiI6IjE0MiJ9LCJCYWNrZ3JvdW5kIjp7IiRpZCI6IjI0MzEiLCJDb2xvciI6eyIkaWQiOiIyNDMyIiwiQSI6MjU1LCJSIjowLCJHIjoyMjgsIkIiOjEyNH19LCJJc1Zpc2libGUiOnRydWUsIldpZHRoIjoxMi4wLCJIZWlnaHQiOjE0LjAsIkJvcmRlclN0eWxlIjp7IiRpZCI6IjI0MzMiLCJMaW5lQ29sb3IiOnsiJHJlZiI6IjE5MDcifSwiTGluZVdlaWdodCI6MS41LCJMaW5lVHlwZSI6MCwiUGFyZW50U3R5bGUiOm51bGx9LCJQYXJlbnRTdHlsZSI6bnVsbH0sIlRpdGxlU3R5bGUiOnsiJGlkIjoiMjQzNCIsIkZvbnRTZXR0aW5ncyI6eyIkaWQiOiIyNDM1IiwiRm9udFNpemUiOjExLCJGb250TmFtZSI6IkJvZWhyaW5nZXIgRm9yd2FyZCBUZXh0IiwiSXNCb2xkIjp0cnVlLCJJc0l0YWxpYyI6ZmFsc2UsIklzVW5kZXJsaW5lZCI6ZmFsc2UsIlBhcmVudFN0eWxlIjpudWxsfSwiQXV0b1NpemUiOjAsIkZvcmVncm91bmQiOnsiJGlkIjoiMjQzNiIsIkNvbG9yIjp7IiRpZCI6IjI0MzciLCJBIjoyNTUsIlIiOjgsIkciOjQ5LCJCIjo0Mn19LCJNYXhXaWR0aCI6MjAwLjAsIk1heEhlaWdodCI6IkluZmluaXR5IiwiU21hcnRGb3JlZ3JvdW5kSXNBY3RpdmUiOmZhbHNlLCJIb3Jpem9udGFsQWxpZ25tZW50IjoxLCJWZXJ0aWNhbEFsaWdubWVudCI6MCwiU21hcnRGb3JlZ3JvdW5kIjpudWxsLCJCYWNrZ3JvdW5kRmlsbFR5cGUiOjAsIk1hcmdpbiI6eyIkcmVmIjoiMTUwIn0sIlBhZGRpbmciOnsiJHJlZiI6IjE1MSJ9LCJCYWNrZ3JvdW5kIjp7IiRpZCI6IjI0MzgiLCJDb2xvciI6eyIkaWQiOiIyNDM5IiwiQSI6MCwiUiI6MjU1LCJHIjoyNTUsIkIiOjI1NX19LCJJc1Zpc2libGUiOnRydWUsIldpZHRoIjowLjAsIkhlaWdodCI6MC4wLCJCb3JkZXJTdHlsZSI6eyIkaWQiOiIyNDQwIiwiTGluZUNvbG9yIjpudWxsLCJMaW5lV2VpZ2h0IjowLjAsIkxpbmVUeXBlIjowLCJQYXJlbnRTdHlsZSI6bnVsbH0sIlBhcmVudFN0eWxlIjpudWxsfSwiRGF0ZVN0eWxlIjp7IiRpZCI6IjI0NDEiLCJGb250U2V0dGluZ3MiOnsiJGlkIjoiMjQ0MiIsIkZvbnRTaXplIjoxMCwiRm9udE5hbWUiOiJCb2VocmluZ2VyIEZvcndhcmQgVGV4dCIsIklzQm9sZCI6ZmFsc2UsIklzSXRhbGljIjpmYWxzZSwiSXNVbmRlcmxpbmVkIjpmYWxzZSwiUGFyZW50U3R5bGUiOm51bGx9LCJBdXRvU2l6ZSI6MCwiRm9yZWdyb3VuZCI6eyIkaWQiOiIyNDQzIiwiQ29sb3IiOnsiJGlkIjoiMjQ0NCIsIkEiOjI1NSwiUiI6MjU1LCJHIjoyNTUsIkIiOjI1NX19LCJNYXhXaWR0aCI6MjAwLjAsIk1heEhlaWdodCI6IkluZmluaXR5IiwiU21hcnRGb3JlZ3JvdW5kSXNBY3RpdmUiOmZhbHNlLCJIb3Jpem9udGFsQWxpZ25tZW50IjoxLCJWZXJ0aWNhbEFsaWdubWVudCI6MCwiU21hcnRGb3JlZ3JvdW5kIjpudWxsLCJCYWNrZ3JvdW5kRmlsbFR5cGUiOjAsIk1hcmdpbiI6eyIkcmVmIjoiMTU5In0sIlBhZGRpbmciOnsiJHJlZiI6IjE2MCJ9LCJCYWNrZ3JvdW5kIjp7IiRpZCI6IjI0NDUiLCJDb2xvciI6eyIkaWQiOiIyNDQ2IiwiQSI6MCwiUiI6MjU1LCJHIjoyNTUsIkIiOjI1NX19LCJJc1Zpc2libGUiOmZhbHNlLCJXaWR0aCI6MC4wLCJIZWlnaHQiOjAuMCwiQm9yZGVyU3R5bGUiOnsiJGlkIjoiMjQ0NyIsIkxpbmVDb2xvciI6bnVsbCwiTGluZVdlaWdodCI6MC4wLCJMaW5lVHlwZSI6MCwiUGFyZW50U3R5bGUiOm51bGx9LCJQYXJlbnRTdHlsZSI6bnVsbH0sIkRhdGVGb3JtYXQiOnsiJHJlZiI6IjE3OTAifSwiV2Vla051bWJlcmluZyI6eyIkaWQiOiIyNDQ4IiwiRm9ybWF0IjowLCJJc1Zpc2libGUiOmZhbHNlLCJMYXN0S25vd25WaXNpYmlsaXR5U3RhdGUiOmZhbHNlfSwiSXNWaXNpYmxlIjp0cnVlLCJQYXJlbnRTdHlsZSI6bnVsbH0sIkluZGV4Ijo0MiwiUGVyY2VudGFnZUNvbXBsZXRlIjpudWxsLCJQb3NpdGlvbiI6eyJSYXRpbyI6MC4wLCJJc0N1c3RvbSI6ZmFsc2V9LCJEYXRlRm9ybWF0Ijp7IiRyZWYiOiIxNzkwIn0sIldlZWtOdW1iZXJpbmciOnsiJGlkIjoiMjQ0OSIsIkZvcm1hdCI6MCwiSXNWaXNpYmxlIjpmYWxzZSwiTGFzdEtub3duVmlzaWJpbGl0eVN0YXRlIjpmYWxzZX0sIlJlbGF0ZWRUYXNrSWQiOiJlNmVhNzhkYi1mZDY4LTQ3NzctYTA5MC05ODRmNzFkNDUwNGEiLCJJZCI6ImYwMTljNzMwLTJkYTgtNGE0Ni04Yjc5LTZmZDNiNGViN2Q0MyIsIkltcG9ydElkIjpudWxsLCJUaXRsZSI6IlBBIiwiTm90ZSI6bnVsbCwiSHlwZXJsaW5rIjp7IiRpZCI6IjI0NTAiLCJBZGRyZXNzIjoiIiwiU3ViQWRkcmVzcyI6IiJ9LCJJc0NoYW5nZWQiOmZhbHNlLCJJc05ldyI6ZmFsc2V9XSwiVGFza0RlZmluaXRpb24iOnsiJGlkIjoiMjQ1MSIsIkdyb3VwTmFtZSI6bnVsbCwiU3RhcnREYXRlIjoiMjAyOC0wMy0xNFQxMDowMDowMCIsIkVuZERhdGUiOiIyMDMyLTA2LTI3VDEwOjAwOjAwIiwiUGVyY2VudGFnZUNvbXBsZXRlIjpudWxsLCJTdHlsZSI6eyIkaWQiOiIyNDUyIiwiU2hhcGUiOjMsIlNoYXBlVGhpY2tuZXNzIjowLCJEdXJhdGlvbkZvcm1hdCI6MCwiSW5jbHVkZU5vbldvcmtpbmdEYXlzSW5EdXJhdGlvbiI6ZmFsc2UsIlBlcmNlbnRhZ2VDb21wbGV0ZVN0eWxlIjp7IiRpZCI6IjI0NTMiLCJGb250U2V0dGluZ3MiOnsiJGlkIjoiMjQ1NCIsIkZvbnRTaXplIjoxMCwiRm9udE5hbWUiOiJDYWxpYnJpIiwiSXNCb2xkIjpmYWxzZSwiSXNJdGFsaWMiOmZhbHNlLCJJc1VuZGVybGluZWQiOmZhbHNlLCJQYXJlbnRTdHlsZSI6bnVsbH0sIkF1dG9TaXplIjowLCJGb3JlZ3JvdW5kIjp7IiRyZWYiOiIxMCJ9LCJNYXhXaWR0aCI6MjAwLjAsIk1heEhlaWdodCI6IkluZmluaXR5IiwiU21hcnRGb3JlZ3JvdW5kSXNBY3RpdmUiOmZhbHNlLCJIb3Jpem9udGFsQWxpZ25tZW50IjowLCJWZXJ0aWNhbEFsaWdubWVudCI6MCwiU21hcnRGb3JlZ3JvdW5kIjpudWxsLCJCYWNrZ3JvdW5kRmlsbFR5cGUiOjAsIk1hcmdpbiI6eyIkcmVmIjoiMTIifSwiUGFkZGluZyI6eyIkcmVmIjoiMTMifSwiQmFja2dyb3VuZCI6eyIkcmVmIjoiMTQifSwiSXNWaXNpYmxlIjp0cnVlLCJXaWR0aCI6MC4wLCJIZWlnaHQiOjAuMCwiQm9yZGVyU3R5bGUiOnsiJGlkIjoiMjQ1NSIsIkxpbmVDb2xvciI6bnVsbCwiTGluZVdlaWdodCI6MC4wLCJMaW5lVHlwZSI6MCwiUGFyZW50U3R5bGUiOm51bGx9LCJQYXJlbnRTdHlsZSI6bnVsbH0sIkR1cmF0aW9uU3R5bGUiOnsiJGlkIjoiMjQ1NiIsIkZvbnRTZXR0aW5ncyI6eyIkaWQiOiIyNDU3IiwiRm9udFNpemUiOjEwLCJGb250TmFtZSI6IkNhbGlicmkiLCJJc0JvbGQiOmZhbHNlLCJJc0l0YWxpYyI6ZmFsc2UsIklzVW5kZXJsaW5lZCI6ZmFsc2UsIlBhcmVudFN0eWxlIjpudWxsfSwiQXV0b1NpemUiOjAsIkZvcmVncm91bmQiOnsiJHJlZiI6IjE5In0sIk1heFdpZHRoIjoyMDAuMCwiTWF4SGVpZ2h0IjoiSW5maW5pdHkiLCJTbWFydEZvcmVncm91bmRJc0FjdGl2ZSI6ZmFsc2UsIkhvcml6b250YWxBbGlnbm1lbnQiOjAsIlZlcnRpY2FsQWxpZ25tZW50IjowLCJTbWFydEZvcmVncm91bmQiOm51bGwsIkJhY2tncm91bmRGaWxsVHlwZSI6MCwiTWFyZ2luIjp7IiRyZWYiOiIyMSJ9LCJQYWRkaW5nIjp7IiRyZWYiOiIyMiJ9LCJCYWNrZ3JvdW5kIjp7IiRyZWYiOiIyMyJ9LCJJc1Zpc2libGUiOnRydWUsIldpZHRoIjowLjAsIkhlaWdodCI6MC4wLCJCb3JkZXJTdHlsZSI6eyIkaWQiOiIyNDU4IiwiTGluZUNvbG9yIjpudWxsLCJMaW5lV2VpZ2h0IjowLjAsIkxpbmVUeXBlIjowLCJQYXJlbnRTdHlsZSI6bnVsbH0sIlBhcmVudFN0eWxlIjpudWxsfSwiSG9yaXpvbnRhbENvbm5lY3RvclN0eWxlIjp7IiRpZCI6IjI0NTkiLCJMaW5lQ29sb3IiOnsiJHJlZiI6IjI3In0sIkxpbmVXZWlnaHQiOjEuMCwiTGluZVR5cGUiOjAsIlBhcmVudFN0eWxlIjpudWxsfSwiVmVydGljYWxDb25uZWN0b3JTdHlsZSI6eyIkaWQiOiIyNDYwIiwiTGluZUNvbG9yIjp7IiRyZWYiOiIzMCJ9LCJMaW5lV2VpZ2h0IjowLjAsIkxpbmVUeXBlIjowLCJQYXJlbnRTdHlsZSI6bnVsbH0sIk1hcmdpbiI6bnVsbCwiU3RhcnREYXRlUG9zaXRpb24iOjYsIkVuZERhdGVQb3NpdGlvbiI6NiwiRGF0ZUlzVmlzaWJsZSI6ZmFsc2UsIlRpdGxlUG9zaXRpb24iOjIsIkR1cmF0aW9uUG9zaXRpb24iOjYsIlBlcmNlbnRhZ2VDb21wbGV0ZWRQb3NpdGlvbiI6NiwiU3BhY2luZyI6MywiSXNCZWxvd1RpbWViYW5kIjp0cnVlLCJQZXJjZW50YWdlQ29tcGxldGVTaGFwZU9wYWNpdHkiOjM1LCJCYXNlbGluZVN0eWxlIjp7IiRpZCI6IjI0NjEiLCJTaGFwZVN0eWxlIjp7IiRpZCI6IjI0NjIiLCJNYXJnaW4iOnsiJGlkIjoiMjQ2MyIsIlRvcCI6MC4wLCJMZWZ0IjowLjAsIlJpZ2h0IjowLjAsIkJvdHRvbSI6MC4wfSwiUGFkZGluZyI6eyIkaWQiOiIyNDY0IiwiVG9wIjowLjAsIkxlZnQiOjAuMCwiUmlnaHQiOjAuMCwiQm90dG9tIjowLjB9LCJCYWNrZ3JvdW5kIjp7IiRpZCI6IjI0NjUiLCJDb2xvciI6eyIkaWQiOiIyNDY2IiwiQSI6MTUzLCJSIjowLCJHIjowLCJCIjowfX0sIklzVmlzaWJsZSI6dHJ1ZSwiV2lkdGgiOjAuMCwiSGVpZ2h0IjowLjAsIkJvcmRlclN0eWxlIjp7IiRpZCI6IjI0NjciLCJMaW5lQ29sb3IiOm51bGwsIkxpbmVXZWlnaHQiOjAuMCwiTGluZVR5cGUiOjAsIlBhcmVudFN0eWxlIjpudWxsfSwiUGFyZW50U3R5bGUiOm51bGx9LCJNYXJnaW4iOnsiJGlkIjoiMjQ2OCIsIlRvcCI6MC4wLCJMZWZ0IjowLjAsIlJpZ2h0IjowLjAsIkJvdHRvbSI6MC4wfSwiUGFkZGluZyI6eyIkaWQiOiIyNDY5IiwiVG9wIjowLjAsIkxlZnQiOjAuMCwiUmlnaHQiOjAuMCwiQm90dG9tIjowLjB9LCJCYWNrZ3JvdW5kIjpudWxsLCJJc1Zpc2libGUiOnRydWUsIldpZHRoIjowLjAsIkhlaWdodCI6MC4wLCJCb3JkZXJTdHlsZSI6bnVsbCwiUGFyZW50U3R5bGUiOm51bGx9LCJTaGFwZVN0eWxlIjp7IiRpZCI6IjI0NzAiLCJNYXJnaW4iOnsiJHJlZiI6IjQyIn0sIlBhZGRpbmciOnsiJHJlZiI6IjQzIn0sIkJhY2tncm91bmQiOnsiJGlkIjoiMjQ3MSIsIkNvbG9yIjp7IiRpZCI6IjI0NzIiLCJBIjoyNTUsIlIiOjI0NSwiRyI6MTM4LCJCIjoxMDR9fSwiSXNWaXNpYmxlIjp0cnVlLCJXaWR0aCI6MC4wLCJIZWlnaHQiOjEwLjAsIkJvcmRlclN0eWxlIjp7IiRpZCI6IjI0NzMiLCJMaW5lQ29sb3IiOnsiJGlkIjoiMjQ3NCIsIiR0eXBlIjoiTkxSRS5Db21tb24uRG9tLlNvbGlkQ29sb3JCcnVzaCwgTkxSRS5Db21tb24iLCJDb2xvciI6eyIkaWQiOiIyNDc1IiwiQSI6MjU1LCJSIjowLCJHIjowLCJCIjowfX0sIkxpbmVXZWlnaHQiOjEuNSwiTGluZVR5cGUiOjAsIlBhcmVudFN0eWxlIjpudWxsfSwiUGFyZW50U3R5bGUiOm51bGx9LCJUaXRsZVN0eWxlIjp7IiRpZCI6IjI0NzYiLCJGb250U2V0dGluZ3MiOnsiJGlkIjoiMjQ3NyIsIkZvbnRTaXplIjoxMSwiRm9udE5hbWUiOiJCb2VocmluZ2VyIEZvcndhcmQgVGV4dCIsIklzQm9sZCI6ZmFsc2UsIklzSXRhbGljIjpmYWxzZSwiSXNVbmRlcmxpbmVkIjpmYWxzZSwiUGFyZW50U3R5bGUiOm51bGx9LCJBdXRvU2l6ZSI6MiwiRm9yZWdyb3VuZCI6eyIkaWQiOiIyNDc4IiwiQ29sb3IiOnsiJGlkIjoiMjQ3OSIsIkEiOjI1NSwiUiI6MCwiRyI6MCwiQiI6MH19LCJNYXhXaWR0aCI6MzA5LjM1OTMwODA4Mjg0OTI4LCJNYXhIZWlnaHQiOiJJbmZpbml0eSIsIlNtYXJ0Rm9yZWdyb3VuZElzQWN0aXZlIjpmYWxzZSwiSG9yaXpvbnRhbEFsaWdubWVudCI6MSwiVmVydGljYWxBbGlnbm1lbnQiOjAsIlNtYXJ0Rm9yZWdyb3VuZCI6bnVsbCwiQmFja2dyb3VuZEZpbGxUeXBlIjowLCJNYXJnaW4iOnsiJHJlZiI6IjUzIn0sIlBhZGRpbmciOnsiJHJlZiI6IjU0In0sIkJhY2tncm91bmQiOnsiJGlkIjoiMjQ4MCIsIkNvbG9yIjp7IiRpZCI6IjI0ODEiLCJBIjowLCJSIjoyNTUsIkciOjI1NSwiQiI6MjU1fX0sIklzVmlzaWJsZSI6dHJ1ZSwiV2lkdGgiOjAuMCwiSGVpZ2h0IjowLjAsIkJvcmRlclN0eWxlIjp7IiRpZCI6IjI0ODIiLCJMaW5lQ29sb3IiOm51bGwsIkxpbmVXZWlnaHQiOjAuMCwiTGluZVR5cGUiOjAsIlBhcmVudFN0eWxlIjpudWxsfSwiUGFyZW50U3R5bGUiOm51bGx9LCJEYXRlU3R5bGUiOnsiJGlkIjoiMjQ4MyIsIkZvbnRTZXR0aW5ncyI6eyIkaWQiOiIyNDg0IiwiRm9udFNpemUiOjEwLCJGb250TmFtZSI6IkNhbGlicmkiLCJJc0JvbGQiOmZhbHNlLCJJc0l0YWxpYyI6ZmFsc2UsIklzVW5kZXJsaW5lZCI6ZmFsc2UsIlBhcmVudFN0eWxlIjpudWxsfSwiQXV0b1NpemUiOjAsIkZvcmVncm91bmQiOnsiJHJlZiI6IjYwIn0sIk1heFdpZHRoIjoyMDAuMCwiTWF4SGVpZ2h0IjoiSW5maW5pdHkiLCJTbWFydEZvcmVncm91bmRJc0FjdGl2ZSI6ZmFsc2UsIkhvcml6b250YWxBbGlnbm1lbnQiOjIsIlZlcnRpY2FsQWxpZ25tZW50IjowLCJTbWFydEZvcmVncm91bmQiOm51bGwsIkJhY2tncm91bmRGaWxsVHlwZSI6MCwiTWFyZ2luIjp7IiRyZWYiOiI2MiJ9LCJQYWRkaW5nIjp7IiRyZWYiOiI2MyJ9LCJCYWNrZ3JvdW5kIjp7IiRyZWYiOiI2NCJ9LCJJc1Zpc2libGUiOnRydWUsIldpZHRoIjowLjAsIkhlaWdodCI6MC4wLCJCb3JkZXJTdHlsZSI6eyIkaWQiOiIyNDg1IiwiTGluZUNvbG9yIjpudWxsLCJMaW5lV2VpZ2h0IjowLjAsIkxpbmVUeXBlIjowLCJQYXJlbnRTdHlsZSI6bnVsbH0sIlBhcmVudFN0eWxlIjpudWxsfSwiRGF0ZUZvcm1hdCI6eyIkcmVmIjoiNjcifSwiV2Vla051bWJlcmluZyI6eyIkaWQiOiIyNDg2IiwiRm9ybWF0IjowLCJJc1Zpc2libGUiOmZhbHNlLCJMYXN0S25vd25WaXNpYmlsaXR5U3RhdGUiOmZhbHNlfSwiSXNWaXNpYmxlIjp0cnVlLCJQYXJlbnRTdHlsZSI6bnVsbH0sIkluZGV4Ijo0LCJTbWFydER1cmF0aW9uQWN0aXZhdGVkIjpmYWxzZSwiRGF0ZUZvcm1hdCI6eyIkcmVmIjoiNjcifSwiV2Vla051bWJlcmluZyI6eyIkaWQiOiIyNDg3IiwiRm9ybWF0IjowLCJJc1Zpc2libGUiOmZhbHNlLCJMYXN0S25vd25WaXNpYmlsaXR5U3RhdGUiOmZhbHNlfSwiQmFzZWxpbmVEYXRhIjp7IiRpZCI6IjI0ODgiLCJTdGFydERhdGUiOiIyMDI4LTAzLTE0VDEwOjAwOjAwIiwiRW5kRGF0ZSI6IjIwMzItMDYtMjdUMTA6MDA6MDAifSwiSWQiOiJlNmVhNzhkYi1mZDY4LTQ3NzctYTA5MC05ODRmNzFkNDUwNGEiLCJJbXBvcnRJZCI6bnVsbCwiVGl0bGUiOiIxTCBtQ1JDIEhFUjIrIFBoIElJSSIsIk5vdGUiOm51bGwsIkh5cGVybGluayI6eyIkaWQiOiIyNDg5IiwiQWRkcmVzcyI6bnVsbCwiU3ViQWRkcmVzcyI6bnVsbH0sIklzQ2hhbmdlZCI6ZmFsc2UsIklzTmV3IjpmYWxzZX19XSwiX21pbGVzdG9uZXMiOlt7IiRpZCI6IjI0OTAiLCJJZCI6IjQ2ZTI3OGJhLWRlNGItNGUyOC04OGY3LTRkMzA0NmQ5ODJmYSIsIkluZGV4Ijo1LCJHcm91cElkIjpudWxsLCJUaXRsZSI6IjFMIENSQyBIRVIyKyBBQSBVUyIsIkRhdGVUaW1lIjoiMjAzMi0wOC0zMFQwODowMDowMCIsIlBlcmNlbnRhZ2VDb21wbGV0ZSI6bnVsbCwiTm90ZSI6bnVsbCwiU3R5bGUiOnsiJGlkIjoiMjQ5MSIsIlRpdGxlUG9zaXRpb24iOiJSaWdodCIsIkRhdGVQb3NpdGlvbiI6IkxlZnQiLCJTaGFwZVR5cGUiOjEzLCJTaGFwZVNpemUiOjAsIlNwYWNpbmciOjUsIlNoYXBlU3R5bGUiOnsiJGlkIjoiMjQ5MiIsIk1hcmdpbiI6eyIkcmVmIjoiNzUifSwiUGFkZGluZyI6eyIkcmVmIjoiNzYifSwiQmFja2dyb3VuZCI6eyIkaWQiOiIyNDkzIiwiQ29sb3IiOnsiJGlkIjoiMjQ5NCIsIkEiOjI1NSwiUiI6MjQ1LCJHIjoxMzgsIkIiOjEwNH19LCJJc1Zpc2libGUiOnRydWUsIldpZHRoIjoxMi4wLCJIZWlnaHQiOjE0LjAsIkJvcmRlclN0eWxlIjp7IiRpZCI6IjI0OTUiLCJMaW5lQ29sb3IiOnsiJHJlZiI6IjE4NzgifSwiTGluZVdlaWdodCI6MC4wLCJMaW5lVHlwZSI6MCwiUGFyZW50U3R5bGUiOm51bGx9LCJQYXJlbnRTdHlsZSI6bnVsbH0sIlRpdGxlU3R5bGUiOnsiJGlkIjoiMjQ5NiIsIkZvbnRTZXR0aW5ncyI6eyIkaWQiOiIyNDk3IiwiRm9udFNpemUiOjExLCJGb250TmFtZSI6IkJvZWhyaW5nZXIgRm9yd2FyZCBUZXh0IiwiSXNCb2xkIjp0cnVlLCJJc0l0YWxpYyI6ZmFsc2UsIklzVW5kZXJsaW5lZCI6ZmFsc2UsIlBhcmVudFN0eWxlIjpudWxsfSwiQXV0b1NpemUiOjIsIkZvcmVncm91bmQiOnsiJGlkIjoiMjQ5OCIsIkNvbG9yIjp7IiRpZCI6IjI0OTkiLCJBIjoyNTUsIlIiOjgsIkciOjQ5LCJCIjo0Mn19LCJNYXhXaWR0aCI6NzEuMTA4ODk0MzQ4MTQ0NTMxLCJNYXhIZWlnaHQiOiJJbmZpbml0eSIsIlNtYXJ0Rm9yZWdyb3VuZElzQWN0aXZlIjpmYWxzZSwiSG9yaXpvbnRhbEFsaWdubWVudCI6MCwiVmVydGljYWxBbGlnbm1lbnQiOjAsIlNtYXJ0Rm9yZWdyb3VuZCI6bnVsbCwiQmFja2dyb3VuZEZpbGxUeXBlIjowLCJNYXJnaW4iOnsiJHJlZiI6Ijg2In0sIlBhZGRpbmciOnsiJHJlZiI6Ijg3In0sIkJhY2tncm91bmQiOnsiJGlkIjoiMjUwMCIsIkNvbG9yIjp7IiRpZCI6IjI1MDEiLCJBIjowLCJSIjoyNTUsIkciOjI1NSwiQiI6MjU1fX0sIklzVmlzaWJsZSI6dHJ1ZSwiV2lkdGgiOjAuMCwiSGVpZ2h0IjowLjAsIkJvcmRlclN0eWxlIjpudWxsLCJQYXJlbnRTdHlsZSI6bnVsbH0sIkRhdGVTdHlsZSI6eyIkaWQiOiIyNTAyIiwiRm9udFNldHRpbmdzIjp7IiRpZCI6IjI1MDMiLCJGb250U2l6ZSI6MTAsIkZvbnROYW1lIjoiQm9laHJpbmdlciBGb3J3YXJkIFRleHQiLCJJc0JvbGQiOmZhbHNlLCJJc0l0YWxpYyI6ZmFsc2UsIklzVW5kZXJsaW5lZCI6ZmFsc2UsIlBhcmVudFN0eWxlIjpudWxsfSwiQXV0b1NpemUiOjAsIkZvcmVncm91bmQiOnsiJGlkIjoiMjUwNCIsIkNvbG9yIjp7IiRpZCI6IjI1MDUiLCJBIjoyNTUsIlIiOjI1NSwiRyI6MjU1LCJCIjoyNTV9fSwiTWF4V2lkdGgiOjIwMC4wLCJNYXhIZWlnaHQiOiJJbmZpbml0eSIsIlNtYXJ0Rm9yZWdyb3VuZElzQWN0aXZlIjpmYWxzZSwiSG9yaXpvbnRhbEFsaWdubWVudCI6MiwiVmVydGljYWxBbGlnbm1lbnQiOjAsIlNtYXJ0Rm9yZWdyb3VuZCI6bnVsbCwiQmFja2dyb3VuZEZpbGxUeXBlIjowLCJNYXJnaW4iOnsiJHJlZiI6Ijk0In0sIlBhZGRpbmciOnsiJHJlZiI6Ijk1In0sIkJhY2tncm91bmQiOnsiJGlkIjoiMjUwNiIsIkNvbG9yIjp7IiRpZCI6IjI1MDciLCJBIjowLCJSIjoyNTUsIkciOjI1NSwiQiI6MjU1fX0sIklzVmlzaWJsZSI6ZmFsc2UsIldpZHRoIjowLjAsIkhlaWdodCI6MC4wLCJCb3JkZXJTdHlsZSI6bnVsbCwiUGFyZW50U3R5bGUiOm51bGx9LCJEYXRlRm9ybWF0Ijp7IiRyZWYiOiIxNzkwIn0sIldlZWtOdW1iZXJpbmciOnsiJGlkIjoiMjUwOCIsIkZvcm1hdCI6MCwiSXNWaXNpYmxlIjpmYWxzZSwiTGFzdEtub3duVmlzaWJpbGl0eVN0YXRlIjpmYWxzZX0sIklzVmlzaWJsZSI6dHJ1ZSwiUGFyZW50U3R5bGUiOm51bGx9LCJIeXBlcmxpbmsiOm51bGwsIkltcG9ydElkIjpudWxsfV0sIklkIjoiZTk2NzA2ZTQtMWNhNS00NWVjLTgxMjgtYWM3NjQ1NDdjZDUwIiwiSXNTaW5nbGVJdGVtUm93IjpmYWxzZX1dLCJJbmRleCI6MCwiSWQiOiJkZjMxNzM1OC00NzY3LTQ5MWMtYWJiMi1hZTRhYmNjNjIyMjQiLCJIZWFkZXJUZXh0IjpudWxsLCJJc0RlZmF1bHQiOnRydWUsIlN0eWxlIjp7IiRpZCI6IjI1MDkiLCJIZWFkZXJTdHlsZSI6eyIkaWQiOiIyNTEwIiwiVGV4dFN0eWxlIjp7IiRpZCI6IjI1MTEiLCJGb250U2V0dGluZ3MiOnsiJGlkIjoiMjUxMiIsIkZvbnRTaXplIjoxMSwiRm9udE5hbWUiOiJDYWxpYnJpIiwiSXNCb2xkIjpmYWxzZSwiSXNJdGFsaWMiOmZhbHNlLCJJc1VuZGVybGluZWQiOmZhbHNlLCJQYXJlbnRTdHlsZSI6bnVsbH0sIkF1dG9TaXplIjoyLCJGb3JlZ3JvdW5kIjp7IiRpZCI6IjI1MTMiLCJDb2xvciI6eyIkaWQiOiIyNTE0IiwiQSI6MjU1LCJSIjowLCJHIjowLCJCIjowfX0sIk1heFdpZHRoIjowLjAsIk1heEhlaWdodCI6IkluZmluaXR5IiwiU21hcnRGb3JlZ3JvdW5kSXNBY3RpdmUiOmZhbHNlLCJIb3Jpem9udGFsQWxpZ25tZW50IjowLCJWZXJ0aWNhbEFsaWdubWVudCI6MCwiU21hcnRGb3JlZ3JvdW5kIjpudWxsLCJCYWNrZ3JvdW5kRmlsbFR5cGUiOjAsIk1hcmdpbiI6eyIkaWQiOiIyNTE1IiwiVG9wIjowLjAsIkxlZnQiOjAuMCwiUmlnaHQiOjAuMCwiQm90dG9tIjowLjB9LCJQYWRkaW5nIjp7IiRpZCI6IjI1MTYiLCJUb3AiOjAuMCwiTGVmdCI6MC4wLCJSaWdodCI6MC4wLCJCb3R0b20iOjAuMH0sIkJhY2tncm91bmQiOnsiJGlkIjoiMjUxNyIsIkNvbG9yIjp7IiRpZCI6IjI1MTgiLCJBIjowLCJSIjoyNTUsIkciOjI1NSwiQiI6MjU1fX0sIklzVmlzaWJsZSI6dHJ1ZSwiV2lkdGgiOjAuMCwiSGVpZ2h0IjowLjAsIkJvcmRlclN0eWxlIjpudWxsLCJQYXJlbnRTdHlsZSI6bnVsbH0sIlJlY3RhbmdsZVN0eWxlIjp7IiRpZCI6IjI1MTkiLCJNYXJnaW4iOnsiJGlkIjoiMjUyMCIsIlRvcCI6MC4wLCJMZWZ0IjowLjAsIlJpZ2h0IjowLjAsIkJvdHRvbSI6MC4wfSwiUGFkZGluZyI6eyIkaWQiOiIyNTIxIiwiVG9wIjowLjAsIkxlZnQiOjAuMCwiUmlnaHQiOjAuMCwiQm90dG9tIjowLjB9LCJCYWNrZ3JvdW5kIjp7IiRpZCI6IjI1MjIiLCJDb2xvciI6eyIkaWQiOiIyNTIzIiwiQSI6NjMsIlIiOjAsIkciOjIyOCwiQiI6MTI0fX0sIklzVmlzaWJsZSI6dHJ1ZSwiV2lkdGgiOjAuMCwiSGVpZ2h0IjowLjAsIkJvcmRlclN0eWxlIjp7IiRpZCI6IjI1MjQiLCJMaW5lQ29sb3IiOnsiJGlkIjoiMjUyNSIsIiR0eXBlIjoiTkxSRS5Db21tb24uRG9tLlNvbGlkQ29sb3JCcnVzaCwgTkxSRS5Db21tb24iLCJDb2xvciI6eyIkaWQiOiIyNTI2IiwiQSI6MjU1LCJSIjoyNTUsIkciOjAsIkIiOjB9fSwiTGluZVdlaWdodCI6MC4wLCJMaW5lVHlwZSI6MCwiUGFyZW50U3R5bGUiOm51bGx9LCJQYXJlbnRTdHlsZSI6bnVsbH0sIk1hcmdpbiI6eyIkaWQiOiIyNTI3IiwiVG9wIjowLjAsIkxlZnQiOjAuMCwiUmlnaHQiOjAuMCwiQm90dG9tIjowLjB9LCJQYWRkaW5nIjp7IiRpZCI6IjI1MjgiLCJUb3AiOjAuMCwiTGVmdCI6MC4wLCJSaWdodCI6MC4wLCJCb3R0b20iOjAuMH0sIkJhY2tncm91bmQiOm51bGwsIklzVmlzaWJsZSI6dHJ1ZSwiV2lkdGgiOjAuMCwiSGVpZ2h0IjowLjAsIkJvcmRlclN0eWxlIjpudWxsLCJQYXJlbnRTdHlsZSI6bnVsbH0sIkJhY2tncm91bmRTdHlsZSI6eyIkaWQiOiIyNTI5IiwiTWFyZ2luIjp7IiRpZCI6IjI1MzAiLCJUb3AiOjAuMCwiTGVmdCI6MC4wLCJSaWdodCI6MC4wLCJCb3R0b20iOjAuMH0sIlBhZGRpbmciOnsiJGlkIjoiMjUzMSIsIlRvcCI6MC4wLCJMZWZ0IjowLjAsIlJpZ2h0IjowLjAsIkJvdHRvbSI6MC4wfSwiQmFja2dyb3VuZCI6eyIkaWQiOiIyNTMyIiwiQ29sb3IiOnsiJGlkIjoiMjUzMyIsIkEiOjUxLCJSIjoyNTUsIkciOjI1NSwiQiI6MjU1fX0sIklzVmlzaWJsZSI6dHJ1ZSwiV2lkdGgiOjAuMCwiSGVpZ2h0IjowLjAsIkJvcmRlclN0eWxlIjp7IiRpZCI6IjI1MzQiLCJMaW5lQ29sb3IiOnsiJGlkIjoiMjUzNSIsIiR0eXBlIjoiTkxSRS5Db21tb24uRG9tLlNvbGlkQ29sb3JCcnVzaCwgTkxSRS5Db21tb24iLCJDb2xvciI6eyIkaWQiOiIyNTM2IiwiQSI6MjU1LCJSIjoyNTUsIkciOjAsIkIiOjB9fSwiTGluZVdlaWdodCI6MC4wLCJMaW5lVHlwZSI6MCwiUGFyZW50U3R5bGUiOm51bGx9LCJQYXJlbnRTdHlsZSI6bnVsbH0sIk1hcmdpbiI6eyIkaWQiOiIyNTM3IiwiVG9wIjowLjAsIkxlZnQiOjAuMCwiUmlnaHQiOjAuMCwiQm90dG9tIjowLjB9LCJQYWRkaW5nIjp7IiRpZCI6IjI1MzgiLCJUb3AiOjAuMCwiTGVmdCI6MC4wLCJSaWdodCI6MC4wLCJCb3R0b20iOjAuMH0sIklzVmlzaWJsZSI6ZmFsc2UsIldpZHRoIjowLjAsIkhlaWdodCI6MC4wLCJCb3JkZXJTdHlsZSI6bnVsbCwiUGFyZW50U3R5bGUiOm51bGx9fV0sIklkIjoiODFlN2ZlMjEtYjA5Zi00ODBjLWE0MmUtYTdlZjdjOWUwNWI5IiwiSW5kZXgiOjQsIkhlYWRlclRleHQiOiJDUkMiLCJTdHlsZSI6eyIkaWQiOiIyNTM5IiwiU3R5bGVJZCI6IjAwMDAwMDAwLTAwMDAtMDAwMC0wMDAwLTAwMDAwMDAwMDAwMCIsIkhlYWRlclN0eWxlIjp7IiRpZCI6IjI1NDAiLCJUZXh0SXNWZXJ0aWNhbCI6ZmFsc2UsIlRleHRTdHlsZSI6eyIkaWQiOiIyNTQxIiwiRm9udFNldHRpbmdzIjp7IiRpZCI6IjI1NDIiLCJGb250U2l6ZSI6MTIsIkZvbnROYW1lIjoiQm9laHJpbmdlciBGb3J3YXJkIFRleHQiLCJJc0JvbGQiOmZhbHNlLCJJc0l0YWxpYyI6ZmFsc2UsIklzVW5kZXJsaW5lZCI6ZmFsc2UsIlBhcmVudFN0eWxlIjpudWxsfSwiQXV0b1NpemUiOjIsIkZvcmVncm91bmQiOnsiJGlkIjoiMjU0MyIsIkNvbG9yIjp7IiRpZCI6IjI1NDQiLCJBIjoyNTUsIlIiOjgsIkciOjQ5LCJCIjo0Mn19LCJNYXhXaWR0aCI6NzEuMCwiTWF4SGVpZ2h0IjoiSW5maW5pdHkiLCJTbWFydEZvcmVncm91bmRJc0FjdGl2ZSI6ZmFsc2UsIkhvcml6b250YWxBbGlnbm1lbnQiOjAsIlZlcnRpY2FsQWxpZ25tZW50IjowLCJTbWFydEZvcmVncm91bmQiOm51bGwsIkJhY2tncm91bmRGaWxsVHlwZSI6MCwiTWFyZ2luIjp7IiRpZCI6IjI1NDUiLCJUb3AiOjAuMCwiTGVmdCI6MC4wLCJSaWdodCI6MC4wLCJCb3R0b20iOjAuMH0sIlBhZGRpbmciOnsiJGlkIjoiMjU0NiIsIlRvcCI6MC4wLCJMZWZ0IjowLjAsIlJpZ2h0IjowLjAsIkJvdHRvbSI6MC4wfSwiQmFja2dyb3VuZCI6eyIkaWQiOiIyNTQ3IiwiQ29sb3IiOnsiJGlkIjoiMjU0OCIsIkEiOjAsIlIiOjI1NSwiRyI6MjU1LCJCIjoyNTV9fSwiSXNWaXNpYmxlIjp0cnVlLCJXaWR0aCI6MC4wLCJIZWlnaHQiOjAuMCwiQm9yZGVyU3R5bGUiOm51bGwsIlBhcmVudFN0eWxlIjpudWxsfSwiUmVjdGFuZ2xlU3R5bGUiOnsiJGlkIjoiMjU0OSIsIk1hcmdpbiI6eyIkaWQiOiIyNTUwIiwiVG9wIjowLjAsIkxlZnQiOjAuMCwiUmlnaHQiOjAuMCwiQm90dG9tIjowLjB9LCJQYWRkaW5nIjp7IiRpZCI6IjI1NTEiLCJUb3AiOjAuMCwiTGVmdCI6MC4wLCJSaWdodCI6MC4wLCJCb3R0b20iOjAuMH0sIkJhY2tncm91bmQiOnsiJGlkIjoiMjU1MiIsIkNvbG9yIjp7IiRpZCI6IjI1NTMiLCJBIjoyNTUsIlIiOjI0NSwiRyI6MTM4LCJCIjoxMDR9fSwiSXNWaXNpYmxlIjp0cnVlLCJXaWR0aCI6MC4wLCJIZWlnaHQiOjAuMCwiQm9yZGVyU3R5bGUiOnsiJGlkIjoiMjU1NCIsIkxpbmVDb2xvciI6eyIkaWQiOiIyNTU1IiwiJHR5cGUiOiJOTFJFLkNvbW1vbi5Eb20uU29saWRDb2xvckJydXNoLCBOTFJFLkNvbW1vbiIsIkNvbG9yIjp7IiRpZCI6IjI1NTYiLCJBIjoyNTUsIlIiOjI1NSwiRyI6MjU1LCJCIjoyNTV9fSwiTGluZVdlaWdodCI6MC4wLCJMaW5lVHlwZSI6MCwiUGFyZW50U3R5bGUiOm51bGx9LCJQYXJlbnRTdHlsZSI6bnVsbH0sIk1hcmdpbiI6eyIkaWQiOiIyNTU3IiwiVG9wIjowLjAsIkxlZnQiOjAuMCwiUmlnaHQiOjAuMCwiQm90dG9tIjowLjB9LCJQYWRkaW5nIjp7IiRpZCI6IjI1NTgiLCJUb3AiOjAuMCwiTGVmdCI6MC4wLCJSaWdodCI6MC4wLCJCb3R0b20iOjAuMH0sIkJhY2tncm91bmQiOm51bGwsIklzVmlzaWJsZSI6dHJ1ZSwiV2lkdGgiOjAuMCwiSGVpZ2h0IjowLjAsIkJvcmRlclN0eWxlIjpudWxsLCJQYXJlbnRTdHlsZSI6bnVsbH0sIkJhY2tncm91bmRTdHlsZSI6eyIkaWQiOiIyNTU5IiwiTWFyZ2luIjp7IiRpZCI6IjI1NjAiLCJUb3AiOjAuMCwiTGVmdCI6MC4wLCJSaWdodCI6MC4wLCJCb3R0b20iOjAuMH0sIlBhZGRpbmciOnsiJGlkIjoiMjU2MSIsIlRvcCI6MC4wLCJMZWZ0IjowLjAsIlJpZ2h0IjowLjAsIkJvdHRvbSI6MC4wfSwiQmFja2dyb3VuZCI6eyIkaWQiOiIyNTYyIiwiQ29sb3IiOnsiJGlkIjoiMjU2MyIsIkEiOjUxLCJSIjoyNDUsIkciOjEzOCwiQiI6MTA0fX0sIklzVmlzaWJsZSI6dHJ1ZSwiV2lkdGgiOjAuMCwiSGVpZ2h0IjowLjAsIkJvcmRlclN0eWxlIjp7IiRpZCI6IjI1NjQiLCJMaW5lQ29sb3IiOnsiJGlkIjoiMjU2NSIsIiR0eXBlIjoiTkxSRS5Db21tb24uRG9tLlNvbGlkQ29sb3JCcnVzaCwgTkxSRS5Db21tb24iLCJDb2xvciI6eyIkaWQiOiIyNTY2IiwiQSI6MjU1LCJSIjoyNTUsIkciOjAsIkIiOjB9fSwiTGluZVdlaWdodCI6MC4wLCJMaW5lVHlwZSI6MCwiUGFyZW50U3R5bGUiOm51bGx9LCJQYXJlbnRTdHlsZSI6bnVsbH0sIklzQWJvdmVUaW1lYmFuZCI6ZmFsc2UsIlNwYWNpbmciOjEwLCJEZWZhdWx0U3dpbWxhbmVUYXNrU3R5bGUiOnsiJGlkIjoiMjU2NyIsIiR0eXBlIjoiTkxSRS5Db21tb24uRG9tLlN0eWxlcy5FeHBsaWNpdFNldGFibGVUYXNrU3R5bGUsIE5MUkUuQ29tbW9uIiwiU2hhcGUiOjMsIlNoYXBlVGhpY2tuZXNzIjoxLCJEdXJhdGlvbkZvcm1hdCI6MCwiSW5jbHVkZU5vbldvcmtpbmdEYXlzSW5EdXJhdGlvbiI6ZmFsc2UsIlBlcmNlbnRhZ2VDb21wbGV0ZVN0eWxlIjp7IiRpZCI6IjI1NjgiLCJGb250U2V0dGluZ3MiOnsiJGlkIjoiMjU2OSIsIkZvbnRTaXplIjoxMCwiRm9udE5hbWUiOiJDYWxpYnJpIiwiSXNCb2xkIjpmYWxzZSwiSXNJdGFsaWMiOmZhbHNlLCJJc1VuZGVybGluZWQiOmZhbHNlLCJQYXJlbnRTdHlsZSI6bnVsbH0sIkF1dG9TaXplIjowLCJGb3JlZ3JvdW5kIjp7IiRpZCI6IjI1NzAiLCJDb2xvciI6eyIkaWQiOiIyNTcxIiwiQSI6MjU1LCJSIjoxOTIsIkciOjgwLCJCIjo3N319LCJNYXhXaWR0aCI6MjAwLjAsIk1heEhlaWdodCI6IkluZmluaXR5IiwiU21hcnRGb3JlZ3JvdW5kSXNBY3RpdmUiOmZhbHNlLCJIb3Jpem9udGFsQWxpZ25tZW50IjowLCJWZXJ0aWNhbEFsaWdubWVudCI6MCwiU21hcnRGb3JlZ3JvdW5kIjpudWxsLCJCYWNrZ3JvdW5kRmlsbFR5cGUiOjAsIk1hcmdpbiI6eyIkaWQiOiIyNTcyIiwiVG9wIjowLjAsIkxlZnQiOjAuMCwiUmlnaHQiOjAuMCwiQm90dG9tIjowLjB9LCJQYWRkaW5nIjp7IiRpZCI6IjI1NzMiLCJUb3AiOjAuMCwiTGVmdCI6MC4wLCJSaWdodCI6MC4wLCJCb3R0b20iOjAuMH0sIkJhY2tncm91bmQiOnsiJGlkIjoiMjU3NCIsIkNvbG9yIjp7IiRpZCI6IjI1NzUiLCJBIjo4OSwiUiI6MCwiRyI6MCwiQiI6MH19LCJJc1Zpc2libGUiOnRydWUsIldpZHRoIjowLjAsIkhlaWdodCI6MC4wLCJCb3JkZXJTdHlsZSI6bnVsbCwiUGFyZW50U3R5bGUiOm51bGx9LCJEdXJhdGlvblN0eWxlIjp7IiRpZCI6IjI1NzYiLCJGb250U2V0dGluZ3MiOnsiJGlkIjoiMjU3NyIsIkZvbnRTaXplIjoxMCwiRm9udE5hbWUiOiJDYWxpYnJpIiwiSXNCb2xkIjpmYWxzZSwiSXNJdGFsaWMiOmZhbHNlLCJJc1VuZGVybGluZWQiOmZhbHNlLCJQYXJlbnRTdHlsZSI6bnVsbH0sIkF1dG9TaXplIjowLCJGb3JlZ3JvdW5kIjp7IiRpZCI6IjI1NzgiLCJDb2xvciI6eyIkaWQiOiIyNTc5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GlkIjoiMjU4MCIsIlRvcCI6MC4wLCJMZWZ0IjowLjAsIlJpZ2h0IjowLjAsIkJvdHRvbSI6MC4wfSwiUGFkZGluZyI6eyIkaWQiOiIyNTgxIiwiVG9wIjowLjAsIkxlZnQiOjAuMCwiUmlnaHQiOjAuMCwiQm90dG9tIjowLjB9LCJCYWNrZ3JvdW5kIjp7IiRpZCI6IjI1ODIiLCJDb2xvciI6eyIkaWQiOiIyNTgzIiwiQSI6MCwiUiI6MCwiRyI6MCwiQiI6MH19LCJJc1Zpc2libGUiOnRydWUsIldpZHRoIjowLjAsIkhlaWdodCI6MC4wLCJCb3JkZXJTdHlsZSI6bnVsbCwiUGFyZW50U3R5bGUiOm51bGx9LCJIb3Jpem9udGFsQ29ubmVjdG9yU3R5bGUiOnsiJGlkIjoiMjU4NCIsIkxpbmVDb2xvciI6eyIkaWQiOiIyNTg1IiwiJHR5cGUiOiJOTFJFLkNvbW1vbi5Eb20uU29saWRDb2xvckJydXNoLCBOTFJFLkNvbW1vbiIsIkNvbG9yIjp7IiRpZCI6IjI1ODYiLCJBIjoyNTUsIlIiOjIwNCwiRyI6MjA0LCJCIjoyMDR9fSwiTGluZVdlaWdodCI6MS4wLCJMaW5lVHlwZSI6MCwiUGFyZW50U3R5bGUiOm51bGx9LCJWZXJ0aWNhbENvbm5lY3RvclN0eWxlIjp7IiRpZCI6IjI1ODciLCJMaW5lQ29sb3IiOnsiJGlkIjoiMjU4OCIsIiR0eXBlIjoiTkxSRS5Db21tb24uRG9tLlNvbGlkQ29sb3JCcnVzaCwgTkxSRS5Db21tb24iLCJDb2xvciI6eyIkaWQiOiIyNTg5IiwiQSI6MjU1LCJSIjoyMDQsIkciOjIwNCwiQiI6MjA0fX0sIkxpbmVXZWlnaHQiOjAuMCwiTGluZVR5cGUiOjAsIlBhcmVudFN0eWxlIjpudWxsfSwiTWFyZ2luIjpudWxsLCJTdGFydERhdGVQb3NpdGlvbiI6NiwiRW5kRGF0ZVBvc2l0aW9uIjo2LCJEYXRlSXNWaXNpYmxlIjpmYWxzZSwiVGl0bGVQb3NpdGlvbiI6MiwiRHVyYXRpb25Qb3NpdGlvbiI6NiwiUGVyY2VudGFnZUNvbXBsZXRlZFBvc2l0aW9uIjo2LCJTcGFjaW5nIjozLCJJc0JlbG93VGltZWJhbmQiOnRydWUsIlBlcmNlbnRhZ2VDb21wbGV0ZVNoYXBlT3BhY2l0eSI6MzUsIkJhc2VsaW5lU3R5bGUiOnsiJGlkIjoiMjU5MCIsIlNoYXBlU3R5bGUiOnsiJGlkIjoiMjU5MSIsIk1hcmdpbiI6eyIkaWQiOiIyNTkyIiwiVG9wIjowLjAsIkxlZnQiOjAuMCwiUmlnaHQiOjAuMCwiQm90dG9tIjowLjB9LCJQYWRkaW5nIjp7IiRpZCI6IjI1OTMiLCJUb3AiOjAuMCwiTGVmdCI6MC4wLCJSaWdodCI6MC4wLCJCb3R0b20iOjAuMH0sIkJhY2tncm91bmQiOnsiJGlkIjoiMjU5NCIsIkNvbG9yIjp7IiRpZCI6IjI1OTUiLCJBIjoxNTMsIlIiOjAsIkciOjAsIkIiOjB9fSwiSXNWaXNpYmxlIjp0cnVlLCJXaWR0aCI6MC4wLCJIZWlnaHQiOjAuMCwiQm9yZGVyU3R5bGUiOnsiJGlkIjoiMjU5NiIsIkxpbmVDb2xvciI6bnVsbCwiTGluZVdlaWdodCI6MC4wLCJMaW5lVHlwZSI6MCwiUGFyZW50U3R5bGUiOm51bGx9LCJQYXJlbnRTdHlsZSI6bnVsbH0sIk1hcmdpbiI6eyIkaWQiOiIyNTk3IiwiVG9wIjowLjAsIkxlZnQiOjAuMCwiUmlnaHQiOjAuMCwiQm90dG9tIjowLjB9LCJQYWRkaW5nIjp7IiRpZCI6IjI1OTgiLCJUb3AiOjAuMCwiTGVmdCI6MC4wLCJSaWdodCI6MC4wLCJCb3R0b20iOjAuMH0sIkJhY2tncm91bmQiOm51bGwsIklzVmlzaWJsZSI6dHJ1ZSwiV2lkdGgiOjAuMCwiSGVpZ2h0IjowLjAsIkJvcmRlclN0eWxlIjpudWxsLCJQYXJlbnRTdHlsZSI6bnVsbH0sIlNoYXBlU3R5bGUiOnsiJGlkIjoiMjU5OSIsIk1hcmdpbiI6eyIkaWQiOiIyNjAwIiwiVG9wIjowLjAsIkxlZnQiOjQuMCwiUmlnaHQiOjQuMCwiQm90dG9tIjowLjB9LCJQYWRkaW5nIjp7IiRpZCI6IjI2MDEiLCJUb3AiOjAuMCwiTGVmdCI6MC4wLCJSaWdodCI6MC4wLCJCb3R0b20iOjAuMH0sIkJhY2tncm91bmQiOnsiJGlkIjoiMjYwMiIsIkNvbG9yIjp7IiRpZCI6IjI2MDMiLCJBIjoyNTUsIlIiOjgsIkciOjQ5LCJCIjo0Mn19LCJJc1Zpc2libGUiOnRydWUsIldpZHRoIjoxMTMuMCwiSGVpZ2h0IjoxNi4wLCJCb3JkZXJTdHlsZSI6eyIkaWQiOiIyNjA0IiwiTGluZUNvbG9yIjp7IiRpZCI6IjI2MDUiLCIkdHlwZSI6Ik5MUkUuQ29tbW9uLkRvbS5Tb2xpZENvbG9yQnJ1c2gsIE5MUkUuQ29tbW9uIiwiQ29sb3IiOnsiJGlkIjoiMjYwNiIsIkEiOjI1NSwiUiI6MjM0LCJHIjoyMiwiQiI6MzB9fSwiTGluZVdlaWdodCI6MC4wLCJMaW5lVHlwZSI6MCwiUGFyZW50U3R5bGUiOm51bGx9LCJQYXJlbnRTdHlsZSI6bnVsbH0sIlRpdGxlU3R5bGUiOnsiJGlkIjoiMjYwNyIsIkZvbnRTZXR0aW5ncyI6eyIkaWQiOiIyNjA4IiwiRm9udFNpemUiOjExLCJGb250TmFtZSI6IkJvZWhyaW5nZXIgRm9yd2FyZCBUZXh0IiwiSXNCb2xkIjpmYWxzZSwiSXNJdGFsaWMiOmZhbHNlLCJJc1VuZGVybGluZWQiOmZhbHNlLCJQYXJlbnRTdHlsZSI6bnVsbH0sIkF1dG9TaXplIjowLCJGb3JlZ3JvdW5kIjp7IiRpZCI6IjI2MDkiLCJDb2xvciI6eyIkaWQiOiIyNjEwIiwiQSI6MjU1LCJSIjoyNTUsIkciOjI1NSwiQiI6MjU1fX0sIk1heFdpZHRoIjoyMDAuMCwiTWF4SGVpZ2h0IjoiSW5maW5pdHkiLCJTbWFydEZvcmVncm91bmRJc0FjdGl2ZSI6ZmFsc2UsIkhvcml6b250YWxBbGlnbm1lbnQiOjEsIlZlcnRpY2FsQWxpZ25tZW50IjowLCJTbWFydEZvcmVncm91bmQiOm51bGwsIkJhY2tncm91bmRGaWxsVHlwZSI6MCwiTWFyZ2luIjp7IiRpZCI6IjI2MTEiLCJUb3AiOjAuMCwiTGVmdCI6MC4wLCJSaWdodCI6MC4wLCJCb3R0b20iOjAuMH0sIlBhZGRpbmciOnsiJGlkIjoiMjYxMiIsIlRvcCI6MC4wLCJMZWZ0IjowLjAsIlJpZ2h0IjowLjAsIkJvdHRvbSI6MC4wfSwiQmFja2dyb3VuZCI6eyIkaWQiOiIyNjEzIiwiQ29sb3IiOnsiJGlkIjoiMjYxNCIsIkEiOjAsIlIiOjI1NSwiRyI6MjU1LCJCIjoyNTV9fSwiSXNWaXNpYmxlIjp0cnVlLCJXaWR0aCI6MC4wLCJIZWlnaHQiOjAuMCwiQm9yZGVyU3R5bGUiOm51bGwsIlBhcmVudFN0eWxlIjpudWxsfSwiRGF0ZVN0eWxlIjp7IiRpZCI6IjI2MTUiLCJGb250U2V0dGluZ3MiOnsiJGlkIjoiMjYxNiIsIkZvbnRTaXplIjoxMCwiRm9udE5hbWUiOiJDYWxpYnJpIiwiSXNCb2xkIjpmYWxzZSwiSXNJdGFsaWMiOmZhbHNlLCJJc1VuZGVybGluZWQiOmZhbHNlLCJQYXJlbnRTdHlsZSI6bnVsbH0sIkF1dG9TaXplIjowLCJGb3JlZ3JvdW5kIjp7IiRpZCI6IjI2MTciLCJDb2xvciI6eyIkaWQiOiIyNjE4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yNjE5IiwiVG9wIjowLjAsIkxlZnQiOjAuMCwiUmlnaHQiOjAuMCwiQm90dG9tIjowLjB9LCJQYWRkaW5nIjp7IiRpZCI6IjI2MjAiLCJUb3AiOjAuMCwiTGVmdCI6MC4wLCJSaWdodCI6MC4wLCJCb3R0b20iOjAuMH0sIkJhY2tncm91bmQiOnsiJGlkIjoiMjYyMSIsIkNvbG9yIjp7IiRpZCI6IjI2MjIiLCJBIjowLCJSIjowLCJHIjowLCJCIjowfX0sIklzVmlzaWJsZSI6dHJ1ZSwiV2lkdGgiOjAuMCwiSGVpZ2h0IjowLjAsIkJvcmRlclN0eWxlIjpudWxsLCJQYXJlbnRTdHlsZSI6bnVsbH0sIkRhdGVGb3JtYXQiOnsiJGlkIjoiMjYyMy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NjI0IiwiRm9ybWF0IjowLCJJc1Zpc2libGUiOmZhbHNlLCJMYXN0S25vd25WaXNpYmlsaXR5U3RhdGUiOmZhbHNlfSwiSXNWaXNpYmxlIjp0cnVlLCJQYXJlbnRTdHlsZSI6bnVsbCwiX2V4cGxpY2l0bHlTZXQiOnsiJGlkIjoiMjYyNSIsIlNoYXBlU3R5bGUiOmZhbHNlLCJUaXRsZVN0eWxlIjpmYWxzZSwiRGF0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U3BhY2luZyI6ZmFsc2UsIklzQmVsb3dUaW1lYmFuZCI6ZmFsc2UsIkRhdGVGb3JtYXQiOmZhbHNlLCJXZWVrTnVtYmVyaW5nIjpmYWxzZSwiSXNWaXNpYmxlIjpmYWxzZX19LCJEZWZhdWx0U3dpbWxhbmVNb3RTdHlsZSI6eyIkaWQiOiIyNjI2IiwiU2hhcGUiOjE0LCJDb25uZWN0b3JNYXJnaW4iOnsiJGlkIjoiMjYyNyIsIlRvcCI6MC4wLCJMZWZ0IjoyLjAsIlJpZ2h0IjoyLjAsIkJvdHRvbSI6MC4wfSwiQ29ubmVjdG9yU3R5bGUiOnsiJGlkIjoiMjYyOCIsIkxpbmVDb2xvciI6eyIkaWQiOiIyNjI5IiwiJHR5cGUiOiJOTFJFLkNvbW1vbi5Eb20uU29saWRDb2xvckJydXNoLCBOTFJFLkNvbW1vbiIsIkNvbG9yIjp7IiRpZCI6IjI2MzAiLCJBIjoxMjcsIlIiOjAsIkciOjIyOCwiQiI6MTI0fX0sIkxpbmVXZWlnaHQiOjEuMCwiTGluZVR5cGUiOjAsIlBhcmVudFN0eWxlIjpudWxsfSwiSXNCZWxvd1RpbWViYW5kIjp0cnVlLCJQb3NpdGlvbk9uVGFzayI6MiwiSGlkZURhdGUiOmZhbHNlLCJTaGFwZVNpemUiOjAsIlNwYWNpbmciOjAuMCwiUGFkZGluZyI6eyIkaWQiOiIyNjMxIiwiVG9wIjo1LjAsIkxlZnQiOjMuMCwiUmlnaHQiOjAuMCwiQm90dG9tIjoyLjB9LCJTaGFwZVN0eWxlIjp7IiRpZCI6IjI2MzIiLCJNYXJnaW4iOnsiJGlkIjoiMjYzMyIsIlRvcCI6MC4wLCJMZWZ0IjowLjAsIlJpZ2h0IjowLjAsIkJvdHRvbSI6MC4wfSwiUGFkZGluZyI6eyIkaWQiOiIyNjM0IiwiVG9wIjowLjAsIkxlZnQiOjAuMCwiUmlnaHQiOjAuMCwiQm90dG9tIjowLjB9LCJCYWNrZ3JvdW5kIjp7IiRpZCI6IjI2MzUiLCJDb2xvciI6eyIkaWQiOiIyNjM2IiwiQSI6MjU1LCJSIjowLCJHIjoyMjgsIkIiOjEyNH19LCJJc1Zpc2libGUiOnRydWUsIldpZHRoIjoxMi4wLCJIZWlnaHQiOjE0LjAsIkJvcmRlclN0eWxlIjp7IiRpZCI6IjI2MzciLCJMaW5lQ29sb3IiOnsiJGlkIjoiMjYzOCIsIiR0eXBlIjoiTkxSRS5Db21tb24uRG9tLlNvbGlkQ29sb3JCcnVzaCwgTkxSRS5Db21tb24iLCJDb2xvciI6eyIkaWQiOiIyNjM5IiwiQSI6MjU1LCJSIjoyMzQsIkciOjIyLCJCIjozMH19LCJMaW5lV2VpZ2h0IjowLjAsIkxpbmVUeXBlIjowLCJQYXJlbnRTdHlsZSI6bnVsbH0sIlBhcmVudFN0eWxlIjpudWxsfSwiVGl0bGVTdHlsZSI6eyIkaWQiOiIyNjQwIiwiRm9udFNldHRpbmdzIjp7IiRpZCI6IjI2NDEiLCJGb250U2l6ZSI6MTEsIkZvbnROYW1lIjoiQm9laHJpbmdlciBGb3J3YXJkIFRleHQiLCJJc0JvbGQiOnRydWUsIklzSXRhbGljIjpmYWxzZSwiSXNVbmRlcmxpbmVkIjpmYWxzZSwiUGFyZW50U3R5bGUiOm51bGx9LCJBdXRvU2l6ZSI6MCwiRm9yZWdyb3VuZCI6eyIkaWQiOiIyNjQyIiwiQ29sb3IiOnsiJGlkIjoiMjY0MyIsIkEiOjI1NSwiUiI6OCwiRyI6NDksIkIiOjQyfX0sIk1heFdpZHRoIjoyMDAuMCwiTWF4SGVpZ2h0IjoiSW5maW5pdHkiLCJTbWFydEZvcmVncm91bmRJc0FjdGl2ZSI6ZmFsc2UsIkhvcml6b250YWxBbGlnbm1lbnQiOjEsIlZlcnRpY2FsQWxpZ25tZW50IjowLCJTbWFydEZvcmVncm91bmQiOm51bGwsIkJhY2tncm91bmRGaWxsVHlwZSI6MCwiTWFyZ2luIjp7IiRpZCI6IjI2NDQiLCJUb3AiOjAuMCwiTGVmdCI6MC4wLCJSaWdodCI6MC4wLCJCb3R0b20iOjAuMH0sIlBhZGRpbmciOnsiJGlkIjoiMjY0NSIsIlRvcCI6MC4wLCJMZWZ0IjowLjAsIlJpZ2h0IjowLjAsIkJvdHRvbSI6MC4wfSwiQmFja2dyb3VuZCI6eyIkaWQiOiIyNjQ2IiwiQ29sb3IiOnsiJGlkIjoiMjY0NyIsIkEiOjAsIlIiOjI1NSwiRyI6MjU1LCJCIjoyNTV9fSwiSXNWaXNpYmxlIjp0cnVlLCJXaWR0aCI6MC4wLCJIZWlnaHQiOjAuMCwiQm9yZGVyU3R5bGUiOm51bGwsIlBhcmVudFN0eWxlIjpudWxsfSwiRGF0ZVN0eWxlIjp7IiRpZCI6IjI2NDgiLCJGb250U2V0dGluZ3MiOnsiJGlkIjoiMjY0OSIsIkZvbnRTaXplIjoxMCwiRm9udE5hbWUiOiJCb2VocmluZ2VyIEZvcndhcmQgVGV4dCIsIklzQm9sZCI6ZmFsc2UsIklzSXRhbGljIjpmYWxzZSwiSXNVbmRlcmxpbmVkIjpmYWxzZSwiUGFyZW50U3R5bGUiOm51bGx9LCJBdXRvU2l6ZSI6MCwiRm9yZWdyb3VuZCI6eyIkaWQiOiIyNjUwIiwiQ29sb3IiOnsiJGlkIjoiMjY1MSIsIkEiOjI1NSwiUiI6MjU1LCJHIjoyNTUsIkIiOjI1NX19LCJNYXhXaWR0aCI6MjAwLjAsIk1heEhlaWdodCI6IkluZmluaXR5IiwiU21hcnRGb3JlZ3JvdW5kSXNBY3RpdmUiOmZhbHNlLCJIb3Jpem9udGFsQWxpZ25tZW50IjoyLCJWZXJ0aWNhbEFsaWdubWVudCI6MCwiU21hcnRGb3JlZ3JvdW5kIjpudWxsLCJCYWNrZ3JvdW5kRmlsbFR5cGUiOjAsIk1hcmdpbiI6eyIkaWQiOiIyNjUyIiwiVG9wIjowLjAsIkxlZnQiOjAuMCwiUmlnaHQiOjAuMCwiQm90dG9tIjowLjB9LCJQYWRkaW5nIjp7IiRpZCI6IjI2NTMiLCJUb3AiOjAuMCwiTGVmdCI6MC4wLCJSaWdodCI6MC4wLCJCb3R0b20iOjAuMH0sIkJhY2tncm91bmQiOnsiJGlkIjoiMjY1NCIsIkNvbG9yIjp7IiRpZCI6IjI2NTUiLCJBIjowLCJSIjoyNTUsIkciOjI1NSwiQiI6MjU1fX0sIklzVmlzaWJsZSI6ZmFsc2UsIldpZHRoIjowLjAsIkhlaWdodCI6MC4wLCJCb3JkZXJTdHlsZSI6bnVsbCwiUGFyZW50U3R5bGUiOm51bGx9LCJEYXRlRm9ybWF0Ijp7IiRpZCI6IjI2NT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Y1NyIsIkZvcm1hdCI6MCwiSXNWaXNpYmxlIjpmYWxzZSwiTGFzdEtub3duVmlzaWJpbGl0eVN0YXRlIjpmYWxzZX0sIklzVmlzaWJsZSI6dHJ1ZSwiUGFyZW50U3R5bGUiOm51bGx9LCJEZWZhdWx0U3dpbWxhbmVNaWxlc3RvbmVTdHlsZSI6eyIkaWQiOiIyNjU4IiwiVGl0bGVQb3NpdGlvbiI6IlJpZ2h0IiwiRGF0ZVBvc2l0aW9uIjoiTGVmdCIsIlNoYXBlVHlwZSI6MTMsIlNoYXBlU2l6ZSI6MCwiU3BhY2luZyI6NSwiU2hhcGVTdHlsZSI6eyIkaWQiOiIyNjU5IiwiTWFyZ2luIjp7IiRpZCI6IjI2NjAiLCJUb3AiOjAuMCwiTGVmdCI6MC4wLCJSaWdodCI6MC4wLCJCb3R0b20iOjAuMH0sIlBhZGRpbmciOnsiJGlkIjoiMjY2MSIsIlRvcCI6MC4wLCJMZWZ0IjowLjAsIlJpZ2h0IjowLjAsIkJvdHRvbSI6MC4wfSwiQmFja2dyb3VuZCI6eyIkaWQiOiIyNjYyIiwiQ29sb3IiOnsiJGlkIjoiMjY2MyIsIkEiOjI1NSwiUiI6MjQ1LCJHIjoxMzgsIkIiOjEwNH19LCJJc1Zpc2libGUiOnRydWUsIldpZHRoIjoxMi4wLCJIZWlnaHQiOjE0LjAsIkJvcmRlclN0eWxlIjp7IiRpZCI6IjI2NjQiLCJMaW5lQ29sb3IiOnsiJGlkIjoiMjY2NSIsIiR0eXBlIjoiTkxSRS5Db21tb24uRG9tLlNvbGlkQ29sb3JCcnVzaCwgTkxSRS5Db21tb24iLCJDb2xvciI6eyIkaWQiOiIyNjY2IiwiQSI6MjU1LCJSIjoyMzQsIkciOjIyLCJCIjozMH19LCJMaW5lV2VpZ2h0IjowLjAsIkxpbmVUeXBlIjowLCJQYXJlbnRTdHlsZSI6bnVsbH0sIlBhcmVudFN0eWxlIjpudWxsfSwiVGl0bGVTdHlsZSI6eyIkaWQiOiIyNjY3IiwiRm9udFNldHRpbmdzIjp7IiRpZCI6IjI2NjgiLCJGb250U2l6ZSI6MTEsIkZvbnROYW1lIjoiQm9laHJpbmdlciBGb3J3YXJkIFRleHQiLCJJc0JvbGQiOnRydWUsIklzSXRhbGljIjpmYWxzZSwiSXNVbmRlcmxpbmVkIjpmYWxzZSwiUGFyZW50U3R5bGUiOm51bGx9LCJBdXRvU2l6ZSI6MCwiRm9yZWdyb3VuZCI6eyIkaWQiOiIyNjY5IiwiQ29sb3IiOnsiJGlkIjoiMjY3MCIsIkEiOjI1NSwiUiI6OCwiRyI6NDksIkIiOjQyfX0sIk1heFdpZHRoIjoyMDAuMCwiTWF4SGVpZ2h0IjoiSW5maW5pdHkiLCJTbWFydEZvcmVncm91bmRJc0FjdGl2ZSI6ZmFsc2UsIkhvcml6b250YWxBbGlnbm1lbnQiOjAsIlZlcnRpY2FsQWxpZ25tZW50IjowLCJTbWFydEZvcmVncm91bmQiOm51bGwsIkJhY2tncm91bmRGaWxsVHlwZSI6MCwiTWFyZ2luIjp7IiRpZCI6IjI2NzEiLCJUb3AiOjAuMCwiTGVmdCI6MC4wLCJSaWdodCI6MC4wLCJCb3R0b20iOjAuMH0sIlBhZGRpbmciOnsiJGlkIjoiMjY3MiIsIlRvcCI6MC4wLCJMZWZ0IjowLjAsIlJpZ2h0IjowLjAsIkJvdHRvbSI6MC4wfSwiQmFja2dyb3VuZCI6eyIkaWQiOiIyNjczIiwiQ29sb3IiOnsiJGlkIjoiMjY3NCIsIkEiOjAsIlIiOjI1NSwiRyI6MjU1LCJCIjoyNTV9fSwiSXNWaXNpYmxlIjp0cnVlLCJXaWR0aCI6MC4wLCJIZWlnaHQiOjAuMCwiQm9yZGVyU3R5bGUiOm51bGwsIlBhcmVudFN0eWxlIjpudWxsfSwiRGF0ZVN0eWxlIjp7IiRpZCI6IjI2NzUiLCJGb250U2V0dGluZ3MiOnsiJGlkIjoiMjY3NiIsIkZvbnRTaXplIjoxMCwiRm9udE5hbWUiOiJCb2VocmluZ2VyIEZvcndhcmQgVGV4dCIsIklzQm9sZCI6ZmFsc2UsIklzSXRhbGljIjpmYWxzZSwiSXNVbmRlcmxpbmVkIjpmYWxzZSwiUGFyZW50U3R5bGUiOm51bGx9LCJBdXRvU2l6ZSI6MCwiRm9yZWdyb3VuZCI6eyIkaWQiOiIyNjc3IiwiQ29sb3IiOnsiJGlkIjoiMjY3OCIsIkEiOjI1NSwiUiI6MjU1LCJHIjoyNTUsIkIiOjI1NX19LCJNYXhXaWR0aCI6MjAwLjAsIk1heEhlaWdodCI6IkluZmluaXR5IiwiU21hcnRGb3JlZ3JvdW5kSXNBY3RpdmUiOmZhbHNlLCJIb3Jpem9udGFsQWxpZ25tZW50IjoyLCJWZXJ0aWNhbEFsaWdubWVudCI6MCwiU21hcnRGb3JlZ3JvdW5kIjpudWxsLCJCYWNrZ3JvdW5kRmlsbFR5cGUiOjAsIk1hcmdpbiI6eyIkaWQiOiIyNjc5IiwiVG9wIjowLjAsIkxlZnQiOjAuMCwiUmlnaHQiOjAuMCwiQm90dG9tIjowLjB9LCJQYWRkaW5nIjp7IiRpZCI6IjI2ODAiLCJUb3AiOjAuMCwiTGVmdCI6MC4wLCJSaWdodCI6MC4wLCJCb3R0b20iOjAuMH0sIkJhY2tncm91bmQiOnsiJGlkIjoiMjY4MSIsIkNvbG9yIjp7IiRpZCI6IjI2ODIiLCJBIjowLCJSIjoyNTUsIkciOjI1NSwiQiI6MjU1fX0sIklzVmlzaWJsZSI6ZmFsc2UsIldpZHRoIjowLjAsIkhlaWdodCI6MC4wLCJCb3JkZXJTdHlsZSI6bnVsbCwiUGFyZW50U3R5bGUiOm51bGx9LCJEYXRlRm9ybWF0Ijp7IiRpZCI6IjI2ODM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Y4NCIsIkZvcm1hdCI6MCwiSXNWaXNpYmxlIjpmYWxzZSwiTGFzdEtub3duVmlzaWJpbGl0eVN0YXRlIjpmYWxzZX0sIklzVmlzaWJsZSI6dHJ1ZSwiUGFyZW50U3R5bGUiOm51bGx9LCJEZWZhdWx0U3dpbWxhbmVBY3Rpdml0eVN0eWxlIjp7IiRpZCI6IjI2ODUiLCJIZWFkZXJTdHlsZSI6eyIkaWQiOiIyNjg2IiwiVGV4dFN0eWxlIjp7IiRpZCI6IjI2ODciLCJGb250U2V0dGluZ3MiOnsiJGlkIjoiMjY4OCIsIkZvbnRTaXplIjoxMSwiRm9udE5hbWUiOiJDYWxpYnJpIiwiSXNCb2xkIjpmYWxzZSwiSXNJdGFsaWMiOmZhbHNlLCJJc1VuZGVybGluZWQiOmZhbHNlLCJQYXJlbnRTdHlsZSI6bnVsbH0sIkF1dG9TaXplIjoyLCJGb3JlZ3JvdW5kIjp7IiRpZCI6IjI2ODkiLCJDb2xvciI6eyIkaWQiOiIyNjkwIiwiQSI6MjU1LCJSIjowLCJHIjowLCJCIjowfX0sIk1heFdpZHRoIjowLjAsIk1heEhlaWdodCI6IkluZmluaXR5IiwiU21hcnRGb3JlZ3JvdW5kSXNBY3RpdmUiOmZhbHNlLCJIb3Jpem9udGFsQWxpZ25tZW50IjowLCJWZXJ0aWNhbEFsaWdubWVudCI6MCwiU21hcnRGb3JlZ3JvdW5kIjpudWxsLCJCYWNrZ3JvdW5kRmlsbFR5cGUiOjAsIk1hcmdpbiI6eyIkaWQiOiIyNjkxIiwiVG9wIjowLjAsIkxlZnQiOjAuMCwiUmlnaHQiOjAuMCwiQm90dG9tIjowLjB9LCJQYWRkaW5nIjp7IiRpZCI6IjI2OTIiLCJUb3AiOjAuMCwiTGVmdCI6MC4wLCJSaWdodCI6MC4wLCJCb3R0b20iOjAuMH0sIkJhY2tncm91bmQiOnsiJGlkIjoiMjY5MyIsIkNvbG9yIjp7IiRpZCI6IjI2OTQiLCJBIjowLCJSIjoyNTUsIkciOjI1NSwiQiI6MjU1fX0sIklzVmlzaWJsZSI6dHJ1ZSwiV2lkdGgiOjAuMCwiSGVpZ2h0IjowLjAsIkJvcmRlclN0eWxlIjpudWxsLCJQYXJlbnRTdHlsZSI6bnVsbH0sIlJlY3RhbmdsZVN0eWxlIjp7IiRpZCI6IjI2OTUiLCJNYXJnaW4iOnsiJGlkIjoiMjY5NiIsIlRvcCI6MC4wLCJMZWZ0IjowLjAsIlJpZ2h0IjowLjAsIkJvdHRvbSI6MC4wfSwiUGFkZGluZyI6eyIkaWQiOiIyNjk3IiwiVG9wIjowLjAsIkxlZnQiOjAuMCwiUmlnaHQiOjAuMCwiQm90dG9tIjowLjB9LCJCYWNrZ3JvdW5kIjp7IiRpZCI6IjI2OTgiLCJDb2xvciI6eyIkaWQiOiIyNjk5IiwiQSI6NjMsIlIiOjI0NSwiRyI6MTM4LCJCIjoxMDR9fSwiSXNWaXNpYmxlIjp0cnVlLCJXaWR0aCI6MC4wLCJIZWlnaHQiOjAuMCwiQm9yZGVyU3R5bGUiOnsiJGlkIjoiMjcwMCIsIkxpbmVDb2xvciI6eyIkaWQiOiIyNzAxIiwiJHR5cGUiOiJOTFJFLkNvbW1vbi5Eb20uU29saWRDb2xvckJydXNoLCBOTFJFLkNvbW1vbiIsIkNvbG9yIjp7IiRpZCI6IjI3MDIiLCJBIjoyNTUsIlIiOjI1NSwiRyI6MCwiQiI6MH19LCJMaW5lV2VpZ2h0IjowLjAsIkxpbmVUeXBlIjowLCJQYXJlbnRTdHlsZSI6bnVsbH0sIlBhcmVudFN0eWxlIjpudWxsfSwiTWFyZ2luIjp7IiRpZCI6IjI3MDMiLCJUb3AiOjAuMCwiTGVmdCI6MC4wLCJSaWdodCI6MC4wLCJCb3R0b20iOjAuMH0sIlBhZGRpbmciOnsiJGlkIjoiMjcwNCIsIlRvcCI6MC4wLCJMZWZ0IjowLjAsIlJpZ2h0IjowLjAsIkJvdHRvbSI6MC4wfSwiQmFja2dyb3VuZCI6bnVsbCwiSXNWaXNpYmxlIjp0cnVlLCJXaWR0aCI6MC4wLCJIZWlnaHQiOjAuMCwiQm9yZGVyU3R5bGUiOm51bGwsIlBhcmVudFN0eWxlIjpudWxsfSwiQmFja2dyb3VuZFN0eWxlIjp7IiRpZCI6IjI3MDUiLCJNYXJnaW4iOnsiJGlkIjoiMjcwNiIsIlRvcCI6MC4wLCJMZWZ0IjowLjAsIlJpZ2h0IjowLjAsIkJvdHRvbSI6MC4wfSwiUGFkZGluZyI6eyIkaWQiOiIyNzA3IiwiVG9wIjowLjAsIkxlZnQiOjAuMCwiUmlnaHQiOjAuMCwiQm90dG9tIjowLjB9LCJCYWNrZ3JvdW5kIjp7IiRyZWYiOiIyNTYyIn0sIklzVmlzaWJsZSI6dHJ1ZSwiV2lkdGgiOjAuMCwiSGVpZ2h0IjowLjAsIkJvcmRlclN0eWxlIjp7IiRpZCI6IjI3MDgiLCJMaW5lQ29sb3IiOnsiJGlkIjoiMjcwOSIsIiR0eXBlIjoiTkxSRS5Db21tb24uRG9tLlNvbGlkQ29sb3JCcnVzaCwgTkxSRS5Db21tb24iLCJDb2xvciI6eyIkaWQiOiIyNzEwIiwiQSI6MjU1LCJSIjoyMzQsIkciOjIyLCJCIjozMH19LCJMaW5lV2VpZ2h0IjowLjAsIkxpbmVUeXBlIjowLCJQYXJlbnRTdHlsZSI6bnVsbH0sIlBhcmVudFN0eWxlIjpudWxsfSwiTWFyZ2luIjp7IiRpZCI6IjI3MTEiLCJUb3AiOjAuMCwiTGVmdCI6MC4wLCJSaWdodCI6MC4wLCJCb3R0b20iOjAuMH0sIlBhZGRpbmciOnsiJGlkIjoiMjcxMiIsIlRvcCI6MC4wLCJMZWZ0IjowLjAsIlJpZ2h0IjowLjAsIkJvdHRvbSI6MC4wfSwiSXNWaXNpYmxlIjp0cnVlLCJXaWR0aCI6MC4wLCJIZWlnaHQiOjAuMCwiQm9yZGVyU3R5bGUiOm51bGwsIlBhcmVudFN0eWxlIjpudWxsfSwiTWFyZ2luIjp7IiRpZCI6IjI3MTMiLCJUb3AiOjAuMCwiTGVmdCI6MC4wLCJSaWdodCI6MC4wLCJCb3R0b20iOjAuMH0sIlBhZGRpbmciOnsiJGlkIjoiMjcxNCIsIlRvcCI6MC4wLCJMZWZ0IjowLjAsIlJpZ2h0IjowLjAsIkJvdHRvbSI6MC4wfSwiSXNWaXNpYmxlIjp0cnVlLCJXaWR0aCI6MC4wLCJIZWlnaHQiOjAuMCwiQm9yZGVyU3R5bGUiOnsiJGlkIjoiMjcxNSIsIkxpbmVDb2xvciI6bnVsbCwiTGluZVdlaWdodCI6MC4wLCJMaW5lVHlwZSI6MCwiUGFyZW50U3R5bGUiOm51bGx9LCJQYXJlbnRTdHlsZSI6bnVsbH19XSwiSGFzQmFzZWxpbmVzIjpmYWxzZSwiQ3VsdHVyZUluZm9OYW1lIjoiZW4tVVMiLCJTdHlsZU5hbWUiOm51bGwsIlZlcnNpb24iOnsiJGlkIjoiMjcxNiIsIlZlcnNpb24iOiI1LjAuMCIsIk9yaWdpbmFsQXNzZW1ibHlWZXJzaW9uIjoiNy4wNC4wNy4wMCIsIkVkaXRpb24iOm51bGwsIkxhc3RTYXZlZEVkaXRpb24iOjMsIklzUGx1c0VkaXRpb24iOmZhbHNlLCJJc1Byb0VkaXRpb24iOmZhbHNlfSwiRWZmZWN0IjowLCJTdHlsZSI6eyIkaWQiOiIyNzE3IiwiRGVmYXVsdERlcGVuZGVuY3lTdHlsZSI6eyIkaWQiOiIyNzE4IiwiTGluZVN0eWxlIjp7IiRpZCI6IjI3MTkiLCJMaW5lQ29sb3IiOnsiJGlkIjoiMjcyMCIsIiR0eXBlIjoiTkxSRS5Db21tb24uRG9tLlNvbGlkQ29sb3JCcnVzaCwgTkxSRS5Db21tb24iLCJDb2xvciI6eyIkaWQiOiIyNzIxIiwiQSI6MjU1LCJSIjowLCJHIjowLCJCIjowfX0sIkxpbmVXZWlnaHQiOjEuMCwiTGluZVR5cGUiOjAsIlBhcmVudFN0eWxlIjpudWxsfSwiRW5kQXJyb3doZWFkTGluZVN0eWxlIjp7IiRpZCI6IjI3MjIiLCJLaW5kIjoxLCJXaWR0aCI6MSwiTGVuZ3RoIjowLCJQYXJlbnRTdHlsZSI6bnVsbH0sIkJyaW5nVG9Gcm9udCI6dHJ1ZSwiRWxib3dSYWRpdXMiOjAuMCwiTWFyZ2luIjp7IiRpZCI6IjI3MjMiLCJUb3AiOjAuMCwiTGVmdCI6MC4wLCJSaWdodCI6MC4wLCJCb3R0b20iOjAuMH0sIlBhZGRpbmciOnsiJGlkIjoiMjcyNCIsIlRvcCI6MC4wLCJMZWZ0IjowLjAsIlJpZ2h0IjowLjAsIkJvdHRvbSI6MC4wfSwiQmFja2dyb3VuZCI6bnVsbCwiSXNWaXNpYmxlIjp0cnVlLCJXaWR0aCI6MC4wLCJIZWlnaHQiOjAuMCwiQm9yZGVyU3R5bGUiOm51bGwsIlBhcmVudFN0eWxlIjpudWxsfSwiQ3JpdGljYWxQYXRoU3R5bGUiOnsiJGlkIjoiMjcyNSIsIkNyaXRpY2FsUGF0aFN0eWxlT3B0aW9ucyI6MTUsIkxpbmVTdHlsZSI6eyIkaWQiOiIyNzI2IiwiTGluZUNvbG9yIjp7IiRpZCI6IjI3MjciLCIkdHlwZSI6Ik5MUkUuQ29tbW9uLkRvbS5Tb2xpZENvbG9yQnJ1c2gsIE5MUkUuQ29tbW9uIiwiQ29sb3IiOnsiJGlkIjoiMjcyOCIsIkEiOjI1NSwiUiI6MjIyLCJHIjo1MCwiQiI6NTB9fSwiTGluZVdlaWdodCI6MS4wLCJMaW5lVHlwZSI6MCwiUGFyZW50U3R5bGUiOm51bGx9LCJUaXRsZUZvcmVncm91bmQiOnsiJGlkIjoiMjcyOSIsIkNvbG9yIjp7IiRpZCI6IjI3MzAiLCJBIjoyNTUsIlIiOjE3NiwiRyI6MTksIkIiOjI1fX0sIlNoYXBlc0JhY2tncm91bmQiOnsiJGlkIjoiMjczMSIsIkNvbG9yIjp7IiRpZCI6IjI3MzIiLCJBIjoyNTUsIlIiOjI1MywiRyI6MjAzLCJCIjoyMDh9fSwiU2hhcGVzQm9yZGVyU3R5bGUiOnsiJGlkIjoiMjczMyIsIkxpbmVDb2xvciI6eyIkaWQiOiIyNzM0IiwiJHR5cGUiOiJOTFJFLkNvbW1vbi5Eb20uU29saWRDb2xvckJydXNoLCBOTFJFLkNvbW1vbiIsIkNvbG9yIjp7IiRpZCI6IjI3MzUiLCJBIjoyNTUsIlIiOjIyMiwiRyI6NTAsIkIiOjUwfX0sIkxpbmVXZWlnaHQiOjEuNSwiTGluZVR5cGUiOjAsIlBhcmVudFN0eWxlIjpudWxsfSwiTWFyZ2luIjp7IiRpZCI6IjI3MzYiLCJUb3AiOjAuMCwiTGVmdCI6MC4wLCJSaWdodCI6MC4wLCJCb3R0b20iOjAuMH0sIlBhZGRpbmciOnsiJGlkIjoiMjczNyIsIlRvcCI6MC4wLCJMZWZ0IjowLjAsIlJpZ2h0IjowLjAsIkJvdHRvbSI6MC4wfSwiQmFja2dyb3VuZCI6bnVsbCwiSXNWaXNpYmxlIjpmYWxzZSwiV2lkdGgiOjAuMCwiSGVpZ2h0IjowLjAsIkJvcmRlclN0eWxlIjpudWxsLCJQYXJlbnRTdHlsZSI6bnVsbH0sIlBhbmVsc1NwYWNpbmdEZWZpbml0aW9uIjp7IiRpZCI6IjI3MzgiLCJTcGFjaW5nQWJvdmVUaW1lYmFuZCI6NSwiU3BhY2luZ0JlbG93VGltZWJhbmQiOjUsIlNwYWNpbmdBYm92ZUJldHdlZW5Td2ltbGFuZXNBbmRUYXNrcyI6NSwiU3BhY2luZ0JlbG93QmV0d2VlblN3aW1sYW5lc0FuZFRhc2tzIjo1fSwiVGltZWJhbmRTdHlsZSI6eyIkaWQiOiIyNzM5IiwiU2NhbGVNYXJraW5nIjowLCJTaGFwZSI6MCwiU2hhcGVTdHlsZSI6eyIkaWQiOiIyNzQwIiwiTWFyZ2luIjp7IiRpZCI6IjI3NDEiLCJUb3AiOjAuMCwiTGVmdCI6MTAuMCwiUmlnaHQiOjEwLjAsIkJvdHRvbSI6MC4wfSwiUGFkZGluZyI6eyIkaWQiOiIyNzQyIiwiVG9wIjowLjAsIkxlZnQiOjAuMCwiUmlnaHQiOjAuMCwiQm90dG9tIjowLjB9LCJCYWNrZ3JvdW5kIjp7IiRpZCI6IjI3NDMiLCJDb2xvciI6eyIkaWQiOiIyNzQ0IiwiQSI6MjU1LCJSIjo4LCJHIjo0OSwiQiI6NDJ9fSwiSXNWaXNpYmxlIjp0cnVlLCJXaWR0aCI6ODU4LjAsIkhlaWdodCI6MjAuMCwiQm9yZGVyU3R5bGUiOnsiJGlkIjoiMjc0NSIsIkxpbmVDb2xvciI6eyIkaWQiOiIyNzQ2IiwiJHR5cGUiOiJOTFJFLkNvbW1vbi5Eb20uU29saWRDb2xvckJydXNoLCBOTFJFLkNvbW1vbiIsIkNvbG9yIjp7IiRpZCI6IjI3NDciLCJBIjoyNTUsIlIiOjI1NSwiRyI6MCwiQiI6MH19LCJMaW5lV2VpZ2h0IjowLjAsIkxpbmVUeXBlIjowLCJQYXJlbnRTdHlsZSI6bnVsbH0sIlBhcmVudFN0eWxlIjpudWxsfSwiTWlkZGxlVGllclNoYXBlU3R5bGUiOnsiJGlkIjoiMjc0OCIsIk1hcmdpbiI6eyIkaWQiOiIyNzQ5IiwiVG9wIjowLjAsIkxlZnQiOjEwLjAsIlJpZ2h0IjoxMC4wLCJCb3R0b20iOjAuMH0sIlBhZGRpbmciOnsiJGlkIjoiMjc1MCIsIlRvcCI6MC4wLCJMZWZ0IjowLjAsIlJpZ2h0IjowLjAsIkJvdHRvbSI6MC4wfSwiQmFja2dyb3VuZCI6eyIkaWQiOiIyNzUxIiwiQ29sb3IiOnsiJGlkIjoiMjc1MiIsIkEiOjI1NSwiUiI6MCwiRyI6MjI4LCJCIjoxMjR9fSwiSXNWaXNpYmxlIjp0cnVlLCJXaWR0aCI6ODU4LjAsIkhlaWdodCI6MjAuMCwiQm9yZGVyU3R5bGUiOnsiJGlkIjoiMjc1MyIsIkxpbmVDb2xvciI6eyIkaWQiOiIyNzU0IiwiJHR5cGUiOiJOTFJFLkNvbW1vbi5Eb20uU29saWRDb2xvckJydXNoLCBOTFJFLkNvbW1vbiIsIkNvbG9yIjp7IiRpZCI6IjI3NTUiLCJBIjoyNTUsIlIiOjI1NSwiRyI6MCwiQiI6MH19LCJMaW5lV2VpZ2h0IjowLjAsIkxpbmVUeXBlIjowLCJQYXJlbnRTdHlsZSI6bnVsbH0sIlBhcmVudFN0eWxlIjpudWxsfSwiQm90dG9tVGllclNoYXBlU3R5bGUiOnsiJGlkIjoiMjc1NiIsIk1hcmdpbiI6eyIkaWQiOiIyNzU3IiwiVG9wIjowLjAsIkxlZnQiOjEwLjAsIlJpZ2h0IjoxMC4wLCJCb3R0b20iOjAuMH0sIlBhZGRpbmciOnsiJGlkIjoiMjc1OCIsIlRvcCI6MC4wLCJMZWZ0IjowLjAsIlJpZ2h0IjowLjAsIkJvdHRvbSI6MC4wfSwiQmFja2dyb3VuZCI6eyIkaWQiOiIyNzU5IiwiQ29sb3IiOnsiJGlkIjoiMjc2MCIsIkEiOjI1NSwiUiI6NjgsIkciOjg0LCJCIjoxMDZ9fSwiSXNWaXNpYmxlIjp0cnVlLCJXaWR0aCI6ODU4LjAsIkhlaWdodCI6MjAuMCwiQm9yZGVyU3R5bGUiOnsiJGlkIjoiMjc2MSIsIkxpbmVDb2xvciI6eyIkaWQiOiIyNzYyIiwiJHR5cGUiOiJOTFJFLkNvbW1vbi5Eb20uU29saWRDb2xvckJydXNoLCBOTFJFLkNvbW1vbiIsIkNvbG9yIjp7IiRpZCI6IjI3NjMiLCJBIjoyNTUsIlIiOjI1NSwiRyI6MCwiQiI6MH19LCJMaW5lV2VpZ2h0IjowLjAsIkxpbmVUeXBlIjowLCJQYXJlbnRTdHlsZSI6bnVsbH0sIlBhcmVudFN0eWxlIjpudWxsfSwiUmlnaHRFbmRDYXBzU3R5bGUiOnsiJGlkIjoiMjc2NCIsIkZvbnRTZXR0aW5ncyI6eyIkaWQiOiIyNzY1IiwiRm9udFNpemUiOjE4LCJGb250TmFtZSI6IkNhbGlicmkiLCJJc0JvbGQiOnRydWUsIklzSXRhbGljIjpmYWxzZSwiSXNVbmRlcmxpbmVkIjpmYWxzZSwiUGFyZW50U3R5bGUiOm51bGx9LCJBdXRvU2l6ZSI6MCwiRm9yZWdyb3VuZCI6eyIkaWQiOiIyNzY2IiwiQ29sb3IiOnsiJGlkIjoiMjc2NyIsIkEiOjI1NSwiUiI6OCwiRyI6NDksIkIiOjQyfX0sIk1heFdpZHRoIjoiSW5maW5pdHkiLCJNYXhIZWlnaHQiOiJJbmZpbml0eSIsIlNtYXJ0Rm9yZWdyb3VuZElzQWN0aXZlIjpmYWxzZSwiSG9yaXpvbnRhbEFsaWdubWVudCI6MCwiVmVydGljYWxBbGlnbm1lbnQiOjAsIlNtYXJ0Rm9yZWdyb3VuZCI6bnVsbCwiQmFja2dyb3VuZEZpbGxUeXBlIjowLCJNYXJnaW4iOnsiJGlkIjoiMjc2OCIsIlRvcCI6MC4wLCJMZWZ0IjowLjAsIlJpZ2h0IjoyMC4wLCJCb3R0b20iOjAuMH0sIlBhZGRpbmciOnsiJGlkIjoiMjc2OSIsIlRvcCI6MC4wLCJMZWZ0IjowLjAsIlJpZ2h0IjowLjAsIkJvdHRvbSI6MC4wfSwiQmFja2dyb3VuZCI6eyIkaWQiOiIyNzcwIiwiQ29sb3IiOnsiJGlkIjoiMjc3MSIsIkEiOjAsIlIiOjAsIkciOjAsIkIiOjB9fSwiSXNWaXNpYmxlIjp0cnVlLCJXaWR0aCI6MC4wLCJIZWlnaHQiOjAuMCwiQm9yZGVyU3R5bGUiOm51bGwsIlBhcmVudFN0eWxlIjpudWxsfSwiTGVmdEVuZENhcHNTdHlsZSI6eyIkaWQiOiIyNzcyIiwiRm9udFNldHRpbmdzIjp7IiRpZCI6IjI3NzMiLCJGb250U2l6ZSI6MTgsIkZvbnROYW1lIjoiQ2FsaWJyaSIsIklzQm9sZCI6dHJ1ZSwiSXNJdGFsaWMiOmZhbHNlLCJJc1VuZGVybGluZWQiOmZhbHNlLCJQYXJlbnRTdHlsZSI6bnVsbH0sIkF1dG9TaXplIjowLCJGb3JlZ3JvdW5kIjp7IiRpZCI6IjI3NzQiLCJDb2xvciI6eyIkaWQiOiIyNzc1IiwiQSI6MjU1LCJSIjoyMzcsIkciOjEyNSwiQiI6NDl9fSwiTWF4V2lkdGgiOiJJbmZpbml0eSIsIk1heEhlaWdodCI6IkluZmluaXR5IiwiU21hcnRGb3JlZ3JvdW5kSXNBY3RpdmUiOmZhbHNlLCJIb3Jpem9udGFsQWxpZ25tZW50IjowLCJWZXJ0aWNhbEFsaWdubWVudCI6MCwiU21hcnRGb3JlZ3JvdW5kIjpudWxsLCJCYWNrZ3JvdW5kRmlsbFR5cGUiOjAsIk1hcmdpbiI6eyIkaWQiOiIyNzc2IiwiVG9wIjowLjAsIkxlZnQiOjM5LjUwNjY2NjY2NjY2NjY2MSwiUmlnaHQiOjAuMCwiQm90dG9tIjowLjB9LCJQYWRkaW5nIjp7IiRpZCI6IjI3NzciLCJUb3AiOjAuMCwiTGVmdCI6MC4wLCJSaWdodCI6MC4wLCJCb3R0b20iOjAuMH0sIkJhY2tncm91bmQiOnsiJGlkIjoiMjc3OCIsIkNvbG9yIjp7IiRpZCI6IjI3NzkiLCJBIjowLCJSIjowLCJHIjowLCJCIjowfX0sIklzVmlzaWJsZSI6ZmFsc2UsIldpZHRoIjowLjAsIkhlaWdodCI6MC4wLCJCb3JkZXJTdHlsZSI6bnVsbCwiUGFyZW50U3R5bGUiOm51bGx9LCJUb2RheVRleHRTdHlsZSI6eyIkaWQiOiIyNzgwIiwiRm9udFNldHRpbmdzIjp7IiRpZCI6IjI3ODEiLCJGb250U2l6ZSI6MTIsIkZvbnROYW1lIjoiQ2FsaWJyaSIsIklzQm9sZCI6ZmFsc2UsIklzSXRhbGljIjpmYWxzZSwiSXNVbmRlcmxpbmVkIjpmYWxzZSwiUGFyZW50U3R5bGUiOm51bGx9LCJBdXRvU2l6ZSI6MCwiRm9yZWdyb3VuZCI6eyIkaWQiOiIyNzgyIiwiQ29sb3IiOnsiJGlkIjoiMjc4MyIsIkEiOjI1NSwiUiI6OCwiRyI6NDksIkIiOjQyfX0sIk1heFdpZHRoIjoyMDAuMCwiTWF4SGVpZ2h0IjoiSW5maW5pdHkiLCJTbWFydEZvcmVncm91bmRJc0FjdGl2ZSI6ZmFsc2UsIkhvcml6b250YWxBbGlnbm1lbnQiOjAsIlZlcnRpY2FsQWxpZ25tZW50IjowLCJTbWFydEZvcmVncm91bmQiOm51bGwsIkJhY2tncm91bmRGaWxsVHlwZSI6MCwiTWFyZ2luIjp7IiRpZCI6IjI3ODQiLCJUb3AiOjAuMCwiTGVmdCI6MC4wLCJSaWdodCI6MC4wLCJCb3R0b20iOjAuMH0sIlBhZGRpbmciOnsiJGlkIjoiMjc4NSIsIlRvcCI6MC4wLCJMZWZ0IjowLjAsIlJpZ2h0IjowLjAsIkJvdHRvbSI6MC4wfSwiQmFja2dyb3VuZCI6eyIkaWQiOiIyNzg2IiwiQ29sb3IiOnsiJGlkIjoiMjc4NyIsIkEiOjAsIlIiOjAsIkciOjAsIkIiOjB9fSwiSXNWaXNpYmxlIjp0cnVlLCJXaWR0aCI6MC4wLCJIZWlnaHQiOjAuMCwiQm9yZGVyU3R5bGUiOm51bGwsIlBhcmVudFN0eWxlIjpudWxsfSwiVG9kYXlNYXJrZXJTdHlsZSI6eyIkaWQiOiIyNzg4IiwiTWFyZ2luIjp7IiRpZCI6IjI3ODkiLCJUb3AiOjAuMCwiTGVmdCI6MC4wLCJSaWdodCI6MC4wLCJCb3R0b20iOjAuMH0sIlBhZGRpbmciOnsiJGlkIjoiMjc5MCIsIlRvcCI6MC4wLCJMZWZ0IjowLjAsIlJpZ2h0IjowLjAsIkJvdHRvbSI6MC4wfSwiQmFja2dyb3VuZCI6eyIkaWQiOiIyNzkxIiwiQ29sb3IiOnsiJGlkIjoiMjc5MiIsIkEiOjI1NSwiUiI6MjU1LCJHIjowLCJCIjowfX0sIklzVmlzaWJsZSI6dHJ1ZSwiV2lkdGgiOjAuMCwiSGVpZ2h0IjowLjAsIkJvcmRlclN0eWxlIjpudWxsLCJQYXJlbnRTdHlsZSI6bnVsbH0sIlNjYWxlU3R5bGUiOnsiJGlkIjoiMjc5MyIsIlNoYXBlIjozLCJTaG93U2VnbWVudFNlcGFyYXRvcnMiOnRydWUsIlNlZ21lbnRTZXBhcmF0b3JPcGFjaXR5IjozMCwiSGFzQmVlblZpc2libGVCZWZvcmUiOnRydWUsIkZvbnRTZXR0aW5ncyI6eyIkaWQiOiIyNzk0IiwiRm9udFNpemUiOjEyLCJGb250TmFtZSI6IkJvZWhyaW5nZXIgRm9yd2FyZCBUZXh0IiwiSXNCb2xkIjpmYWxzZSwiSXNJdGFsaWMiOmZhbHNlLCJJc1VuZGVybGluZWQiOmZhbHNlLCJQYXJlbnRTdHlsZSI6bnVsbH0sIkF1dG9TaXplIjowLCJGb3JlZ3JvdW5kIjp7IiRpZCI6IjI3OTUiLCJDb2xvciI6eyIkaWQiOiIyNzk2IiwiQSI6MjU1LCJSIjoyNTUsIkciOjI1NSwiQiI6MjU1fX0sIk1heFdpZHRoIjoyMDAuMCwiTWF4SGVpZ2h0IjoiSW5maW5pdHkiLCJTbWFydEZvcmVncm91bmRJc0FjdGl2ZSI6ZmFsc2UsIkhvcml6b250YWxBbGlnbm1lbnQiOjAsIlZlcnRpY2FsQWxpZ25tZW50IjoxLCJTbWFydEZvcmVncm91bmQiOm51bGwsIkJhY2tncm91bmRGaWxsVHlwZSI6MCwiTWFyZ2luIjp7IiRpZCI6IjI3OTciLCJUb3AiOjAuMCwiTGVmdCI6NC4wLCJSaWdodCI6NC4wLCJCb3R0b20iOjAuMH0sIlBhZGRpbmciOnsiJGlkIjoiMjc5OCIsIlRvcCI6MC4wLCJMZWZ0IjowLjAsIlJpZ2h0IjowLjAsIkJvdHRvbSI6MC4wfSwiQmFja2dyb3VuZCI6eyIkaWQiOiIyNzk5IiwiQ29sb3IiOnsiJGlkIjoiMjgwMCIsIkEiOjAsIlIiOjAsIkciOjAsIkIiOjB9fSwiSXNWaXNpYmxlIjp0cnVlLCJXaWR0aCI6MC4wLCJIZWlnaHQiOjAuMCwiQm9yZGVyU3R5bGUiOm51bGwsIlBhcmVudFN0eWxlIjpudWxsfSwiU2luZ2xlU2NhbGVTaGFwZVN0eWxlIjp7IiRpZCI6IjI4MDEiLCJTaGFwZSI6MCwiSGVpZ2h0IjowLjB9LCJNaWRkbGVUaWVyU2NhbGVTdHlsZSI6eyIkaWQiOiIyODAyIiwiU2hhcGUiOjMsIlNob3dTZWdtZW50U2VwYXJhdG9ycyI6dHJ1ZSwiU2VnbWVudFNlcGFyYXRvck9wYWNpdHkiOjMwLCJIYXNCZWVuVmlzaWJsZUJlZm9yZSI6dHJ1ZSwiRm9udFNldHRpbmdzIjp7IiRpZCI6IjI4MDMiLCJGb250U2l6ZSI6MTIsIkZvbnROYW1lIjoiQm9laHJpbmdlciBGb3J3YXJkIFRleHQiLCJJc0JvbGQiOmZhbHNlLCJJc0l0YWxpYyI6ZmFsc2UsIklzVW5kZXJsaW5lZCI6ZmFsc2UsIlBhcmVudFN0eWxlIjpudWxsfSwiQXV0b1NpemUiOjAsIkZvcmVncm91bmQiOnsiJGlkIjoiMjgwNCIsIkNvbG9yIjp7IiRpZCI6IjI4MDUiLCJBIjoyNTUsIlIiOjgsIkciOjQ5LCJCIjo0Mn19LCJNYXhXaWR0aCI6MjAwLjAsIk1heEhlaWdodCI6IkluZmluaXR5IiwiU21hcnRGb3JlZ3JvdW5kSXNBY3RpdmUiOmZhbHNlLCJIb3Jpem9udGFsQWxpZ25tZW50IjowLCJWZXJ0aWNhbEFsaWdubWVudCI6MSwiU21hcnRGb3JlZ3JvdW5kIjpudWxsLCJCYWNrZ3JvdW5kRmlsbFR5cGUiOjAsIk1hcmdpbiI6eyIkaWQiOiIyODA2IiwiVG9wIjowLjAsIkxlZnQiOjQuMCwiUmlnaHQiOjQuMCwiQm90dG9tIjowLjB9LCJQYWRkaW5nIjp7IiRpZCI6IjI4MDciLCJUb3AiOjAuMCwiTGVmdCI6MC4wLCJSaWdodCI6MC4wLCJCb3R0b20iOjAuMH0sIkJhY2tncm91bmQiOnsiJGlkIjoiMjgwOCIsIkNvbG9yIjp7IiRpZCI6IjI4MDkiLCJBIjowLCJSIjowLCJHIjowLCJCIjowfX0sIklzVmlzaWJsZSI6ZmFsc2UsIldpZHRoIjowLjAsIkhlaWdodCI6MC4wLCJCb3JkZXJTdHlsZSI6bnVsbCwiUGFyZW50U3R5bGUiOm51bGx9LCJCb3R0b21UaWVyU2NhbGVTdHlsZSI6eyIkaWQiOiIyODEwIiwiU2hhcGUiOjMsIlNob3dTZWdtZW50U2VwYXJhdG9ycyI6dHJ1ZSwiU2VnbWVudFNlcGFyYXRvck9wYWNpdHkiOjMwLCJIYXNCZWVuVmlzaWJsZUJlZm9yZSI6ZmFsc2UsIkZvbnRTZXR0aW5ncyI6eyIkaWQiOiIyODExIiwiRm9udFNpemUiOjEyLCJGb250TmFtZSI6IkNhbGlicmkiLCJJc0JvbGQiOmZhbHNlLCJJc0l0YWxpYyI6ZmFsc2UsIklzVW5kZXJsaW5lZCI6ZmFsc2UsIlBhcmVudFN0eWxlIjpudWxsfSwiQXV0b1NpemUiOjAsIkZvcmVncm91bmQiOnsiJGlkIjoiMjgxMiIsIkNvbG9yIjp7IiRpZCI6IjI4MTMiLCJBIjoyNTUsIlIiOjI1NSwiRyI6MjU1LCJCIjoyNTV9fSwiTWF4V2lkdGgiOjIwMC4wLCJNYXhIZWlnaHQiOiJJbmZpbml0eSIsIlNtYXJ0Rm9yZWdyb3VuZElzQWN0aXZlIjpmYWxzZSwiSG9yaXpvbnRhbEFsaWdubWVudCI6MCwiVmVydGljYWxBbGlnbm1lbnQiOjEsIlNtYXJ0Rm9yZWdyb3VuZCI6bnVsbCwiQmFja2dyb3VuZEZpbGxUeXBlIjowLCJNYXJnaW4iOnsiJGlkIjoiMjgxNCIsIlRvcCI6MC4wLCJMZWZ0Ijo0LjAsIlJpZ2h0Ijo0LjAsIkJvdHRvbSI6MC4wfSwiUGFkZGluZyI6eyIkaWQiOiIyODE1IiwiVG9wIjowLjAsIkxlZnQiOjAuMCwiUmlnaHQiOjAuMCwiQm90dG9tIjowLjB9LCJCYWNrZ3JvdW5kIjp7IiRpZCI6IjI4MTYiLCJDb2xvciI6eyIkaWQiOiIyODE3IiwiQSI6MCwiUiI6MCwiRyI6MCwiQiI6MH19LCJJc1Zpc2libGUiOmZhbHNlLCJXaWR0aCI6MC4wLCJIZWlnaHQiOjAuMCwiQm9yZGVyU3R5bGUiOm51bGwsIlBhcmVudFN0eWxlIjpudWxsfSwiRWxhcHNlZFRpbWVCYWNrZ3JvdW5kIjp7IiRpZCI6IjI4MTgiLCJDb2xvciI6eyIkaWQiOiIyODE5IiwiQSI6MTkxLCJSIjoyNTUsIkciOjAsIkIiOjB9fSwiQXBwZW5kWWVhck9uWWVhckNoYW5nZSI6ZmFsc2UsIkVsYXBzZWRUaW1lRm9ybWF0IjowLCJUb2RheU1hcmtlclBvc2l0aW9uIjowLCJRdWlja1Bvc2l0aW9uIjozLCJBYnNvbHV0ZVBvc2l0aW9uIjoxNi40LCJNYXJnaW4iOnsiJGlkIjoiMjgyMCIsIlRvcCI6MC4wLCJMZWZ0IjoxMC4wLCJSaWdodCI6MTAuMCwiQm90dG9tIjowLjB9LCJQYWRkaW5nIjp7IiRpZCI6IjI4MjEiLCJUb3AiOjAuMCwiTGVmdCI6MC4wLCJSaWdodCI6MC4wLCJCb3R0b20iOjAuMH0sIkJhY2tncm91bmQiOnsiJGlkIjoiMjgyMiIsIkNvbG9yIjp7IiRpZCI6IjI4MjMiLCJBIjoyNTUsIlIiOjQ3LCJHIjo1NCwiQiI6MTUzfX0sIklzVmlzaWJsZSI6dHJ1ZSwiV2lkdGgiOjAuMCwiSGVpZ2h0IjowLjAsIkJvcmRlclN0eWxlIjpudWxsLCJQYXJlbnRTdHlsZSI6bnVsbH0sIkRlZmF1bHRNaWxlc3RvbmVTdHlsZSI6eyIkaWQiOiIyODI0IiwiU2hhcGUiOjIsIkNvbm5lY3Rvck1hcmdpbiI6eyIkcmVmIjoiMTM1In0sIkNvbm5lY3RvclN0eWxlIjp7IiRpZCI6IjI4MjUiLCJMaW5lQ29sb3IiOnsiJHJlZiI6Ijk0MiJ9LCJMaW5lV2VpZ2h0IjoxLjAsIkxpbmVUeXBlIjowLCJQYXJlbnRTdHlsZSI6bnVsbH0sIklzQmVsb3dUaW1lYmFuZCI6ZmFsc2UsIlBvc2l0aW9uT25UYXNrIjowLCJIaWRlRGF0ZSI6ZmFsc2UsIlNoYXBlU2l6ZSI6MSwiU3BhY2luZyI6MC4wLCJQYWRkaW5nIjp7IiRyZWYiOiIxMzkifSwiU2hhcGVTdHlsZSI6eyIkaWQiOiIyODI2IiwiTWFyZ2luIjp7IiRyZWYiOiIxNDEifSwiUGFkZGluZyI6eyIkcmVmIjoiMTQyIn0sIkJhY2tncm91bmQiOnsiJGlkIjoiMjgyNyIsIkNvbG9yIjp7IiRpZCI6IjI4MjgiLCJBIjoyNTUsIlIiOjQ0LCJHIjoyNTUsIkIiOjE1OX19LCJJc1Zpc2libGUiOnRydWUsIldpZHRoIjoxMy4wLCJIZWlnaHQiOjEzLjAsIkJvcmRlclN0eWxlIjp7IiRpZCI6IjI4MjkiLCJMaW5lQ29sb3IiOnsiJGlkIjoiMjgzMCIsIiR0eXBlIjoiTkxSRS5Db21tb24uRG9tLlNvbGlkQ29sb3JCcnVzaCwgTkxSRS5Db21tb24iLCJDb2xvciI6eyIkaWQiOiIyODMxIiwiQSI6MjU1LCJSIjoyMzQsIkciOjIyLCJCIjozMH19LCJMaW5lV2VpZ2h0IjowLjAsIkxpbmVUeXBlIjowLCJQYXJlbnRTdHlsZSI6bnVsbH0sIlBhcmVudFN0eWxlIjpudWxsfSwiVGl0bGVTdHlsZSI6eyIkaWQiOiIyODMyIiwiRm9udFNldHRpbmdzIjp7IiRpZCI6IjI4MzMiLCJGb250U2l6ZSI6MTEsIkZvbnROYW1lIjoiQm9laHJpbmdlciBGb3J3YXJkIFRleHQiLCJJc0JvbGQiOnRydWUsIklzSXRhbGljIjpmYWxzZSwiSXNVbmRlcmxpbmVkIjpmYWxzZSwiUGFyZW50U3R5bGUiOm51bGx9LCJBdXRvU2l6ZSI6MCwiRm9yZWdyb3VuZCI6eyIkaWQiOiIyODM0IiwiQ29sb3IiOnsiJGlkIjoiMjgzNSIsIkEiOjI1NSwiUiI6MjU1LCJHIjoyNTUsIkIiOjI1NX19LCJNYXhXaWR0aCI6MjAwLjAsIk1heEhlaWdodCI6IkluZmluaXR5IiwiU21hcnRGb3JlZ3JvdW5kSXNBY3RpdmUiOmZhbHNlLCJIb3Jpem9udGFsQWxpZ25tZW50IjowLCJWZXJ0aWNhbEFsaWdubWVudCI6MCwiU21hcnRGb3JlZ3JvdW5kIjpudWxsLCJCYWNrZ3JvdW5kRmlsbFR5cGUiOjAsIk1hcmdpbiI6eyIkcmVmIjoiMTUwIn0sIlBhZGRpbmciOnsiJHJlZiI6IjE1MSJ9LCJCYWNrZ3JvdW5kIjp7IiRpZCI6IjI4MzYiLCJDb2xvciI6eyIkaWQiOiIyODM3IiwiQSI6MCwiUiI6MCwiRyI6MCwiQiI6MH19LCJJc1Zpc2libGUiOnRydWUsIldpZHRoIjowLjAsIkhlaWdodCI6MC4wLCJCb3JkZXJTdHlsZSI6bnVsbCwiUGFyZW50U3R5bGUiOm51bGx9LCJEYXRlU3R5bGUiOnsiJGlkIjoiMjgzOCIsIkZvbnRTZXR0aW5ncyI6eyIkaWQiOiIyODM5IiwiRm9udFNpemUiOjEwLCJGb250TmFtZSI6IkJvZWhyaW5nZXIgRm9yd2FyZCBUZXh0IiwiSXNCb2xkIjpmYWxzZSwiSXNJdGFsaWMiOmZhbHNlLCJJc1VuZGVybGluZWQiOmZhbHNlLCJQYXJlbnRTdHlsZSI6bnVsbH0sIkF1dG9TaXplIjowLCJGb3JlZ3JvdW5kIjp7IiRpZCI6IjI4NDAiLCJDb2xvciI6eyIkaWQiOiIyODQxIiwiQSI6MjU1LCJSIjoyNTUsIkciOjI1NSwiQiI6MjU1fX0sIk1heFdpZHRoIjoyMDAuMCwiTWF4SGVpZ2h0IjoiSW5maW5pdHkiLCJTbWFydEZvcmVncm91bmRJc0FjdGl2ZSI6ZmFsc2UsIkhvcml6b250YWxBbGlnbm1lbnQiOjAsIlZlcnRpY2FsQWxpZ25tZW50IjowLCJTbWFydEZvcmVncm91bmQiOm51bGwsIkJhY2tncm91bmRGaWxsVHlwZSI6MCwiTWFyZ2luIjp7IiRyZWYiOiIxNTkifSwiUGFkZGluZyI6eyIkcmVmIjoiMTYwIn0sIkJhY2tncm91bmQiOnsiJGlkIjoiMjg0MiIsIkNvbG9yIjp7IiRpZCI6IjI4NDMiLCJBIjowLCJSIjowLCJHIjowLCJCIjowfX0sIklzVmlzaWJsZSI6ZmFsc2UsIldpZHRoIjowLjAsIkhlaWdodCI6MC4wLCJCb3JkZXJTdHlsZSI6bnVsbCwiUGFyZW50U3R5bGUiOm51bGx9LCJEYXRlRm9ybWF0Ijp7IiRpZCI6IjI4NDQ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g0NSIsIkZvcm1hdCI6MCwiSXNWaXNpYmxlIjpmYWxzZSwiTGFzdEtub3duVmlzaWJpbGl0eVN0YXRlIjpmYWxzZX0sIklzVmlzaWJsZSI6dHJ1ZSwiUGFyZW50U3R5bGUiOm51bGx9LCJEZWZhdWx0TW90U3R5bGUiOnsiJGlkIjoiMjg0NiIsIlNoYXBlIjoyLCJDb25uZWN0b3JNYXJnaW4iOnsiJGlkIjoiMjg0NyIsIlRvcCI6MC4wLCJMZWZ0IjoyLjAsIlJpZ2h0IjoyLjAsIkJvdHRvbSI6MC4wfSwiQ29ubmVjdG9yU3R5bGUiOnsiJGlkIjoiMjg0OCIsIkxpbmVDb2xvciI6eyIkaWQiOiIyODQ5IiwiJHR5cGUiOiJOTFJFLkNvbW1vbi5Eb20uU29saWRDb2xvckJydXNoLCBOTFJFLkNvbW1vbiIsIkNvbG9yIjp7IiRpZCI6IjI4NTAiLCJBIjoxMjcsIlIiOjc5LCJHIjoxMjksIkIiOjE4OX19LCJMaW5lV2VpZ2h0IjoxLjAsIkxpbmVUeXBlIjowLCJQYXJlbnRTdHlsZSI6bnVsbH0sIklzQmVsb3dUaW1lYmFuZCI6ZmFsc2UsIlBvc2l0aW9uT25UYXNrIjoxLCJIaWRlRGF0ZSI6ZmFsc2UsIlNoYXBlU2l6ZSI6MSwiU3BhY2luZyI6MC4wLCJQYWRkaW5nIjp7IiRpZCI6IjI4NTEiLCJUb3AiOjUuMCwiTGVmdCI6My4wLCJSaWdodCI6MC4wLCJCb3R0b20iOjIuMH0sIlNoYXBlU3R5bGUiOnsiJGlkIjoiMjg1MiIsIk1hcmdpbiI6eyIkaWQiOiIyODUzIiwiVG9wIjowLjAsIkxlZnQiOjAuMCwiUmlnaHQiOjAuMCwiQm90dG9tIjowLjB9LCJQYWRkaW5nIjp7IiRpZCI6IjI4NTQiLCJUb3AiOjAuMCwiTGVmdCI6MC4wLCJSaWdodCI6MC4wLCJCb3R0b20iOjAuMH0sIkJhY2tncm91bmQiOnsiJGlkIjoiMjg1NSIsIkNvbG9yIjp7IiRpZCI6IjI4NTYiLCJBIjoyNTUsIlIiOjQ0LCJHIjoyNTUsIkIiOjE1OX19LCJJc1Zpc2libGUiOnRydWUsIldpZHRoIjoxMy4wLCJIZWlnaHQiOjEzLjAsIkJvcmRlclN0eWxlIjp7IiRpZCI6IjI4NTciLCJMaW5lQ29sb3IiOnsiJGlkIjoiMjg1OCIsIiR0eXBlIjoiTkxSRS5Db21tb24uRG9tLlNvbGlkQ29sb3JCcnVzaCwgTkxSRS5Db21tb24iLCJDb2xvciI6eyIkaWQiOiIyODU5IiwiQSI6MjU1LCJSIjoyMzQsIkciOjIyLCJCIjozMH19LCJMaW5lV2VpZ2h0IjowLjAsIkxpbmVUeXBlIjowLCJQYXJlbnRTdHlsZSI6bnVsbH0sIlBhcmVudFN0eWxlIjpudWxsfSwiVGl0bGVTdHlsZSI6eyIkaWQiOiIyODYwIiwiRm9udFNldHRpbmdzIjp7IiRpZCI6IjI4NjEiLCJGb250U2l6ZSI6MTEsIkZvbnROYW1lIjoiQm9laHJpbmdlciBGb3J3YXJkIFRleHQiLCJJc0JvbGQiOnRydWUsIklzSXRhbGljIjpmYWxzZSwiSXNVbmRlcmxpbmVkIjpmYWxzZSwiUGFyZW50U3R5bGUiOm51bGx9LCJBdXRvU2l6ZSI6MCwiRm9yZWdyb3VuZCI6eyIkaWQiOiIyODYyIiwiQ29sb3IiOnsiJGlkIjoiMjg2MyIsIkEiOjI1NSwiUiI6MjU1LCJHIjoyNTUsIkIiOjI1NX19LCJNYXhXaWR0aCI6MjAwLjAsIk1heEhlaWdodCI6IkluZmluaXR5IiwiU21hcnRGb3JlZ3JvdW5kSXNBY3RpdmUiOmZhbHNlLCJIb3Jpem9udGFsQWxpZ25tZW50IjowLCJWZXJ0aWNhbEFsaWdubWVudCI6MCwiU21hcnRGb3JlZ3JvdW5kIjpudWxsLCJCYWNrZ3JvdW5kRmlsbFR5cGUiOjAsIk1hcmdpbiI6eyIkaWQiOiIyODY0IiwiVG9wIjowLjAsIkxlZnQiOjAuMCwiUmlnaHQiOjAuMCwiQm90dG9tIjowLjB9LCJQYWRkaW5nIjp7IiRpZCI6IjI4NjUiLCJUb3AiOjAuMCwiTGVmdCI6MC4wLCJSaWdodCI6MC4wLCJCb3R0b20iOjAuMH0sIkJhY2tncm91bmQiOnsiJGlkIjoiMjg2NiIsIkNvbG9yIjp7IiRpZCI6IjI4NjciLCJBIjowLCJSIjowLCJHIjowLCJCIjowfX0sIklzVmlzaWJsZSI6dHJ1ZSwiV2lkdGgiOjAuMCwiSGVpZ2h0IjowLjAsIkJvcmRlclN0eWxlIjpudWxsLCJQYXJlbnRTdHlsZSI6bnVsbH0sIkRhdGVTdHlsZSI6eyIkaWQiOiIyODY4IiwiRm9udFNldHRpbmdzIjp7IiRpZCI6IjI4NjkiLCJGb250U2l6ZSI6MTAsIkZvbnROYW1lIjoiQm9laHJpbmdlciBGb3J3YXJkIFRleHQiLCJJc0JvbGQiOmZhbHNlLCJJc0l0YWxpYyI6ZmFsc2UsIklzVW5kZXJsaW5lZCI6ZmFsc2UsIlBhcmVudFN0eWxlIjpudWxsfSwiQXV0b1NpemUiOjAsIkZvcmVncm91bmQiOnsiJGlkIjoiMjg3MCIsIkNvbG9yIjp7IiRpZCI6IjI4NzEiLCJBIjoyNTUsIlIiOjI1NSwiRyI6MjU1LCJCIjoyNTV9fSwiTWF4V2lkdGgiOjIwMC4wLCJNYXhIZWlnaHQiOiJJbmZpbml0eSIsIlNtYXJ0Rm9yZWdyb3VuZElzQWN0aXZlIjpmYWxzZSwiSG9yaXpvbnRhbEFsaWdubWVudCI6MCwiVmVydGljYWxBbGlnbm1lbnQiOjAsIlNtYXJ0Rm9yZWdyb3VuZCI6bnVsbCwiQmFja2dyb3VuZEZpbGxUeXBlIjowLCJNYXJnaW4iOnsiJGlkIjoiMjg3MiIsIlRvcCI6MC4wLCJMZWZ0IjowLjAsIlJpZ2h0IjowLjAsIkJvdHRvbSI6MC4wfSwiUGFkZGluZyI6eyIkaWQiOiIyODczIiwiVG9wIjowLjAsIkxlZnQiOjAuMCwiUmlnaHQiOjAuMCwiQm90dG9tIjowLjB9LCJCYWNrZ3JvdW5kIjp7IiRpZCI6IjI4NzQiLCJDb2xvciI6eyIkaWQiOiIyODc1IiwiQSI6MCwiUiI6MCwiRyI6MCwiQiI6MH19LCJJc1Zpc2libGUiOmZhbHNlLCJXaWR0aCI6MC4wLCJIZWlnaHQiOjAuMCwiQm9yZGVyU3R5bGUiOm51bGwsIlBhcmVudFN0eWxlIjpudWxsfSwiRGF0ZUZvcm1hdCI6eyIkaWQiOiIyODc2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4NzciLCJGb3JtYXQiOjAsIklzVmlzaWJsZSI6ZmFsc2UsIkxhc3RLbm93blZpc2liaWxpdHlTdGF0ZSI6ZmFsc2V9LCJJc1Zpc2libGUiOnRydWUsIlBhcmVudFN0eWxlIjpudWxsfSwiRGVmYXVsdFRhc2tTdHlsZSI6eyIkaWQiOiIyODc4IiwiU2hhcGUiOjEsIlNoYXBlVGhpY2tuZXNzIjowLCJEdXJhdGlvbkZvcm1hdCI6MCwiSW5jbHVkZU5vbldvcmtpbmdEYXlzSW5EdXJhdGlvbiI6ZmFsc2UsIlBlcmNlbnRhZ2VDb21wbGV0ZVN0eWxlIjp7IiRpZCI6IjI4NzkiLCJGb250U2V0dGluZ3MiOnsiJGlkIjoiMjg4MCIsIkZvbnRTaXplIjoxMCwiRm9udE5hbWUiOiJDYWxpYnJpIiwiSXNCb2xkIjpmYWxzZSwiSXNJdGFsaWMiOmZhbHNlLCJJc1VuZGVybGluZWQiOmZhbHNlLCJQYXJlbnRTdHlsZSI6bnVsbH0sIkF1dG9TaXplIjowLCJGb3JlZ3JvdW5kIjp7IiRyZWYiOiIxMCJ9LCJNYXhXaWR0aCI6MjAwLjAsIk1heEhlaWdodCI6IkluZmluaXR5IiwiU21hcnRGb3JlZ3JvdW5kSXNBY3RpdmUiOmZhbHNlLCJIb3Jpem9udGFsQWxpZ25tZW50IjowLCJWZXJ0aWNhbEFsaWdubWVudCI6MCwiU21hcnRGb3JlZ3JvdW5kIjpudWxsLCJCYWNrZ3JvdW5kRmlsbFR5cGUiOjAsIk1hcmdpbiI6eyIkcmVmIjoiMTIifSwiUGFkZGluZyI6eyIkcmVmIjoiMTMifSwiQmFja2dyb3VuZCI6eyIkcmVmIjoiMTQifSwiSXNWaXNpYmxlIjp0cnVlLCJXaWR0aCI6MC4wLCJIZWlnaHQiOjAuMCwiQm9yZGVyU3R5bGUiOm51bGwsIlBhcmVudFN0eWxlIjpudWxsfSwiRHVyYXRpb25TdHlsZSI6eyIkaWQiOiIyODgxIiwiRm9udFNldHRpbmdzIjp7IiRpZCI6IjI4ODIiLCJGb250U2l6ZSI6MTAsIkZvbnROYW1lIjoiQ2FsaWJyaSIsIklzQm9sZCI6ZmFsc2UsIklzSXRhbGljIjpmYWxzZSwiSXNVbmRlcmxpbmVkIjpmYWxzZSwiUGFyZW50U3R5bGUiOm51bGx9LCJBdXRvU2l6ZSI6MCwiRm9yZWdyb3VuZCI6eyIkcmVmIjoiMTkifSwiTWF4V2lkdGgiOjIwMC4wLCJNYXhIZWlnaHQiOiJJbmZpbml0eSIsIlNtYXJ0Rm9yZWdyb3VuZElzQWN0aXZlIjpmYWxzZSwiSG9yaXpvbnRhbEFsaWdubWVudCI6MCwiVmVydGljYWxBbGlnbm1lbnQiOjAsIlNtYXJ0Rm9yZWdyb3VuZCI6bnVsbCwiQmFja2dyb3VuZEZpbGxUeXBlIjowLCJNYXJnaW4iOnsiJHJlZiI6IjIxIn0sIlBhZGRpbmciOnsiJHJlZiI6IjIyIn0sIkJhY2tncm91bmQiOnsiJHJlZiI6IjIzIn0sIklzVmlzaWJsZSI6dHJ1ZSwiV2lkdGgiOjAuMCwiSGVpZ2h0IjowLjAsIkJvcmRlclN0eWxlIjpudWxsLCJQYXJlbnRTdHlsZSI6bnVsbH0sIkhvcml6b250YWxDb25uZWN0b3JTdHlsZSI6eyIkaWQiOiIyODgzIiwiTGluZUNvbG9yIjp7IiRyZWYiOiIyNyJ9LCJMaW5lV2VpZ2h0IjoxLjAsIkxpbmVUeXBlIjowLCJQYXJlbnRTdHlsZSI6bnVsbH0sIlZlcnRpY2FsQ29ubmVjdG9yU3R5bGUiOnsiJGlkIjoiMjg4NCIsIkxpbmVDb2xvciI6eyIkcmVmIjoiMzAifSwiTGluZVdlaWdodCI6MC4wLCJMaW5lVHlwZSI6MCwiUGFyZW50U3R5bGUiOm51bGx9LCJNYXJnaW4iOm51bGwsIlN0YXJ0RGF0ZVBvc2l0aW9uIjozLCJFbmREYXRlUG9zaXRpb24iOjMsIkRhdGVJc1Zpc2libGUiOnRydWUsIlRpdGxlUG9zaXRpb24iOjIsIkR1cmF0aW9uUG9zaXRpb24iOjYsIlBlcmNlbnRhZ2VDb21wbGV0ZWRQb3NpdGlvbiI6NiwiU3BhY2luZyI6MywiSXNCZWxvd1RpbWViYW5kIjpmYWxzZSwiUGVyY2VudGFnZUNvbXBsZXRlU2hhcGVPcGFjaXR5IjozNSwiQmFzZWxpbmVTdHlsZSI6eyIkaWQiOiIyODg1IiwiU2hhcGVTdHlsZSI6eyIkaWQiOiIyODg2IiwiTWFyZ2luIjp7IiRpZCI6IjI4ODciLCJUb3AiOjAuMCwiTGVmdCI6MC4wLCJSaWdodCI6MC4wLCJCb3R0b20iOjAuMH0sIlBhZGRpbmciOnsiJGlkIjoiMjg4OCIsIlRvcCI6MC4wLCJMZWZ0IjowLjAsIlJpZ2h0IjowLjAsIkJvdHRvbSI6MC4wfSwiQmFja2dyb3VuZCI6eyIkaWQiOiIyODg5IiwiQ29sb3IiOnsiJGlkIjoiMjg5MCIsIkEiOjE1MywiUiI6MCwiRyI6MCwiQiI6MH19LCJJc1Zpc2libGUiOnRydWUsIldpZHRoIjowLjAsIkhlaWdodCI6MC4wLCJCb3JkZXJTdHlsZSI6eyIkaWQiOiIyODkxIiwiTGluZUNvbG9yIjpudWxsLCJMaW5lV2VpZ2h0IjowLjAsIkxpbmVUeXBlIjowLCJQYXJlbnRTdHlsZSI6bnVsbH0sIlBhcmVudFN0eWxlIjpudWxsfSwiTWFyZ2luIjp7IiRpZCI6IjI4OTIiLCJUb3AiOjAuMCwiTGVmdCI6MC4wLCJSaWdodCI6MC4wLCJCb3R0b20iOjAuMH0sIlBhZGRpbmciOnsiJGlkIjoiMjg5MyIsIlRvcCI6MC4wLCJMZWZ0IjowLjAsIlJpZ2h0IjowLjAsIkJvdHRvbSI6MC4wfSwiQmFja2dyb3VuZCI6bnVsbCwiSXNWaXNpYmxlIjp0cnVlLCJXaWR0aCI6MC4wLCJIZWlnaHQiOjAuMCwiQm9yZGVyU3R5bGUiOm51bGwsIlBhcmVudFN0eWxlIjpudWxsfSwiU2hhcGVTdHlsZSI6eyIkaWQiOiIyODk0IiwiTWFyZ2luIjp7IiRyZWYiOiI0MiJ9LCJQYWRkaW5nIjp7IiRyZWYiOiI0MyJ9LCJCYWNrZ3JvdW5kIjp7IiRpZCI6IjI4OTUiLCJDb2xvciI6eyIkaWQiOiIyODk2IiwiQSI6MjU1LCJSIjo0NCwiRyI6MjU1LCJCIjoxNTl9fSwiSXNWaXNpYmxlIjp0cnVlLCJXaWR0aCI6MC4wLCJIZWlnaHQiOjEwLjAsIkJvcmRlclN0eWxlIjp7IiRpZCI6IjI4OTciLCJMaW5lQ29sb3IiOnsiJGlkIjoiMjg5OCIsIiR0eXBlIjoiTkxSRS5Db21tb24uRG9tLlNvbGlkQ29sb3JCcnVzaCwgTkxSRS5Db21tb24iLCJDb2xvciI6eyIkaWQiOiIyODk5IiwiQSI6MjU1LCJSIjoyMzQsIkciOjIyLCJCIjozMH19LCJMaW5lV2VpZ2h0IjowLjAsIkxpbmVUeXBlIjowLCJQYXJlbnRTdHlsZSI6bnVsbH0sIlBhcmVudFN0eWxlIjpudWxsfSwiVGl0bGVTdHlsZSI6eyIkaWQiOiIyOTAwIiwiRm9udFNldHRpbmdzIjp7IiRpZCI6IjI5MDEiLCJGb250U2l6ZSI6MTEsIkZvbnROYW1lIjoiQm9laHJpbmdlciBGb3J3YXJkIFRleHQiLCJJc0JvbGQiOmZhbHNlLCJJc0l0YWxpYyI6ZmFsc2UsIklzVW5kZXJsaW5lZCI6ZmFsc2UsIlBhcmVudFN0eWxlIjpudWxsfSwiQXV0b1NpemUiOjAsIkZvcmVncm91bmQiOnsiJGlkIjoiMjkwMiIsIkNvbG9yIjp7IiRpZCI6IjI5MDMiLCJBIjoyNTUsIlIiOjAsIkciOjAsIkIiOjB9fSwiTWF4V2lkdGgiOjIwMC4wLCJNYXhIZWlnaHQiOiJJbmZpbml0eSIsIlNtYXJ0Rm9yZWdyb3VuZElzQWN0aXZlIjpmYWxzZSwiSG9yaXpvbnRhbEFsaWdubWVudCI6MSwiVmVydGljYWxBbGlnbm1lbnQiOjAsIlNtYXJ0Rm9yZWdyb3VuZCI6bnVsbCwiQmFja2dyb3VuZEZpbGxUeXBlIjowLCJNYXJnaW4iOnsiJHJlZiI6IjUzIn0sIlBhZGRpbmciOnsiJHJlZiI6IjU0In0sIkJhY2tncm91bmQiOnsiJGlkIjoiMjkwNCIsIkNvbG9yIjp7IiRpZCI6IjI5MDUiLCJBIjowLCJSIjowLCJHIjowLCJCIjowfX0sIklzVmlzaWJsZSI6dHJ1ZSwiV2lkdGgiOjAuMCwiSGVpZ2h0IjowLjAsIkJvcmRlclN0eWxlIjpudWxsLCJQYXJlbnRTdHlsZSI6bnVsbH0sIkRhdGVTdHlsZSI6eyIkaWQiOiIyOTA2IiwiRm9udFNldHRpbmdzIjp7IiRpZCI6IjI5MDciLCJGb250U2l6ZSI6MTAsIkZvbnROYW1lIjoiQ2FsaWJyaSIsIklzQm9sZCI6ZmFsc2UsIklzSXRhbGljIjpmYWxzZSwiSXNVbmRlcmxpbmVkIjpmYWxzZSwiUGFyZW50U3R5bGUiOm51bGx9LCJBdXRvU2l6ZSI6MCwiRm9yZWdyb3VuZCI6eyIkcmVmIjoiNjAifSwiTWF4V2lkdGgiOjIwMC4wLCJNYXhIZWlnaHQiOiJJbmZpbml0eSIsIlNtYXJ0Rm9yZWdyb3VuZElzQWN0aXZlIjpmYWxzZSwiSG9yaXpvbnRhbEFsaWdubWVudCI6MiwiVmVydGljYWxBbGlnbm1lbnQiOjAsIlNtYXJ0Rm9yZWdyb3VuZCI6bnVsbCwiQmFja2dyb3VuZEZpbGxUeXBlIjowLCJNYXJnaW4iOnsiJHJlZiI6IjYyIn0sIlBhZGRpbmciOnsiJHJlZiI6IjYzIn0sIkJhY2tncm91bmQiOnsiJHJlZiI6IjY0In0sIklzVmlzaWJsZSI6dHJ1ZSwiV2lkdGgiOjAuMCwiSGVpZ2h0IjowLjAsIkJvcmRlclN0eWxlIjpudWxsLCJQYXJlbnRTdHlsZSI6bnVsbH0sIkRhdGVGb3JtYXQiOnsiJGlkIjoiMjkwO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OTA5IiwiRm9ybWF0IjowLCJJc1Zpc2libGUiOmZhbHNlLCJMYXN0S25vd25WaXNpYmlsaXR5U3RhdGUiOmZhbHNlfSwiSXNWaXNpYmxlIjp0cnVlLCJQYXJlbnRTdHlsZSI6bnVsbCwiX2V4cGxpY2l0bHlTZXQiOnsiJGlkIjoiMjkxMCIsIlNoYXBlU3R5bGUiOmZhbHNlLCJUaXRsZVN0eWxlIjpmYWxzZSwiRGF0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U3BhY2luZyI6ZmFsc2UsIklzQmVsb3dUaW1lYmFuZCI6ZmFsc2UsIkRhdGVGb3JtYXQiOmZhbHNlLCJXZWVrTnVtYmVyaW5nIjpmYWxzZSwiSXNWaXNpYmxlIjpmYWxzZX19LCJEZWZhdWx0U3dpbWxhbmVNaWxlc3RvbmVTdHlsZSI6eyIkaWQiOiIyOTExIiwiVGl0bGVQb3NpdGlvbiI6IkxlZnQiLCJEYXRlUG9zaXRpb24iOiJMZWZ0IiwiU2hhcGVUeXBlIjoyLCJTaGFwZVNpemUiOjEsIlNwYWNpbmciOjUsIlNoYXBlU3R5bGUiOnsiJGlkIjoiMjkxMiIsIk1hcmdpbiI6eyIkcmVmIjoiNzUifSwiUGFkZGluZyI6eyIkcmVmIjoiNzYifSwiQmFja2dyb3VuZCI6eyIkaWQiOiIyOTEzIiwiQ29sb3IiOnsiJGlkIjoiMjkxNCIsIkEiOjI1NSwiUiI6MCwiRyI6MTE0LCJCIjoxODh9fSwiSXNWaXNpYmxlIjp0cnVlLCJXaWR0aCI6MTMuMCwiSGVpZ2h0IjoxMy4wLCJCb3JkZXJTdHlsZSI6eyIkaWQiOiIyOTE1IiwiTGluZUNvbG9yIjp7IiRpZCI6IjI5MTYiLCIkdHlwZSI6Ik5MUkUuQ29tbW9uLkRvbS5Tb2xpZENvbG9yQnJ1c2gsIE5MUkUuQ29tbW9uIiwiQ29sb3IiOnsiJGlkIjoiMjkxNyIsIkEiOjI1NSwiUiI6MjU1LCJHIjowLCJCIjowfX0sIkxpbmVXZWlnaHQiOjAuMCwiTGluZVR5cGUiOjAsIlBhcmVudFN0eWxlIjpudWxsfSwiUGFyZW50U3R5bGUiOm51bGx9LCJUaXRsZVN0eWxlIjp7IiRpZCI6IjI5MTgiLCJGb250U2V0dGluZ3MiOnsiJGlkIjoiMjkxOSIsIkZvbnRTaXplIjoxMSwiRm9udE5hbWUiOiJCb2VocmluZ2VyIEZvcndhcmQgVGV4dCIsIklzQm9sZCI6dHJ1ZSwiSXNJdGFsaWMiOmZhbHNlLCJJc1VuZGVybGluZWQiOmZhbHNlLCJQYXJlbnRTdHlsZSI6bnVsbH0sIkF1dG9TaXplIjowLCJGb3JlZ3JvdW5kIjp7IiRpZCI6IjI5MjAiLCJDb2xvciI6eyIkaWQiOiIyOTIxIiwiQSI6MjU1LCJSIjoyNTUsIkciOjI1NSwiQiI6MjU1fX0sIk1heFdpZHRoIjoyMDAuMCwiTWF4SGVpZ2h0IjoiSW5maW5pdHkiLCJTbWFydEZvcmVncm91bmRJc0FjdGl2ZSI6ZmFsc2UsIkhvcml6b250YWxBbGlnbm1lbnQiOjAsIlZlcnRpY2FsQWxpZ25tZW50IjowLCJTbWFydEZvcmVncm91bmQiOm51bGwsIkJhY2tncm91bmRGaWxsVHlwZSI6MCwiTWFyZ2luIjp7IiRyZWYiOiI4NiJ9LCJQYWRkaW5nIjp7IiRyZWYiOiI4NyJ9LCJCYWNrZ3JvdW5kIjp7IiRpZCI6IjI5MjIiLCJDb2xvciI6eyIkaWQiOiIyOTIzIiwiQSI6MCwiUiI6MCwiRyI6MCwiQiI6MH19LCJJc1Zpc2libGUiOnRydWUsIldpZHRoIjowLjAsIkhlaWdodCI6MC4wLCJCb3JkZXJTdHlsZSI6bnVsbCwiUGFyZW50U3R5bGUiOm51bGx9LCJEYXRlU3R5bGUiOnsiJGlkIjoiMjkyNCIsIkZvbnRTZXR0aW5ncyI6eyIkaWQiOiIyOTI1IiwiRm9udFNpemUiOjEwLCJGb250TmFtZSI6IkJvZWhyaW5nZXIgRm9yd2FyZCBUZXh0IiwiSXNCb2xkIjpmYWxzZSwiSXNJdGFsaWMiOmZhbHNlLCJJc1VuZGVybGluZWQiOmZhbHNlLCJQYXJlbnRTdHlsZSI6bnVsbH0sIkF1dG9TaXplIjowLCJGb3JlZ3JvdW5kIjp7IiRpZCI6IjI5MjYiLCJDb2xvciI6eyIkaWQiOiIyOTI3IiwiQSI6MjU1LCJSIjoyNTUsIkciOjI1NSwiQiI6MjU1fX0sIk1heFdpZHRoIjoyMDAuMCwiTWF4SGVpZ2h0IjoiSW5maW5pdHkiLCJTbWFydEZvcmVncm91bmRJc0FjdGl2ZSI6ZmFsc2UsIkhvcml6b250YWxBbGlnbm1lbnQiOjAsIlZlcnRpY2FsQWxpZ25tZW50IjowLCJTbWFydEZvcmVncm91bmQiOm51bGwsIkJhY2tncm91bmRGaWxsVHlwZSI6MCwiTWFyZ2luIjp7IiRyZWYiOiI5NCJ9LCJQYWRkaW5nIjp7IiRyZWYiOiI5NSJ9LCJCYWNrZ3JvdW5kIjp7IiRpZCI6IjI5MjgiLCJDb2xvciI6eyIkaWQiOiIyOTI5IiwiQSI6MCwiUiI6MCwiRyI6MCwiQiI6MH19LCJJc1Zpc2libGUiOmZhbHNlLCJXaWR0aCI6MC4wLCJIZWlnaHQiOjAuMCwiQm9yZGVyU3R5bGUiOm51bGwsIlBhcmVudFN0eWxlIjpudWxsfSwiRGF0ZUZvcm1hdCI6eyIkaWQiOiIyOTMw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5MzEiLCJGb3JtYXQiOjAsIklzVmlzaWJsZSI6ZmFsc2UsIkxhc3RLbm93blZpc2liaWxpdHlTdGF0ZSI6ZmFsc2V9LCJJc1Zpc2libGUiOnRydWUsIlBhcmVudFN0eWxlIjpudWxsfSwiR3JpZGxpbmVQYW5lbFN0eWxlIjp7IiRpZCI6IjI5MzIiLCJHcmlkbGluZVN0eWxlIjp7IiRpZCI6IjI5MzMiLCJMaW5lQ29sb3IiOnsiJGlkIjoiMjkzNCIsIiR0eXBlIjoiTkxSRS5Db21tb24uRG9tLlNvbGlkQ29sb3JCcnVzaCwgTkxSRS5Db21tb24iLCJDb2xvciI6eyIkaWQiOiIyOTM1IiwiQSI6MzgsIlIiOjkxLCJHIjoxNTUsIkIiOjIxM319LCJMaW5lV2VpZ2h0IjoxLjUsIkxpbmVUeXBlIjowLCJQYXJlbnRTdHlsZSI6bnVsbH0sIk1hcmdpbiI6eyIkaWQiOiIyOTM2IiwiVG9wIjowLjAsIkxlZnQiOjAuMCwiUmlnaHQiOjAuMCwiQm90dG9tIjowLjB9LCJQYWRkaW5nIjp7IiRpZCI6IjI5MzciLCJUb3AiOjAuMCwiTGVmdCI6MC4wLCJSaWdodCI6MC4wLCJCb3R0b20iOjAuMH0sIkJhY2tncm91bmQiOm51bGwsIklzVmlzaWJsZSI6dHJ1ZSwiV2lkdGgiOjAuMCwiSGVpZ2h0IjowLjAsIkJvcmRlclN0eWxlIjp7IiRpZCI6IjI5MzgiLCJMaW5lQ29sb3IiOm51bGwsIkxpbmVXZWlnaHQiOjAuMCwiTGluZVR5cGUiOjAsIlBhcmVudFN0eWxlIjpudWxsfSwiUGFyZW50U3R5bGUiOm51bGx9LCJBY3Rpdml0eUxpbmVQYW5lbFN0eWxlIjp7IiRpZCI6IjI5MzkiLCJBY3Rpdml0eUxpbmVTdHlsZSI6eyIkaWQiOiIyOTQwIiwiTGluZUNvbG9yIjp7IiRpZCI6IjI5NDEiLCIkdHlwZSI6Ik5MUkUuQ29tbW9uLkRvbS5Tb2xpZENvbG9yQnJ1c2gsIE5MUkUuQ29tbW9uIiwiQ29sb3IiOnsiJGlkIjoiMjk0MiIsIkEiOjM4LCJSIjo2OCwiRyI6MTE0LCJCIjoxOTZ9fSwiTGluZVdlaWdodCI6MS4wLCJMaW5lVHlwZSI6MCwiUGFyZW50U3R5bGUiOm51bGx9LCJNYXJnaW4iOnsiJGlkIjoiMjk0MyIsIlRvcCI6MC4wLCJMZWZ0IjowLjAsIlJpZ2h0IjowLjAsIkJvdHRvbSI6MC4wfSwiUGFkZGluZyI6eyIkaWQiOiIyOTQ0IiwiVG9wIjowLjAsIkxlZnQiOjAuMCwiUmlnaHQiOjAuMCwiQm90dG9tIjowLjB9LCJCYWNrZ3JvdW5kIjpudWxsLCJJc1Zpc2libGUiOnRydWUsIldpZHRoIjowLjAsIkhlaWdodCI6MC4wLCJCb3JkZXJTdHlsZSI6eyIkaWQiOiIyOTQ1IiwiTGluZUNvbG9yIjpudWxsLCJMaW5lV2VpZ2h0IjowLjAsIkxpbmVUeXBlIjowLCJQYXJlbnRTdHlsZSI6bnVsbH0sIlBhcmVudFN0eWxlIjpudWxsfSwiX3NlbGVjdGVkVGhlbWVQcmVzZXRDb2xvcnMiOnsiJGlkIjoiMjk0NiIsIlRleHRMaWdodCI6eyIkaWQiOiIyOTQ3IiwiQSI6MjU1LCJSIjoyNTUsIkciOjI1NSwiQiI6MjU1fSwiVGV4dERhcmsiOnsiJGlkIjoiMjk0OCIsIkEiOjI1NSwiUiI6MCwiRyI6MCwiQiI6MH0sIkFjY2VudDEiOnsiJHJlZiI6IjI3OTYifSwiQWNjZW50MiI6eyIkcmVmIjoiMjc0NCJ9LCJBY2NlbnQzIjp7IiRyZWYiOiIzNTgifSwiQWNjZW50NCI6eyIkcmVmIjoiMTIzMSJ9LCJBY2NlbnQ1Ijp7IiRyZWYiOiIxNTk4In0sIkFjY2VudDYiOnsiJHJlZiI6IjIwNDAifSwiQWNjZW50NyI6eyIkcmVmIjoiMjU1MyJ9LCJBY2NlbnQ4Ijp7IiRpZCI6IjI5NDkiLCJBIjoyNTUsIlIiOjc4LCJHIjoxNjcsIkIiOjQ2fX0sIlNob3dFbGFwc2VkVGltZUdyYWRpZW50U3R5bGUiOmZhbHNlLCJUaW1lYmFuZFJlc2VydmVkTGVmdEFyZWFTdHlsZSI6eyIkaWQiOiIyOTUwIiwiQWN0aXZpdHlIZWFkZXJXaWR0aCI6MC4wLCJJc1NldCI6ZmFsc2V9LCJEZWZhdWx0U3dpbWxhbmVTdHlsZSI6bnVsbCwiRGVmYXVsdFN3aW1sYW5lVjJTdHlsZSI6eyIkaWQiOiIyOTUxIiwiU3R5bGVJZCI6IjAwMDAwMDAwLTAwMDAtMDAwMC0wMDAwLTAwMDAwMDAwMDAwMCIsIkhlYWRlclN0eWxlIjp7IiRpZCI6IjI5NTIiLCJUZXh0SXNWZXJ0aWNhbCI6ZmFsc2UsIlRleHRTdHlsZSI6eyIkaWQiOiIyOTUzIiwiRm9udFNldHRpbmdzIjp7IiRpZCI6IjI5NTQiLCJGb250U2l6ZSI6MTIsIkZvbnROYW1lIjoiQm9laHJpbmdlciBGb3J3YXJkIFRleHQiLCJJc0JvbGQiOmZhbHNlLCJJc0l0YWxpYyI6ZmFsc2UsIklzVW5kZXJsaW5lZCI6ZmFsc2UsIlBhcmVudFN0eWxlIjpudWxsfSwiQXV0b1NpemUiOjIsIkZvcmVncm91bmQiOnsiJGlkIjoiMjk1NSIsIkNvbG9yIjp7IiRpZCI6IjI5NTYiLCJBIjoyNTUsIlIiOjAsIkciOjAsIkIiOjB9fSwiTWF4V2lkdGgiOiJJbmZpbml0eSIsIk1heEhlaWdodCI6MC4wLCJTbWFydEZvcmVncm91bmRJc0FjdGl2ZSI6ZmFsc2UsIkhvcml6b250YWxBbGlnbm1lbnQiOjAsIlZlcnRpY2FsQWxpZ25tZW50IjowLCJTbWFydEZvcmVncm91bmQiOm51bGwsIkJhY2tncm91bmRGaWxsVHlwZSI6MCwiTWFyZ2luIjp7IiRpZCI6IjI5NTciLCJUb3AiOjAuMCwiTGVmdCI6MC4wLCJSaWdodCI6MC4wLCJCb3R0b20iOjAuMH0sIlBhZGRpbmciOnsiJGlkIjoiMjk1OCIsIlRvcCI6MC4wLCJMZWZ0IjowLjAsIlJpZ2h0IjowLjAsIkJvdHRvbSI6MC4wfSwiQmFja2dyb3VuZCI6eyIkaWQiOiIyOTU5IiwiQ29sb3IiOnsiJGlkIjoiMjk2MCIsIkEiOjAsIlIiOjI1NSwiRyI6MjU1LCJCIjoyNTV9fSwiSXNWaXNpYmxlIjp0cnVlLCJXaWR0aCI6MC4wLCJIZWlnaHQiOjAuMCwiQm9yZGVyU3R5bGUiOm51bGwsIlBhcmVudFN0eWxlIjpudWxsfSwiUmVjdGFuZ2xlU3R5bGUiOnsiJGlkIjoiMjk2MSIsIk1hcmdpbiI6eyIkaWQiOiIyOTYyIiwiVG9wIjowLjAsIkxlZnQiOjAuMCwiUmlnaHQiOjAuMCwiQm90dG9tIjowLjB9LCJQYWRkaW5nIjp7IiRpZCI6IjI5NjMiLCJUb3AiOjAuMCwiTGVmdCI6MC4wLCJSaWdodCI6MC4wLCJCb3R0b20iOjAuMH0sIkJhY2tncm91bmQiOnsiJGlkIjoiMjk2NCIsIkNvbG9yIjp7IiRpZCI6IjI5NjUiLCJBIjoyNTUsIlIiOjQ0LCJHIjoyNTUsIkIiOjE1OX19LCJJc1Zpc2libGUiOnRydWUsIldpZHRoIjowLjAsIkhlaWdodCI6MC4wLCJCb3JkZXJTdHlsZSI6eyIkaWQiOiIyOTY2IiwiTGluZUNvbG9yIjp7IiRpZCI6IjI5NjciLCIkdHlwZSI6Ik5MUkUuQ29tbW9uLkRvbS5Tb2xpZENvbG9yQnJ1c2gsIE5MUkUuQ29tbW9uIiwiQ29sb3IiOnsiJGlkIjoiMjk2OCIsIkEiOjI1NSwiUiI6MjU1LCJHIjoyNTUsIkIiOjI1NX19LCJMaW5lV2VpZ2h0IjowLjAsIkxpbmVUeXBlIjowLCJQYXJlbnRTdHlsZSI6bnVsbH0sIlBhcmVudFN0eWxlIjpudWxsfSwiTWFyZ2luIjp7IiRpZCI6IjI5NjkiLCJUb3AiOjAuMCwiTGVmdCI6MC4wLCJSaWdodCI6MC4wLCJCb3R0b20iOjAuMH0sIlBhZGRpbmciOnsiJGlkIjoiMjk3MCIsIlRvcCI6MC4wLCJMZWZ0IjowLjAsIlJpZ2h0IjowLjAsIkJvdHRvbSI6MC4wfSwiQmFja2dyb3VuZCI6bnVsbCwiSXNWaXNpYmxlIjp0cnVlLCJXaWR0aCI6MC4wLCJIZWlnaHQiOjAuMCwiQm9yZGVyU3R5bGUiOm51bGwsIlBhcmVudFN0eWxlIjpudWxsfSwiQmFja2dyb3VuZFN0eWxlIjp7IiRpZCI6IjI5NzEiLCJNYXJnaW4iOnsiJGlkIjoiMjk3MiIsIlRvcCI6MC4wLCJMZWZ0IjowLjAsIlJpZ2h0IjowLjAsIkJvdHRvbSI6MC4wfSwiUGFkZGluZyI6eyIkaWQiOiIyOTczIiwiVG9wIjowLjAsIkxlZnQiOjAuMCwiUmlnaHQiOjAuMCwiQm90dG9tIjowLjB9LCJCYWNrZ3JvdW5kIjp7IiRpZCI6IjI5NzQiLCJDb2xvciI6eyIkaWQiOiIyOTc1IiwiQSI6NTEsIlIiOjQ0LCJHIjoyNTUsIkIiOjE1OX19LCJJc1Zpc2libGUiOnRydWUsIldpZHRoIjowLjAsIkhlaWdodCI6MC4wLCJCb3JkZXJTdHlsZSI6eyIkaWQiOiIyOTc2IiwiTGluZUNvbG9yIjp7IiRpZCI6IjI5NzciLCIkdHlwZSI6Ik5MUkUuQ29tbW9uLkRvbS5Tb2xpZENvbG9yQnJ1c2gsIE5MUkUuQ29tbW9uIiwiQ29sb3IiOnsiJGlkIjoiMjk3OCIsIkEiOjI1NSwiUiI6MjM0LCJHIjoyMiwiQiI6MzB9fSwiTGluZVdlaWdodCI6MC4wLCJMaW5lVHlwZSI6MCwiUGFyZW50U3R5bGUiOm51bGx9LCJQYXJlbnRTdHlsZSI6bnVsbH0sIklzQWJvdmVUaW1lYmFuZCI6ZmFsc2UsIlNwYWNpbmciOjEwLCJEZWZhdWx0U3dpbWxhbmVUYXNrU3R5bGUiOnsiJGlkIjoiMjk3OSIsIiR0eXBlIjoiTkxSRS5Db21tb24uRG9tLlN0eWxlcy5FeHBsaWNpdFNldGFibGVUYXNrU3R5bGUsIE5MUkUuQ29tbW9uIiwiU2hhcGUiOjMsIlNoYXBlVGhpY2tuZXNzIjoxLCJEdXJhdGlvbkZvcm1hdCI6MCwiSW5jbHVkZU5vbldvcmtpbmdEYXlzSW5EdXJhdGlvbiI6ZmFsc2UsIlBlcmNlbnRhZ2VDb21wbGV0ZVN0eWxlIjp7IiRpZCI6IjI5ODAiLCJGb250U2V0dGluZ3MiOnsiJGlkIjoiMjk4MSIsIkZvbnRTaXplIjoxMCwiRm9udE5hbWUiOiJDYWxpYnJpIiwiSXNCb2xkIjpmYWxzZSwiSXNJdGFsaWMiOmZhbHNlLCJJc1VuZGVybGluZWQiOmZhbHNlLCJQYXJlbnRTdHlsZSI6bnVsbH0sIkF1dG9TaXplIjowLCJGb3JlZ3JvdW5kIjp7IiRyZWYiOiIzNzUifSwiTWF4V2lkdGgiOjIwMC4wLCJNYXhIZWlnaHQiOiJJbmZpbml0eSIsIlNtYXJ0Rm9yZWdyb3VuZElzQWN0aXZlIjpmYWxzZSwiSG9yaXpvbnRhbEFsaWdubWVudCI6MCwiVmVydGljYWxBbGlnbm1lbnQiOjAsIlNtYXJ0Rm9yZWdyb3VuZCI6bnVsbCwiQmFja2dyb3VuZEZpbGxUeXBlIjowLCJNYXJnaW4iOnsiJHJlZiI6IjM3NyJ9LCJQYWRkaW5nIjp7IiRyZWYiOiIzNzgifSwiQmFja2dyb3VuZCI6eyIkcmVmIjoiMzc5In0sIklzVmlzaWJsZSI6dHJ1ZSwiV2lkdGgiOjAuMCwiSGVpZ2h0IjowLjAsIkJvcmRlclN0eWxlIjpudWxsLCJQYXJlbnRTdHlsZSI6bnVsbH0sIkR1cmF0aW9uU3R5bGUiOnsiJGlkIjoiMjk4MiIsIkZvbnRTZXR0aW5ncyI6eyIkaWQiOiIyOTgzIiwiRm9udFNpemUiOjEwLCJGb250TmFtZSI6IkNhbGlicmkiLCJJc0JvbGQiOmZhbHNlLCJJc0l0YWxpYyI6ZmFsc2UsIklzVW5kZXJsaW5lZCI6ZmFsc2UsIlBhcmVudFN0eWxlIjpudWxsfSwiQXV0b1NpemUiOjAsIkZvcmVncm91bmQiOnsiJHJlZiI6IjM4MyJ9LCJNYXhXaWR0aCI6MjAwLjAsIk1heEhlaWdodCI6IkluZmluaXR5IiwiU21hcnRGb3JlZ3JvdW5kSXNBY3RpdmUiOmZhbHNlLCJIb3Jpem9udGFsQWxpZ25tZW50IjowLCJWZXJ0aWNhbEFsaWdubWVudCI6MCwiU21hcnRGb3JlZ3JvdW5kIjpudWxsLCJCYWNrZ3JvdW5kRmlsbFR5cGUiOjAsIk1hcmdpbiI6eyIkcmVmIjoiMzg1In0sIlBhZGRpbmciOnsiJHJlZiI6IjM4NiJ9LCJCYWNrZ3JvdW5kIjp7IiRyZWYiOiIzODcifSwiSXNWaXNpYmxlIjp0cnVlLCJXaWR0aCI6MC4wLCJIZWlnaHQiOjAuMCwiQm9yZGVyU3R5bGUiOm51bGwsIlBhcmVudFN0eWxlIjpudWxsfSwiSG9yaXpvbnRhbENvbm5lY3RvclN0eWxlIjp7IiRpZCI6IjI5ODQiLCJMaW5lQ29sb3IiOnsiJHJlZiI6IjM5MCJ9LCJMaW5lV2VpZ2h0IjoxLjAsIkxpbmVUeXBlIjowLCJQYXJlbnRTdHlsZSI6bnVsbH0sIlZlcnRpY2FsQ29ubmVjdG9yU3R5bGUiOnsiJGlkIjoiMjk4NSIsIkxpbmVDb2xvciI6eyIkcmVmIjoiMzkzIn0sIkxpbmVXZWlnaHQiOjAuMCwiTGluZVR5cGUiOjAsIlBhcmVudFN0eWxlIjpudWxsfSwiTWFyZ2luIjpudWxsLCJTdGFydERhdGVQb3NpdGlvbiI6NiwiRW5kRGF0ZVBvc2l0aW9uIjo2LCJEYXRlSXNWaXNpYmxlIjpmYWxzZSwiVGl0bGVQb3NpdGlvbiI6MiwiRHVyYXRpb25Qb3NpdGlvbiI6NiwiUGVyY2VudGFnZUNvbXBsZXRlZFBvc2l0aW9uIjo2LCJTcGFjaW5nIjozLCJJc0JlbG93VGltZWJhbmQiOnRydWUsIlBlcmNlbnRhZ2VDb21wbGV0ZVNoYXBlT3BhY2l0eSI6MzUsIkJhc2VsaW5lU3R5bGUiOnsiJGlkIjoiMjk4NiIsIlNoYXBlU3R5bGUiOnsiJGlkIjoiMjk4NyIsIk1hcmdpbiI6eyIkaWQiOiIyOTg4IiwiVG9wIjowLjAsIkxlZnQiOjAuMCwiUmlnaHQiOjAuMCwiQm90dG9tIjowLjB9LCJQYWRkaW5nIjp7IiRpZCI6IjI5ODkiLCJUb3AiOjAuMCwiTGVmdCI6MC4wLCJSaWdodCI6MC4wLCJCb3R0b20iOjAuMH0sIkJhY2tncm91bmQiOnsiJGlkIjoiMjk5MCIsIkNvbG9yIjp7IiRpZCI6IjI5OTEiLCJBIjoxNTMsIlIiOjAsIkciOjAsIkIiOjB9fSwiSXNWaXNpYmxlIjp0cnVlLCJXaWR0aCI6MC4wLCJIZWlnaHQiOjAuMCwiQm9yZGVyU3R5bGUiOnsiJGlkIjoiMjk5MiIsIkxpbmVDb2xvciI6bnVsbCwiTGluZVdlaWdodCI6MC4wLCJMaW5lVHlwZSI6MCwiUGFyZW50U3R5bGUiOm51bGx9LCJQYXJlbnRTdHlsZSI6bnVsbH0sIk1hcmdpbiI6eyIkaWQiOiIyOTkzIiwiVG9wIjowLjAsIkxlZnQiOjAuMCwiUmlnaHQiOjAuMCwiQm90dG9tIjowLjB9LCJQYWRkaW5nIjp7IiRpZCI6IjI5OTQiLCJUb3AiOjAuMCwiTGVmdCI6MC4wLCJSaWdodCI6MC4wLCJCb3R0b20iOjAuMH0sIkJhY2tncm91bmQiOm51bGwsIklzVmlzaWJsZSI6dHJ1ZSwiV2lkdGgiOjAuMCwiSGVpZ2h0IjowLjAsIkJvcmRlclN0eWxlIjpudWxsLCJQYXJlbnRTdHlsZSI6bnVsbH0sIlNoYXBlU3R5bGUiOnsiJGlkIjoiMjk5NSIsIk1hcmdpbiI6eyIkcmVmIjoiNDA1In0sIlBhZGRpbmciOnsiJHJlZiI6IjQwNiJ9LCJCYWNrZ3JvdW5kIjp7IiRyZWYiOiI0MDcifSwiSXNWaXNpYmxlIjp0cnVlLCJXaWR0aCI6MTM1LjE3Nzc5NTQxMDE1NjI1LCJIZWlnaHQiOjE2LjAsIkJvcmRlclN0eWxlIjp7IiRpZCI6IjI5OTYiLCJMaW5lQ29sb3IiOnsiJHJlZiI6IjQxMCJ9LCJMaW5lV2VpZ2h0IjowLjAsIkxpbmVUeXBlIjowLCJQYXJlbnRTdHlsZSI6bnVsbH0sIlBhcmVudFN0eWxlIjpudWxsfSwiVGl0bGVTdHlsZSI6eyIkaWQiOiIyOTk3IiwiRm9udFNldHRpbmdzIjp7IiRpZCI6IjI5OTgiLCJGb250U2l6ZSI6MTEsIkZvbnROYW1lIjoiQm9laHJpbmdlciBGb3J3YXJkIFRleHQiLCJJc0JvbGQiOmZhbHNlLCJJc0l0YWxpYyI6ZmFsc2UsIklzVW5kZXJsaW5lZCI6ZmFsc2UsIlBhcmVudFN0eWxlIjpudWxsfSwiQXV0b1NpemUiOjAsIkZvcmVncm91bmQiOnsiJHJlZiI6IjQxNCJ9LCJNYXhXaWR0aCI6MjAwLjAsIk1heEhlaWdodCI6IkluZmluaXR5IiwiU21hcnRGb3JlZ3JvdW5kSXNBY3RpdmUiOmZhbHNlLCJIb3Jpem9udGFsQWxpZ25tZW50IjoxLCJWZXJ0aWNhbEFsaWdubWVudCI6MCwiU21hcnRGb3JlZ3JvdW5kIjpudWxsLCJCYWNrZ3JvdW5kRmlsbFR5cGUiOjAsIk1hcmdpbiI6eyIkcmVmIjoiNDE2In0sIlBhZGRpbmciOnsiJHJlZiI6IjQxNyJ9LCJCYWNrZ3JvdW5kIjp7IiRyZWYiOiI0MTgifSwiSXNWaXNpYmxlIjp0cnVlLCJXaWR0aCI6MC4wLCJIZWlnaHQiOjAuMCwiQm9yZGVyU3R5bGUiOm51bGwsIlBhcmVudFN0eWxlIjpudWxsfSwiRGF0ZVN0eWxlIjp7IiRpZCI6IjI5OTkiLCJGb250U2V0dGluZ3MiOnsiJGlkIjoiMzAwMCIsIkZvbnRTaXplIjoxMCwiRm9udE5hbWUiOiJDYWxpYnJpIiwiSXNCb2xkIjpmYWxzZSwiSXNJdGFsaWMiOmZhbHNlLCJJc1VuZGVybGluZWQiOmZhbHNlLCJQYXJlbnRTdHlsZSI6bnVsbH0sIkF1dG9TaXplIjowLCJGb3JlZ3JvdW5kIjp7IiRyZWYiOiI0MjIifSwiTWF4V2lkdGgiOjIwMC4wLCJNYXhIZWlnaHQiOiJJbmZpbml0eSIsIlNtYXJ0Rm9yZWdyb3VuZElzQWN0aXZlIjpmYWxzZSwiSG9yaXpvbnRhbEFsaWdubWVudCI6MiwiVmVydGljYWxBbGlnbm1lbnQiOjAsIlNtYXJ0Rm9yZWdyb3VuZCI6bnVsbCwiQmFja2dyb3VuZEZpbGxUeXBlIjowLCJNYXJnaW4iOnsiJHJlZiI6IjQyNCJ9LCJQYWRkaW5nIjp7IiRyZWYiOiI0MjUifSwiQmFja2dyb3VuZCI6eyIkcmVmIjoiNDI2In0sIklzVmlzaWJsZSI6dHJ1ZSwiV2lkdGgiOjAuMCwiSGVpZ2h0IjowLjAsIkJvcmRlclN0eWxlIjpudWxsLCJQYXJlbnRTdHlsZSI6bnVsbH0sIkRhdGVGb3JtYXQiOnsiJHJlZiI6IjQyOCJ9LCJXZWVrTnVtYmVyaW5nIjp7IiRpZCI6IjMwMDEiLCJGb3JtYXQiOjAsIklzVmlzaWJsZSI6ZmFsc2UsIkxhc3RLbm93blZpc2liaWxpdHlTdGF0ZSI6ZmFsc2V9LCJJc1Zpc2libGUiOnRydWUsIlBhcmVudFN0eWxlIjpudWxsLCJfZXhwbGljaXRseVNldCI6eyIkaWQiOiIzMDAyIiwiU2hhcGVTdHlsZSI6ZmFsc2UsIlRpdGxlU3R5bGUiOmZhbHNlLCJEYXR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TcGFjaW5nIjpmYWxzZSwiSXNCZWxvd1RpbWViYW5kIjpmYWxzZSwiRGF0ZUZvcm1hdCI6ZmFsc2UsIldlZWtOdW1iZXJpbmciOmZhbHNlLCJJc1Zpc2libGUiOmZhbHNlfX0sIkRlZmF1bHRTd2ltbGFuZU1vdFN0eWxlIjp7IiRpZCI6IjMwMDMiLCJTaGFwZSI6MSwiQ29ubmVjdG9yTWFyZ2luIjp7IiRyZWYiOiI0MzIifSwiQ29ubmVjdG9yU3R5bGUiOnsiJGlkIjoiMzAwNCIsIkxpbmVDb2xvciI6eyIkcmVmIjoiNDM0In0sIkxpbmVXZWlnaHQiOjEuMCwiTGluZVR5cGUiOjAsIlBhcmVudFN0eWxlIjpudWxsfSwiSXNCZWxvd1RpbWViYW5kIjp0cnVlLCJQb3NpdGlvbk9uVGFzayI6MiwiSGlkZURhdGUiOmZhbHNlLCJTaGFwZVNpemUiOjAsIlNwYWNpbmciOjAuMCwiUGFkZGluZyI6eyIkcmVmIjoiNDM2In0sIlNoYXBlU3R5bGUiOnsiJGlkIjoiMzAwNSIsIk1hcmdpbiI6eyIkcmVmIjoiNDM4In0sIlBhZGRpbmciOnsiJHJlZiI6IjQzOSJ9LCJCYWNrZ3JvdW5kIjp7IiRyZWYiOiI0NDAifSwiSXNWaXNpYmxlIjp0cnVlLCJXaWR0aCI6MTIuMCwiSGVpZ2h0IjoxNC4wLCJCb3JkZXJTdHlsZSI6eyIkaWQiOiIzMDA2IiwiTGluZUNvbG9yIjp7IiRyZWYiOiI0NDMifSwiTGluZVdlaWdodCI6MC4wLCJMaW5lVHlwZSI6MCwiUGFyZW50U3R5bGUiOm51bGx9LCJQYXJlbnRTdHlsZSI6bnVsbH0sIlRpdGxlU3R5bGUiOnsiJGlkIjoiMzAwNyIsIkZvbnRTZXR0aW5ncyI6eyIkaWQiOiIzMDA4IiwiRm9udFNpemUiOjExLCJGb250TmFtZSI6IkJvZWhyaW5nZXIgRm9yd2FyZCBUZXh0IiwiSXNCb2xkIjp0cnVlLCJJc0l0YWxpYyI6ZmFsc2UsIklzVW5kZXJsaW5lZCI6ZmFsc2UsIlBhcmVudFN0eWxlIjpudWxsfSwiQXV0b1NpemUiOjAsIkZvcmVncm91bmQiOnsiJHJlZiI6IjQ0NyJ9LCJNYXhXaWR0aCI6MjAwLjAsIk1heEhlaWdodCI6IkluZmluaXR5IiwiU21hcnRGb3JlZ3JvdW5kSXNBY3RpdmUiOmZhbHNlLCJIb3Jpem9udGFsQWxpZ25tZW50IjoxLCJWZXJ0aWNhbEFsaWdubWVudCI6MCwiU21hcnRGb3JlZ3JvdW5kIjpudWxsLCJCYWNrZ3JvdW5kRmlsbFR5cGUiOjAsIk1hcmdpbiI6eyIkcmVmIjoiNDQ5In0sIlBhZGRpbmciOnsiJHJlZiI6IjQ1MCJ9LCJCYWNrZ3JvdW5kIjp7IiRyZWYiOiI0NTEifSwiSXNWaXNpYmxlIjp0cnVlLCJXaWR0aCI6MC4wLCJIZWlnaHQiOjAuMCwiQm9yZGVyU3R5bGUiOm51bGwsIlBhcmVudFN0eWxlIjpudWxsfSwiRGF0ZVN0eWxlIjp7IiRpZCI6IjMwMDkiLCJGb250U2V0dGluZ3MiOnsiJGlkIjoiMzAxMCIsIkZvbnRTaXplIjoxMCwiRm9udE5hbWUiOiJCb2VocmluZ2VyIEZvcndhcmQgVGV4dCIsIklzQm9sZCI6ZmFsc2UsIklzSXRhbGljIjpmYWxzZSwiSXNVbmRlcmxpbmVkIjpmYWxzZSwiUGFyZW50U3R5bGUiOm51bGx9LCJBdXRvU2l6ZSI6MCwiRm9yZWdyb3VuZCI6eyIkcmVmIjoiNDU1In0sIk1heFdpZHRoIjoyMDAuMCwiTWF4SGVpZ2h0IjoiSW5maW5pdHkiLCJTbWFydEZvcmVncm91bmRJc0FjdGl2ZSI6ZmFsc2UsIkhvcml6b250YWxBbGlnbm1lbnQiOjEsIlZlcnRpY2FsQWxpZ25tZW50IjowLCJTbWFydEZvcmVncm91bmQiOm51bGwsIkJhY2tncm91bmRGaWxsVHlwZSI6MCwiTWFyZ2luIjp7IiRyZWYiOiI0NTcifSwiUGFkZGluZyI6eyIkcmVmIjoiNDU4In0sIkJhY2tncm91bmQiOnsiJHJlZiI6IjQ1OSJ9LCJJc1Zpc2libGUiOmZhbHNlLCJXaWR0aCI6MC4wLCJIZWlnaHQiOjAuMCwiQm9yZGVyU3R5bGUiOm51bGwsIlBhcmVudFN0eWxlIjpudWxsfSwiRGF0ZUZvcm1hdCI6eyIkcmVmIjoiNDYxIn0sIldlZWtOdW1iZXJpbmciOnsiJGlkIjoiMzAxMSIsIkZvcm1hdCI6MCwiSXNWaXNpYmxlIjpmYWxzZSwiTGFzdEtub3duVmlzaWJpbGl0eVN0YXRlIjpmYWxzZX0sIklzVmlzaWJsZSI6ZmFsc2UsIlBhcmVudFN0eWxlIjpudWxsfSwiRGVmYXVsdFN3aW1sYW5lTWlsZXN0b25lU3R5bGUiOnsiJGlkIjoiMzAxMiIsIlRpdGxlUG9zaXRpb24iOiJSaWdodCIsIkRhdGVQb3NpdGlvbiI6IkxlZnQiLCJTaGFwZVR5cGUiOjEzLCJTaGFwZVNpemUiOjAsIlNwYWNpbmciOjUsIlNoYXBlU3R5bGUiOnsiJGlkIjoiMzAxMyIsIk1hcmdpbiI6eyIkcmVmIjoiNDY1In0sIlBhZGRpbmciOnsiJHJlZiI6IjQ2NiJ9LCJCYWNrZ3JvdW5kIjp7IiRyZWYiOiI0NjcifSwiSXNWaXNpYmxlIjp0cnVlLCJXaWR0aCI6MTIuMCwiSGVpZ2h0IjoxNC4wLCJCb3JkZXJTdHlsZSI6eyIkaWQiOiIzMDE0IiwiTGluZUNvbG9yIjp7IiRyZWYiOiI0NzAifSwiTGluZVdlaWdodCI6MC4wLCJMaW5lVHlwZSI6MCwiUGFyZW50U3R5bGUiOm51bGx9LCJQYXJlbnRTdHlsZSI6bnVsbH0sIlRpdGxlU3R5bGUiOnsiJGlkIjoiMzAxNSIsIkZvbnRTZXR0aW5ncyI6eyIkaWQiOiIzMDE2IiwiRm9udFNpemUiOjExLCJGb250TmFtZSI6IkJvZWhyaW5nZXIgRm9yd2FyZCBUZXh0IiwiSXNCb2xkIjp0cnVlLCJJc0l0YWxpYyI6ZmFsc2UsIklzVW5kZXJsaW5lZCI6ZmFsc2UsIlBhcmVudFN0eWxlIjpudWxsfSwiQXV0b1NpemUiOjAsIkZvcmVncm91bmQiOnsiJHJlZiI6IjQ3NCJ9LCJNYXhXaWR0aCI6MjAwLjAsIk1heEhlaWdodCI6IkluZmluaXR5IiwiU21hcnRGb3JlZ3JvdW5kSXNBY3RpdmUiOmZhbHNlLCJIb3Jpem9udGFsQWxpZ25tZW50IjowLCJWZXJ0aWNhbEFsaWdubWVudCI6MCwiU21hcnRGb3JlZ3JvdW5kIjpudWxsLCJCYWNrZ3JvdW5kRmlsbFR5cGUiOjAsIk1hcmdpbiI6eyIkcmVmIjoiNDc2In0sIlBhZGRpbmciOnsiJHJlZiI6IjQ3NyJ9LCJCYWNrZ3JvdW5kIjp7IiRyZWYiOiI0NzgifSwiSXNWaXNpYmxlIjp0cnVlLCJXaWR0aCI6MC4wLCJIZWlnaHQiOjAuMCwiQm9yZGVyU3R5bGUiOm51bGwsIlBhcmVudFN0eWxlIjpudWxsfSwiRGF0ZVN0eWxlIjp7IiRpZCI6IjMwMTciLCJGb250U2V0dGluZ3MiOnsiJGlkIjoiMzAxOCIsIkZvbnRTaXplIjoxMCwiRm9udE5hbWUiOiJCb2VocmluZ2VyIEZvcndhcmQgVGV4dCIsIklzQm9sZCI6ZmFsc2UsIklzSXRhbGljIjpmYWxzZSwiSXNVbmRlcmxpbmVkIjpmYWxzZSwiUGFyZW50U3R5bGUiOm51bGx9LCJBdXRvU2l6ZSI6MCwiRm9yZWdyb3VuZCI6eyIkcmVmIjoiNDgyIn0sIk1heFdpZHRoIjoyMDAuMCwiTWF4SGVpZ2h0IjoiSW5maW5pdHkiLCJTbWFydEZvcmVncm91bmRJc0FjdGl2ZSI6ZmFsc2UsIkhvcml6b250YWxBbGlnbm1lbnQiOjIsIlZlcnRpY2FsQWxpZ25tZW50IjowLCJTbWFydEZvcmVncm91bmQiOm51bGwsIkJhY2tncm91bmRGaWxsVHlwZSI6MCwiTWFyZ2luIjp7IiRyZWYiOiI0ODQifSwiUGFkZGluZyI6eyIkcmVmIjoiNDg1In0sIkJhY2tncm91bmQiOnsiJHJlZiI6IjQ4NiJ9LCJJc1Zpc2libGUiOmZhbHNlLCJXaWR0aCI6MC4wLCJIZWlnaHQiOjAuMCwiQm9yZGVyU3R5bGUiOm51bGwsIlBhcmVudFN0eWxlIjpudWxsfSwiRGF0ZUZvcm1hdCI6eyIkcmVmIjoiNDg4In0sIldlZWtOdW1iZXJpbmciOnsiJGlkIjoiMzAxOSIsIkZvcm1hdCI6MCwiSXNWaXNpYmxlIjpmYWxzZSwiTGFzdEtub3duVmlzaWJpbGl0eVN0YXRlIjpmYWxzZX0sIklzVmlzaWJsZSI6dHJ1ZSwiUGFyZW50U3R5bGUiOm51bGx9LCJEZWZhdWx0U3dpbWxhbmVBY3Rpdml0eVN0eWxlIjp7IiRpZCI6IjMwMjAiLCJIZWFkZXJTdHlsZSI6eyIkaWQiOiIzMDIxIiwiVGV4dFN0eWxlIjp7IiRpZCI6IjMwMjIiLCJGb250U2V0dGluZ3MiOnsiJGlkIjoiMzAyMyIsIkZvbnRTaXplIjoxMSwiRm9udE5hbWUiOiJDYWxpYnJpIiwiSXNCb2xkIjpmYWxzZSwiSXNJdGFsaWMiOmZhbHNlLCJJc1VuZGVybGluZWQiOmZhbHNlLCJQYXJlbnRTdHlsZSI6bnVsbH0sIkF1dG9TaXplIjoyLCJGb3JlZ3JvdW5kIjp7IiRyZWYiOiI0OTQifSwiTWF4V2lkdGgiOjAuMCwiTWF4SGVpZ2h0IjoiSW5maW5pdHkiLCJTbWFydEZvcmVncm91bmRJc0FjdGl2ZSI6ZmFsc2UsIkhvcml6b250YWxBbGlnbm1lbnQiOjAsIlZlcnRpY2FsQWxpZ25tZW50IjowLCJTbWFydEZvcmVncm91bmQiOm51bGwsIkJhY2tncm91bmRGaWxsVHlwZSI6MCwiTWFyZ2luIjp7IiRyZWYiOiI0OTYifSwiUGFkZGluZyI6eyIkcmVmIjoiNDk3In0sIkJhY2tncm91bmQiOnsiJHJlZiI6IjQ5OCJ9LCJJc1Zpc2libGUiOnRydWUsIldpZHRoIjowLjAsIkhlaWdodCI6MC4wLCJCb3JkZXJTdHlsZSI6bnVsbCwiUGFyZW50U3R5bGUiOm51bGx9LCJSZWN0YW5nbGVTdHlsZSI6eyIkaWQiOiIzMDI0IiwiTWFyZ2luIjp7IiRyZWYiOiI1MDEifSwiUGFkZGluZyI6eyIkcmVmIjoiNTAyIn0sIkJhY2tncm91bmQiOnsiJHJlZiI6IjUwMyJ9LCJJc1Zpc2libGUiOnRydWUsIldpZHRoIjowLjAsIkhlaWdodCI6MC4wLCJCb3JkZXJTdHlsZSI6eyIkaWQiOiIzMDI1IiwiTGluZUNvbG9yIjp7IiRyZWYiOiI1MDYifSwiTGluZVdlaWdodCI6MC4wLCJMaW5lVHlwZSI6MCwiUGFyZW50U3R5bGUiOm51bGx9LCJQYXJlbnRTdHlsZSI6bnVsbH0sIk1hcmdpbiI6eyIkcmVmIjoiNTA4In0sIlBhZGRpbmciOnsiJHJlZiI6IjUwOSJ9LCJCYWNrZ3JvdW5kIjpudWxsLCJJc1Zpc2libGUiOnRydWUsIldpZHRoIjowLjAsIkhlaWdodCI6MC4wLCJCb3JkZXJTdHlsZSI6bnVsbCwiUGFyZW50U3R5bGUiOm51bGx9LCJCYWNrZ3JvdW5kU3R5bGUiOnsiJGlkIjoiMzAyNiIsIk1hcmdpbiI6eyIkcmVmIjoiNTExIn0sIlBhZGRpbmciOnsiJHJlZiI6IjUxMiJ9LCJCYWNrZ3JvdW5kIjp7IiRyZWYiOiIzNjcifSwiSXNWaXNpYmxlIjp0cnVlLCJXaWR0aCI6MC4wLCJIZWlnaHQiOjAuMCwiQm9yZGVyU3R5bGUiOnsiJGlkIjoiMzAyNyIsIkxpbmVDb2xvciI6eyIkcmVmIjoiNTE0In0sIkxpbmVXZWlnaHQiOjAuMCwiTGluZVR5cGUiOjAsIlBhcmVudFN0eWxlIjpudWxsfSwiUGFyZW50U3R5bGUiOm51bGx9LCJNYXJnaW4iOnsiJHJlZiI6IjUxNiJ9LCJQYWRkaW5nIjp7IiRyZWYiOiI1MTcifSwiSXNWaXNpYmxlIjp0cnVlLCJXaWR0aCI6MC4wLCJIZWlnaHQiOjAuMCwiQm9yZGVyU3R5bGUiOm51bGwsIlBhcmVudFN0eWxlIjpudWxsfSwiTWFyZ2luIjp7IiRpZCI6IjMwMjgiLCJUb3AiOjAuMCwiTGVmdCI6MC4wLCJSaWdodCI6MC4wLCJCb3R0b20iOjAuMH0sIlBhZGRpbmciOnsiJGlkIjoiMzAyOSIsIlRvcCI6MC4wLCJMZWZ0IjowLjAsIlJpZ2h0IjowLjAsIkJvdHRvbSI6MC4wfSwiSXNWaXNpYmxlIjp0cnVlLCJXaWR0aCI6MC4wLCJIZWlnaHQiOjAuMCwiQm9yZGVyU3R5bGUiOnsiJGlkIjoiMzAzMCIsIkxpbmVDb2xvciI6bnVsbCwiTGluZVdlaWdodCI6MC4wLCJMaW5lVHlwZSI6MCwiUGFyZW50U3R5bGUiOm51bGx9LCJQYXJlbnRTdHlsZSI6bnVsbH0sIl9hZGRpdGlvbmFsU3dpbWxhbmVWMlN0eWxlcyI6W3siJGlkIjoiMzAzMSIsIlN0eWxlSWQiOiIwMDAwMDAwMC0wMDAwLTAwMDAtMDAwMC0wMDAwMDAwMDAwMDAiLCJIZWFkZXJTdHlsZSI6eyIkaWQiOiIzMDMyIiwiVGV4dElzVmVydGljYWwiOmZhbHNlLCJUZXh0U3R5bGUiOnsiJGlkIjoiMzAzMyIsIkZvbnRTZXR0aW5ncyI6eyIkaWQiOiIzMDM0IiwiRm9udFNpemUiOjEyLCJGb250TmFtZSI6IkJvZWhyaW5nZXIgRm9yd2FyZCBUZXh0IiwiSXNCb2xkIjpmYWxzZSwiSXNJdGFsaWMiOmZhbHNlLCJJc1VuZGVybGluZWQiOmZhbHNlLCJQYXJlbnRTdHlsZSI6bnVsbH0sIkF1dG9TaXplIjoyLCJGb3JlZ3JvdW5kIjp7IiRpZCI6IjMwMzUiLCJDb2xvciI6eyIkaWQiOiIzMDM2IiwiQSI6MjU1LCJSIjoyNTUsIkciOjI1NSwiQiI6MjU1fX0sIk1heFdpZHRoIjo3MS4wLCJNYXhIZWlnaHQiOiJJbmZpbml0eSIsIlNtYXJ0Rm9yZWdyb3VuZElzQWN0aXZlIjpmYWxzZSwiSG9yaXpvbnRhbEFsaWdubWVudCI6MCwiVmVydGljYWxBbGlnbm1lbnQiOjAsIlNtYXJ0Rm9yZWdyb3VuZCI6bnVsbCwiQmFja2dyb3VuZEZpbGxUeXBlIjowLCJNYXJnaW4iOnsiJGlkIjoiMzAzNyIsIlRvcCI6MC4wLCJMZWZ0IjowLjAsIlJpZ2h0IjowLjAsIkJvdHRvbSI6MC4wfSwiUGFkZGluZyI6eyIkaWQiOiIzMDM4IiwiVG9wIjowLjAsIkxlZnQiOjAuMCwiUmlnaHQiOjAuMCwiQm90dG9tIjowLjB9LCJCYWNrZ3JvdW5kIjpudWxsLCJJc1Zpc2libGUiOnRydWUsIldpZHRoIjowLjAsIkhlaWdodCI6MC4wLCJCb3JkZXJTdHlsZSI6bnVsbCwiUGFyZW50U3R5bGUiOm51bGx9LCJSZWN0YW5nbGVTdHlsZSI6eyIkaWQiOiIzMDM5IiwiTWFyZ2luIjp7IiRpZCI6IjMwNDAiLCJUb3AiOjAuMCwiTGVmdCI6MC4wLCJSaWdodCI6MC4wLCJCb3R0b20iOjAuMH0sIlBhZGRpbmciOnsiJGlkIjoiMzA0MSIsIlRvcCI6MC4wLCJMZWZ0IjowLjAsIlJpZ2h0IjowLjAsIkJvdHRvbSI6MC4wfSwiQmFja2dyb3VuZCI6eyIkaWQiOiIzMDQyIiwiQ29sb3IiOnsiJGlkIjoiMzA0MyIsIkEiOjI1NSwiUiI6OCwiRyI6NDksIkIiOjQyfX0sIklzVmlzaWJsZSI6dHJ1ZSwiV2lkdGgiOjAuMCwiSGVpZ2h0IjowLjAsIkJvcmRlclN0eWxlIjp7IiRpZCI6IjMwNDQiLCJMaW5lQ29sb3IiOnsiJGlkIjoiMzA0NSIsIiR0eXBlIjoiTkxSRS5Db21tb24uRG9tLlNvbGlkQ29sb3JCcnVzaCwgTkxSRS5Db21tb24iLCJDb2xvciI6eyIkaWQiOiIzMDQ2IiwiQSI6MjU1LCJSIjoyNTUsIkciOjAsIkIiOjB9fSwiTGluZVdlaWdodCI6MC4wLCJMaW5lVHlwZSI6MCwiUGFyZW50U3R5bGUiOm51bGx9LCJQYXJlbnRTdHlsZSI6bnVsbH0sIk1hcmdpbiI6eyIkaWQiOiIzMDQ3IiwiVG9wIjowLjAsIkxlZnQiOjAuMCwiUmlnaHQiOjAuMCwiQm90dG9tIjowLjB9LCJQYWRkaW5nIjp7IiRpZCI6IjMwNDgiLCJUb3AiOjAuMCwiTGVmdCI6MC4wLCJSaWdodCI6MC4wLCJCb3R0b20iOjAuMH0sIkJhY2tncm91bmQiOm51bGwsIklzVmlzaWJsZSI6dHJ1ZSwiV2lkdGgiOjAuMCwiSGVpZ2h0IjowLjAsIkJvcmRlclN0eWxlIjpudWxsLCJQYXJlbnRTdHlsZSI6bnVsbH0sIkJhY2tncm91bmRTdHlsZSI6eyIkaWQiOiIzMDQ5IiwiTWFyZ2luIjp7IiRpZCI6IjMwNTAiLCJUb3AiOjAuMCwiTGVmdCI6MC4wLCJSaWdodCI6MC4wLCJCb3R0b20iOjAuMH0sIlBhZGRpbmciOnsiJGlkIjoiMzA1MSIsIlRvcCI6MC4wLCJMZWZ0IjowLjAsIlJpZ2h0IjowLjAsIkJvdHRvbSI6MC4wfSwiQmFja2dyb3VuZCI6eyIkaWQiOiIzMDUyIiwiQ29sb3IiOnsiJGlkIjoiMzA1MyIsIkEiOjUxLCJSIjo4LCJHIjo0OSwiQiI6NDJ9fSwiSXNWaXNpYmxlIjp0cnVlLCJXaWR0aCI6MC4wLCJIZWlnaHQiOjAuMCwiQm9yZGVyU3R5bGUiOnsiJGlkIjoiMzA1NCIsIkxpbmVDb2xvciI6eyIkaWQiOiIzMDU1IiwiJHR5cGUiOiJOTFJFLkNvbW1vbi5Eb20uU29saWRDb2xvckJydXNoLCBOTFJFLkNvbW1vbiIsIkNvbG9yIjp7IiRpZCI6IjMwNTYiLCJBIjoyNTUsIlIiOjIzNCwiRyI6MjIsIkIiOjMwfX0sIkxpbmVXZWlnaHQiOjAuMCwiTGluZVR5cGUiOjAsIlBhcmVudFN0eWxlIjpudWxsfSwiUGFyZW50U3R5bGUiOm51bGx9LCJJc0Fib3ZlVGltZWJhbmQiOmZhbHNlLCJTcGFjaW5nIjoxMCwiRGVmYXVsdFN3aW1sYW5lVGFza1N0eWxlIjp7IiRpZCI6IjMwNTciLCIkdHlwZSI6Ik5MUkUuQ29tbW9uLkRvbS5TdHlsZXMuRXhwbGljaXRTZXRhYmxlVGFza1N0eWxlLCBOTFJFLkNvbW1vbiIsIlNoYXBlIjoxLCJTaGFwZVRoaWNrbmVzcyI6MCwiRHVyYXRpb25Gb3JtYXQiOjAsIkluY2x1ZGVOb25Xb3JraW5nRGF5c0luRHVyYXRpb24iOmZhbHNlLCJQZXJjZW50YWdlQ29tcGxldGVTdHlsZSI6eyIkaWQiOiIzMDU4IiwiRm9udFNldHRpbmdzIjp7IiRpZCI6IjMwNTkiLCJGb250U2l6ZSI6MTAsIkZvbnROYW1lIjoiQ2FsaWJyaSIsIklzQm9sZCI6ZmFsc2UsIklzSXRhbGljIjpmYWxzZSwiSXNVbmRlcmxpbmVkIjpmYWxzZSwiUGFyZW50U3R5bGUiOm51bGx9LCJBdXRvU2l6ZSI6MCwiRm9yZWdyb3VuZCI6eyIkcmVmIjoiNTgwIn0sIk1heFdpZHRoIjoyMDAuMCwiTWF4SGVpZ2h0IjoiSW5maW5pdHkiLCJTbWFydEZvcmVncm91bmRJc0FjdGl2ZSI6ZmFsc2UsIkhvcml6b250YWxBbGlnbm1lbnQiOjAsIlZlcnRpY2FsQWxpZ25tZW50IjowLCJTbWFydEZvcmVncm91bmQiOm51bGwsIkJhY2tncm91bmRGaWxsVHlwZSI6MCwiTWFyZ2luIjp7IiRyZWYiOiI1ODIifSwiUGFkZGluZyI6eyIkcmVmIjoiNTgzIn0sIkJhY2tncm91bmQiOnsiJHJlZiI6IjU4NCJ9LCJJc1Zpc2libGUiOnRydWUsIldpZHRoIjowLjAsIkhlaWdodCI6MC4wLCJCb3JkZXJTdHlsZSI6bnVsbCwiUGFyZW50U3R5bGUiOm51bGx9LCJEdXJhdGlvblN0eWxlIjp7IiRpZCI6IjMwNjAiLCJGb250U2V0dGluZ3MiOnsiJGlkIjoiMzA2MSIsIkZvbnRTaXplIjoxMCwiRm9udE5hbWUiOiJDYWxpYnJpIiwiSXNCb2xkIjpmYWxzZSwiSXNJdGFsaWMiOmZhbHNlLCJJc1VuZGVybGluZWQiOmZhbHNlLCJQYXJlbnRTdHlsZSI6bnVsbH0sIkF1dG9TaXplIjowLCJGb3JlZ3JvdW5kIjp7IiRyZWYiOiI1ODgifSwiTWF4V2lkdGgiOjIwMC4wLCJNYXhIZWlnaHQiOiJJbmZpbml0eSIsIlNtYXJ0Rm9yZWdyb3VuZElzQWN0aXZlIjpmYWxzZSwiSG9yaXpvbnRhbEFsaWdubWVudCI6MCwiVmVydGljYWxBbGlnbm1lbnQiOjAsIlNtYXJ0Rm9yZWdyb3VuZCI6bnVsbCwiQmFja2dyb3VuZEZpbGxUeXBlIjowLCJNYXJnaW4iOnsiJHJlZiI6IjU5MCJ9LCJQYWRkaW5nIjp7IiRyZWYiOiI1OTEifSwiQmFja2dyb3VuZCI6eyIkcmVmIjoiNTkyIn0sIklzVmlzaWJsZSI6dHJ1ZSwiV2lkdGgiOjAuMCwiSGVpZ2h0IjowLjAsIkJvcmRlclN0eWxlIjpudWxsLCJQYXJlbnRTdHlsZSI6bnVsbH0sIkhvcml6b250YWxDb25uZWN0b3JTdHlsZSI6eyIkaWQiOiIzMDYyIiwiTGluZUNvbG9yIjp7IiRyZWYiOiI1OTUifSwiTGluZVdlaWdodCI6MS4wLCJMaW5lVHlwZSI6MCwiUGFyZW50U3R5bGUiOm51bGx9LCJWZXJ0aWNhbENvbm5lY3RvclN0eWxlIjp7IiRpZCI6IjMwNjMiLCJMaW5lQ29sb3IiOnsiJHJlZiI6IjU5OCJ9LCJMaW5lV2VpZ2h0IjowLjAsIkxpbmVUeXBlIjowLCJQYXJlbnRTdHlsZSI6bnVsbH0sIk1hcmdpbiI6bnVsbCwiU3RhcnREYXRlUG9zaXRpb24iOjMsIkVuZERhdGVQb3NpdGlvbiI6MywiRGF0ZUlzVmlzaWJsZSI6dHJ1ZSwiVGl0bGVQb3NpdGlvbiI6MiwiRHVyYXRpb25Qb3NpdGlvbiI6NiwiUGVyY2VudGFnZUNvbXBsZXRlZFBvc2l0aW9uIjo2LCJTcGFjaW5nIjozLCJJc0JlbG93VGltZWJhbmQiOmZhbHNlLCJQZXJjZW50YWdlQ29tcGxldGVTaGFwZU9wYWNpdHkiOjM1LCJCYXNlbGluZVN0eWxlIjp7IiRpZCI6IjMwNjQiLCJTaGFwZVN0eWxlIjp7IiRpZCI6IjMwNjUiLCJNYXJnaW4iOnsiJGlkIjoiMzA2NiIsIlRvcCI6MC4wLCJMZWZ0IjowLjAsIlJpZ2h0IjowLjAsIkJvdHRvbSI6MC4wfSwiUGFkZGluZyI6eyIkaWQiOiIzMDY3IiwiVG9wIjowLjAsIkxlZnQiOjAuMCwiUmlnaHQiOjAuMCwiQm90dG9tIjowLjB9LCJCYWNrZ3JvdW5kIjp7IiRpZCI6IjMwNjgiLCJDb2xvciI6eyIkaWQiOiIzMDY5IiwiQSI6MTUzLCJSIjowLCJHIjowLCJCIjowfX0sIklzVmlzaWJsZSI6dHJ1ZSwiV2lkdGgiOjAuMCwiSGVpZ2h0IjowLjAsIkJvcmRlclN0eWxlIjp7IiRpZCI6IjMwNzAiLCJMaW5lQ29sb3IiOm51bGwsIkxpbmVXZWlnaHQiOjAuMCwiTGluZVR5cGUiOjAsIlBhcmVudFN0eWxlIjpudWxsfSwiUGFyZW50U3R5bGUiOm51bGx9LCJNYXJnaW4iOnsiJGlkIjoiMzA3MSIsIlRvcCI6MC4wLCJMZWZ0IjowLjAsIlJpZ2h0IjowLjAsIkJvdHRvbSI6MC4wfSwiUGFkZGluZyI6eyIkaWQiOiIzMDcyIiwiVG9wIjowLjAsIkxlZnQiOjAuMCwiUmlnaHQiOjAuMCwiQm90dG9tIjowLjB9LCJCYWNrZ3JvdW5kIjpudWxsLCJJc1Zpc2libGUiOnRydWUsIldpZHRoIjowLjAsIkhlaWdodCI6MC4wLCJCb3JkZXJTdHlsZSI6bnVsbCwiUGFyZW50U3R5bGUiOm51bGx9LCJTaGFwZVN0eWxlIjp7IiRpZCI6IjMwNzMiLCJNYXJnaW4iOnsiJHJlZiI6IjYxMCJ9LCJQYWRkaW5nIjp7IiRyZWYiOiI2MTEifSwiQmFja2dyb3VuZCI6eyIkcmVmIjoiNjEyIn0sIklzVmlzaWJsZSI6dHJ1ZSwiV2lkdGgiOjAuMCwiSGVpZ2h0IjoxMC4wLCJCb3JkZXJTdHlsZSI6eyIkaWQiOiIzMDc0IiwiTGluZUNvbG9yIjp7IiRyZWYiOiI2MTUifSwiTGluZVdlaWdodCI6MC4wLCJMaW5lVHlwZSI6MCwiUGFyZW50U3R5bGUiOm51bGx9LCJQYXJlbnRTdHlsZSI6bnVsbH0sIlRpdGxlU3R5bGUiOnsiJGlkIjoiMzA3NSIsIkZvbnRTZXR0aW5ncyI6eyIkaWQiOiIzMDc2IiwiRm9udFNpemUiOjExLCJGb250TmFtZSI6IkJvZWhyaW5nZXIgRm9yd2FyZCBUZXh0IiwiSXNCb2xkIjpmYWxzZSwiSXNJdGFsaWMiOmZhbHNlLCJJc1VuZGVybGluZWQiOmZhbHNlLCJQYXJlbnRTdHlsZSI6bnVsbH0sIkF1dG9TaXplIjowLCJGb3JlZ3JvdW5kIjp7IiRyZWYiOiI2MTkifSwiTWF4V2lkdGgiOjk2MC4wLCJNYXhIZWlnaHQiOiJJbmZpbml0eSIsIlNtYXJ0Rm9yZWdyb3VuZElzQWN0aXZlIjpmYWxzZSwiSG9yaXpvbnRhbEFsaWdubWVudCI6MSwiVmVydGljYWxBbGlnbm1lbnQiOjAsIlNtYXJ0Rm9yZWdyb3VuZCI6bnVsbCwiQmFja2dyb3VuZEZpbGxUeXBlIjowLCJNYXJnaW4iOnsiJHJlZiI6IjYyMSJ9LCJQYWRkaW5nIjp7IiRyZWYiOiI2MjIifSwiQmFja2dyb3VuZCI6eyIkcmVmIjoiNjIzIn0sIklzVmlzaWJsZSI6dHJ1ZSwiV2lkdGgiOjAuMCwiSGVpZ2h0IjowLjAsIkJvcmRlclN0eWxlIjpudWxsLCJQYXJlbnRTdHlsZSI6bnVsbH0sIkRhdGVTdHlsZSI6eyIkaWQiOiIzMDc3IiwiRm9udFNldHRpbmdzIjp7IiRpZCI6IjMwNzgiLCJGb250U2l6ZSI6MTAsIkZvbnROYW1lIjoiQ2FsaWJyaSIsIklzQm9sZCI6ZmFsc2UsIklzSXRhbGljIjpmYWxzZSwiSXNVbmRlcmxpbmVkIjpmYWxzZSwiUGFyZW50U3R5bGUiOm51bGx9LCJBdXRvU2l6ZSI6MCwiRm9yZWdyb3VuZCI6eyIkcmVmIjoiNjI3In0sIk1heFdpZHRoIjoyMDAuMCwiTWF4SGVpZ2h0IjoiSW5maW5pdHkiLCJTbWFydEZvcmVncm91bmRJc0FjdGl2ZSI6ZmFsc2UsIkhvcml6b250YWxBbGlnbm1lbnQiOjIsIlZlcnRpY2FsQWxpZ25tZW50IjowLCJTbWFydEZvcmVncm91bmQiOm51bGwsIkJhY2tncm91bmRGaWxsVHlwZSI6MCwiTWFyZ2luIjp7IiRyZWYiOiI2MjkifSwiUGFkZGluZyI6eyIkcmVmIjoiNjMwIn0sIkJhY2tncm91bmQiOnsiJHJlZiI6IjYzMSJ9LCJJc1Zpc2libGUiOnRydWUsIldpZHRoIjowLjAsIkhlaWdodCI6MC4wLCJCb3JkZXJTdHlsZSI6bnVsbCwiUGFyZW50U3R5bGUiOm51bGx9LCJEYXRlRm9ybWF0Ijp7IiRyZWYiOiI2MzMifSwiV2Vla051bWJlcmluZyI6eyIkaWQiOiIzMDc5IiwiRm9ybWF0IjowLCJJc1Zpc2libGUiOmZhbHNlLCJMYXN0S25vd25WaXNpYmlsaXR5U3RhdGUiOmZhbHNlfSwiSXNWaXNpYmxlIjp0cnVlLCJQYXJlbnRTdHlsZSI6bnVsbCwiX2V4cGxpY2l0bHlTZXQiOnsiJGlkIjoiMzA4MCIsIlNoYXBlU3R5bGUiOmZhbHNlLCJUaXRsZVN0eWxlIjpmYWxzZSwiRGF0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U3BhY2luZyI6ZmFsc2UsIklzQmVsb3dUaW1lYmFuZCI6ZmFsc2UsIkRhdGVGb3JtYXQiOmZhbHNlLCJXZWVrTnVtYmVyaW5nIjpmYWxzZSwiSXNWaXNpYmxlIjpmYWxzZX19LCJEZWZhdWx0U3dpbWxhbmVNb3RTdHlsZSI6eyIkaWQiOiIzMDgxIiwiU2hhcGUiOjIsIkNvbm5lY3Rvck1hcmdpbiI6eyIkcmVmIjoiNjM3In0sIkNvbm5lY3RvclN0eWxlIjp7IiRpZCI6IjMwODIiLCJMaW5lQ29sb3IiOnsiJHJlZiI6IjYzOSJ9LCJMaW5lV2VpZ2h0IjoxLjAsIkxpbmVUeXBlIjowLCJQYXJlbnRTdHlsZSI6bnVsbH0sIklzQmVsb3dUaW1lYmFuZCI6ZmFsc2UsIlBvc2l0aW9uT25UYXNrIjoxLCJIaWRlRGF0ZSI6ZmFsc2UsIlNoYXBlU2l6ZSI6MSwiU3BhY2luZyI6MC4wLCJQYWRkaW5nIjp7IiRyZWYiOiI2NDEifSwiU2hhcGVTdHlsZSI6eyIkaWQiOiIzMDgzIiwiTWFyZ2luIjp7IiRyZWYiOiI2NDMifSwiUGFkZGluZyI6eyIkcmVmIjoiNjQ0In0sIkJhY2tncm91bmQiOnsiJHJlZiI6IjY0NSJ9LCJJc1Zpc2libGUiOnRydWUsIldpZHRoIjoxMy4wLCJIZWlnaHQiOjEzLjAsIkJvcmRlclN0eWxlIjp7IiRpZCI6IjMwODQiLCJMaW5lQ29sb3IiOnsiJHJlZiI6IjY0OCJ9LCJMaW5lV2VpZ2h0IjowLjAsIkxpbmVUeXBlIjowLCJQYXJlbnRTdHlsZSI6bnVsbH0sIlBhcmVudFN0eWxlIjpudWxsfSwiVGl0bGVTdHlsZSI6eyIkaWQiOiIzMDg1IiwiRm9udFNldHRpbmdzIjp7IiRpZCI6IjMwODYiLCJGb250U2l6ZSI6MTEsIkZvbnROYW1lIjoiQm9laHJpbmdlciBGb3J3YXJkIFRleHQiLCJJc0JvbGQiOnRydWUsIklzSXRhbGljIjpmYWxzZSwiSXNVbmRlcmxpbmVkIjpmYWxzZSwiUGFyZW50U3R5bGUiOm51bGx9LCJBdXRvU2l6ZSI6MCwiRm9yZWdyb3VuZCI6eyIkcmVmIjoiNjUyIn0sIk1heFdpZHRoIjoyMDAuMCwiTWF4SGVpZ2h0IjoiSW5maW5pdHkiLCJTbWFydEZvcmVncm91bmRJc0FjdGl2ZSI6ZmFsc2UsIkhvcml6b250YWxBbGlnbm1lbnQiOjAsIlZlcnRpY2FsQWxpZ25tZW50IjowLCJTbWFydEZvcmVncm91bmQiOm51bGwsIkJhY2tncm91bmRGaWxsVHlwZSI6MCwiTWFyZ2luIjp7IiRyZWYiOiI2NTQifSwiUGFkZGluZyI6eyIkcmVmIjoiNjU1In0sIkJhY2tncm91bmQiOnsiJHJlZiI6IjY1NiJ9LCJJc1Zpc2libGUiOnRydWUsIldpZHRoIjowLjAsIkhlaWdodCI6MC4wLCJCb3JkZXJTdHlsZSI6bnVsbCwiUGFyZW50U3R5bGUiOm51bGx9LCJEYXRlU3R5bGUiOnsiJGlkIjoiMzA4NyIsIkZvbnRTZXR0aW5ncyI6eyIkaWQiOiIzMDg4IiwiRm9udFNpemUiOjEwLCJGb250TmFtZSI6IkJvZWhyaW5nZXIgRm9yd2FyZCBUZXh0IiwiSXNCb2xkIjpmYWxzZSwiSXNJdGFsaWMiOmZhbHNlLCJJc1VuZGVybGluZWQiOmZhbHNlLCJQYXJlbnRTdHlsZSI6bnVsbH0sIkF1dG9TaXplIjowLCJGb3JlZ3JvdW5kIjp7IiRyZWYiOiI2NjAifSwiTWF4V2lkdGgiOjIwMC4wLCJNYXhIZWlnaHQiOiJJbmZpbml0eSIsIlNtYXJ0Rm9yZWdyb3VuZElzQWN0aXZlIjpmYWxzZSwiSG9yaXpvbnRhbEFsaWdubWVudCI6MCwiVmVydGljYWxBbGlnbm1lbnQiOjAsIlNtYXJ0Rm9yZWdyb3VuZCI6bnVsbCwiQmFja2dyb3VuZEZpbGxUeXBlIjowLCJNYXJnaW4iOnsiJHJlZiI6IjY2MiJ9LCJQYWRkaW5nIjp7IiRyZWYiOiI2NjMifSwiQmFja2dyb3VuZCI6eyIkcmVmIjoiNjY0In0sIklzVmlzaWJsZSI6ZmFsc2UsIldpZHRoIjowLjAsIkhlaWdodCI6MC4wLCJCb3JkZXJTdHlsZSI6bnVsbCwiUGFyZW50U3R5bGUiOm51bGx9LCJEYXRlRm9ybWF0Ijp7IiRyZWYiOiI2NjYifSwiV2Vla051bWJlcmluZyI6eyIkaWQiOiIzMDg5IiwiRm9ybWF0IjowLCJJc1Zpc2libGUiOmZhbHNlLCJMYXN0S25vd25WaXNpYmlsaXR5U3RhdGUiOmZhbHNlfSwiSXNWaXNpYmxlIjp0cnVlLCJQYXJlbnRTdHlsZSI6bnVsbH0sIkRlZmF1bHRTd2ltbGFuZU1pbGVzdG9uZVN0eWxlIjp7IiRpZCI6IjMwOTAiLCJUaXRsZVBvc2l0aW9uIjoiTGVmdCIsIkRhdGVQb3NpdGlvbiI6IkxlZnQiLCJTaGFwZVR5cGUiOjIsIlNoYXBlU2l6ZSI6MSwiU3BhY2luZyI6NSwiU2hhcGVTdHlsZSI6eyIkaWQiOiIzMDkxIiwiTWFyZ2luIjp7IiRyZWYiOiI2NzAifSwiUGFkZGluZyI6eyIkcmVmIjoiNjcxIn0sIkJhY2tncm91bmQiOnsiJHJlZiI6IjY3MiJ9LCJJc1Zpc2libGUiOnRydWUsIldpZHRoIjoxMy4wLCJIZWlnaHQiOjEzLjAsIkJvcmRlclN0eWxlIjp7IiRpZCI6IjMwOTIiLCJMaW5lQ29sb3IiOnsiJHJlZiI6IjY3NSJ9LCJMaW5lV2VpZ2h0IjowLjAsIkxpbmVUeXBlIjowLCJQYXJlbnRTdHlsZSI6bnVsbH0sIlBhcmVudFN0eWxlIjpudWxsfSwiVGl0bGVTdHlsZSI6eyIkaWQiOiIzMDkzIiwiRm9udFNldHRpbmdzIjp7IiRpZCI6IjMwOTQiLCJGb250U2l6ZSI6MTEsIkZvbnROYW1lIjoiQm9laHJpbmdlciBGb3J3YXJkIFRleHQiLCJJc0JvbGQiOnRydWUsIklzSXRhbGljIjpmYWxzZSwiSXNVbmRlcmxpbmVkIjpmYWxzZSwiUGFyZW50U3R5bGUiOm51bGx9LCJBdXRvU2l6ZSI6MCwiRm9yZWdyb3VuZCI6eyIkcmVmIjoiNjc5In0sIk1heFdpZHRoIjoyMDAuMCwiTWF4SGVpZ2h0IjoiSW5maW5pdHkiLCJTbWFydEZvcmVncm91bmRJc0FjdGl2ZSI6ZmFsc2UsIkhvcml6b250YWxBbGlnbm1lbnQiOjAsIlZlcnRpY2FsQWxpZ25tZW50IjowLCJTbWFydEZvcmVncm91bmQiOm51bGwsIkJhY2tncm91bmRGaWxsVHlwZSI6MCwiTWFyZ2luIjp7IiRyZWYiOiI2ODEifSwiUGFkZGluZyI6eyIkcmVmIjoiNjgyIn0sIkJhY2tncm91bmQiOnsiJHJlZiI6IjY4MyJ9LCJJc1Zpc2libGUiOnRydWUsIldpZHRoIjowLjAsIkhlaWdodCI6MC4wLCJCb3JkZXJTdHlsZSI6bnVsbCwiUGFyZW50U3R5bGUiOm51bGx9LCJEYXRlU3R5bGUiOnsiJGlkIjoiMzA5NSIsIkZvbnRTZXR0aW5ncyI6eyIkaWQiOiIzMDk2IiwiRm9udFNpemUiOjEwLCJGb250TmFtZSI6IkJvZWhyaW5nZXIgRm9yd2FyZCBUZXh0IiwiSXNCb2xkIjpmYWxzZSwiSXNJdGFsaWMiOmZhbHNlLCJJc1VuZGVybGluZWQiOmZhbHNlLCJQYXJlbnRTdHlsZSI6bnVsbH0sIkF1dG9TaXplIjowLCJGb3JlZ3JvdW5kIjp7IiRyZWYiOiI2ODcifSwiTWF4V2lkdGgiOjIwMC4wLCJNYXhIZWlnaHQiOiJJbmZpbml0eSIsIlNtYXJ0Rm9yZWdyb3VuZElzQWN0aXZlIjpmYWxzZSwiSG9yaXpvbnRhbEFsaWdubWVudCI6MCwiVmVydGljYWxBbGlnbm1lbnQiOjAsIlNtYXJ0Rm9yZWdyb3VuZCI6bnVsbCwiQmFja2dyb3VuZEZpbGxUeXBlIjowLCJNYXJnaW4iOnsiJHJlZiI6IjY4OSJ9LCJQYWRkaW5nIjp7IiRyZWYiOiI2OTAifSwiQmFja2dyb3VuZCI6eyIkcmVmIjoiNjkxIn0sIklzVmlzaWJsZSI6ZmFsc2UsIldpZHRoIjowLjAsIkhlaWdodCI6MC4wLCJCb3JkZXJTdHlsZSI6bnVsbCwiUGFyZW50U3R5bGUiOm51bGx9LCJEYXRlRm9ybWF0Ijp7IiRyZWYiOiI2OTMifSwiV2Vla051bWJlcmluZyI6eyIkaWQiOiIzMDk3IiwiRm9ybWF0IjowLCJJc1Zpc2libGUiOmZhbHNlLCJMYXN0S25vd25WaXNpYmlsaXR5U3RhdGUiOmZhbHNlfSwiSXNWaXNpYmxlIjp0cnVlLCJQYXJlbnRTdHlsZSI6bnVsbH0sIkRlZmF1bHRTd2ltbGFuZUFjdGl2aXR5U3R5bGUiOnsiJGlkIjoiMzA5OCIsIkhlYWRlclN0eWxlIjp7IiRpZCI6IjMwOTkiLCJUZXh0U3R5bGUiOnsiJGlkIjoiMzEwMCIsIkZvbnRTZXR0aW5ncyI6eyIkaWQiOiIzMTAxIiwiRm9udFNpemUiOjExLCJGb250TmFtZSI6IkNhbGlicmkiLCJJc0JvbGQiOmZhbHNlLCJJc0l0YWxpYyI6ZmFsc2UsIklzVW5kZXJsaW5lZCI6ZmFsc2UsIlBhcmVudFN0eWxlIjpudWxsfSwiQXV0b1NpemUiOjIsIkZvcmVncm91bmQiOnsiJHJlZiI6IjY5OSJ9LCJNYXhXaWR0aCI6MC4wLCJNYXhIZWlnaHQiOjAuMCwiU21hcnRGb3JlZ3JvdW5kSXNBY3RpdmUiOmZhbHNlLCJIb3Jpem9udGFsQWxpZ25tZW50IjowLCJWZXJ0aWNhbEFsaWdubWVudCI6MCwiU21hcnRGb3JlZ3JvdW5kIjpudWxsLCJCYWNrZ3JvdW5kRmlsbFR5cGUiOjAsIk1hcmdpbiI6eyIkcmVmIjoiNzAxIn0sIlBhZGRpbmciOnsiJHJlZiI6IjcwMiJ9LCJCYWNrZ3JvdW5kIjpudWxsLCJJc1Zpc2libGUiOnRydWUsIldpZHRoIjowLjAsIkhlaWdodCI6MC4wLCJCb3JkZXJTdHlsZSI6bnVsbCwiUGFyZW50U3R5bGUiOm51bGx9LCJSZWN0YW5nbGVTdHlsZSI6eyIkaWQiOiIzMTAyIiwiTWFyZ2luIjp7IiRyZWYiOiI3MDQifSwiUGFkZGluZyI6eyIkcmVmIjoiNzA1In0sIkJhY2tncm91bmQiOnsiJHJlZiI6IjcwNiJ9LCJJc1Zpc2libGUiOnRydWUsIldpZHRoIjowLjAsIkhlaWdodCI6MC4wLCJCb3JkZXJTdHlsZSI6eyIkaWQiOiIzMTAzIiwiTGluZUNvbG9yIjp7IiRyZWYiOiI3MDkifSwiTGluZVdlaWdodCI6MC4wLCJMaW5lVHlwZSI6MCwiUGFyZW50U3R5bGUiOm51bGx9LCJQYXJlbnRTdHlsZSI6bnVsbH0sIk1hcmdpbiI6eyIkcmVmIjoiNzExIn0sIlBhZGRpbmciOnsiJHJlZiI6IjcxMiJ9LCJCYWNrZ3JvdW5kIjpudWxsLCJJc1Zpc2libGUiOnRydWUsIldpZHRoIjowLjAsIkhlaWdodCI6MC4wLCJCb3JkZXJTdHlsZSI6bnVsbCwiUGFyZW50U3R5bGUiOm51bGx9LCJCYWNrZ3JvdW5kU3R5bGUiOnsiJGlkIjoiMzEwNCIsIk1hcmdpbiI6eyIkcmVmIjoiNzE0In0sIlBhZGRpbmciOnsiJHJlZiI6IjcxNSJ9LCJCYWNrZ3JvdW5kIjp7IiRyZWYiOiI1NzIifSwiSXNWaXNpYmxlIjp0cnVlLCJXaWR0aCI6MC4wLCJIZWlnaHQiOjAuMCwiQm9yZGVyU3R5bGUiOnsiJGlkIjoiMzEwNSIsIkxpbmVDb2xvciI6eyIkcmVmIjoiNzE3In0sIkxpbmVXZWlnaHQiOjAuMCwiTGluZVR5cGUiOjAsIlBhcmVudFN0eWxlIjpudWxsfSwiUGFyZW50U3R5bGUiOm51bGx9LCJNYXJnaW4iOnsiJHJlZiI6IjcxOSJ9LCJQYWRkaW5nIjp7IiRyZWYiOiI3MjAifSwiSXNWaXNpYmxlIjp0cnVlLCJXaWR0aCI6MC4wLCJIZWlnaHQiOjAuMCwiQm9yZGVyU3R5bGUiOm51bGwsIlBhcmVudFN0eWxlIjpudWxsfSwiTWFyZ2luIjp7IiRpZCI6IjMxMDYiLCJUb3AiOjAuMCwiTGVmdCI6MC4wLCJSaWdodCI6MC4wLCJCb3R0b20iOjAuMH0sIlBhZGRpbmciOnsiJGlkIjoiMzEwNyIsIlRvcCI6MC4wLCJMZWZ0IjowLjAsIlJpZ2h0IjowLjAsIkJvdHRvbSI6MC4wfSwiSXNWaXNpYmxlIjpmYWxzZSwiV2lkdGgiOjAuMCwiSGVpZ2h0IjowLjAsIkJvcmRlclN0eWxlIjp7IiRpZCI6IjMxMDgiLCJMaW5lQ29sb3IiOm51bGwsIkxpbmVXZWlnaHQiOjAuMCwiTGluZVR5cGUiOjAsIlBhcmVudFN0eWxlIjpudWxsfSwiUGFyZW50U3R5bGUiOm51bGx9LHsiJGlkIjoiMzEwOSIsIlN0eWxlSWQiOiIwMDAwMDAwMC0wMDAwLTAwMDAtMDAwMC0wMDAwMDAwMDAwMDAiLCJIZWFkZXJTdHlsZSI6eyIkaWQiOiIzMTEwIiwiVGV4dElzVmVydGljYWwiOmZhbHNlLCJUZXh0U3R5bGUiOnsiJGlkIjoiMzExMSIsIkZvbnRTZXR0aW5ncyI6eyIkaWQiOiIzMTEyIiwiRm9udFNpemUiOjEyLCJGb250TmFtZSI6IkJvZWhyaW5nZXIgRm9yd2FyZCBUZXh0IiwiSXNCb2xkIjpmYWxzZSwiSXNJdGFsaWMiOmZhbHNlLCJJc1VuZGVybGluZWQiOmZhbHNlLCJQYXJlbnRTdHlsZSI6bnVsbH0sIkF1dG9TaXplIjoyLCJGb3JlZ3JvdW5kIjp7IiRpZCI6IjMxMTMiLCJDb2xvciI6eyIkaWQiOiIzMTE0IiwiQSI6MjU1LCJSIjo4LCJHIjo0OSwiQiI6NDJ9fSwiTWF4V2lkdGgiOjcxLjAsIk1heEhlaWdodCI6IkluZmluaXR5IiwiU21hcnRGb3JlZ3JvdW5kSXNBY3RpdmUiOmZhbHNlLCJIb3Jpem9udGFsQWxpZ25tZW50IjowLCJWZXJ0aWNhbEFsaWdubWVudCI6MCwiU21hcnRGb3JlZ3JvdW5kIjpudWxsLCJCYWNrZ3JvdW5kRmlsbFR5cGUiOjAsIk1hcmdpbiI6eyIkaWQiOiIzMTE1IiwiVG9wIjowLjAsIkxlZnQiOjAuMCwiUmlnaHQiOjAuMCwiQm90dG9tIjowLjB9LCJQYWRkaW5nIjp7IiRpZCI6IjMxMTYiLCJUb3AiOjAuMCwiTGVmdCI6MC4wLCJSaWdodCI6MC4wLCJCb3R0b20iOjAuMH0sIkJhY2tncm91bmQiOm51bGwsIklzVmlzaWJsZSI6dHJ1ZSwiV2lkdGgiOjAuMCwiSGVpZ2h0IjowLjAsIkJvcmRlclN0eWxlIjpudWxsLCJQYXJlbnRTdHlsZSI6bnVsbH0sIlJlY3RhbmdsZVN0eWxlIjp7IiRpZCI6IjMxMTciLCJNYXJnaW4iOnsiJGlkIjoiMzExOCIsIlRvcCI6MC4wLCJMZWZ0IjowLjAsIlJpZ2h0IjowLjAsIkJvdHRvbSI6MC4wfSwiUGFkZGluZyI6eyIkaWQiOiIzMTE5IiwiVG9wIjowLjAsIkxlZnQiOjAuMCwiUmlnaHQiOjAuMCwiQm90dG9tIjowLjB9LCJCYWNrZ3JvdW5kIjp7IiRpZCI6IjMxMjAiLCJDb2xvciI6eyIkaWQiOiIzMTIxIiwiQSI6MjU1LCJSIjoyNTUsIkciOjIzMCwiQiI6MTAzfX0sIklzVmlzaWJsZSI6dHJ1ZSwiV2lkdGgiOjAuMCwiSGVpZ2h0IjowLjAsIkJvcmRlclN0eWxlIjp7IiRpZCI6IjMxMjIiLCJMaW5lQ29sb3IiOnsiJGlkIjoiMzEyMyIsIiR0eXBlIjoiTkxSRS5Db21tb24uRG9tLlNvbGlkQ29sb3JCcnVzaCwgTkxSRS5Db21tb24iLCJDb2xvciI6eyIkaWQiOiIzMTI0IiwiQSI6MjU1LCJSIjoyNTUsIkciOjAsIkIiOjB9fSwiTGluZVdlaWdodCI6MC4wLCJMaW5lVHlwZSI6MCwiUGFyZW50U3R5bGUiOm51bGx9LCJQYXJlbnRTdHlsZSI6bnVsbH0sIk1hcmdpbiI6eyIkaWQiOiIzMTI1IiwiVG9wIjowLjAsIkxlZnQiOjAuMCwiUmlnaHQiOjAuMCwiQm90dG9tIjowLjB9LCJQYWRkaW5nIjp7IiRpZCI6IjMxMjYiLCJUb3AiOjAuMCwiTGVmdCI6MC4wLCJSaWdodCI6MC4wLCJCb3R0b20iOjAuMH0sIkJhY2tncm91bmQiOm51bGwsIklzVmlzaWJsZSI6dHJ1ZSwiV2lkdGgiOjAuMCwiSGVpZ2h0IjowLjAsIkJvcmRlclN0eWxlIjpudWxsLCJQYXJlbnRTdHlsZSI6bnVsbH0sIkJhY2tncm91bmRTdHlsZSI6eyIkaWQiOiIzMTI3IiwiTWFyZ2luIjp7IiRpZCI6IjMxMjgiLCJUb3AiOjAuMCwiTGVmdCI6MC4wLCJSaWdodCI6MC4wLCJCb3R0b20iOjAuMH0sIlBhZGRpbmciOnsiJGlkIjoiMzEyOSIsIlRvcCI6MC4wLCJMZWZ0IjowLjAsIlJpZ2h0IjowLjAsIkJvdHRvbSI6MC4wfSwiQmFja2dyb3VuZCI6eyIkaWQiOiIzMTMwIiwiQ29sb3IiOnsiJGlkIjoiMzEzMSIsIkEiOjUxLCJSIjoyNTUsIkciOjIzMCwiQiI6MTAzfX0sIklzVmlzaWJsZSI6dHJ1ZSwiV2lkdGgiOjAuMCwiSGVpZ2h0IjowLjAsIkJvcmRlclN0eWxlIjp7IiRpZCI6IjMxMzIiLCJMaW5lQ29sb3IiOnsiJGlkIjoiMzEzMyIsIiR0eXBlIjoiTkxSRS5Db21tb24uRG9tLlNvbGlkQ29sb3JCcnVzaCwgTkxSRS5Db21tb24iLCJDb2xvciI6eyIkaWQiOiIzMTM0IiwiQSI6MjU1LCJSIjoyMzQsIkciOjIyLCJCIjozMH19LCJMaW5lV2VpZ2h0IjowLjAsIkxpbmVUeXBlIjowLCJQYXJlbnRTdHlsZSI6bnVsbH0sIlBhcmVudFN0eWxlIjpudWxsfSwiSXNBYm92ZVRpbWViYW5kIjpmYWxzZSwiU3BhY2luZyI6MTAsIkRlZmF1bHRTd2ltbGFuZVRhc2tTdHlsZSI6eyIkaWQiOiIzMTM1IiwiJHR5cGUiOiJOTFJFLkNvbW1vbi5Eb20uU3R5bGVzLkV4cGxpY2l0U2V0YWJsZVRhc2tTdHlsZSwgTkxSRS5Db21tb24iLCJTaGFwZSI6MywiU2hhcGVUaGlja25lc3MiOjAsIkR1cmF0aW9uRm9ybWF0IjowLCJJbmNsdWRlTm9uV29ya2luZ0RheXNJbkR1cmF0aW9uIjpmYWxzZSwiUGVyY2VudGFnZUNvbXBsZXRlU3R5bGUiOnsiJGlkIjoiMzEzNiIsIkZvbnRTZXR0aW5ncyI6eyIkaWQiOiIzMTM3IiwiRm9udFNpemUiOjEwLCJGb250TmFtZSI6IkNhbGlicmkiLCJJc0JvbGQiOmZhbHNlLCJJc0l0YWxpYyI6ZmFsc2UsIklzVW5kZXJsaW5lZCI6ZmFsc2UsIlBhcmVudFN0eWxlIjpudWxsfSwiQXV0b1NpemUiOjAsIkZvcmVncm91bmQiOnsiJHJlZiI6IjEyNDgifSwiTWF4V2lkdGgiOjIwMC4wLCJNYXhIZWlnaHQiOiJJbmZpbml0eSIsIlNtYXJ0Rm9yZWdyb3VuZElzQWN0aXZlIjpmYWxzZSwiSG9yaXpvbnRhbEFsaWdubWVudCI6MCwiVmVydGljYWxBbGlnbm1lbnQiOjAsIlNtYXJ0Rm9yZWdyb3VuZCI6bnVsbCwiQmFja2dyb3VuZEZpbGxUeXBlIjowLCJNYXJnaW4iOnsiJHJlZiI6IjEyNTAifSwiUGFkZGluZyI6eyIkcmVmIjoiMTI1MSJ9LCJCYWNrZ3JvdW5kIjp7IiRyZWYiOiIxMjUyIn0sIklzVmlzaWJsZSI6dHJ1ZSwiV2lkdGgiOjAuMCwiSGVpZ2h0IjowLjAsIkJvcmRlclN0eWxlIjpudWxsLCJQYXJlbnRTdHlsZSI6bnVsbH0sIkR1cmF0aW9uU3R5bGUiOnsiJGlkIjoiMzEzOCIsIkZvbnRTZXR0aW5ncyI6eyIkaWQiOiIzMTM5IiwiRm9udFNpemUiOjEwLCJGb250TmFtZSI6IkNhbGlicmkiLCJJc0JvbGQiOmZhbHNlLCJJc0l0YWxpYyI6ZmFsc2UsIklzVW5kZXJsaW5lZCI6ZmFsc2UsIlBhcmVudFN0eWxlIjpudWxsfSwiQXV0b1NpemUiOjAsIkZvcmVncm91bmQiOnsiJHJlZiI6IjEyNTYifSwiTWF4V2lkdGgiOjIwMC4wLCJNYXhIZWlnaHQiOiJJbmZpbml0eSIsIlNtYXJ0Rm9yZWdyb3VuZElzQWN0aXZlIjpmYWxzZSwiSG9yaXpvbnRhbEFsaWdubWVudCI6MCwiVmVydGljYWxBbGlnbm1lbnQiOjAsIlNtYXJ0Rm9yZWdyb3VuZCI6bnVsbCwiQmFja2dyb3VuZEZpbGxUeXBlIjowLCJNYXJnaW4iOnsiJHJlZiI6IjEyNTgifSwiUGFkZGluZyI6eyIkcmVmIjoiMTI1OSJ9LCJCYWNrZ3JvdW5kIjp7IiRyZWYiOiIxMjYwIn0sIklzVmlzaWJsZSI6dHJ1ZSwiV2lkdGgiOjAuMCwiSGVpZ2h0IjowLjAsIkJvcmRlclN0eWxlIjpudWxsLCJQYXJlbnRTdHlsZSI6bnVsbH0sIkhvcml6b250YWxDb25uZWN0b3JTdHlsZSI6eyIkaWQiOiIzMTQwIiwiTGluZUNvbG9yIjp7IiRyZWYiOiIxMjYzIn0sIkxpbmVXZWlnaHQiOjEuMCwiTGluZVR5cGUiOjAsIlBhcmVudFN0eWxlIjpudWxsfSwiVmVydGljYWxDb25uZWN0b3JTdHlsZSI6eyIkaWQiOiIzMTQxIiwiTGluZUNvbG9yIjp7IiRyZWYiOiIxMjY2In0sIkxpbmVXZWlnaHQiOjAuMCwiTGluZVR5cGUiOjAsIlBhcmVudFN0eWxlIjpudWxsfSwiTWFyZ2luIjpudWxsLCJTdGFydERhdGVQb3NpdGlvbiI6NiwiRW5kRGF0ZVBvc2l0aW9uIjo2LCJEYXRlSXNWaXNpYmxlIjpmYWxzZSwiVGl0bGVQb3NpdGlvbiI6MiwiRHVyYXRpb25Qb3NpdGlvbiI6NiwiUGVyY2VudGFnZUNvbXBsZXRlZFBvc2l0aW9uIjo2LCJTcGFjaW5nIjozLCJJc0JlbG93VGltZWJhbmQiOnRydWUsIlBlcmNlbnRhZ2VDb21wbGV0ZVNoYXBlT3BhY2l0eSI6MzUsIkJhc2VsaW5lU3R5bGUiOnsiJGlkIjoiMzE0MiIsIlNoYXBlU3R5bGUiOnsiJGlkIjoiMzE0MyIsIk1hcmdpbiI6eyIkaWQiOiIzMTQ0IiwiVG9wIjowLjAsIkxlZnQiOjAuMCwiUmlnaHQiOjAuMCwiQm90dG9tIjowLjB9LCJQYWRkaW5nIjp7IiRpZCI6IjMxNDUiLCJUb3AiOjAuMCwiTGVmdCI6MC4wLCJSaWdodCI6MC4wLCJCb3R0b20iOjAuMH0sIkJhY2tncm91bmQiOnsiJGlkIjoiMzE0NiIsIkNvbG9yIjp7IiRpZCI6IjMxNDciLCJBIjoxNTMsIlIiOjAsIkciOjAsIkIiOjB9fSwiSXNWaXNpYmxlIjp0cnVlLCJXaWR0aCI6MC4wLCJIZWlnaHQiOjAuMCwiQm9yZGVyU3R5bGUiOnsiJGlkIjoiMzE0OCIsIkxpbmVDb2xvciI6bnVsbCwiTGluZVdlaWdodCI6MC4wLCJMaW5lVHlwZSI6MCwiUGFyZW50U3R5bGUiOm51bGx9LCJQYXJlbnRTdHlsZSI6bnVsbH0sIk1hcmdpbiI6eyIkaWQiOiIzMTQ5IiwiVG9wIjowLjAsIkxlZnQiOjAuMCwiUmlnaHQiOjAuMCwiQm90dG9tIjowLjB9LCJQYWRkaW5nIjp7IiRpZCI6IjMxNTAiLCJUb3AiOjAuMCwiTGVmdCI6MC4wLCJSaWdodCI6MC4wLCJCb3R0b20iOjAuMH0sIkJhY2tncm91bmQiOm51bGwsIklzVmlzaWJsZSI6dHJ1ZSwiV2lkdGgiOjAuMCwiSGVpZ2h0IjowLjAsIkJvcmRlclN0eWxlIjpudWxsLCJQYXJlbnRTdHlsZSI6bnVsbH0sIlNoYXBlU3R5bGUiOnsiJGlkIjoiMzE1MSIsIk1hcmdpbiI6eyIkcmVmIjoiMTI3OCJ9LCJQYWRkaW5nIjp7IiRyZWYiOiIxMjc5In0sIkJhY2tncm91bmQiOnsiJHJlZiI6IjEyODAifSwiSXNWaXNpYmxlIjp0cnVlLCJXaWR0aCI6MC4wLCJIZWlnaHQiOjEwLjAsIkJvcmRlclN0eWxlIjp7IiRpZCI6IjMxNTIiLCJMaW5lQ29sb3IiOnsiJHJlZiI6IjEyODMifSwiTGluZVdlaWdodCI6MC4wLCJMaW5lVHlwZSI6MCwiUGFyZW50U3R5bGUiOm51bGx9LCJQYXJlbnRTdHlsZSI6bnVsbH0sIlRpdGxlU3R5bGUiOnsiJGlkIjoiMzE1MyIsIkZvbnRTZXR0aW5ncyI6eyIkaWQiOiIzMTU0IiwiRm9udFNpemUiOjExLCJGb250TmFtZSI6IkJvZWhyaW5nZXIgRm9yd2FyZCBUZXh0IiwiSXNCb2xkIjpmYWxzZSwiSXNJdGFsaWMiOmZhbHNlLCJJc1VuZGVybGluZWQiOmZhbHNlLCJQYXJlbnRTdHlsZSI6bnVsbH0sIkF1dG9TaXplIjowLCJGb3JlZ3JvdW5kIjp7IiRyZWYiOiIxMjg3In0sIk1heFdpZHRoIjoyMDAuMCwiTWF4SGVpZ2h0IjoiSW5maW5pdHkiLCJTbWFydEZvcmVncm91bmRJc0FjdGl2ZSI6ZmFsc2UsIkhvcml6b250YWxBbGlnbm1lbnQiOjEsIlZlcnRpY2FsQWxpZ25tZW50IjowLCJTbWFydEZvcmVncm91bmQiOm51bGwsIkJhY2tncm91bmRGaWxsVHlwZSI6MCwiTWFyZ2luIjp7IiRyZWYiOiIxMjg5In0sIlBhZGRpbmciOnsiJHJlZiI6IjEyOTAifSwiQmFja2dyb3VuZCI6eyIkcmVmIjoiMTI5MSJ9LCJJc1Zpc2libGUiOnRydWUsIldpZHRoIjowLjAsIkhlaWdodCI6MC4wLCJCb3JkZXJTdHlsZSI6bnVsbCwiUGFyZW50U3R5bGUiOm51bGx9LCJEYXRlU3R5bGUiOnsiJGlkIjoiMzE1NSIsIkZvbnRTZXR0aW5ncyI6eyIkaWQiOiIzMTU2IiwiRm9udFNpemUiOjEwLCJGb250TmFtZSI6IkNhbGlicmkiLCJJc0JvbGQiOmZhbHNlLCJJc0l0YWxpYyI6ZmFsc2UsIklzVW5kZXJsaW5lZCI6ZmFsc2UsIlBhcmVudFN0eWxlIjpudWxsfSwiQXV0b1NpemUiOjAsIkZvcmVncm91bmQiOnsiJHJlZiI6IjEyOTUifSwiTWF4V2lkdGgiOjIwMC4wLCJNYXhIZWlnaHQiOiJJbmZpbml0eSIsIlNtYXJ0Rm9yZWdyb3VuZElzQWN0aXZlIjpmYWxzZSwiSG9yaXpvbnRhbEFsaWdubWVudCI6MCwiVmVydGljYWxBbGlnbm1lbnQiOjAsIlNtYXJ0Rm9yZWdyb3VuZCI6bnVsbCwiQmFja2dyb3VuZEZpbGxUeXBlIjowLCJNYXJnaW4iOnsiJHJlZiI6IjEyOTcifSwiUGFkZGluZyI6eyIkcmVmIjoiMTI5OCJ9LCJCYWNrZ3JvdW5kIjp7IiRyZWYiOiIxMjk5In0sIklzVmlzaWJsZSI6dHJ1ZSwiV2lkdGgiOjAuMCwiSGVpZ2h0IjowLjAsIkJvcmRlclN0eWxlIjpudWxsLCJQYXJlbnRTdHlsZSI6bnVsbH0sIkRhdGVGb3JtYXQiOnsiJHJlZiI6IjEzMDEifSwiV2Vla051bWJlcmluZyI6eyIkaWQiOiIzMTU3IiwiRm9ybWF0IjowLCJJc1Zpc2libGUiOmZhbHNlLCJMYXN0S25vd25WaXNpYmlsaXR5U3RhdGUiOmZhbHNlfSwiSXNWaXNpYmxlIjp0cnVlLCJQYXJlbnRTdHlsZSI6bnVsbCwiX2V4cGxpY2l0bHlTZXQiOnsiJGlkIjoiMzE1OCIsIlNoYXBlU3R5bGUiOmZhbHNlLCJUaXRsZVN0eWxlIjpmYWxzZSwiRGF0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U3BhY2luZyI6ZmFsc2UsIklzQmVsb3dUaW1lYmFuZCI6ZmFsc2UsIkRhdGVGb3JtYXQiOmZhbHNlLCJXZWVrTnVtYmVyaW5nIjpmYWxzZSwiSXNWaXNpYmxlIjpmYWxzZX19LCJEZWZhdWx0U3dpbWxhbmVNb3RTdHlsZSI6eyIkaWQiOiIzMTU5IiwiU2hhcGUiOjE0LCJDb25uZWN0b3JNYXJnaW4iOnsiJHJlZiI6IjEzMDUifSwiQ29ubmVjdG9yU3R5bGUiOnsiJGlkIjoiMzE2MCIsIkxpbmVDb2xvciI6eyIkcmVmIjoiMTMwNyJ9LCJMaW5lV2VpZ2h0IjoxLjAsIkxpbmVUeXBlIjowLCJQYXJlbnRTdHlsZSI6bnVsbH0sIklzQmVsb3dUaW1lYmFuZCI6dHJ1ZSwiUG9zaXRpb25PblRhc2siOjIsIkhpZGVEYXRlIjpmYWxzZSwiU2hhcGVTaXplIjowLCJTcGFjaW5nIjowLjAsIlBhZGRpbmciOnsiJHJlZiI6IjEzMDkifSwiU2hhcGVTdHlsZSI6eyIkaWQiOiIzMTYxIiwiTWFyZ2luIjp7IiRyZWYiOiIxMzExIn0sIlBhZGRpbmciOnsiJHJlZiI6IjEzMTIifSwiQmFja2dyb3VuZCI6eyIkcmVmIjoiMTMxMyJ9LCJJc1Zpc2libGUiOnRydWUsIldpZHRoIjoxMi4wLCJIZWlnaHQiOjE0LjAsIkJvcmRlclN0eWxlIjp7IiRpZCI6IjMxNjIiLCJMaW5lQ29sb3IiOnsiJHJlZiI6IjEzMTYifSwiTGluZVdlaWdodCI6MC4wLCJMaW5lVHlwZSI6MCwiUGFyZW50U3R5bGUiOm51bGx9LCJQYXJlbnRTdHlsZSI6bnVsbH0sIlRpdGxlU3R5bGUiOnsiJGlkIjoiMzE2MyIsIkZvbnRTZXR0aW5ncyI6eyIkaWQiOiIzMTY0IiwiRm9udFNpemUiOjExLCJGb250TmFtZSI6IkJvZWhyaW5nZXIgRm9yd2FyZCBUZXh0IiwiSXNCb2xkIjp0cnVlLCJJc0l0YWxpYyI6ZmFsc2UsIklzVW5kZXJsaW5lZCI6ZmFsc2UsIlBhcmVudFN0eWxlIjpudWxsfSwiQXV0b1NpemUiOjAsIkZvcmVncm91bmQiOnsiJHJlZiI6IjEzMjAifSwiTWF4V2lkdGgiOjIwMC4wLCJNYXhIZWlnaHQiOiJJbmZpbml0eSIsIlNtYXJ0Rm9yZWdyb3VuZElzQWN0aXZlIjpmYWxzZSwiSG9yaXpvbnRhbEFsaWdubWVudCI6MSwiVmVydGljYWxBbGlnbm1lbnQiOjAsIlNtYXJ0Rm9yZWdyb3VuZCI6bnVsbCwiQmFja2dyb3VuZEZpbGxUeXBlIjowLCJNYXJnaW4iOnsiJHJlZiI6IjEzMjIifSwiUGFkZGluZyI6eyIkcmVmIjoiMTMyMyJ9LCJCYWNrZ3JvdW5kIjp7IiRyZWYiOiIxMzI0In0sIklzVmlzaWJsZSI6dHJ1ZSwiV2lkdGgiOjAuMCwiSGVpZ2h0IjowLjAsIkJvcmRlclN0eWxlIjpudWxsLCJQYXJlbnRTdHlsZSI6bnVsbH0sIkRhdGVTdHlsZSI6eyIkaWQiOiIzMTY1IiwiRm9udFNldHRpbmdzIjp7IiRpZCI6IjMxNjYiLCJGb250U2l6ZSI6MTAsIkZvbnROYW1lIjoiQm9laHJpbmdlciBGb3J3YXJkIFRleHQiLCJJc0JvbGQiOmZhbHNlLCJJc0l0YWxpYyI6ZmFsc2UsIklzVW5kZXJsaW5lZCI6ZmFsc2UsIlBhcmVudFN0eWxlIjpudWxsfSwiQXV0b1NpemUiOjAsIkZvcmVncm91bmQiOnsiJHJlZiI6IjEzMjgifSwiTWF4V2lkdGgiOjIwMC4wLCJNYXhIZWlnaHQiOiJJbmZpbml0eSIsIlNtYXJ0Rm9yZWdyb3VuZElzQWN0aXZlIjpmYWxzZSwiSG9yaXpvbnRhbEFsaWdubWVudCI6MiwiVmVydGljYWxBbGlnbm1lbnQiOjAsIlNtYXJ0Rm9yZWdyb3VuZCI6bnVsbCwiQmFja2dyb3VuZEZpbGxUeXBlIjowLCJNYXJnaW4iOnsiJHJlZiI6IjEzMzAifSwiUGFkZGluZyI6eyIkcmVmIjoiMTMzMSJ9LCJCYWNrZ3JvdW5kIjp7IiRyZWYiOiIxMzMyIn0sIklzVmlzaWJsZSI6ZmFsc2UsIldpZHRoIjowLjAsIkhlaWdodCI6MC4wLCJCb3JkZXJTdHlsZSI6bnVsbCwiUGFyZW50U3R5bGUiOm51bGx9LCJEYXRlRm9ybWF0Ijp7IiRyZWYiOiIxMzM0In0sIldlZWtOdW1iZXJpbmciOnsiJGlkIjoiMzE2NyIsIkZvcm1hdCI6MCwiSXNWaXNpYmxlIjpmYWxzZSwiTGFzdEtub3duVmlzaWJpbGl0eVN0YXRlIjpmYWxzZX0sIklzVmlzaWJsZSI6dHJ1ZSwiUGFyZW50U3R5bGUiOm51bGx9LCJEZWZhdWx0U3dpbWxhbmVNaWxlc3RvbmVTdHlsZSI6eyIkaWQiOiIzMTY4IiwiVGl0bGVQb3NpdGlvbiI6IkJlbG93IiwiRGF0ZVBvc2l0aW9uIjoiTGVmdCIsIlNoYXBlVHlwZSI6MTMsIlNoYXBlU2l6ZSI6MCwiU3BhY2luZyI6NSwiU2hhcGVTdHlsZSI6eyIkaWQiOiIzMTY5IiwiTWFyZ2luIjp7IiRyZWYiOiIxMzM4In0sIlBhZGRpbmciOnsiJHJlZiI6IjEzMzkifSwiQmFja2dyb3VuZCI6eyIkcmVmIjoiMTM0MCJ9LCJJc1Zpc2libGUiOnRydWUsIldpZHRoIjoxMi4wLCJIZWlnaHQiOjE0LjAsIkJvcmRlclN0eWxlIjp7IiRpZCI6IjMxNzAiLCJMaW5lQ29sb3IiOnsiJHJlZiI6IjEzNDMifSwiTGluZVdlaWdodCI6MC4wLCJMaW5lVHlwZSI6MCwiUGFyZW50U3R5bGUiOm51bGx9LCJQYXJlbnRTdHlsZSI6bnVsbH0sIlRpdGxlU3R5bGUiOnsiJGlkIjoiMzE3MSIsIkZvbnRTZXR0aW5ncyI6eyIkaWQiOiIzMTcyIiwiRm9udFNpemUiOjExLCJGb250TmFtZSI6IkJvZWhyaW5nZXIgRm9yd2FyZCBUZXh0IiwiSXNCb2xkIjp0cnVlLCJJc0l0YWxpYyI6ZmFsc2UsIklzVW5kZXJsaW5lZCI6ZmFsc2UsIlBhcmVudFN0eWxlIjpudWxsfSwiQXV0b1NpemUiOjAsIkZvcmVncm91bmQiOnsiJHJlZiI6IjEzNDcifSwiTWF4V2lkdGgiOjIwMC4wLCJNYXhIZWlnaHQiOiJJbmZpbml0eSIsIlNtYXJ0Rm9yZWdyb3VuZElzQWN0aXZlIjpmYWxzZSwiSG9yaXpvbnRhbEFsaWdubWVudCI6MSwiVmVydGljYWxBbGlnbm1lbnQiOjAsIlNtYXJ0Rm9yZWdyb3VuZCI6bnVsbCwiQmFja2dyb3VuZEZpbGxUeXBlIjowLCJNYXJnaW4iOnsiJHJlZiI6IjEzNDkifSwiUGFkZGluZyI6eyIkcmVmIjoiMTM1MCJ9LCJCYWNrZ3JvdW5kIjp7IiRyZWYiOiIxMzUxIn0sIklzVmlzaWJsZSI6dHJ1ZSwiV2lkdGgiOjAuMCwiSGVpZ2h0IjowLjAsIkJvcmRlclN0eWxlIjpudWxsLCJQYXJlbnRTdHlsZSI6bnVsbH0sIkRhdGVTdHlsZSI6eyIkaWQiOiIzMTczIiwiRm9udFNldHRpbmdzIjp7IiRpZCI6IjMxNzQiLCJGb250U2l6ZSI6MTAsIkZvbnROYW1lIjoiQm9laHJpbmdlciBGb3J3YXJkIFRleHQiLCJJc0JvbGQiOmZhbHNlLCJJc0l0YWxpYyI6ZmFsc2UsIklzVW5kZXJsaW5lZCI6ZmFsc2UsIlBhcmVudFN0eWxlIjpudWxsfSwiQXV0b1NpemUiOjAsIkZvcmVncm91bmQiOnsiJHJlZiI6IjEzNTUifSwiTWF4V2lkdGgiOjIwMC4wLCJNYXhIZWlnaHQiOiJJbmZpbml0eSIsIlNtYXJ0Rm9yZWdyb3VuZElzQWN0aXZlIjpmYWxzZSwiSG9yaXpvbnRhbEFsaWdubWVudCI6MiwiVmVydGljYWxBbGlnbm1lbnQiOjAsIlNtYXJ0Rm9yZWdyb3VuZCI6bnVsbCwiQmFja2dyb3VuZEZpbGxUeXBlIjowLCJNYXJnaW4iOnsiJHJlZiI6IjEzNTcifSwiUGFkZGluZyI6eyIkcmVmIjoiMTM1OCJ9LCJCYWNrZ3JvdW5kIjp7IiRyZWYiOiIxMzU5In0sIklzVmlzaWJsZSI6ZmFsc2UsIldpZHRoIjowLjAsIkhlaWdodCI6MC4wLCJCb3JkZXJTdHlsZSI6bnVsbCwiUGFyZW50U3R5bGUiOm51bGx9LCJEYXRlRm9ybWF0Ijp7IiRyZWYiOiIxMzYxIn0sIldlZWtOdW1iZXJpbmciOnsiJGlkIjoiMzE3NSIsIkZvcm1hdCI6MCwiSXNWaXNpYmxlIjpmYWxzZSwiTGFzdEtub3duVmlzaWJpbGl0eVN0YXRlIjpmYWxzZX0sIklzVmlzaWJsZSI6dHJ1ZSwiUGFyZW50U3R5bGUiOm51bGx9LCJEZWZhdWx0U3dpbWxhbmVBY3Rpdml0eVN0eWxlIjp7IiRpZCI6IjMxNzYiLCJIZWFkZXJTdHlsZSI6eyIkaWQiOiIzMTc3IiwiVGV4dFN0eWxlIjp7IiRpZCI6IjMxNzgiLCJGb250U2V0dGluZ3MiOnsiJGlkIjoiMzE3OSIsIkZvbnRTaXplIjoxMSwiRm9udE5hbWUiOiJDYWxpYnJpIiwiSXNCb2xkIjpmYWxzZSwiSXNJdGFsaWMiOmZhbHNlLCJJc1VuZGVybGluZWQiOmZhbHNlLCJQYXJlbnRTdHlsZSI6bnVsbH0sIkF1dG9TaXplIjoyLCJGb3JlZ3JvdW5kIjp7IiRyZWYiOiIxMzY3In0sIk1heFdpZHRoIjowLjAsIk1heEhlaWdodCI6MC4wLCJTbWFydEZvcmVncm91bmRJc0FjdGl2ZSI6ZmFsc2UsIkhvcml6b250YWxBbGlnbm1lbnQiOjAsIlZlcnRpY2FsQWxpZ25tZW50IjowLCJTbWFydEZvcmVncm91bmQiOm51bGwsIkJhY2tncm91bmRGaWxsVHlwZSI6MCwiTWFyZ2luIjp7IiRyZWYiOiIxMzY5In0sIlBhZGRpbmciOnsiJHJlZiI6IjEzNzAifSwiQmFja2dyb3VuZCI6bnVsbCwiSXNWaXNpYmxlIjp0cnVlLCJXaWR0aCI6MC4wLCJIZWlnaHQiOjAuMCwiQm9yZGVyU3R5bGUiOm51bGwsIlBhcmVudFN0eWxlIjpudWxsfSwiUmVjdGFuZ2xlU3R5bGUiOnsiJGlkIjoiMzE4MCIsIk1hcmdpbiI6eyIkcmVmIjoiMTM3MiJ9LCJQYWRkaW5nIjp7IiRyZWYiOiIxMzczIn0sIkJhY2tncm91bmQiOnsiJHJlZiI6IjEzNzQifSwiSXNWaXNpYmxlIjp0cnVlLCJXaWR0aCI6MC4wLCJIZWlnaHQiOjAuMCwiQm9yZGVyU3R5bGUiOnsiJGlkIjoiMzE4MSIsIkxpbmVDb2xvciI6eyIkcmVmIjoiMTM3NyJ9LCJMaW5lV2VpZ2h0IjowLjAsIkxpbmVUeXBlIjowLCJQYXJlbnRTdHlsZSI6bnVsbH0sIlBhcmVudFN0eWxlIjpudWxsfSwiTWFyZ2luIjp7IiRyZWYiOiIxMzc5In0sIlBhZGRpbmciOnsiJHJlZiI6IjEzODAifSwiQmFja2dyb3VuZCI6bnVsbCwiSXNWaXNpYmxlIjp0cnVlLCJXaWR0aCI6MC4wLCJIZWlnaHQiOjAuMCwiQm9yZGVyU3R5bGUiOm51bGwsIlBhcmVudFN0eWxlIjpudWxsfSwiQmFja2dyb3VuZFN0eWxlIjp7IiRpZCI6IjMxODIiLCJNYXJnaW4iOnsiJHJlZiI6IjEzODIifSwiUGFkZGluZyI6eyIkcmVmIjoiMTM4MyJ9LCJCYWNrZ3JvdW5kIjp7IiRyZWYiOiIxMjQwIn0sIklzVmlzaWJsZSI6dHJ1ZSwiV2lkdGgiOjAuMCwiSGVpZ2h0IjowLjAsIkJvcmRlclN0eWxlIjp7IiRpZCI6IjMxODMiLCJMaW5lQ29sb3IiOnsiJHJlZiI6IjEzODUifSwiTGluZVdlaWdodCI6MC4wLCJMaW5lVHlwZSI6MCwiUGFyZW50U3R5bGUiOm51bGx9LCJQYXJlbnRTdHlsZSI6bnVsbH0sIk1hcmdpbiI6eyIkcmVmIjoiMTM4NyJ9LCJQYWRkaW5nIjp7IiRyZWYiOiIxMzg4In0sIklzVmlzaWJsZSI6dHJ1ZSwiV2lkdGgiOjAuMCwiSGVpZ2h0IjowLjAsIkJvcmRlclN0eWxlIjpudWxsLCJQYXJlbnRTdHlsZSI6bnVsbH0sIk1hcmdpbiI6eyIkaWQiOiIzMTg0IiwiVG9wIjowLjAsIkxlZnQiOjAuMCwiUmlnaHQiOjAuMCwiQm90dG9tIjowLjB9LCJQYWRkaW5nIjp7IiRpZCI6IjMxODUiLCJUb3AiOjAuMCwiTGVmdCI6MC4wLCJSaWdodCI6MC4wLCJCb3R0b20iOjAuMH0sIklzVmlzaWJsZSI6dHJ1ZSwiV2lkdGgiOjg4OS4wLCJIZWlnaHQiOjE2Mi44MzUwMzcyMzE0NDUzMSwiQm9yZGVyU3R5bGUiOnsiJGlkIjoiMzE4NiIsIkxpbmVDb2xvciI6bnVsbCwiTGluZVdlaWdodCI6MC4wLCJMaW5lVHlwZSI6MCwiUGFyZW50U3R5bGUiOm51bGx9LCJQYXJlbnRTdHlsZSI6bnVsbH0seyIkaWQiOiIzMTg3IiwiU3R5bGVJZCI6IjAwMDAwMDAwLTAwMDAtMDAwMC0wMDAwLTAwMDAwMDAwMDAwMCIsIkhlYWRlclN0eWxlIjp7IiRpZCI6IjMxODgiLCJUZXh0SXNWZXJ0aWNhbCI6ZmFsc2UsIlRleHRTdHlsZSI6eyIkaWQiOiIzMTg5IiwiRm9udFNldHRpbmdzIjp7IiRpZCI6IjMxOTAiLCJGb250U2l6ZSI6MTIsIkZvbnROYW1lIjoiQm9laHJpbmdlciBGb3J3YXJkIFRleHQiLCJJc0JvbGQiOmZhbHNlLCJJc0l0YWxpYyI6ZmFsc2UsIklzVW5kZXJsaW5lZCI6ZmFsc2UsIlBhcmVudFN0eWxlIjpudWxsfSwiQXV0b1NpemUiOjIsIkZvcmVncm91bmQiOnsiJGlkIjoiMzE5MSIsIkNvbG9yIjp7IiRpZCI6IjMxOTIiLCJBIjoyNTUsIlIiOjgsIkciOjQ5LCJCIjo0Mn19LCJNYXhXaWR0aCI6NzEuMCwiTWF4SGVpZ2h0IjoiSW5maW5pdHkiLCJTbWFydEZvcmVncm91bmRJc0FjdGl2ZSI6ZmFsc2UsIkhvcml6b250YWxBbGlnbm1lbnQiOjAsIlZlcnRpY2FsQWxpZ25tZW50IjowLCJTbWFydEZvcmVncm91bmQiOm51bGwsIkJhY2tncm91bmRGaWxsVHlwZSI6MCwiTWFyZ2luIjp7IiRpZCI6IjMxOTMiLCJUb3AiOjAuMCwiTGVmdCI6MC4wLCJSaWdodCI6MC4wLCJCb3R0b20iOjAuMH0sIlBhZGRpbmciOnsiJGlkIjoiMzE5NCIsIlRvcCI6MC4wLCJMZWZ0IjowLjAsIlJpZ2h0IjowLjAsIkJvdHRvbSI6MC4wfSwiQmFja2dyb3VuZCI6bnVsbCwiSXNWaXNpYmxlIjp0cnVlLCJXaWR0aCI6MC4wLCJIZWlnaHQiOjAuMCwiQm9yZGVyU3R5bGUiOm51bGwsIlBhcmVudFN0eWxlIjpudWxsfSwiUmVjdGFuZ2xlU3R5bGUiOnsiJGlkIjoiMzE5NSIsIk1hcmdpbiI6eyIkaWQiOiIzMTk2IiwiVG9wIjowLjAsIkxlZnQiOjAuMCwiUmlnaHQiOjAuMCwiQm90dG9tIjowLjB9LCJQYWRkaW5nIjp7IiRpZCI6IjMxOTciLCJUb3AiOjAuMCwiTGVmdCI6MC4wLCJSaWdodCI6MC4wLCJCb3R0b20iOjAuMH0sIkJhY2tncm91bmQiOnsiJGlkIjoiMzE5OCIsIkNvbG9yIjp7IiRpZCI6IjMxOTkiLCJBIjoyNTUsIlIiOjE2MywiRyI6MjI5LCJCIjoyMzh9fSwiSXNWaXNpYmxlIjp0cnVlLCJXaWR0aCI6MC4wLCJIZWlnaHQiOjAuMCwiQm9yZGVyU3R5bGUiOnsiJGlkIjoiMzIwMCIsIkxpbmVDb2xvciI6eyIkaWQiOiIzMjAxIiwiJHR5cGUiOiJOTFJFLkNvbW1vbi5Eb20uU29saWRDb2xvckJydXNoLCBOTFJFLkNvbW1vbiIsIkNvbG9yIjp7IiRpZCI6IjMyMDIiLCJBIjoyNTUsIlIiOjI1NSwiRyI6MCwiQiI6MH19LCJMaW5lV2VpZ2h0IjowLjAsIkxpbmVUeXBlIjowLCJQYXJlbnRTdHlsZSI6bnVsbH0sIlBhcmVudFN0eWxlIjpudWxsfSwiTWFyZ2luIjp7IiRpZCI6IjMyMDMiLCJUb3AiOjAuMCwiTGVmdCI6MC4wLCJSaWdodCI6MC4wLCJCb3R0b20iOjAuMH0sIlBhZGRpbmciOnsiJGlkIjoiMzIwNCIsIlRvcCI6MC4wLCJMZWZ0IjowLjAsIlJpZ2h0IjowLjAsIkJvdHRvbSI6MC4wfSwiQmFja2dyb3VuZCI6bnVsbCwiSXNWaXNpYmxlIjp0cnVlLCJXaWR0aCI6MC4wLCJIZWlnaHQiOjAuMCwiQm9yZGVyU3R5bGUiOm51bGwsIlBhcmVudFN0eWxlIjpudWxsfSwiQmFja2dyb3VuZFN0eWxlIjp7IiRpZCI6IjMyMDUiLCJNYXJnaW4iOnsiJGlkIjoiMzIwNiIsIlRvcCI6MC4wLCJMZWZ0IjowLjAsIlJpZ2h0IjowLjAsIkJvdHRvbSI6MC4wfSwiUGFkZGluZyI6eyIkaWQiOiIzMjA3IiwiVG9wIjowLjAsIkxlZnQiOjAuMCwiUmlnaHQiOjAuMCwiQm90dG9tIjowLjB9LCJCYWNrZ3JvdW5kIjp7IiRpZCI6IjMyMDgiLCJDb2xvciI6eyIkaWQiOiIzMjA5IiwiQSI6NTEsIlIiOjE2MywiRyI6MjI5LCJCIjoyMzh9fSwiSXNWaXNpYmxlIjp0cnVlLCJXaWR0aCI6MC4wLCJIZWlnaHQiOjAuMCwiQm9yZGVyU3R5bGUiOnsiJGlkIjoiMzIxMCIsIkxpbmVDb2xvciI6eyIkaWQiOiIzMjExIiwiJHR5cGUiOiJOTFJFLkNvbW1vbi5Eb20uU29saWRDb2xvckJydXNoLCBOTFJFLkNvbW1vbiIsIkNvbG9yIjp7IiRpZCI6IjMyMTIiLCJBIjoyNTUsIlIiOjIzNCwiRyI6MjIsIkIiOjMwfX0sIkxpbmVXZWlnaHQiOjAuMCwiTGluZVR5cGUiOjAsIlBhcmVudFN0eWxlIjpudWxsfSwiUGFyZW50U3R5bGUiOm51bGx9LCJJc0Fib3ZlVGltZWJhbmQiOmZhbHNlLCJTcGFjaW5nIjoyLCJEZWZhdWx0U3dpbWxhbmVUYXNrU3R5bGUiOnsiJGlkIjoiMzIxMyIsIiR0eXBlIjoiTkxSRS5Db21tb24uRG9tLlN0eWxlcy5FeHBsaWNpdFNldGFibGVUYXNrU3R5bGUsIE5MUkUuQ29tbW9uIiwiU2hhcGUiOjMsIlNoYXBlVGhpY2tuZXNzIjowLCJEdXJhdGlvbkZvcm1hdCI6MCwiSW5jbHVkZU5vbldvcmtpbmdEYXlzSW5EdXJhdGlvbiI6ZmFsc2UsIlBlcmNlbnRhZ2VDb21wbGV0ZVN0eWxlIjp7IiRpZCI6IjMyMTQiLCJGb250U2V0dGluZ3MiOnsiJGlkIjoiMzIxNSIsIkZvbnRTaXplIjoxMCwiRm9udE5hbWUiOiJDYWxpYnJpIiwiSXNCb2xkIjpmYWxzZSwiSXNJdGFsaWMiOmZhbHNlLCJJc1VuZGVybGluZWQiOmZhbHNlLCJQYXJlbnRTdHlsZSI6bnVsbH0sIkF1dG9TaXplIjowLCJGb3JlZ3JvdW5kIjp7IiRyZWYiOiIxNjE1In0sIk1heFdpZHRoIjoyMDAuMCwiTWF4SGVpZ2h0IjoiSW5maW5pdHkiLCJTbWFydEZvcmVncm91bmRJc0FjdGl2ZSI6ZmFsc2UsIkhvcml6b250YWxBbGlnbm1lbnQiOjAsIlZlcnRpY2FsQWxpZ25tZW50IjowLCJTbWFydEZvcmVncm91bmQiOm51bGwsIkJhY2tncm91bmRGaWxsVHlwZSI6MCwiTWFyZ2luIjp7IiRyZWYiOiIxNjE3In0sIlBhZGRpbmciOnsiJHJlZiI6IjE2MTgifSwiQmFja2dyb3VuZCI6eyIkcmVmIjoiMTYxOSJ9LCJJc1Zpc2libGUiOnRydWUsIldpZHRoIjowLjAsIkhlaWdodCI6MC4wLCJCb3JkZXJTdHlsZSI6bnVsbCwiUGFyZW50U3R5bGUiOm51bGx9LCJEdXJhdGlvblN0eWxlIjp7IiRpZCI6IjMyMTYiLCJGb250U2V0dGluZ3MiOnsiJGlkIjoiMzIxNyIsIkZvbnRTaXplIjoxMCwiRm9udE5hbWUiOiJDYWxpYnJpIiwiSXNCb2xkIjpmYWxzZSwiSXNJdGFsaWMiOmZhbHNlLCJJc1VuZGVybGluZWQiOmZhbHNlLCJQYXJlbnRTdHlsZSI6bnVsbH0sIkF1dG9TaXplIjowLCJGb3JlZ3JvdW5kIjp7IiRyZWYiOiIxNjIzIn0sIk1heFdpZHRoIjoyMDAuMCwiTWF4SGVpZ2h0IjoiSW5maW5pdHkiLCJTbWFydEZvcmVncm91bmRJc0FjdGl2ZSI6ZmFsc2UsIkhvcml6b250YWxBbGlnbm1lbnQiOjAsIlZlcnRpY2FsQWxpZ25tZW50IjowLCJTbWFydEZvcmVncm91bmQiOm51bGwsIkJhY2tncm91bmRGaWxsVHlwZSI6MCwiTWFyZ2luIjp7IiRyZWYiOiIxNjI1In0sIlBhZGRpbmciOnsiJHJlZiI6IjE2MjYifSwiQmFja2dyb3VuZCI6eyIkcmVmIjoiMTYyNyJ9LCJJc1Zpc2libGUiOnRydWUsIldpZHRoIjowLjAsIkhlaWdodCI6MC4wLCJCb3JkZXJTdHlsZSI6bnVsbCwiUGFyZW50U3R5bGUiOm51bGx9LCJIb3Jpem9udGFsQ29ubmVjdG9yU3R5bGUiOnsiJGlkIjoiMzIxOCIsIkxpbmVDb2xvciI6eyIkcmVmIjoiMTYzMCJ9LCJMaW5lV2VpZ2h0IjoxLjAsIkxpbmVUeXBlIjowLCJQYXJlbnRTdHlsZSI6bnVsbH0sIlZlcnRpY2FsQ29ubmVjdG9yU3R5bGUiOnsiJGlkIjoiMzIxOSIsIkxpbmVDb2xvciI6eyIkcmVmIjoiMTYzMyJ9LCJMaW5lV2VpZ2h0IjowLjAsIkxpbmVUeXBlIjowLCJQYXJlbnRTdHlsZSI6bnVsbH0sIk1hcmdpbiI6bnVsbCwiU3RhcnREYXRlUG9zaXRpb24iOjYsIkVuZERhdGVQb3NpdGlvbiI6NiwiRGF0ZUlzVmlzaWJsZSI6ZmFsc2UsIlRpdGxlUG9zaXRpb24iOjIsIkR1cmF0aW9uUG9zaXRpb24iOjYsIlBlcmNlbnRhZ2VDb21wbGV0ZWRQb3NpdGlvbiI6NiwiU3BhY2luZyI6MywiSXNCZWxvd1RpbWViYW5kIjp0cnVlLCJQZXJjZW50YWdlQ29tcGxldGVTaGFwZU9wYWNpdHkiOjM1LCJCYXNlbGluZVN0eWxlIjp7IiRpZCI6IjMyMjAiLCJTaGFwZVN0eWxlIjp7IiRpZCI6IjMyMjEiLCJNYXJnaW4iOnsiJGlkIjoiMzIyMiIsIlRvcCI6MC4wLCJMZWZ0IjowLjAsIlJpZ2h0IjowLjAsIkJvdHRvbSI6MC4wfSwiUGFkZGluZyI6eyIkaWQiOiIzMjIzIiwiVG9wIjowLjAsIkxlZnQiOjAuMCwiUmlnaHQiOjAuMCwiQm90dG9tIjowLjB9LCJCYWNrZ3JvdW5kIjp7IiRpZCI6IjMyMjQiLCJDb2xvciI6eyIkaWQiOiIzMjI1IiwiQSI6MTUzLCJSIjowLCJHIjowLCJCIjowfX0sIklzVmlzaWJsZSI6dHJ1ZSwiV2lkdGgiOjAuMCwiSGVpZ2h0IjowLjAsIkJvcmRlclN0eWxlIjp7IiRpZCI6IjMyMjYiLCJMaW5lQ29sb3IiOm51bGwsIkxpbmVXZWlnaHQiOjAuMCwiTGluZVR5cGUiOjAsIlBhcmVudFN0eWxlIjpudWxsfSwiUGFyZW50U3R5bGUiOm51bGx9LCJNYXJnaW4iOnsiJGlkIjoiMzIyNyIsIlRvcCI6MC4wLCJMZWZ0IjowLjAsIlJpZ2h0IjowLjAsIkJvdHRvbSI6MC4wfSwiUGFkZGluZyI6eyIkaWQiOiIzMjI4IiwiVG9wIjowLjAsIkxlZnQiOjAuMCwiUmlnaHQiOjAuMCwiQm90dG9tIjowLjB9LCJCYWNrZ3JvdW5kIjpudWxsLCJJc1Zpc2libGUiOnRydWUsIldpZHRoIjowLjAsIkhlaWdodCI6MC4wLCJCb3JkZXJTdHlsZSI6bnVsbCwiUGFyZW50U3R5bGUiOm51bGx9LCJTaGFwZVN0eWxlIjp7IiRpZCI6IjMyMjkiLCJNYXJnaW4iOnsiJHJlZiI6IjE2NDUifSwiUGFkZGluZyI6eyIkcmVmIjoiMTY0NiJ9LCJCYWNrZ3JvdW5kIjp7IiRyZWYiOiIxNjQ3In0sIklzVmlzaWJsZSI6dHJ1ZSwiV2lkdGgiOjAuMCwiSGVpZ2h0IjoxMC4wLCJCb3JkZXJTdHlsZSI6eyIkaWQiOiIzMjMwIiwiTGluZUNvbG9yIjp7IiRyZWYiOiIxNjUwIn0sIkxpbmVXZWlnaHQiOjAuMCwiTGluZVR5cGUiOjAsIlBhcmVudFN0eWxlIjpudWxsfSwiUGFyZW50U3R5bGUiOm51bGx9LCJUaXRsZVN0eWxlIjp7IiRpZCI6IjMyMzEiLCJGb250U2V0dGluZ3MiOnsiJGlkIjoiMzIzMiIsIkZvbnRTaXplIjoxMSwiRm9udE5hbWUiOiJCb2VocmluZ2VyIEZvcndhcmQgVGV4dCIsIklzQm9sZCI6ZmFsc2UsIklzSXRhbGljIjpmYWxzZSwiSXNVbmRlcmxpbmVkIjpmYWxzZSwiUGFyZW50U3R5bGUiOm51bGx9LCJBdXRvU2l6ZSI6MCwiRm9yZWdyb3VuZCI6eyIkcmVmIjoiMTY1NCJ9LCJNYXhXaWR0aCI6MjAwLjAsIk1heEhlaWdodCI6IkluZmluaXR5IiwiU21hcnRGb3JlZ3JvdW5kSXNBY3RpdmUiOmZhbHNlLCJIb3Jpem9udGFsQWxpZ25tZW50IjoxLCJWZXJ0aWNhbEFsaWdubWVudCI6MCwiU21hcnRGb3JlZ3JvdW5kIjpudWxsLCJCYWNrZ3JvdW5kRmlsbFR5cGUiOjAsIk1hcmdpbiI6eyIkcmVmIjoiMTY1NiJ9LCJQYWRkaW5nIjp7IiRyZWYiOiIxNjU3In0sIkJhY2tncm91bmQiOnsiJHJlZiI6IjE2NTgifSwiSXNWaXNpYmxlIjp0cnVlLCJXaWR0aCI6MC4wLCJIZWlnaHQiOjAuMCwiQm9yZGVyU3R5bGUiOm51bGwsIlBhcmVudFN0eWxlIjpudWxsfSwiRGF0ZVN0eWxlIjp7IiRpZCI6IjMyMzMiLCJGb250U2V0dGluZ3MiOnsiJGlkIjoiMzIzNCIsIkZvbnRTaXplIjoxMCwiRm9udE5hbWUiOiJDYWxpYnJpIiwiSXNCb2xkIjpmYWxzZSwiSXNJdGFsaWMiOmZhbHNlLCJJc1VuZGVybGluZWQiOmZhbHNlLCJQYXJlbnRTdHlsZSI6bnVsbH0sIkF1dG9TaXplIjowLCJGb3JlZ3JvdW5kIjp7IiRyZWYiOiIxNjYyIn0sIk1heFdpZHRoIjoyMDAuMCwiTWF4SGVpZ2h0IjoiSW5maW5pdHkiLCJTbWFydEZvcmVncm91bmRJc0FjdGl2ZSI6ZmFsc2UsIkhvcml6b250YWxBbGlnbm1lbnQiOjIsIlZlcnRpY2FsQWxpZ25tZW50IjowLCJTbWFydEZvcmVncm91bmQiOm51bGwsIkJhY2tncm91bmRGaWxsVHlwZSI6MCwiTWFyZ2luIjp7IiRyZWYiOiIxNjY0In0sIlBhZGRpbmciOnsiJHJlZiI6IjE2NjUifSwiQmFja2dyb3VuZCI6eyIkcmVmIjoiMTY2NiJ9LCJJc1Zpc2libGUiOnRydWUsIldpZHRoIjowLjAsIkhlaWdodCI6MC4wLCJCb3JkZXJTdHlsZSI6bnVsbCwiUGFyZW50U3R5bGUiOm51bGx9LCJEYXRlRm9ybWF0Ijp7IiRyZWYiOiIxNjY4In0sIldlZWtOdW1iZXJpbmciOnsiJGlkIjoiMzIzNSIsIkZvcm1hdCI6MCwiSXNWaXNpYmxlIjpmYWxzZSwiTGFzdEtub3duVmlzaWJpbGl0eVN0YXRlIjpmYWxzZX0sIklzVmlzaWJsZSI6dHJ1ZSwiUGFyZW50U3R5bGUiOm51bGwsIl9leHBsaWNpdGx5U2V0Ijp7IiRpZCI6IjMyMzYiLCJTaGFwZVN0eWxlIjpmYWxzZSwiVGl0bGVTdHlsZSI6ZmFsc2UsIkRhdG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NwYWNpbmciOmZhbHNlLCJJc0JlbG93VGltZWJhbmQiOmZhbHNlLCJEYXRlRm9ybWF0IjpmYWxzZSwiV2Vla051bWJlcmluZyI6ZmFsc2UsIklzVmlzaWJsZSI6ZmFsc2V9fSwiRGVmYXVsdFN3aW1sYW5lTW90U3R5bGUiOnsiJGlkIjoiMzIzNyIsIlNoYXBlIjoxNCwiQ29ubmVjdG9yTWFyZ2luIjp7IiRyZWYiOiIxNjcyIn0sIkNvbm5lY3RvclN0eWxlIjp7IiRpZCI6IjMyMzgiLCJMaW5lQ29sb3IiOnsiJHJlZiI6IjE2NzQifSwiTGluZVdlaWdodCI6MS4wLCJMaW5lVHlwZSI6MCwiUGFyZW50U3R5bGUiOm51bGx9LCJJc0JlbG93VGltZWJhbmQiOnRydWUsIlBvc2l0aW9uT25UYXNrIjoyLCJIaWRlRGF0ZSI6ZmFsc2UsIlNoYXBlU2l6ZSI6MCwiU3BhY2luZyI6MC4wLCJQYWRkaW5nIjp7IiRyZWYiOiIxNjc2In0sIlNoYXBlU3R5bGUiOnsiJGlkIjoiMzIzOSIsIk1hcmdpbiI6eyIkcmVmIjoiMTY3OCJ9LCJQYWRkaW5nIjp7IiRyZWYiOiIxNjc5In0sIkJhY2tncm91bmQiOnsiJHJlZiI6IjE2ODAifSwiSXNWaXNpYmxlIjp0cnVlLCJXaWR0aCI6MTIuMCwiSGVpZ2h0IjoxNC4wLCJCb3JkZXJTdHlsZSI6eyIkaWQiOiIzMjQwIiwiTGluZUNvbG9yIjp7IiRyZWYiOiIxNjgzIn0sIkxpbmVXZWlnaHQiOjAuMCwiTGluZVR5cGUiOjAsIlBhcmVudFN0eWxlIjpudWxsfSwiUGFyZW50U3R5bGUiOm51bGx9LCJUaXRsZVN0eWxlIjp7IiRpZCI6IjMyNDEiLCJGb250U2V0dGluZ3MiOnsiJGlkIjoiMzI0MiIsIkZvbnRTaXplIjoxMSwiRm9udE5hbWUiOiJCb2VocmluZ2VyIEZvcndhcmQgVGV4dCIsIklzQm9sZCI6dHJ1ZSwiSXNJdGFsaWMiOmZhbHNlLCJJc1VuZGVybGluZWQiOmZhbHNlLCJQYXJlbnRTdHlsZSI6bnVsbH0sIkF1dG9TaXplIjowLCJGb3JlZ3JvdW5kIjp7IiRyZWYiOiIxNjg3In0sIk1heFdpZHRoIjoyMDAuMCwiTWF4SGVpZ2h0IjoiSW5maW5pdHkiLCJTbWFydEZvcmVncm91bmRJc0FjdGl2ZSI6ZmFsc2UsIkhvcml6b250YWxBbGlnbm1lbnQiOjEsIlZlcnRpY2FsQWxpZ25tZW50IjowLCJTbWFydEZvcmVncm91bmQiOm51bGwsIkJhY2tncm91bmRGaWxsVHlwZSI6MCwiTWFyZ2luIjp7IiRyZWYiOiIxNjg5In0sIlBhZGRpbmciOnsiJHJlZiI6IjE2OTAifSwiQmFja2dyb3VuZCI6eyIkcmVmIjoiMTY5MSJ9LCJJc1Zpc2libGUiOnRydWUsIldpZHRoIjowLjAsIkhlaWdodCI6MC4wLCJCb3JkZXJTdHlsZSI6bnVsbCwiUGFyZW50U3R5bGUiOm51bGx9LCJEYXRlU3R5bGUiOnsiJGlkIjoiMzI0MyIsIkZvbnRTZXR0aW5ncyI6eyIkaWQiOiIzMjQ0IiwiRm9udFNpemUiOjEwLCJGb250TmFtZSI6IkJvZWhyaW5nZXIgRm9yd2FyZCBUZXh0IiwiSXNCb2xkIjpmYWxzZSwiSXNJdGFsaWMiOmZhbHNlLCJJc1VuZGVybGluZWQiOmZhbHNlLCJQYXJlbnRTdHlsZSI6bnVsbH0sIkF1dG9TaXplIjowLCJGb3JlZ3JvdW5kIjp7IiRyZWYiOiIxNjk1In0sIk1heFdpZHRoIjoyMDAuMCwiTWF4SGVpZ2h0IjoiSW5maW5pdHkiLCJTbWFydEZvcmVncm91bmRJc0FjdGl2ZSI6ZmFsc2UsIkhvcml6b250YWxBbGlnbm1lbnQiOjIsIlZlcnRpY2FsQWxpZ25tZW50IjowLCJTbWFydEZvcmVncm91bmQiOm51bGwsIkJhY2tncm91bmRGaWxsVHlwZSI6MCwiTWFyZ2luIjp7IiRyZWYiOiIxNjk3In0sIlBhZGRpbmciOnsiJHJlZiI6IjE2OTgifSwiQmFja2dyb3VuZCI6eyIkcmVmIjoiMTY5OSJ9LCJJc1Zpc2libGUiOmZhbHNlLCJXaWR0aCI6MC4wLCJIZWlnaHQiOjAuMCwiQm9yZGVyU3R5bGUiOm51bGwsIlBhcmVudFN0eWxlIjpudWxsfSwiRGF0ZUZvcm1hdCI6eyIkcmVmIjoiMTcwMSJ9LCJXZWVrTnVtYmVyaW5nIjp7IiRpZCI6IjMyNDUiLCJGb3JtYXQiOjAsIklzVmlzaWJsZSI6ZmFsc2UsIkxhc3RLbm93blZpc2liaWxpdHlTdGF0ZSI6ZmFsc2V9LCJJc1Zpc2libGUiOnRydWUsIlBhcmVudFN0eWxlIjpudWxsfSwiRGVmYXVsdFN3aW1sYW5lTWlsZXN0b25lU3R5bGUiOnsiJGlkIjoiMzI0NiIsIlRpdGxlUG9zaXRpb24iOiJMZWZ0IiwiRGF0ZVBvc2l0aW9uIjoiTGVmdCIsIlNoYXBlVHlwZSI6MiwiU2hhcGVTaXplIjoxLCJTcGFjaW5nIjo1LCJTaGFwZVN0eWxlIjp7IiRpZCI6IjMyNDciLCJNYXJnaW4iOnsiJHJlZiI6IjE3MDUifSwiUGFkZGluZyI6eyIkcmVmIjoiMTcwNiJ9LCJCYWNrZ3JvdW5kIjp7IiRyZWYiOiIxNzA3In0sIklzVmlzaWJsZSI6dHJ1ZSwiV2lkdGgiOjEzLjAsIkhlaWdodCI6MTMuMCwiQm9yZGVyU3R5bGUiOnsiJGlkIjoiMzI0OCIsIkxpbmVDb2xvciI6eyIkcmVmIjoiMTcxMCJ9LCJMaW5lV2VpZ2h0IjowLjAsIkxpbmVUeXBlIjowLCJQYXJlbnRTdHlsZSI6bnVsbH0sIlBhcmVudFN0eWxlIjpudWxsfSwiVGl0bGVTdHlsZSI6eyIkaWQiOiIzMjQ5IiwiRm9udFNldHRpbmdzIjp7IiRpZCI6IjMyNTAiLCJGb250U2l6ZSI6MTEsIkZvbnROYW1lIjoiQm9laHJpbmdlciBGb3J3YXJkIFRleHQiLCJJc0JvbGQiOnRydWUsIklzSXRhbGljIjpmYWxzZSwiSXNVbmRlcmxpbmVkIjpmYWxzZSwiUGFyZW50U3R5bGUiOm51bGx9LCJBdXRvU2l6ZSI6MCwiRm9yZWdyb3VuZCI6eyIkcmVmIjoiMTcxNCJ9LCJNYXhXaWR0aCI6MjAwLjAsIk1heEhlaWdodCI6IkluZmluaXR5IiwiU21hcnRGb3JlZ3JvdW5kSXNBY3RpdmUiOmZhbHNlLCJIb3Jpem9udGFsQWxpZ25tZW50IjowLCJWZXJ0aWNhbEFsaWdubWVudCI6MCwiU21hcnRGb3JlZ3JvdW5kIjpudWxsLCJCYWNrZ3JvdW5kRmlsbFR5cGUiOjAsIk1hcmdpbiI6eyIkcmVmIjoiMTcxNiJ9LCJQYWRkaW5nIjp7IiRyZWYiOiIxNzE3In0sIkJhY2tncm91bmQiOnsiJHJlZiI6IjE3MTgifSwiSXNWaXNpYmxlIjp0cnVlLCJXaWR0aCI6MC4wLCJIZWlnaHQiOjAuMCwiQm9yZGVyU3R5bGUiOm51bGwsIlBhcmVudFN0eWxlIjpudWxsfSwiRGF0ZVN0eWxlIjp7IiRpZCI6IjMyNTEiLCJGb250U2V0dGluZ3MiOnsiJGlkIjoiMzI1MiIsIkZvbnRTaXplIjoxMCwiRm9udE5hbWUiOiJCb2VocmluZ2VyIEZvcndhcmQgVGV4dCIsIklzQm9sZCI6ZmFsc2UsIklzSXRhbGljIjpmYWxzZSwiSXNVbmRlcmxpbmVkIjpmYWxzZSwiUGFyZW50U3R5bGUiOm51bGx9LCJBdXRvU2l6ZSI6MCwiRm9yZWdyb3VuZCI6eyIkcmVmIjoiMTcyMiJ9LCJNYXhXaWR0aCI6MjAwLjAsIk1heEhlaWdodCI6IkluZmluaXR5IiwiU21hcnRGb3JlZ3JvdW5kSXNBY3RpdmUiOmZhbHNlLCJIb3Jpem9udGFsQWxpZ25tZW50IjowLCJWZXJ0aWNhbEFsaWdubWVudCI6MCwiU21hcnRGb3JlZ3JvdW5kIjpudWxsLCJCYWNrZ3JvdW5kRmlsbFR5cGUiOjAsIk1hcmdpbiI6eyIkcmVmIjoiMTcyNCJ9LCJQYWRkaW5nIjp7IiRyZWYiOiIxNzI1In0sIkJhY2tncm91bmQiOnsiJHJlZiI6IjE3MjYifSwiSXNWaXNpYmxlIjpmYWxzZSwiV2lkdGgiOjAuMCwiSGVpZ2h0IjowLjAsIkJvcmRlclN0eWxlIjpudWxsLCJQYXJlbnRTdHlsZSI6bnVsbH0sIkRhdGVGb3JtYXQiOnsiJHJlZiI6IjE3MjgifSwiV2Vla051bWJlcmluZyI6eyIkaWQiOiIzMjUzIiwiRm9ybWF0IjowLCJJc1Zpc2libGUiOmZhbHNlLCJMYXN0S25vd25WaXNpYmlsaXR5U3RhdGUiOmZhbHNlfSwiSXNWaXNpYmxlIjp0cnVlLCJQYXJlbnRTdHlsZSI6bnVsbH0sIkRlZmF1bHRTd2ltbGFuZUFjdGl2aXR5U3R5bGUiOnsiJGlkIjoiMzI1NCIsIkhlYWRlclN0eWxlIjp7IiRpZCI6IjMyNTUiLCJUZXh0U3R5bGUiOnsiJGlkIjoiMzI1NiIsIkZvbnRTZXR0aW5ncyI6eyIkaWQiOiIzMjU3IiwiRm9udFNpemUiOjExLCJGb250TmFtZSI6IkNhbGlicmkiLCJJc0JvbGQiOmZhbHNlLCJJc0l0YWxpYyI6ZmFsc2UsIklzVW5kZXJsaW5lZCI6ZmFsc2UsIlBhcmVudFN0eWxlIjpudWxsfSwiQXV0b1NpemUiOjIsIkZvcmVncm91bmQiOnsiJHJlZiI6IjE3MzQifSwiTWF4V2lkdGgiOjAuMCwiTWF4SGVpZ2h0IjowLjAsIlNtYXJ0Rm9yZWdyb3VuZElzQWN0aXZlIjpmYWxzZSwiSG9yaXpvbnRhbEFsaWdubWVudCI6MCwiVmVydGljYWxBbGlnbm1lbnQiOjAsIlNtYXJ0Rm9yZWdyb3VuZCI6bnVsbCwiQmFja2dyb3VuZEZpbGxUeXBlIjowLCJNYXJnaW4iOnsiJHJlZiI6IjE3MzYifSwiUGFkZGluZyI6eyIkcmVmIjoiMTczNyJ9LCJCYWNrZ3JvdW5kIjpudWxsLCJJc1Zpc2libGUiOnRydWUsIldpZHRoIjowLjAsIkhlaWdodCI6MC4wLCJCb3JkZXJTdHlsZSI6bnVsbCwiUGFyZW50U3R5bGUiOm51bGx9LCJSZWN0YW5nbGVTdHlsZSI6eyIkaWQiOiIzMjU4IiwiTWFyZ2luIjp7IiRyZWYiOiIxNzM5In0sIlBhZGRpbmciOnsiJHJlZiI6IjE3NDAifSwiQmFja2dyb3VuZCI6eyIkcmVmIjoiMTc0MSJ9LCJJc1Zpc2libGUiOnRydWUsIldpZHRoIjowLjAsIkhlaWdodCI6MC4wLCJCb3JkZXJTdHlsZSI6eyIkaWQiOiIzMjU5IiwiTGluZUNvbG9yIjp7IiRyZWYiOiIxNzQ0In0sIkxpbmVXZWlnaHQiOjAuMCwiTGluZVR5cGUiOjAsIlBhcmVudFN0eWxlIjpudWxsfSwiUGFyZW50U3R5bGUiOm51bGx9LCJNYXJnaW4iOnsiJHJlZiI6IjE3NDYifSwiUGFkZGluZyI6eyIkcmVmIjoiMTc0NyJ9LCJCYWNrZ3JvdW5kIjpudWxsLCJJc1Zpc2libGUiOnRydWUsIldpZHRoIjowLjAsIkhlaWdodCI6MC4wLCJCb3JkZXJTdHlsZSI6bnVsbCwiUGFyZW50U3R5bGUiOm51bGx9LCJCYWNrZ3JvdW5kU3R5bGUiOnsiJGlkIjoiMzI2MCIsIk1hcmdpbiI6eyIkcmVmIjoiMTc0OSJ9LCJQYWRkaW5nIjp7IiRyZWYiOiIxNzUwIn0sIkJhY2tncm91bmQiOnsiJHJlZiI6IjE2MDcifSwiSXNWaXNpYmxlIjp0cnVlLCJXaWR0aCI6MC4wLCJIZWlnaHQiOjAuMCwiQm9yZGVyU3R5bGUiOnsiJGlkIjoiMzI2MSIsIkxpbmVDb2xvciI6eyIkcmVmIjoiMTc1MiJ9LCJMaW5lV2VpZ2h0IjowLjAsIkxpbmVUeXBlIjowLCJQYXJlbnRTdHlsZSI6bnVsbH0sIlBhcmVudFN0eWxlIjpudWxsfSwiTWFyZ2luIjp7IiRyZWYiOiIxNzU0In0sIlBhZGRpbmciOnsiJHJlZiI6IjE3NTUifSwiSXNWaXNpYmxlIjp0cnVlLCJXaWR0aCI6MC4wLCJIZWlnaHQiOjAuMCwiQm9yZGVyU3R5bGUiOm51bGwsIlBhcmVudFN0eWxlIjpudWxsfSwiTWFyZ2luIjp7IiRpZCI6IjMyNjIiLCJUb3AiOjAuMCwiTGVmdCI6MC4wLCJSaWdodCI6MC4wLCJCb3R0b20iOjAuMH0sIlBhZGRpbmciOnsiJGlkIjoiMzI2MyIsIlRvcCI6MC4wLCJMZWZ0IjowLjAsIlJpZ2h0IjowLjAsIkJvdHRvbSI6MC4wfSwiSXNWaXNpYmxlIjp0cnVlLCJXaWR0aCI6MC4wLCJIZWlnaHQiOjAuMCwiQm9yZGVyU3R5bGUiOnsiJGlkIjoiMzI2NCIsIkxpbmVDb2xvciI6bnVsbCwiTGluZVdlaWdodCI6MC4wLCJMaW5lVHlwZSI6MCwiUGFyZW50U3R5bGUiOm51bGx9LCJQYXJlbnRTdHlsZSI6bnVsbH0seyIkaWQiOiIzMjY1IiwiU3R5bGVJZCI6IjAwMDAwMDAwLTAwMDAtMDAwMC0wMDAwLTAwMDAwMDAwMDAwMCIsIkhlYWRlclN0eWxlIjp7IiRpZCI6IjMyNjYiLCJUZXh0SXNWZXJ0aWNhbCI6ZmFsc2UsIlRleHRTdHlsZSI6eyIkaWQiOiIzMjY3IiwiRm9udFNldHRpbmdzIjp7IiRpZCI6IjMyNjgiLCJGb250U2l6ZSI6MTIsIkZvbnROYW1lIjoiQm9laHJpbmdlciBGb3J3YXJkIFRleHQiLCJJc0JvbGQiOmZhbHNlLCJJc0l0YWxpYyI6ZmFsc2UsIklzVW5kZXJsaW5lZCI6ZmFsc2UsIlBhcmVudFN0eWxlIjpudWxsfSwiQXV0b1NpemUiOjIsIkZvcmVncm91bmQiOnsiJGlkIjoiMzI2OSIsIkNvbG9yIjp7IiRpZCI6IjMyNzAiLCJBIjoyNTUsIlIiOjgsIkciOjQ5LCJCIjo0Mn19LCJNYXhXaWR0aCI6NzEuMCwiTWF4SGVpZ2h0IjoiSW5maW5pdHkiLCJTbWFydEZvcmVncm91bmRJc0FjdGl2ZSI6ZmFsc2UsIkhvcml6b250YWxBbGlnbm1lbnQiOjAsIlZlcnRpY2FsQWxpZ25tZW50IjowLCJTbWFydEZvcmVncm91bmQiOm51bGwsIkJhY2tncm91bmRGaWxsVHlwZSI6MCwiTWFyZ2luIjp7IiRpZCI6IjMyNzEiLCJUb3AiOjAuMCwiTGVmdCI6MC4wLCJSaWdodCI6MC4wLCJCb3R0b20iOjAuMH0sIlBhZGRpbmciOnsiJGlkIjoiMzI3MiIsIlRvcCI6MC4wLCJMZWZ0IjowLjAsIlJpZ2h0IjowLjAsIkJvdHRvbSI6MC4wfSwiQmFja2dyb3VuZCI6eyIkaWQiOiIzMjczIiwiQ29sb3IiOnsiJGlkIjoiMzI3NCIsIkEiOjAsIlIiOjI1NSwiRyI6MjU1LCJCIjoyNTV9fSwiSXNWaXNpYmxlIjp0cnVlLCJXaWR0aCI6MC4wLCJIZWlnaHQiOjAuMCwiQm9yZGVyU3R5bGUiOm51bGwsIlBhcmVudFN0eWxlIjpudWxsfSwiUmVjdGFuZ2xlU3R5bGUiOnsiJGlkIjoiMzI3NSIsIk1hcmdpbiI6eyIkaWQiOiIzMjc2IiwiVG9wIjowLjAsIkxlZnQiOjAuMCwiUmlnaHQiOjAuMCwiQm90dG9tIjowLjB9LCJQYWRkaW5nIjp7IiRpZCI6IjMyNzciLCJUb3AiOjAuMCwiTGVmdCI6MC4wLCJSaWdodCI6MC4wLCJCb3R0b20iOjAuMH0sIkJhY2tncm91bmQiOnsiJGlkIjoiMzI3OCIsIkNvbG9yIjp7IiRpZCI6IjMyNzkiLCJBIjoyNTUsIlIiOjE5NywiRyI6MTk1LCJCIjoyMzh9fSwiSXNWaXNpYmxlIjp0cnVlLCJXaWR0aCI6MC4wLCJIZWlnaHQiOjAuMCwiQm9yZGVyU3R5bGUiOnsiJGlkIjoiMzI4MCIsIkxpbmVDb2xvciI6eyIkaWQiOiIzMjgxIiwiJHR5cGUiOiJOTFJFLkNvbW1vbi5Eb20uU29saWRDb2xvckJydXNoLCBOTFJFLkNvbW1vbiIsIkNvbG9yIjp7IiRpZCI6IjMyODIiLCJBIjoyNTUsIlIiOjI1NSwiRyI6MjU1LCJCIjoyNTV9fSwiTGluZVdlaWdodCI6MC4wLCJMaW5lVHlwZSI6MCwiUGFyZW50U3R5bGUiOm51bGx9LCJQYXJlbnRTdHlsZSI6bnVsbH0sIk1hcmdpbiI6eyIkaWQiOiIzMjgzIiwiVG9wIjowLjAsIkxlZnQiOjAuMCwiUmlnaHQiOjAuMCwiQm90dG9tIjowLjB9LCJQYWRkaW5nIjp7IiRpZCI6IjMyODQiLCJUb3AiOjAuMCwiTGVmdCI6MC4wLCJSaWdodCI6MC4wLCJCb3R0b20iOjAuMH0sIkJhY2tncm91bmQiOm51bGwsIklzVmlzaWJsZSI6dHJ1ZSwiV2lkdGgiOjAuMCwiSGVpZ2h0IjowLjAsIkJvcmRlclN0eWxlIjpudWxsLCJQYXJlbnRTdHlsZSI6bnVsbH0sIkJhY2tncm91bmRTdHlsZSI6eyIkaWQiOiIzMjg1IiwiTWFyZ2luIjp7IiRpZCI6IjMyODYiLCJUb3AiOjAuMCwiTGVmdCI6MC4wLCJSaWdodCI6MC4wLCJCb3R0b20iOjAuMH0sIlBhZGRpbmciOnsiJGlkIjoiMzI4NyIsIlRvcCI6MC4wLCJMZWZ0IjowLjAsIlJpZ2h0IjowLjAsIkJvdHRvbSI6MC4wfSwiQmFja2dyb3VuZCI6eyIkaWQiOiIzMjg4IiwiQ29sb3IiOnsiJGlkIjoiMzI4OSIsIkEiOjUxLCJSIjoxOTcsIkciOjE5NSwiQiI6MjM4fX0sIklzVmlzaWJsZSI6dHJ1ZSwiV2lkdGgiOjAuMCwiSGVpZ2h0IjowLjAsIkJvcmRlclN0eWxlIjp7IiRpZCI6IjMyOTAiLCJMaW5lQ29sb3IiOnsiJGlkIjoiMzI5MSIsIiR0eXBlIjoiTkxSRS5Db21tb24uRG9tLlNvbGlkQ29sb3JCcnVzaCwgTkxSRS5Db21tb24iLCJDb2xvciI6eyIkaWQiOiIzMjkyIiwiQSI6MjU1LCJSIjoyMzQsIkciOjIyLCJCIjozMH19LCJMaW5lV2VpZ2h0IjowLjAsIkxpbmVUeXBlIjowLCJQYXJlbnRTdHlsZSI6bnVsbH0sIlBhcmVudFN0eWxlIjpudWxsfSwiSXNBYm92ZVRpbWViYW5kIjpmYWxzZSwiU3BhY2luZyI6MTAsIkRlZmF1bHRTd2ltbGFuZVRhc2tTdHlsZSI6eyIkaWQiOiIzMjkzIiwiJHR5cGUiOiJOTFJFLkNvbW1vbi5Eb20uU3R5bGVzLkV4cGxpY2l0U2V0YWJsZVRhc2tTdHlsZSwgTkxSRS5Db21tb24iLCJTaGFwZSI6MywiU2hhcGVUaGlja25lc3MiOjEsIkR1cmF0aW9uRm9ybWF0IjowLCJJbmNsdWRlTm9uV29ya2luZ0RheXNJbkR1cmF0aW9uIjpmYWxzZSwiUGVyY2VudGFnZUNvbXBsZXRlU3R5bGUiOnsiJGlkIjoiMzI5NCIsIkZvbnRTZXR0aW5ncyI6eyIkaWQiOiIzMjk1IiwiRm9udFNpemUiOjEwLCJGb250TmFtZSI6IkNhbGlicmkiLCJJc0JvbGQiOmZhbHNlLCJJc0l0YWxpYyI6ZmFsc2UsIklzVW5kZXJsaW5lZCI6ZmFsc2UsIlBhcmVudFN0eWxlIjpudWxsfSwiQXV0b1NpemUiOjAsIkZvcmVncm91bmQiOnsiJHJlZiI6IjIwNTcifSwiTWF4V2lkdGgiOjIwMC4wLCJNYXhIZWlnaHQiOiJJbmZpbml0eSIsIlNtYXJ0Rm9yZWdyb3VuZElzQWN0aXZlIjpmYWxzZSwiSG9yaXpvbnRhbEFsaWdubWVudCI6MCwiVmVydGljYWxBbGlnbm1lbnQiOjAsIlNtYXJ0Rm9yZWdyb3VuZCI6bnVsbCwiQmFja2dyb3VuZEZpbGxUeXBlIjowLCJNYXJnaW4iOnsiJHJlZiI6IjIwNTkifSwiUGFkZGluZyI6eyIkcmVmIjoiMjA2MCJ9LCJCYWNrZ3JvdW5kIjp7IiRyZWYiOiIyMDYxIn0sIklzVmlzaWJsZSI6dHJ1ZSwiV2lkdGgiOjAuMCwiSGVpZ2h0IjowLjAsIkJvcmRlclN0eWxlIjpudWxsLCJQYXJlbnRTdHlsZSI6bnVsbH0sIkR1cmF0aW9uU3R5bGUiOnsiJGlkIjoiMzI5NiIsIkZvbnRTZXR0aW5ncyI6eyIkaWQiOiIzMjk3IiwiRm9udFNpemUiOjEwLCJGb250TmFtZSI6IkNhbGlicmkiLCJJc0JvbGQiOmZhbHNlLCJJc0l0YWxpYyI6ZmFsc2UsIklzVW5kZXJsaW5lZCI6ZmFsc2UsIlBhcmVudFN0eWxlIjpudWxsfSwiQXV0b1NpemUiOjAsIkZvcmVncm91bmQiOnsiJHJlZiI6IjIwNjUifSwiTWF4V2lkdGgiOjIwMC4wLCJNYXhIZWlnaHQiOiJJbmZpbml0eSIsIlNtYXJ0Rm9yZWdyb3VuZElzQWN0aXZlIjpmYWxzZSwiSG9yaXpvbnRhbEFsaWdubWVudCI6MCwiVmVydGljYWxBbGlnbm1lbnQiOjAsIlNtYXJ0Rm9yZWdyb3VuZCI6bnVsbCwiQmFja2dyb3VuZEZpbGxUeXBlIjowLCJNYXJnaW4iOnsiJHJlZiI6IjIwNjcifSwiUGFkZGluZyI6eyIkcmVmIjoiMjA2OCJ9LCJCYWNrZ3JvdW5kIjp7IiRyZWYiOiIyMDY5In0sIklzVmlzaWJsZSI6dHJ1ZSwiV2lkdGgiOjAuMCwiSGVpZ2h0IjowLjAsIkJvcmRlclN0eWxlIjpudWxsLCJQYXJlbnRTdHlsZSI6bnVsbH0sIkhvcml6b250YWxDb25uZWN0b3JTdHlsZSI6eyIkaWQiOiIzMjk4IiwiTGluZUNvbG9yIjp7IiRyZWYiOiIyMDcyIn0sIkxpbmVXZWlnaHQiOjEuMCwiTGluZVR5cGUiOjAsIlBhcmVudFN0eWxlIjpudWxsfSwiVmVydGljYWxDb25uZWN0b3JTdHlsZSI6eyIkaWQiOiIzMjk5IiwiTGluZUNvbG9yIjp7IiRyZWYiOiIyMDc1In0sIkxpbmVXZWlnaHQiOjAuMCwiTGluZVR5cGUiOjAsIlBhcmVudFN0eWxlIjpudWxsfSwiTWFyZ2luIjpudWxsLCJTdGFydERhdGVQb3NpdGlvbiI6NiwiRW5kRGF0ZVBvc2l0aW9uIjo2LCJEYXRlSXNWaXNpYmxlIjpmYWxzZSwiVGl0bGVQb3NpdGlvbiI6MiwiRHVyYXRpb25Qb3NpdGlvbiI6NiwiUGVyY2VudGFnZUNvbXBsZXRlZFBvc2l0aW9uIjo2LCJTcGFjaW5nIjozLCJJc0JlbG93VGltZWJhbmQiOnRydWUsIlBlcmNlbnRhZ2VDb21wbGV0ZVNoYXBlT3BhY2l0eSI6MzUsIkJhc2VsaW5lU3R5bGUiOnsiJGlkIjoiMzMwMCIsIlNoYXBlU3R5bGUiOnsiJGlkIjoiMzMwMSIsIk1hcmdpbiI6eyIkaWQiOiIzMzAyIiwiVG9wIjowLjAsIkxlZnQiOjAuMCwiUmlnaHQiOjAuMCwiQm90dG9tIjowLjB9LCJQYWRkaW5nIjp7IiRpZCI6IjMzMDMiLCJUb3AiOjAuMCwiTGVmdCI6MC4wLCJSaWdodCI6MC4wLCJCb3R0b20iOjAuMH0sIkJhY2tncm91bmQiOnsiJGlkIjoiMzMwNCIsIkNvbG9yIjp7IiRpZCI6IjMzMDUiLCJBIjoxNTMsIlIiOjAsIkciOjAsIkIiOjB9fSwiSXNWaXNpYmxlIjp0cnVlLCJXaWR0aCI6MC4wLCJIZWlnaHQiOjAuMCwiQm9yZGVyU3R5bGUiOnsiJGlkIjoiMzMwNiIsIkxpbmVDb2xvciI6bnVsbCwiTGluZVdlaWdodCI6MC4wLCJMaW5lVHlwZSI6MCwiUGFyZW50U3R5bGUiOm51bGx9LCJQYXJlbnRTdHlsZSI6bnVsbH0sIk1hcmdpbiI6eyIkaWQiOiIzMzA3IiwiVG9wIjowLjAsIkxlZnQiOjAuMCwiUmlnaHQiOjAuMCwiQm90dG9tIjowLjB9LCJQYWRkaW5nIjp7IiRpZCI6IjMzMDgiLCJUb3AiOjAuMCwiTGVmdCI6MC4wLCJSaWdodCI6MC4wLCJCb3R0b20iOjAuMH0sIkJhY2tncm91bmQiOm51bGwsIklzVmlzaWJsZSI6dHJ1ZSwiV2lkdGgiOjAuMCwiSGVpZ2h0IjowLjAsIkJvcmRlclN0eWxlIjpudWxsLCJQYXJlbnRTdHlsZSI6bnVsbH0sIlNoYXBlU3R5bGUiOnsiJGlkIjoiMzMwOSIsIk1hcmdpbiI6eyIkcmVmIjoiMjA4NyJ9LCJQYWRkaW5nIjp7IiRyZWYiOiIyMDg4In0sIkJhY2tncm91bmQiOnsiJHJlZiI6IjIwODkifSwiSXNWaXNpYmxlIjp0cnVlLCJXaWR0aCI6MTMxLjkyNzc5NTQxMDE1NjI1LCJIZWlnaHQiOjE2LjAsIkJvcmRlclN0eWxlIjp7IiRpZCI6IjMzMTAiLCJMaW5lQ29sb3IiOnsiJHJlZiI6IjIwOTIifSwiTGluZVdlaWdodCI6MC4wLCJMaW5lVHlwZSI6MCwiUGFyZW50U3R5bGUiOm51bGx9LCJQYXJlbnRTdHlsZSI6bnVsbH0sIlRpdGxlU3R5bGUiOnsiJGlkIjoiMzMxMSIsIkZvbnRTZXR0aW5ncyI6eyIkaWQiOiIzMzEyIiwiRm9udFNpemUiOjExLCJGb250TmFtZSI6IkJvZWhyaW5nZXIgRm9yd2FyZCBUZXh0IiwiSXNCb2xkIjpmYWxzZSwiSXNJdGFsaWMiOmZhbHNlLCJJc1VuZGVybGluZWQiOmZhbHNlLCJQYXJlbnRTdHlsZSI6bnVsbH0sIkF1dG9TaXplIjowLCJGb3JlZ3JvdW5kIjp7IiRyZWYiOiIyMDk2In0sIk1heFdpZHRoIjoyMDAuMCwiTWF4SGVpZ2h0IjoiSW5maW5pdHkiLCJTbWFydEZvcmVncm91bmRJc0FjdGl2ZSI6ZmFsc2UsIkhvcml6b250YWxBbGlnbm1lbnQiOjEsIlZlcnRpY2FsQWxpZ25tZW50IjowLCJTbWFydEZvcmVncm91bmQiOm51bGwsIkJhY2tncm91bmRGaWxsVHlwZSI6MCwiTWFyZ2luIjp7IiRyZWYiOiIyMDk4In0sIlBhZGRpbmciOnsiJHJlZiI6IjIwOTkifSwiQmFja2dyb3VuZCI6eyIkcmVmIjoiMjEwMCJ9LCJJc1Zpc2libGUiOnRydWUsIldpZHRoIjowLjAsIkhlaWdodCI6MC4wLCJCb3JkZXJTdHlsZSI6bnVsbCwiUGFyZW50U3R5bGUiOm51bGx9LCJEYXRlU3R5bGUiOnsiJGlkIjoiMzMxMyIsIkZvbnRTZXR0aW5ncyI6eyIkaWQiOiIzMzE0IiwiRm9udFNpemUiOjEwLCJGb250TmFtZSI6IkNhbGlicmkiLCJJc0JvbGQiOmZhbHNlLCJJc0l0YWxpYyI6ZmFsc2UsIklzVW5kZXJsaW5lZCI6ZmFsc2UsIlBhcmVudFN0eWxlIjpudWxsfSwiQXV0b1NpemUiOjAsIkZvcmVncm91bmQiOnsiJHJlZiI6IjIxMDQifSwiTWF4V2lkdGgiOjIwMC4wLCJNYXhIZWlnaHQiOiJJbmZpbml0eSIsIlNtYXJ0Rm9yZWdyb3VuZElzQWN0aXZlIjpmYWxzZSwiSG9yaXpvbnRhbEFsaWdubWVudCI6MCwiVmVydGljYWxBbGlnbm1lbnQiOjAsIlNtYXJ0Rm9yZWdyb3VuZCI6bnVsbCwiQmFja2dyb3VuZEZpbGxUeXBlIjowLCJNYXJnaW4iOnsiJHJlZiI6IjIxMDYifSwiUGFkZGluZyI6eyIkcmVmIjoiMjEwNyJ9LCJCYWNrZ3JvdW5kIjp7IiRyZWYiOiIyMTA4In0sIklzVmlzaWJsZSI6dHJ1ZSwiV2lkdGgiOjAuMCwiSGVpZ2h0IjowLjAsIkJvcmRlclN0eWxlIjpudWxsLCJQYXJlbnRTdHlsZSI6bnVsbH0sIkRhdGVGb3JtYXQiOnsiJHJlZiI6IjIxMTAifSwiV2Vla051bWJlcmluZyI6eyIkaWQiOiIzMzE1IiwiRm9ybWF0IjowLCJJc1Zpc2libGUiOmZhbHNlLCJMYXN0S25vd25WaXNpYmlsaXR5U3RhdGUiOmZhbHNlfSwiSXNWaXNpYmxlIjp0cnVlLCJQYXJlbnRTdHlsZSI6bnVsbCwiX2V4cGxpY2l0bHlTZXQiOnsiJGlkIjoiMzMxNiIsIlNoYXBlU3R5bGUiOmZhbHNlLCJUaXRsZVN0eWxlIjpmYWxzZSwiRGF0ZVN0eWxlIjpmYWxzZSwiSG9yaXpvbnRhbENvbm5lY3RvclN0eWxlIjpmYWxzZSwiVmVydGljYWxDb25uZWN0b3JTdHlsZSI6ZmFsc2UsIlBlcmNlbnRhZ2VDb21wbGV0ZVNoYXBlT3BhY2l0eSI6ZmFsc2UsIlNoYXBlIjpmYWxzZSwiU2hhcGVUaGlja25lc3MiOmZhbHNlLCJEdXJhdGlvbkZvcm1hdCI6ZmFsc2UsIkluY2x1ZGVOb25Xb3JraW5nRGF5c0luRHVyYXRpb24iOmZhbHNlLCJNYXJnaW4iOmZhbHNlLCJTdGFydERhdGVQb3NpdGlvbiI6ZmFsc2UsIkVuZERhdGVQb3NpdGlvbiI6ZmFsc2UsIlRpdGxlUG9zaXRpb24iOmZhbHNlLCJEdXJhdGlvblBvc2l0aW9uIjpmYWxzZSwiUGVyY2VudGFnZUNvbXBsZXRlZFBvc2l0aW9uIjpmYWxzZSwiU3BhY2luZyI6ZmFsc2UsIklzQmVsb3dUaW1lYmFuZCI6ZmFsc2UsIkRhdGVGb3JtYXQiOmZhbHNlLCJXZWVrTnVtYmVyaW5nIjpmYWxzZSwiSXNWaXNpYmxlIjpmYWxzZX19LCJEZWZhdWx0U3dpbWxhbmVNb3RTdHlsZSI6eyIkaWQiOiIzMzE3IiwiU2hhcGUiOjE0LCJDb25uZWN0b3JNYXJnaW4iOnsiJHJlZiI6IjIxMTQifSwiQ29ubmVjdG9yU3R5bGUiOnsiJGlkIjoiMzMxOCIsIkxpbmVDb2xvciI6eyIkcmVmIjoiMjExNiJ9LCJMaW5lV2VpZ2h0IjoxLjAsIkxpbmVUeXBlIjowLCJQYXJlbnRTdHlsZSI6bnVsbH0sIklzQmVsb3dUaW1lYmFuZCI6dHJ1ZSwiUG9zaXRpb25PblRhc2siOjIsIkhpZGVEYXRlIjpmYWxzZSwiU2hhcGVTaXplIjowLCJTcGFjaW5nIjowLjAsIlBhZGRpbmciOnsiJHJlZiI6IjIxMTgifSwiU2hhcGVTdHlsZSI6eyIkaWQiOiIzMzE5IiwiTWFyZ2luIjp7IiRyZWYiOiIyMTIwIn0sIlBhZGRpbmciOnsiJHJlZiI6IjIxMjEifSwiQmFja2dyb3VuZCI6eyIkcmVmIjoiMjEyMiJ9LCJJc1Zpc2libGUiOnRydWUsIldpZHRoIjoxMi4wLCJIZWlnaHQiOjE0LjAsIkJvcmRlclN0eWxlIjp7IiRpZCI6IjMzMjAiLCJMaW5lQ29sb3IiOnsiJHJlZiI6IjIxMjUifSwiTGluZVdlaWdodCI6MC4wLCJMaW5lVHlwZSI6MCwiUGFyZW50U3R5bGUiOm51bGx9LCJQYXJlbnRTdHlsZSI6bnVsbH0sIlRpdGxlU3R5bGUiOnsiJGlkIjoiMzMyMSIsIkZvbnRTZXR0aW5ncyI6eyIkaWQiOiIzMzIyIiwiRm9udFNpemUiOjExLCJGb250TmFtZSI6IkJvZWhyaW5nZXIgRm9yd2FyZCBUZXh0IiwiSXNCb2xkIjp0cnVlLCJJc0l0YWxpYyI6ZmFsc2UsIklzVW5kZXJsaW5lZCI6ZmFsc2UsIlBhcmVudFN0eWxlIjpudWxsfSwiQXV0b1NpemUiOjAsIkZvcmVncm91bmQiOnsiJHJlZiI6IjIxMjkifSwiTWF4V2lkdGgiOjIwMC4wLCJNYXhIZWlnaHQiOiJJbmZpbml0eSIsIlNtYXJ0Rm9yZWdyb3VuZElzQWN0aXZlIjpmYWxzZSwiSG9yaXpvbnRhbEFsaWdubWVudCI6MSwiVmVydGljYWxBbGlnbm1lbnQiOjAsIlNtYXJ0Rm9yZWdyb3VuZCI6bnVsbCwiQmFja2dyb3VuZEZpbGxUeXBlIjowLCJNYXJnaW4iOnsiJHJlZiI6IjIxMzEifSwiUGFkZGluZyI6eyIkcmVmIjoiMjEzMiJ9LCJCYWNrZ3JvdW5kIjp7IiRyZWYiOiIyMTMzIn0sIklzVmlzaWJsZSI6dHJ1ZSwiV2lkdGgiOjAuMCwiSGVpZ2h0IjowLjAsIkJvcmRlclN0eWxlIjpudWxsLCJQYXJlbnRTdHlsZSI6bnVsbH0sIkRhdGVTdHlsZSI6eyIkaWQiOiIzMzIzIiwiRm9udFNldHRpbmdzIjp7IiRpZCI6IjMzMjQiLCJGb250U2l6ZSI6MTAsIkZvbnROYW1lIjoiQm9laHJpbmdlciBGb3J3YXJkIFRleHQiLCJJc0JvbGQiOmZhbHNlLCJJc0l0YWxpYyI6ZmFsc2UsIklzVW5kZXJsaW5lZCI6ZmFsc2UsIlBhcmVudFN0eWxlIjpudWxsfSwiQXV0b1NpemUiOjAsIkZvcmVncm91bmQiOnsiJHJlZiI6IjIxMzcifSwiTWF4V2lkdGgiOjIwMC4wLCJNYXhIZWlnaHQiOiJJbmZpbml0eSIsIlNtYXJ0Rm9yZWdyb3VuZElzQWN0aXZlIjpmYWxzZSwiSG9yaXpvbnRhbEFsaWdubWVudCI6MiwiVmVydGljYWxBbGlnbm1lbnQiOjAsIlNtYXJ0Rm9yZWdyb3VuZCI6bnVsbCwiQmFja2dyb3VuZEZpbGxUeXBlIjowLCJNYXJnaW4iOnsiJHJlZiI6IjIxMzkifSwiUGFkZGluZyI6eyIkcmVmIjoiMjE0MCJ9LCJCYWNrZ3JvdW5kIjp7IiRyZWYiOiIyMTQxIn0sIklzVmlzaWJsZSI6ZmFsc2UsIldpZHRoIjowLjAsIkhlaWdodCI6MC4wLCJCb3JkZXJTdHlsZSI6bnVsbCwiUGFyZW50U3R5bGUiOm51bGx9LCJEYXRlRm9ybWF0Ijp7IiRyZWYiOiIyMTQzIn0sIldlZWtOdW1iZXJpbmciOnsiJGlkIjoiMzMyNSIsIkZvcm1hdCI6MCwiSXNWaXNpYmxlIjpmYWxzZSwiTGFzdEtub3duVmlzaWJpbGl0eVN0YXRlIjpmYWxzZX0sIklzVmlzaWJsZSI6dHJ1ZSwiUGFyZW50U3R5bGUiOm51bGx9LCJEZWZhdWx0U3dpbWxhbmVNaWxlc3RvbmVTdHlsZSI6eyIkaWQiOiIzMzI2IiwiVGl0bGVQb3NpdGlvbiI6IkxlZnQiLCJEYXRlUG9zaXRpb24iOiJMZWZ0IiwiU2hhcGVUeXBlIjoyLCJTaGFwZVNpemUiOjEsIlNwYWNpbmciOjUsIlNoYXBlU3R5bGUiOnsiJGlkIjoiMzMyNyIsIk1hcmdpbiI6eyIkcmVmIjoiMjE0NyJ9LCJQYWRkaW5nIjp7IiRyZWYiOiIyMTQ4In0sIkJhY2tncm91bmQiOnsiJHJlZiI6IjIxNDkifSwiSXNWaXNpYmxlIjp0cnVlLCJXaWR0aCI6MTMuMCwiSGVpZ2h0IjoxMy4wLCJCb3JkZXJTdHlsZSI6eyIkaWQiOiIzMzI4IiwiTGluZUNvbG9yIjp7IiRyZWYiOiIyMTUyIn0sIkxpbmVXZWlnaHQiOjAuMCwiTGluZVR5cGUiOjAsIlBhcmVudFN0eWxlIjpudWxsfSwiUGFyZW50U3R5bGUiOm51bGx9LCJUaXRsZVN0eWxlIjp7IiRpZCI6IjMzMjkiLCJGb250U2V0dGluZ3MiOnsiJGlkIjoiMzMzMCIsIkZvbnRTaXplIjoxMSwiRm9udE5hbWUiOiJCb2VocmluZ2VyIEZvcndhcmQgVGV4dCIsIklzQm9sZCI6dHJ1ZSwiSXNJdGFsaWMiOmZhbHNlLCJJc1VuZGVybGluZWQiOmZhbHNlLCJQYXJlbnRTdHlsZSI6bnVsbH0sIkF1dG9TaXplIjowLCJGb3JlZ3JvdW5kIjp7IiRyZWYiOiIyMTU2In0sIk1heFdpZHRoIjoyMDAuMCwiTWF4SGVpZ2h0IjoiSW5maW5pdHkiLCJTbWFydEZvcmVncm91bmRJc0FjdGl2ZSI6ZmFsc2UsIkhvcml6b250YWxBbGlnbm1lbnQiOjAsIlZlcnRpY2FsQWxpZ25tZW50IjowLCJTbWFydEZvcmVncm91bmQiOm51bGwsIkJhY2tncm91bmRGaWxsVHlwZSI6MCwiTWFyZ2luIjp7IiRyZWYiOiIyMTU4In0sIlBhZGRpbmciOnsiJHJlZiI6IjIxNTkifSwiQmFja2dyb3VuZCI6eyIkcmVmIjoiMjE2MCJ9LCJJc1Zpc2libGUiOnRydWUsIldpZHRoIjowLjAsIkhlaWdodCI6MC4wLCJCb3JkZXJTdHlsZSI6bnVsbCwiUGFyZW50U3R5bGUiOm51bGx9LCJEYXRlU3R5bGUiOnsiJGlkIjoiMzMzMSIsIkZvbnRTZXR0aW5ncyI6eyIkaWQiOiIzMzMyIiwiRm9udFNpemUiOjEwLCJGb250TmFtZSI6IkJvZWhyaW5nZXIgRm9yd2FyZCBUZXh0IiwiSXNCb2xkIjpmYWxzZSwiSXNJdGFsaWMiOmZhbHNlLCJJc1VuZGVybGluZWQiOmZhbHNlLCJQYXJlbnRTdHlsZSI6bnVsbH0sIkF1dG9TaXplIjowLCJGb3JlZ3JvdW5kIjp7IiRyZWYiOiIyMTY0In0sIk1heFdpZHRoIjoyMDAuMCwiTWF4SGVpZ2h0IjoiSW5maW5pdHkiLCJTbWFydEZvcmVncm91bmRJc0FjdGl2ZSI6ZmFsc2UsIkhvcml6b250YWxBbGlnbm1lbnQiOjAsIlZlcnRpY2FsQWxpZ25tZW50IjowLCJTbWFydEZvcmVncm91bmQiOm51bGwsIkJhY2tncm91bmRGaWxsVHlwZSI6MCwiTWFyZ2luIjp7IiRyZWYiOiIyMTY2In0sIlBhZGRpbmciOnsiJHJlZiI6IjIxNjcifSwiQmFja2dyb3VuZCI6eyIkcmVmIjoiMjE2OCJ9LCJJc1Zpc2libGUiOmZhbHNlLCJXaWR0aCI6MC4wLCJIZWlnaHQiOjAuMCwiQm9yZGVyU3R5bGUiOm51bGwsIlBhcmVudFN0eWxlIjpudWxsfSwiRGF0ZUZvcm1hdCI6eyIkcmVmIjoiMjE3MCJ9LCJXZWVrTnVtYmVyaW5nIjp7IiRpZCI6IjMzMzMiLCJGb3JtYXQiOjAsIklzVmlzaWJsZSI6ZmFsc2UsIkxhc3RLbm93blZpc2liaWxpdHlTdGF0ZSI6ZmFsc2V9LCJJc1Zpc2libGUiOnRydWUsIlBhcmVudFN0eWxlIjpudWxsfSwiRGVmYXVsdFN3aW1sYW5lQWN0aXZpdHlTdHlsZSI6eyIkaWQiOiIzMzM0IiwiSGVhZGVyU3R5bGUiOnsiJGlkIjoiMzMzNSIsIlRleHRTdHlsZSI6eyIkaWQiOiIzMzM2IiwiRm9udFNldHRpbmdzIjp7IiRpZCI6IjMzMzciLCJGb250U2l6ZSI6MTEsIkZvbnROYW1lIjoiQ2FsaWJyaSIsIklzQm9sZCI6ZmFsc2UsIklzSXRhbGljIjpmYWxzZSwiSXNVbmRlcmxpbmVkIjpmYWxzZSwiUGFyZW50U3R5bGUiOm51bGx9LCJBdXRvU2l6ZSI6MiwiRm9yZWdyb3VuZCI6eyIkcmVmIjoiMjE3NiJ9LCJNYXhXaWR0aCI6MC4wLCJNYXhIZWlnaHQiOiJJbmZpbml0eSIsIlNtYXJ0Rm9yZWdyb3VuZElzQWN0aXZlIjpmYWxzZSwiSG9yaXpvbnRhbEFsaWdubWVudCI6MCwiVmVydGljYWxBbGlnbm1lbnQiOjAsIlNtYXJ0Rm9yZWdyb3VuZCI6bnVsbCwiQmFja2dyb3VuZEZpbGxUeXBlIjowLCJNYXJnaW4iOnsiJHJlZiI6IjIxNzgifSwiUGFkZGluZyI6eyIkcmVmIjoiMjE3OSJ9LCJCYWNrZ3JvdW5kIjp7IiRyZWYiOiIyMTgwIn0sIklzVmlzaWJsZSI6dHJ1ZSwiV2lkdGgiOjAuMCwiSGVpZ2h0IjowLjAsIkJvcmRlclN0eWxlIjpudWxsLCJQYXJlbnRTdHlsZSI6bnVsbH0sIlJlY3RhbmdsZVN0eWxlIjp7IiRpZCI6IjMzMzgiLCJNYXJnaW4iOnsiJHJlZiI6IjIxODMifSwiUGFkZGluZyI6eyIkcmVmIjoiMjE4NCJ9LCJCYWNrZ3JvdW5kIjp7IiRyZWYiOiIyMTg1In0sIklzVmlzaWJsZSI6dHJ1ZSwiV2lkdGgiOjAuMCwiSGVpZ2h0IjowLjAsIkJvcmRlclN0eWxlIjp7IiRpZCI6IjMzMzkiLCJMaW5lQ29sb3IiOnsiJHJlZiI6IjIxODgifSwiTGluZVdlaWdodCI6MC4wLCJMaW5lVHlwZSI6MCwiUGFyZW50U3R5bGUiOm51bGx9LCJQYXJlbnRTdHlsZSI6bnVsbH0sIk1hcmdpbiI6eyIkcmVmIjoiMjE5MCJ9LCJQYWRkaW5nIjp7IiRyZWYiOiIyMTkxIn0sIkJhY2tncm91bmQiOm51bGwsIklzVmlzaWJsZSI6dHJ1ZSwiV2lkdGgiOjAuMCwiSGVpZ2h0IjowLjAsIkJvcmRlclN0eWxlIjpudWxsLCJQYXJlbnRTdHlsZSI6bnVsbH0sIkJhY2tncm91bmRTdHlsZSI6eyIkaWQiOiIzMzQwIiwiTWFyZ2luIjp7IiRyZWYiOiIyMTkzIn0sIlBhZGRpbmciOnsiJHJlZiI6IjIxOTQifSwiQmFja2dyb3VuZCI6eyIkcmVmIjoiMjA0OSJ9LCJJc1Zpc2libGUiOnRydWUsIldpZHRoIjowLjAsIkhlaWdodCI6MC4wLCJCb3JkZXJTdHlsZSI6eyIkaWQiOiIzMzQxIiwiTGluZUNvbG9yIjp7IiRyZWYiOiIyMTk2In0sIkxpbmVXZWlnaHQiOjAuMCwiTGluZVR5cGUiOjAsIlBhcmVudFN0eWxlIjpudWxsfSwiUGFyZW50U3R5bGUiOm51bGx9LCJNYXJnaW4iOnsiJHJlZiI6IjIxOTgifSwiUGFkZGluZyI6eyIkcmVmIjoiMjE5OSJ9LCJJc1Zpc2libGUiOnRydWUsIldpZHRoIjowLjAsIkhlaWdodCI6MC4wLCJCb3JkZXJTdHlsZSI6bnVsbCwiUGFyZW50U3R5bGUiOm51bGx9LCJNYXJnaW4iOnsiJGlkIjoiMzM0MiIsIlRvcCI6MC4wLCJMZWZ0IjowLjAsIlJpZ2h0IjowLjAsIkJvdHRvbSI6MC4wfSwiUGFkZGluZyI6eyIkaWQiOiIzMzQzIiwiVG9wIjowLjAsIkxlZnQiOjAuMCwiUmlnaHQiOjAuMCwiQm90dG9tIjowLjB9LCJJc1Zpc2libGUiOnRydWUsIldpZHRoIjowLjAsIkhlaWdodCI6MC4wLCJCb3JkZXJTdHlsZSI6eyIkaWQiOiIzMzQ0IiwiTGluZUNvbG9yIjpudWxsLCJMaW5lV2VpZ2h0IjowLjAsIkxpbmVUeXBlIjowLCJQYXJlbnRTdHlsZSI6bnVsbH0sIlBhcmVudFN0eWxlIjpudWxsfSx7IiRpZCI6IjMzNDUiLCJTdHlsZUlkIjoiMDAwMDAwMDAtMDAwMC0wMDAwLTAwMDAtMDAwMDAwMDAwMDAwIiwiSGVhZGVyU3R5bGUiOnsiJGlkIjoiMzM0NiIsIlRleHRJc1ZlcnRpY2FsIjpmYWxzZSwiVGV4dFN0eWxlIjp7IiRpZCI6IjMzNDciLCJGb250U2V0dGluZ3MiOnsiJGlkIjoiMzM0OCIsIkZvbnRTaXplIjoxMiwiRm9udE5hbWUiOiJCb2VocmluZ2VyIEZvcndhcmQgVGV4dCIsIklzQm9sZCI6ZmFsc2UsIklzSXRhbGljIjpmYWxzZSwiSXNVbmRlcmxpbmVkIjpmYWxzZSwiUGFyZW50U3R5bGUiOm51bGx9LCJBdXRvU2l6ZSI6MiwiRm9yZWdyb3VuZCI6eyIkaWQiOiIzMzQ5IiwiQ29sb3IiOnsiJGlkIjoiMzM1MCIsIkEiOjI1NSwiUiI6OCwiRyI6NDksIkIiOjQyfX0sIk1heFdpZHRoIjo3MS4wLCJNYXhIZWlnaHQiOiJJbmZpbml0eSIsIlNtYXJ0Rm9yZWdyb3VuZElzQWN0aXZlIjpmYWxzZSwiSG9yaXpvbnRhbEFsaWdubWVudCI6MCwiVmVydGljYWxBbGlnbm1lbnQiOjAsIlNtYXJ0Rm9yZWdyb3VuZCI6bnVsbCwiQmFja2dyb3VuZEZpbGxUeXBlIjowLCJNYXJnaW4iOnsiJGlkIjoiMzM1MSIsIlRvcCI6MC4wLCJMZWZ0IjowLjAsIlJpZ2h0IjowLjAsIkJvdHRvbSI6MC4wfSwiUGFkZGluZyI6eyIkaWQiOiIzMzUyIiwiVG9wIjowLjAsIkxlZnQiOjAuMCwiUmlnaHQiOjAuMCwiQm90dG9tIjowLjB9LCJCYWNrZ3JvdW5kIjp7IiRpZCI6IjMzNTMiLCJDb2xvciI6eyIkaWQiOiIzMzU0IiwiQSI6MCwiUiI6MjU1LCJHIjoyNTUsIkIiOjI1NX19LCJJc1Zpc2libGUiOnRydWUsIldpZHRoIjowLjAsIkhlaWdodCI6MC4wLCJCb3JkZXJTdHlsZSI6bnVsbCwiUGFyZW50U3R5bGUiOm51bGx9LCJSZWN0YW5nbGVTdHlsZSI6eyIkaWQiOiIzMzU1IiwiTWFyZ2luIjp7IiRpZCI6IjMzNTYiLCJUb3AiOjAuMCwiTGVmdCI6MC4wLCJSaWdodCI6MC4wLCJCb3R0b20iOjAuMH0sIlBhZGRpbmciOnsiJGlkIjoiMzM1NyIsIlRvcCI6MC4wLCJMZWZ0IjowLjAsIlJpZ2h0IjowLjAsIkJvdHRvbSI6MC4wfSwiQmFja2dyb3VuZCI6eyIkaWQiOiIzMzU4IiwiQ29sb3IiOnsiJGlkIjoiMzM1OSIsIkEiOjI1NSwiUiI6MjQ1LCJHIjoxMzgsIkIiOjEwNH19LCJJc1Zpc2libGUiOnRydWUsIldpZHRoIjowLjAsIkhlaWdodCI6MC4wLCJCb3JkZXJTdHlsZSI6eyIkaWQiOiIzMzYwIiwiTGluZUNvbG9yIjp7IiRpZCI6IjMzNjEiLCIkdHlwZSI6Ik5MUkUuQ29tbW9uLkRvbS5Tb2xpZENvbG9yQnJ1c2gsIE5MUkUuQ29tbW9uIiwiQ29sb3IiOnsiJGlkIjoiMzM2MiIsIkEiOjI1NSwiUiI6MjU1LCJHIjoyNTUsIkIiOjI1NX19LCJMaW5lV2VpZ2h0IjowLjAsIkxpbmVUeXBlIjowLCJQYXJlbnRTdHlsZSI6bnVsbH0sIlBhcmVudFN0eWxlIjpudWxsfSwiTWFyZ2luIjp7IiRpZCI6IjMzNjMiLCJUb3AiOjAuMCwiTGVmdCI6MC4wLCJSaWdodCI6MC4wLCJCb3R0b20iOjAuMH0sIlBhZGRpbmciOnsiJGlkIjoiMzM2NCIsIlRvcCI6MC4wLCJMZWZ0IjowLjAsIlJpZ2h0IjowLjAsIkJvdHRvbSI6MC4wfSwiQmFja2dyb3VuZCI6bnVsbCwiSXNWaXNpYmxlIjp0cnVlLCJXaWR0aCI6MC4wLCJIZWlnaHQiOjAuMCwiQm9yZGVyU3R5bGUiOm51bGwsIlBhcmVudFN0eWxlIjpudWxsfSwiQmFja2dyb3VuZFN0eWxlIjp7IiRpZCI6IjMzNjUiLCJNYXJnaW4iOnsiJGlkIjoiMzM2NiIsIlRvcCI6MC4wLCJMZWZ0IjowLjAsIlJpZ2h0IjowLjAsIkJvdHRvbSI6MC4wfSwiUGFkZGluZyI6eyIkaWQiOiIzMzY3IiwiVG9wIjowLjAsIkxlZnQiOjAuMCwiUmlnaHQiOjAuMCwiQm90dG9tIjowLjB9LCJCYWNrZ3JvdW5kIjp7IiRpZCI6IjMzNjgiLCJDb2xvciI6eyIkaWQiOiIzMzY5IiwiQSI6NTEsIlIiOjI0NSwiRyI6MTM4LCJCIjoxMDR9fSwiSXNWaXNpYmxlIjp0cnVlLCJXaWR0aCI6MC4wLCJIZWlnaHQiOjAuMCwiQm9yZGVyU3R5bGUiOnsiJGlkIjoiMzM3MCIsIkxpbmVDb2xvciI6eyIkaWQiOiIzMzcxIiwiJHR5cGUiOiJOTFJFLkNvbW1vbi5Eb20uU29saWRDb2xvckJydXNoLCBOTFJFLkNvbW1vbiIsIkNvbG9yIjp7IiRpZCI6IjMzNzIiLCJBIjoyNTUsIlIiOjIzNCwiRyI6MjIsIkIiOjMwfX0sIkxpbmVXZWlnaHQiOjAuMCwiTGluZVR5cGUiOjAsIlBhcmVudFN0eWxlIjpudWxsfSwiUGFyZW50U3R5bGUiOm51bGx9LCJJc0Fib3ZlVGltZWJhbmQiOmZhbHNlLCJTcGFjaW5nIjoxMCwiRGVmYXVsdFN3aW1sYW5lVGFza1N0eWxlIjp7IiRpZCI6IjMzNzMiLCIkdHlwZSI6Ik5MUkUuQ29tbW9uLkRvbS5TdHlsZXMuRXhwbGljaXRTZXRhYmxlVGFza1N0eWxlLCBOTFJFLkNvbW1vbiIsIlNoYXBlIjozLCJTaGFwZVRoaWNrbmVzcyI6MSwiRHVyYXRpb25Gb3JtYXQiOjAsIkluY2x1ZGVOb25Xb3JraW5nRGF5c0luRHVyYXRpb24iOmZhbHNlLCJQZXJjZW50YWdlQ29tcGxldGVTdHlsZSI6eyIkaWQiOiIzMzc0IiwiRm9udFNldHRpbmdzIjp7IiRpZCI6IjMzNzUiLCJGb250U2l6ZSI6MTAsIkZvbnROYW1lIjoiQ2FsaWJyaSIsIklzQm9sZCI6ZmFsc2UsIklzSXRhbGljIjpmYWxzZSwiSXNVbmRlcmxpbmVkIjpmYWxzZSwiUGFyZW50U3R5bGUiOm51bGx9LCJBdXRvU2l6ZSI6MCwiRm9yZWdyb3VuZCI6eyIkcmVmIjoiMjU3MCJ9LCJNYXhXaWR0aCI6MjAwLjAsIk1heEhlaWdodCI6IkluZmluaXR5IiwiU21hcnRGb3JlZ3JvdW5kSXNBY3RpdmUiOmZhbHNlLCJIb3Jpem9udGFsQWxpZ25tZW50IjowLCJWZXJ0aWNhbEFsaWdubWVudCI6MCwiU21hcnRGb3JlZ3JvdW5kIjpudWxsLCJCYWNrZ3JvdW5kRmlsbFR5cGUiOjAsIk1hcmdpbiI6eyIkcmVmIjoiMjU3MiJ9LCJQYWRkaW5nIjp7IiRyZWYiOiIyNTczIn0sIkJhY2tncm91bmQiOnsiJHJlZiI6IjI1NzQifSwiSXNWaXNpYmxlIjp0cnVlLCJXaWR0aCI6MC4wLCJIZWlnaHQiOjAuMCwiQm9yZGVyU3R5bGUiOm51bGwsIlBhcmVudFN0eWxlIjpudWxsfSwiRHVyYXRpb25TdHlsZSI6eyIkaWQiOiIzMzc2IiwiRm9udFNldHRpbmdzIjp7IiRpZCI6IjMzNzciLCJGb250U2l6ZSI6MTAsIkZvbnROYW1lIjoiQ2FsaWJyaSIsIklzQm9sZCI6ZmFsc2UsIklzSXRhbGljIjpmYWxzZSwiSXNVbmRlcmxpbmVkIjpmYWxzZSwiUGFyZW50U3R5bGUiOm51bGx9LCJBdXRvU2l6ZSI6MCwiRm9yZWdyb3VuZCI6eyIkcmVmIjoiMjU3OCJ9LCJNYXhXaWR0aCI6MjAwLjAsIk1heEhlaWdodCI6IkluZmluaXR5IiwiU21hcnRGb3JlZ3JvdW5kSXNBY3RpdmUiOmZhbHNlLCJIb3Jpem9udGFsQWxpZ25tZW50IjowLCJWZXJ0aWNhbEFsaWdubWVudCI6MCwiU21hcnRGb3JlZ3JvdW5kIjpudWxsLCJCYWNrZ3JvdW5kRmlsbFR5cGUiOjAsIk1hcmdpbiI6eyIkcmVmIjoiMjU4MCJ9LCJQYWRkaW5nIjp7IiRyZWYiOiIyNTgxIn0sIkJhY2tncm91bmQiOnsiJHJlZiI6IjI1ODIifSwiSXNWaXNpYmxlIjp0cnVlLCJXaWR0aCI6MC4wLCJIZWlnaHQiOjAuMCwiQm9yZGVyU3R5bGUiOm51bGwsIlBhcmVudFN0eWxlIjpudWxsfSwiSG9yaXpvbnRhbENvbm5lY3RvclN0eWxlIjp7IiRpZCI6IjMzNzgiLCJMaW5lQ29sb3IiOnsiJHJlZiI6IjI1ODUifSwiTGluZVdlaWdodCI6MS4wLCJMaW5lVHlwZSI6MCwiUGFyZW50U3R5bGUiOm51bGx9LCJWZXJ0aWNhbENvbm5lY3RvclN0eWxlIjp7IiRpZCI6IjMzNzkiLCJMaW5lQ29sb3IiOnsiJHJlZiI6IjI1ODgifSwiTGluZVdlaWdodCI6MC4wLCJMaW5lVHlwZSI6MCwiUGFyZW50U3R5bGUiOm51bGx9LCJNYXJnaW4iOm51bGwsIlN0YXJ0RGF0ZVBvc2l0aW9uIjo2LCJFbmREYXRlUG9zaXRpb24iOjYsIkRhdGVJc1Zpc2libGUiOmZhbHNlLCJUaXRsZVBvc2l0aW9uIjoyLCJEdXJhdGlvblBvc2l0aW9uIjo2LCJQZXJjZW50YWdlQ29tcGxldGVkUG9zaXRpb24iOjYsIlNwYWNpbmciOjMsIklzQmVsb3dUaW1lYmFuZCI6dHJ1ZSwiUGVyY2VudGFnZUNvbXBsZXRlU2hhcGVPcGFjaXR5IjozNSwiQmFzZWxpbmVTdHlsZSI6eyIkaWQiOiIzMzgwIiwiU2hhcGVTdHlsZSI6eyIkaWQiOiIzMzgxIiwiTWFyZ2luIjp7IiRpZCI6IjMzODIiLCJUb3AiOjAuMCwiTGVmdCI6MC4wLCJSaWdodCI6MC4wLCJCb3R0b20iOjAuMH0sIlBhZGRpbmciOnsiJGlkIjoiMzM4MyIsIlRvcCI6MC4wLCJMZWZ0IjowLjAsIlJpZ2h0IjowLjAsIkJvdHRvbSI6MC4wfSwiQmFja2dyb3VuZCI6eyIkaWQiOiIzMzg0IiwiQ29sb3IiOnsiJGlkIjoiMzM4NSIsIkEiOjE1MywiUiI6MCwiRyI6MCwiQiI6MH19LCJJc1Zpc2libGUiOnRydWUsIldpZHRoIjowLjAsIkhlaWdodCI6MC4wLCJCb3JkZXJTdHlsZSI6eyIkaWQiOiIzMzg2IiwiTGluZUNvbG9yIjpudWxsLCJMaW5lV2VpZ2h0IjowLjAsIkxpbmVUeXBlIjowLCJQYXJlbnRTdHlsZSI6bnVsbH0sIlBhcmVudFN0eWxlIjpudWxsfSwiTWFyZ2luIjp7IiRpZCI6IjMzODciLCJUb3AiOjAuMCwiTGVmdCI6MC4wLCJSaWdodCI6MC4wLCJCb3R0b20iOjAuMH0sIlBhZGRpbmciOnsiJGlkIjoiMzM4OCIsIlRvcCI6MC4wLCJMZWZ0IjowLjAsIlJpZ2h0IjowLjAsIkJvdHRvbSI6MC4wfSwiQmFja2dyb3VuZCI6bnVsbCwiSXNWaXNpYmxlIjp0cnVlLCJXaWR0aCI6MC4wLCJIZWlnaHQiOjAuMCwiQm9yZGVyU3R5bGUiOm51bGwsIlBhcmVudFN0eWxlIjpudWxsfSwiU2hhcGVTdHlsZSI6eyIkaWQiOiIzMzg5IiwiTWFyZ2luIjp7IiRyZWYiOiIyNjAwIn0sIlBhZGRpbmciOnsiJHJlZiI6IjI2MDEifSwiQmFja2dyb3VuZCI6eyIkcmVmIjoiMjYwMiJ9LCJJc1Zpc2libGUiOnRydWUsIldpZHRoIjoxMTMuMCwiSGVpZ2h0IjoxNi4wLCJCb3JkZXJTdHlsZSI6eyIkaWQiOiIzMzkwIiwiTGluZUNvbG9yIjp7IiRyZWYiOiIyNjA1In0sIkxpbmVXZWlnaHQiOjAuMCwiTGluZVR5cGUiOjAsIlBhcmVudFN0eWxlIjpudWxsfSwiUGFyZW50U3R5bGUiOm51bGx9LCJUaXRsZVN0eWxlIjp7IiRpZCI6IjMzOTEiLCJGb250U2V0dGluZ3MiOnsiJGlkIjoiMzM5MiIsIkZvbnRTaXplIjoxMSwiRm9udE5hbWUiOiJCb2VocmluZ2VyIEZvcndhcmQgVGV4dCIsIklzQm9sZCI6ZmFsc2UsIklzSXRhbGljIjpmYWxzZSwiSXNVbmRlcmxpbmVkIjpmYWxzZSwiUGFyZW50U3R5bGUiOm51bGx9LCJBdXRvU2l6ZSI6MCwiRm9yZWdyb3VuZCI6eyIkcmVmIjoiMjYwOSJ9LCJNYXhXaWR0aCI6MjAwLjAsIk1heEhlaWdodCI6IkluZmluaXR5IiwiU21hcnRGb3JlZ3JvdW5kSXNBY3RpdmUiOmZhbHNlLCJIb3Jpem9udGFsQWxpZ25tZW50IjoxLCJWZXJ0aWNhbEFsaWdubWVudCI6MCwiU21hcnRGb3JlZ3JvdW5kIjpudWxsLCJCYWNrZ3JvdW5kRmlsbFR5cGUiOjAsIk1hcmdpbiI6eyIkcmVmIjoiMjYxMSJ9LCJQYWRkaW5nIjp7IiRyZWYiOiIyNjEyIn0sIkJhY2tncm91bmQiOnsiJHJlZiI6IjI2MTMifSwiSXNWaXNpYmxlIjp0cnVlLCJXaWR0aCI6MC4wLCJIZWlnaHQiOjAuMCwiQm9yZGVyU3R5bGUiOm51bGwsIlBhcmVudFN0eWxlIjpudWxsfSwiRGF0ZVN0eWxlIjp7IiRpZCI6IjMzOTMiLCJGb250U2V0dGluZ3MiOnsiJGlkIjoiMzM5NCIsIkZvbnRTaXplIjoxMCwiRm9udE5hbWUiOiJDYWxpYnJpIiwiSXNCb2xkIjpmYWxzZSwiSXNJdGFsaWMiOmZhbHNlLCJJc1VuZGVybGluZWQiOmZhbHNlLCJQYXJlbnRTdHlsZSI6bnVsbH0sIkF1dG9TaXplIjowLCJGb3JlZ3JvdW5kIjp7IiRyZWYiOiIyNjE3In0sIk1heFdpZHRoIjoyMDAuMCwiTWF4SGVpZ2h0IjoiSW5maW5pdHkiLCJTbWFydEZvcmVncm91bmRJc0FjdGl2ZSI6ZmFsc2UsIkhvcml6b250YWxBbGlnbm1lbnQiOjIsIlZlcnRpY2FsQWxpZ25tZW50IjowLCJTbWFydEZvcmVncm91bmQiOm51bGwsIkJhY2tncm91bmRGaWxsVHlwZSI6MCwiTWFyZ2luIjp7IiRyZWYiOiIyNjE5In0sIlBhZGRpbmciOnsiJHJlZiI6IjI2MjAifSwiQmFja2dyb3VuZCI6eyIkcmVmIjoiMjYyMSJ9LCJJc1Zpc2libGUiOnRydWUsIldpZHRoIjowLjAsIkhlaWdodCI6MC4wLCJCb3JkZXJTdHlsZSI6bnVsbCwiUGFyZW50U3R5bGUiOm51bGx9LCJEYXRlRm9ybWF0Ijp7IiRyZWYiOiIyNjIzIn0sIldlZWtOdW1iZXJpbmciOnsiJGlkIjoiMzM5NSIsIkZvcm1hdCI6MCwiSXNWaXNpYmxlIjpmYWxzZSwiTGFzdEtub3duVmlzaWJpbGl0eVN0YXRlIjpmYWxzZX0sIklzVmlzaWJsZSI6dHJ1ZSwiUGFyZW50U3R5bGUiOm51bGwsIl9leHBsaWNpdGx5U2V0Ijp7IiRpZCI6IjMzOTYiLCJTaGFwZVN0eWxlIjpmYWxzZSwiVGl0bGVTdHlsZSI6ZmFsc2UsIkRhdGVTdHlsZSI6ZmFsc2UsIkhvcml6b250YWxDb25uZWN0b3JTdHlsZSI6ZmFsc2UsIlZlcnRpY2FsQ29ubmVjdG9yU3R5bGUiOmZhbHNlLCJQZXJjZW50YWdlQ29tcGxldGVTaGFwZU9wYWNpdHkiOmZhbHNlLCJTaGFwZSI6ZmFsc2UsIlNoYXBlVGhpY2tuZXNzIjpmYWxzZSwiRHVyYXRpb25Gb3JtYXQiOmZhbHNlLCJJbmNsdWRlTm9uV29ya2luZ0RheXNJbkR1cmF0aW9uIjpmYWxzZSwiTWFyZ2luIjpmYWxzZSwiU3RhcnREYXRlUG9zaXRpb24iOmZhbHNlLCJFbmREYXRlUG9zaXRpb24iOmZhbHNlLCJUaXRsZVBvc2l0aW9uIjpmYWxzZSwiRHVyYXRpb25Qb3NpdGlvbiI6ZmFsc2UsIlBlcmNlbnRhZ2VDb21wbGV0ZWRQb3NpdGlvbiI6ZmFsc2UsIlNwYWNpbmciOmZhbHNlLCJJc0JlbG93VGltZWJhbmQiOmZhbHNlLCJEYXRlRm9ybWF0IjpmYWxzZSwiV2Vla051bWJlcmluZyI6ZmFsc2UsIklzVmlzaWJsZSI6ZmFsc2V9fSwiRGVmYXVsdFN3aW1sYW5lTW90U3R5bGUiOnsiJGlkIjoiMzM5NyIsIlNoYXBlIjoxNCwiQ29ubmVjdG9yTWFyZ2luIjp7IiRyZWYiOiIyNjI3In0sIkNvbm5lY3RvclN0eWxlIjp7IiRpZCI6IjMzOTgiLCJMaW5lQ29sb3IiOnsiJHJlZiI6IjI2MjkifSwiTGluZVdlaWdodCI6MS4wLCJMaW5lVHlwZSI6MCwiUGFyZW50U3R5bGUiOm51bGx9LCJJc0JlbG93VGltZWJhbmQiOnRydWUsIlBvc2l0aW9uT25UYXNrIjoyLCJIaWRlRGF0ZSI6ZmFsc2UsIlNoYXBlU2l6ZSI6MCwiU3BhY2luZyI6MC4wLCJQYWRkaW5nIjp7IiRyZWYiOiIyNjMxIn0sIlNoYXBlU3R5bGUiOnsiJGlkIjoiMzM5OSIsIk1hcmdpbiI6eyIkcmVmIjoiMjYzMyJ9LCJQYWRkaW5nIjp7IiRyZWYiOiIyNjM0In0sIkJhY2tncm91bmQiOnsiJHJlZiI6IjI2MzUifSwiSXNWaXNpYmxlIjp0cnVlLCJXaWR0aCI6MTIuMCwiSGVpZ2h0IjoxNC4wLCJCb3JkZXJTdHlsZSI6eyIkaWQiOiIzNDAwIiwiTGluZUNvbG9yIjp7IiRyZWYiOiIyNjM4In0sIkxpbmVXZWlnaHQiOjAuMCwiTGluZVR5cGUiOjAsIlBhcmVudFN0eWxlIjpudWxsfSwiUGFyZW50U3R5bGUiOm51bGx9LCJUaXRsZVN0eWxlIjp7IiRpZCI6IjM0MDEiLCJGb250U2V0dGluZ3MiOnsiJGlkIjoiMzQwMiIsIkZvbnRTaXplIjoxMSwiRm9udE5hbWUiOiJCb2VocmluZ2VyIEZvcndhcmQgVGV4dCIsIklzQm9sZCI6dHJ1ZSwiSXNJdGFsaWMiOmZhbHNlLCJJc1VuZGVybGluZWQiOmZhbHNlLCJQYXJlbnRTdHlsZSI6bnVsbH0sIkF1dG9TaXplIjowLCJGb3JlZ3JvdW5kIjp7IiRyZWYiOiIyNjQyIn0sIk1heFdpZHRoIjoyMDAuMCwiTWF4SGVpZ2h0IjoiSW5maW5pdHkiLCJTbWFydEZvcmVncm91bmRJc0FjdGl2ZSI6ZmFsc2UsIkhvcml6b250YWxBbGlnbm1lbnQiOjEsIlZlcnRpY2FsQWxpZ25tZW50IjowLCJTbWFydEZvcmVncm91bmQiOm51bGwsIkJhY2tncm91bmRGaWxsVHlwZSI6MCwiTWFyZ2luIjp7IiRyZWYiOiIyNjQ0In0sIlBhZGRpbmciOnsiJHJlZiI6IjI2NDUifSwiQmFja2dyb3VuZCI6eyIkcmVmIjoiMjY0NiJ9LCJJc1Zpc2libGUiOnRydWUsIldpZHRoIjowLjAsIkhlaWdodCI6MC4wLCJCb3JkZXJTdHlsZSI6bnVsbCwiUGFyZW50U3R5bGUiOm51bGx9LCJEYXRlU3R5bGUiOnsiJGlkIjoiMzQwMyIsIkZvbnRTZXR0aW5ncyI6eyIkaWQiOiIzNDA0IiwiRm9udFNpemUiOjEwLCJGb250TmFtZSI6IkJvZWhyaW5nZXIgRm9yd2FyZCBUZXh0IiwiSXNCb2xkIjpmYWxzZSwiSXNJdGFsaWMiOmZhbHNlLCJJc1VuZGVybGluZWQiOmZhbHNlLCJQYXJlbnRTdHlsZSI6bnVsbH0sIkF1dG9TaXplIjowLCJGb3JlZ3JvdW5kIjp7IiRyZWYiOiIyNjUwIn0sIk1heFdpZHRoIjoyMDAuMCwiTWF4SGVpZ2h0IjoiSW5maW5pdHkiLCJTbWFydEZvcmVncm91bmRJc0FjdGl2ZSI6ZmFsc2UsIkhvcml6b250YWxBbGlnbm1lbnQiOjIsIlZlcnRpY2FsQWxpZ25tZW50IjowLCJTbWFydEZvcmVncm91bmQiOm51bGwsIkJhY2tncm91bmRGaWxsVHlwZSI6MCwiTWFyZ2luIjp7IiRyZWYiOiIyNjUyIn0sIlBhZGRpbmciOnsiJHJlZiI6IjI2NTMifSwiQmFja2dyb3VuZCI6eyIkcmVmIjoiMjY1NCJ9LCJJc1Zpc2libGUiOmZhbHNlLCJXaWR0aCI6MC4wLCJIZWlnaHQiOjAuMCwiQm9yZGVyU3R5bGUiOm51bGwsIlBhcmVudFN0eWxlIjpudWxsfSwiRGF0ZUZvcm1hdCI6eyIkcmVmIjoiMjY1NiJ9LCJXZWVrTnVtYmVyaW5nIjp7IiRpZCI6IjM0MDUiLCJGb3JtYXQiOjAsIklzVmlzaWJsZSI6ZmFsc2UsIkxhc3RLbm93blZpc2liaWxpdHlTdGF0ZSI6ZmFsc2V9LCJJc1Zpc2libGUiOnRydWUsIlBhcmVudFN0eWxlIjpudWxsfSwiRGVmYXVsdFN3aW1sYW5lTWlsZXN0b25lU3R5bGUiOnsiJGlkIjoiMzQwNiIsIlRpdGxlUG9zaXRpb24iOiJSaWdodCIsIkRhdGVQb3NpdGlvbiI6IkxlZnQiLCJTaGFwZVR5cGUiOjEzLCJTaGFwZVNpemUiOjAsIlNwYWNpbmciOjUsIlNoYXBlU3R5bGUiOnsiJGlkIjoiMzQwNyIsIk1hcmdpbiI6eyIkcmVmIjoiMjY2MCJ9LCJQYWRkaW5nIjp7IiRyZWYiOiIyNjYxIn0sIkJhY2tncm91bmQiOnsiJHJlZiI6IjI2NjIifSwiSXNWaXNpYmxlIjp0cnVlLCJXaWR0aCI6MTIuMCwiSGVpZ2h0IjoxNC4wLCJCb3JkZXJTdHlsZSI6eyIkaWQiOiIzNDA4IiwiTGluZUNvbG9yIjp7IiRyZWYiOiIyNjY1In0sIkxpbmVXZWlnaHQiOjAuMCwiTGluZVR5cGUiOjAsIlBhcmVudFN0eWxlIjpudWxsfSwiUGFyZW50U3R5bGUiOm51bGx9LCJUaXRsZVN0eWxlIjp7IiRpZCI6IjM0MDkiLCJGb250U2V0dGluZ3MiOnsiJGlkIjoiMzQxMCIsIkZvbnRTaXplIjoxMSwiRm9udE5hbWUiOiJCb2VocmluZ2VyIEZvcndhcmQgVGV4dCIsIklzQm9sZCI6dHJ1ZSwiSXNJdGFsaWMiOmZhbHNlLCJJc1VuZGVybGluZWQiOmZhbHNlLCJQYXJlbnRTdHlsZSI6bnVsbH0sIkF1dG9TaXplIjowLCJGb3JlZ3JvdW5kIjp7IiRyZWYiOiIyNjY5In0sIk1heFdpZHRoIjoyMDAuMCwiTWF4SGVpZ2h0IjoiSW5maW5pdHkiLCJTbWFydEZvcmVncm91bmRJc0FjdGl2ZSI6ZmFsc2UsIkhvcml6b250YWxBbGlnbm1lbnQiOjAsIlZlcnRpY2FsQWxpZ25tZW50IjowLCJTbWFydEZvcmVncm91bmQiOm51bGwsIkJhY2tncm91bmRGaWxsVHlwZSI6MCwiTWFyZ2luIjp7IiRyZWYiOiIyNjcxIn0sIlBhZGRpbmciOnsiJHJlZiI6IjI2NzIifSwiQmFja2dyb3VuZCI6eyIkcmVmIjoiMjY3MyJ9LCJJc1Zpc2libGUiOnRydWUsIldpZHRoIjowLjAsIkhlaWdodCI6MC4wLCJCb3JkZXJTdHlsZSI6bnVsbCwiUGFyZW50U3R5bGUiOm51bGx9LCJEYXRlU3R5bGUiOnsiJGlkIjoiMzQxMSIsIkZvbnRTZXR0aW5ncyI6eyIkaWQiOiIzNDEyIiwiRm9udFNpemUiOjEwLCJGb250TmFtZSI6IkJvZWhyaW5nZXIgRm9yd2FyZCBUZXh0IiwiSXNCb2xkIjpmYWxzZSwiSXNJdGFsaWMiOmZhbHNlLCJJc1VuZGVybGluZWQiOmZhbHNlLCJQYXJlbnRTdHlsZSI6bnVsbH0sIkF1dG9TaXplIjowLCJGb3JlZ3JvdW5kIjp7IiRyZWYiOiIyNjc3In0sIk1heFdpZHRoIjoyMDAuMCwiTWF4SGVpZ2h0IjoiSW5maW5pdHkiLCJTbWFydEZvcmVncm91bmRJc0FjdGl2ZSI6ZmFsc2UsIkhvcml6b250YWxBbGlnbm1lbnQiOjIsIlZlcnRpY2FsQWxpZ25tZW50IjowLCJTbWFydEZvcmVncm91bmQiOm51bGwsIkJhY2tncm91bmRGaWxsVHlwZSI6MCwiTWFyZ2luIjp7IiRyZWYiOiIyNjc5In0sIlBhZGRpbmciOnsiJHJlZiI6IjI2ODAifSwiQmFja2dyb3VuZCI6eyIkcmVmIjoiMjY4MSJ9LCJJc1Zpc2libGUiOmZhbHNlLCJXaWR0aCI6MC4wLCJIZWlnaHQiOjAuMCwiQm9yZGVyU3R5bGUiOm51bGwsIlBhcmVudFN0eWxlIjpudWxsfSwiRGF0ZUZvcm1hdCI6eyIkcmVmIjoiMjY4MyJ9LCJXZWVrTnVtYmVyaW5nIjp7IiRpZCI6IjM0MTMiLCJGb3JtYXQiOjAsIklzVmlzaWJsZSI6ZmFsc2UsIkxhc3RLbm93blZpc2liaWxpdHlTdGF0ZSI6ZmFsc2V9LCJJc1Zpc2libGUiOnRydWUsIlBhcmVudFN0eWxlIjpudWxsfSwiRGVmYXVsdFN3aW1sYW5lQWN0aXZpdHlTdHlsZSI6eyIkaWQiOiIzNDE0IiwiSGVhZGVyU3R5bGUiOnsiJGlkIjoiMzQxNSIsIlRleHRTdHlsZSI6eyIkaWQiOiIzNDE2IiwiRm9udFNldHRpbmdzIjp7IiRpZCI6IjM0MTciLCJGb250U2l6ZSI6MTEsIkZvbnROYW1lIjoiQ2FsaWJyaSIsIklzQm9sZCI6ZmFsc2UsIklzSXRhbGljIjpmYWxzZSwiSXNVbmRlcmxpbmVkIjpmYWxzZSwiUGFyZW50U3R5bGUiOm51bGx9LCJBdXRvU2l6ZSI6MiwiRm9yZWdyb3VuZCI6eyIkcmVmIjoiMjY4OSJ9LCJNYXhXaWR0aCI6MC4wLCJNYXhIZWlnaHQiOiJJbmZpbml0eSIsIlNtYXJ0Rm9yZWdyb3VuZElzQWN0aXZlIjpmYWxzZSwiSG9yaXpvbnRhbEFsaWdubWVudCI6MCwiVmVydGljYWxBbGlnbm1lbnQiOjAsIlNtYXJ0Rm9yZWdyb3VuZCI6bnVsbCwiQmFja2dyb3VuZEZpbGxUeXBlIjowLCJNYXJnaW4iOnsiJHJlZiI6IjI2OTEifSwiUGFkZGluZyI6eyIkcmVmIjoiMjY5MiJ9LCJCYWNrZ3JvdW5kIjp7IiRyZWYiOiIyNjkzIn0sIklzVmlzaWJsZSI6dHJ1ZSwiV2lkdGgiOjAuMCwiSGVpZ2h0IjowLjAsIkJvcmRlclN0eWxlIjpudWxsLCJQYXJlbnRTdHlsZSI6bnVsbH0sIlJlY3RhbmdsZVN0eWxlIjp7IiRpZCI6IjM0MTgiLCJNYXJnaW4iOnsiJHJlZiI6IjI2OTYifSwiUGFkZGluZyI6eyIkcmVmIjoiMjY5NyJ9LCJCYWNrZ3JvdW5kIjp7IiRyZWYiOiIyNjk4In0sIklzVmlzaWJsZSI6dHJ1ZSwiV2lkdGgiOjAuMCwiSGVpZ2h0IjowLjAsIkJvcmRlclN0eWxlIjp7IiRpZCI6IjM0MTkiLCJMaW5lQ29sb3IiOnsiJHJlZiI6IjI3MDEifSwiTGluZVdlaWdodCI6MC4wLCJMaW5lVHlwZSI6MCwiUGFyZW50U3R5bGUiOm51bGx9LCJQYXJlbnRTdHlsZSI6bnVsbH0sIk1hcmdpbiI6eyIkcmVmIjoiMjcwMyJ9LCJQYWRkaW5nIjp7IiRyZWYiOiIyNzA0In0sIkJhY2tncm91bmQiOm51bGwsIklzVmlzaWJsZSI6dHJ1ZSwiV2lkdGgiOjAuMCwiSGVpZ2h0IjowLjAsIkJvcmRlclN0eWxlIjpudWxsLCJQYXJlbnRTdHlsZSI6bnVsbH0sIkJhY2tncm91bmRTdHlsZSI6eyIkaWQiOiIzNDIwIiwiTWFyZ2luIjp7IiRyZWYiOiIyNzA2In0sIlBhZGRpbmciOnsiJHJlZiI6IjI3MDcifSwiQmFja2dyb3VuZCI6eyIkcmVmIjoiMjU2MiJ9LCJJc1Zpc2libGUiOnRydWUsIldpZHRoIjowLjAsIkhlaWdodCI6MC4wLCJCb3JkZXJTdHlsZSI6eyIkaWQiOiIzNDIxIiwiTGluZUNvbG9yIjp7IiRyZWYiOiIyNzA5In0sIkxpbmVXZWlnaHQiOjAuMCwiTGluZVR5cGUiOjAsIlBhcmVudFN0eWxlIjpudWxsfSwiUGFyZW50U3R5bGUiOm51bGx9LCJNYXJnaW4iOnsiJHJlZiI6IjI3MTEifSwiUGFkZGluZyI6eyIkcmVmIjoiMjcxMiJ9LCJJc1Zpc2libGUiOnRydWUsIldpZHRoIjowLjAsIkhlaWdodCI6MC4wLCJCb3JkZXJTdHlsZSI6bnVsbCwiUGFyZW50U3R5bGUiOm51bGx9LCJNYXJnaW4iOnsiJGlkIjoiMzQyMiIsIlRvcCI6MC4wLCJMZWZ0IjowLjAsIlJpZ2h0IjowLjAsIkJvdHRvbSI6MC4wfSwiUGFkZGluZyI6eyIkaWQiOiIzNDIzIiwiVG9wIjowLjAsIkxlZnQiOjAuMCwiUmlnaHQiOjAuMCwiQm90dG9tIjowLjB9LCJJc1Zpc2libGUiOnRydWUsIldpZHRoIjowLjAsIkhlaWdodCI6MC4wLCJCb3JkZXJTdHlsZSI6eyIkaWQiOiIzNDI0IiwiTGluZUNvbG9yIjpudWxsLCJMaW5lV2VpZ2h0IjowLjAsIkxpbmVUeXBlIjowLCJQYXJlbnRTdHlsZSI6bnVsbH0sIlBhcmVudFN0eWxlIjpudWxsfV19LCJTY2FsZSI6bnVsbCwiU2NhbGVWMiI6eyIkaWQiOiIzNDI1IiwiU3RhcnREYXRlIjoiMjAyNC0wMS0xM1QxMDowMDowMCIsIkVuZERhdGUiOiIyMDM2LTEyLTI5VDA4OjAwOjAwIiwiQXV0b0RhdGVSYW5nZSI6dHJ1ZSwiV29ya2luZ0RheXMiOjMxLCJGaXNjYWxZZWFyIjp7IiRpZCI6IjM0MjYiLCJTdGFydE1vbnRoIjoxLCJVc2VTdGFydGluZ1llYXJGb3JOdW1iZXJpbmciOnRydWUsIlNob3dGaXNjYWxZZWFyTGFiZWwiOnRydWV9LCJUb2RheU1hcmtlclRleHQiOiJUb2RheSIsIkF1dG9TY2FsZVR5cGUiOmZhbHNlLCJUaW1lYmFuZFNjYWxlcyI6eyIkaWQiOiIzNDI3IiwiVG9wU2NhbGVMYXllciI6eyIkaWQiOiIzNDI4IiwiRm9ybWF0IjoiTU1NIiwiVHlwZSI6NCwiR3JvdXBpbmdJbnRlcnZhbHMiOnsiJGlkIjoiMzQyOSIsIklzU2V0IjpmYWxzZSwiR3JvdXBpbmdTdGVwQ291bnQiOjF9fSwiTWlkZGxlU2NhbGVMYXllciI6eyIkaWQiOiIzNDMwIiwiRm9ybWF0IjoiTU1NIiwiVHlwZSI6MywiR3JvdXBpbmdJbnRlcnZhbHMiOnsiJGlkIjoiMzQzMSIsIklzU2V0IjpmYWxzZSwiR3JvdXBpbmdTdGVwQ291bnQiOjF9fSwiQm90dG9tU2NhbGVMYXllciI6eyIkaWQiOiIzNDMyIiwiRm9ybWF0IjpudWxsLCJUeXBlIjowLCJHcm91cGluZ0ludGVydmFscyI6eyIkaWQiOiIzNDMzIiwiSXNTZXQiOmZhbHNlLCJHcm91cGluZ1N0ZXBDb3VudCI6MX19fX0sIk1pbGVzdG9uZXMiOltdLCJUYXNrcyI6W10sIlN3aW1sYW5lcyI6W10sIk1zUHJvamVjdEl0ZW1zVHJlZSI6eyIkaWQiOiIzNDM0IiwiUm9vdCI6eyJJbXBvcnRJZCI6bnVsbCwiSXNJbXBvcnRlZCI6ZmFsc2UsIkNoaWxkcmVuIjpbXX19LCJNZXRhZGF0YSI6eyIkaWQiOiIzNDM1IiwiUmVjZW50Q29sb3JzQ29sbGVjdGlvbiI6IltcIiNGRjA4MzEyQVwiLFwiI0ZGMDBFNDdDXCJdIiwiU291cmNlVGVtcGxhdGUiOiJ7XCIkaWRcIjpcIjFcIixcIklkXCI6XCJkZjk0Y2RjNi03MmE0LTQxNGEtOTE5Yy0wYmEzZTEyYWY1NjJcIixcIkN1bHR1cmVJbmZvTmFtZVwiOlwiZW4tVVNcIixcIlZlcnNpb25cIjp7XCIkaWRcIjpcIjJcIixcIlRlbXBsYXRlRG9tVmVyc2lvblwiOlwiMS40LjBcIn0sXCJFZmZlY3RcIjowLFwiU3R5bGVcIjp7XCIkaWRcIjpcIjNcIixcIlRpbWViYW5kU3R5bGVcIjp7XCIkaWRcIjpcIjRcIixcIlNjYWxlTWFya2luZ1wiOjAsXCJTaGFwZVwiOjAsXCJTaGFwZVN0eWxlXCI6e1wiJGlkXCI6XCI1XCIsXCJNYXJnaW5cIjp7XCIkaWRcIjpcIjZcIixcIlRvcFwiOjAuMCxcIkxlZnRcIjoxMC4wLFwiUmlnaHRcIjoxMC4wLFwiQm90dG9tXCI6MC4wfSxcIlBhZGRpbmdcIjp7XCIkaWRcIjpcIjdcIixcIlRvcFwiOjMuMCxcIkxlZnRcIjowLjAsXCJSaWdodFwiOjAuMCxcIkJvdHRvbVwiOjMuMH0sXCJCYWNrZ3JvdW5kXCI6e1wiJGlkXCI6XCI4XCIsXCJDb2xvclwiOntcIiRpZFwiOlwiOVwiLFwiQVwiOjI1NSxcIlJcIjowLFwiR1wiOjIyOCxcIkJcIjoxMjR9fSxcIklzVmlzaWJsZVwiOnRydWUsXCJXaWR0aFwiOjg1OC4wLFwiSGVpZ2h0XCI6MjAuMCxcIkJvcmRlclN0eWxlXCI6e1wiJGlkXCI6XCIxMFwiLFwiTGluZUNvbG9yXCI6e1wiJGlkXCI6XCIxMVwiLFwiJHR5cGVcIjpcIk5MUkUuQ29tbW9uLkRvbS5Tb2xpZENvbG9yQnJ1c2gsIE5MUkUuQ29tbW9uXCIsXCJDb2xvclwiOntcIiRpZFwiOlwiMTJcIixcIkFcIjoyNTUsXCJSXCI6MjU1LFwiR1wiOjAsXCJCXCI6MH19LFwiTGluZVdlaWdodFwiOjAuMCxcIkxpbmVUeXBlXCI6MH19LFwiTWlkZGxlVGllclNoYXBlU3R5bGVcIjp7XCIkaWRcIjpcIjEzXCIsXCJNYXJnaW5cIjp7XCIkaWRcIjpcIjE0XCIsXCJUb3BcIjowLjAsXCJMZWZ0XCI6MTAuMCxcIlJpZ2h0XCI6MTAuMCxcIkJvdHRvbVwiOjAuMH0sXCJQYWRkaW5nXCI6e1wiJGlkXCI6XCIxNVwiLFwiVG9wXCI6My4wLFwiTGVmdFwiOjAuMCxcIlJpZ2h0XCI6MC4wLFwiQm90dG9tXCI6My4wfSxcIkJhY2tncm91bmRcIjp7XCIkaWRcIjpcIjE2XCIsXCJDb2xvclwiOntcIiRpZFwiOlwiMTdcIixcIkFcIjoyNTUsXCJSXCI6MCxcIkdcIjoyMjgsXCJCXCI6MTI0fX0sXCJJc1Zpc2libGVcIjp0cnVlLFwiV2lkdGhcIjo4NTguMCxcIkhlaWdodFwiOjIwLjAsXCJCb3JkZXJTdHlsZVwiOntcIiRpZFwiOlwiMThcIixcIkxpbmVDb2xvclwiOntcIiRpZFwiOlwiMTlcIixcIiR0eXBlXCI6XCJOTFJFLkNvbW1vbi5Eb20uU29saWRDb2xvckJydXNoLCBOTFJFLkNvbW1vblwiLFwiQ29sb3JcIjp7XCIkaWRcIjpcIjIwXCIsXCJBXCI6MjU1LFwiUlwiOjI1NSxcIkdcIjowLFwiQlwiOjB9fSxcIkxpbmVXZWlnaHRcIjowLjAsXCJMaW5lVHlwZVwiOjB9fSxcIkJvdHRvbVRpZXJTaGFwZVN0eWxlXCI6e1wiJGlkXCI6XCIyMVwiLFwiTWFyZ2luXCI6e1wiJGlkXCI6XCIyMlwiLFwiVG9wXCI6MC4wLFwiTGVmdFwiOjEwLjAsXCJSaWdodFwiOjEwLjAsXCJCb3R0b21cIjowLjB9LFwiUGFkZGluZ1wiOntcIiRpZFwiOlwiMjNcIixcIlRvcFwiOjMuMCxcIkxlZnRcIjowLjAsXCJSaWdodFwiOjAuMCxcIkJvdHRvbVwiOjMuMH0sXCJCYWNrZ3JvdW5kXCI6e1wiJGlkXCI6XCIyNFwiLFwiQ29sb3JcIjp7XCIkaWRcIjpcIjI1XCIsXCJBXCI6MjU1LFwiUlwiOjY4LFwiR1wiOjg0LFwiQlwiOjEwNn19LFwiSXNWaXNpYmxlXCI6dHJ1ZSxcIldpZHRoXCI6ODU4LjAsXCJIZWlnaHRcIjoyMC4wLFwiQm9yZGVyU3R5bGVcIjp7XCIkaWRcIjpcIjI2XCIsXCJMaW5lQ29sb3JcIjp7XCIkaWRcIjpcIjI3XCIsXCIkdHlwZVwiOlwiTkxSRS5Db21tb24uRG9tLlNvbGlkQ29sb3JCcnVzaCwgTkxSRS5Db21tb25cIixcIkNvbG9yXCI6e1wiJGlkXCI6XCIyOFwiLFwiQVwiOjI1NSxcIlJcIjoyNTUsXCJHXCI6MCxcIkJcIjowfX0sXCJMaW5lV2VpZ2h0XCI6MC4wLFwiTGluZVR5cGVcIjowfX0sXCJSaWdodEVuZENhcHNTdHlsZVwiOntcIiRpZFwiOlwiMjlcIixcIkZvbnRTZXR0aW5nc1wiOntcIiRpZFwiOlwiMzBcIixcIkZvbnRTaXplXCI6MTgsXCJGb250TmFtZVwiOlwiQ2FsaWJyaVwiLFwiSXNCb2xkXCI6dHJ1ZSxcIklzSXRhbGljXCI6ZmFsc2UsXCJJc1VuZGVybGluZWRcIjpmYWxzZX0sXCJBdXRvU2l6ZVwiOjAsXCJGb3JlZ3JvdW5kXCI6e1wiJGlkXCI6XCIzMVwiLFwiQ29sb3JcIjp7XCIkaWRcIjpcIjMyXCIsXCJBXCI6MjU1LFwiUlwiOjgsXCJHXCI6NDksXCJCXCI6NDJ9fSxcIkJhY2tncm91bmRGaWxsVHlwZVwiOjAsXCJNYXhXaWR0aFwiOlwiSW5maW5pdHlcIixcIk1heEhlaWdodFwiOlwiSW5maW5pdHlcIixcIlNtYXJ0Rm9yZWdyb3VuZElzQWN0aXZlXCI6ZmFsc2UsXCJIb3Jpem9udGFsQWxpZ25tZW50XCI6MCxcIlZlcnRpY2FsQWxpZ25tZW50XCI6MCxcIlNtYXJ0Rm9yZWdyb3VuZFwiOm51bGwsXCJNYXJnaW5cIjp7XCIkaWRcIjpcIjMzXCIsXCJUb3BcIjowLjAsXCJMZWZ0XCI6MC4wLFwiUmlnaHRcIjoyMC4wLFwiQm90dG9tXCI6MC4wfSxcIlBhZGRpbmdcIjp7XCIkaWRcIjpcIjM0XCIsXCJUb3BcIjowLjAsXCJMZWZ0XCI6MC4wLFwiUmlnaHRcIjowLjAsXCJCb3R0b21cIjowLjB9LFwiQmFja2dyb3VuZFwiOntcIiRpZFwiOlwiMzVcIixcIkNvbG9yXCI6e1wiJGlkXCI6XCIzNlwiLFwiQVwiOjAsXCJSXCI6MCxcIkdcIjowLFwiQlwiOjB9fSxcIklzVmlzaWJsZVwiOnRydWUsXCJXaWR0aFwiOjAuMCxcIkhlaWdodFwiOjAuMCxcIkJvcmRlclN0eWxlXCI6bnVsbH0sXCJMZWZ0RW5kQ2Fwc1N0eWxlXCI6e1wiJGlkXCI6XCIzN1wiLFwiRm9udFNldHRpbmdzXCI6e1wiJGlkXCI6XCIzOFwiLFwiRm9udFNpemVcIjoxOCxcIkZvbnROYW1lXCI6XCJDYWxpYnJpXCIsXCJJc0JvbGRcIjp0cnVlLFwiSXNJdGFsaWNcIjpmYWxzZSxcIklzVW5kZXJsaW5lZFwiOmZhbHNlfSxcIkF1dG9TaXplXCI6MCxcIkZvcmVncm91bmRcIjp7XCIkaWRcIjpcIjM5XCIsXCJDb2xvclwiOntcIiRpZFwiOlwiNDBcIixcIkFcIjoyNTUsXCJSXCI6MjM3LFwiR1wiOjEyNSxcIkJcIjo0OX19LFwiQmFja2dyb3VuZEZpbGxUeXBlXCI6MCxcIk1heFdpZHRoXCI6XCJJbmZpbml0eVwiLFwiTWF4SGVpZ2h0XCI6XCJJbmZpbml0eVwiLFwiU21hcnRGb3JlZ3JvdW5kSXNBY3RpdmVcIjpmYWxzZSxcIkhvcml6b250YWxBbGlnbm1lbnRcIjowLFwiVmVydGljYWxBbGlnbm1lbnRcIjowLFwiU21hcnRGb3JlZ3JvdW5kXCI6bnVsbCxcIk1hcmdpblwiOntcIiRpZFwiOlwiNDFcIixcIlRvcFwiOjAuMCxcIkxlZnRcIjozOS41MDY2NjY2NjY2NjY2NjEsXCJSaWdodFwiOjAuMCxcIkJvdHRvbVwiOjAuMH0sXCJQYWRkaW5nXCI6e1wiJGlkXCI6XCI0MlwiLFwiVG9wXCI6MC4wLFwiTGVmdFwiOjAuMCxcIlJpZ2h0XCI6MC4wLFwiQm90dG9tXCI6MC4wfSxcIkJhY2tncm91bmRcIjp7XCIkaWRcIjpcIjQzXCIsXCJDb2xvclwiOntcIiRpZFwiOlwiNDRcIixcIkFcIjowLFwiUlwiOjAsXCJHXCI6MCxcIkJcIjowfX0sXCJJc1Zpc2libGVcIjpmYWxzZSxcIldpZHRoXCI6MC4wLFwiSGVpZ2h0XCI6MC4wLFwiQm9yZGVyU3R5bGVcIjpudWxsfSxcIlRvZGF5VGV4dFN0eWxlXCI6e1wiJGlkXCI6XCI0NVwiLFwiRm9udFNldHRpbmdzXCI6e1wiJGlkXCI6XCI0NlwiLFwiRm9udFNpemVcIjoxMixcIkZvbnROYW1lXCI6XCJDYWxpYnJpXCIsXCJJc0JvbGRcIjpmYWxzZSxcIklzSXRhbGljXCI6ZmFsc2UsXCJJc1VuZGVybGluZWRcIjpmYWxzZX0sXCJBdXRvU2l6ZVwiOjAsXCJGb3JlZ3JvdW5kXCI6e1wiJGlkXCI6XCI0N1wiLFwiQ29sb3JcIjp7XCIkaWRcIjpcIjQ4XCIsXCJBXCI6MjU1LFwiUlwiOjgsXCJHXCI6NDksXCJCXCI6NDJ9fSxcIkJhY2tncm91bmRGaWxsVHlwZVwiOjAsXCJNYXhXaWR0aFwiOjIwMC4wLFwiTWF4SGVpZ2h0XCI6XCJJbmZpbml0eVwiLFwiU21hcnRGb3JlZ3JvdW5kSXNBY3RpdmVcIjpmYWxzZSxcIkhvcml6b250YWxBbGlnbm1lbnRcIjowLFwiVmVydGljYWxBbGlnbm1lbnRcIjowLFwiU21hcnRGb3JlZ3JvdW5kXCI6bnVsbCxcIk1hcmdpblwiOntcIiRpZFwiOlwiNDlcIixcIlRvcFwiOjAuMCxcIkxlZnRcIjowLjAsXCJSaWdodFwiOjAuMCxcIkJvdHRvbVwiOjAuMH0sXCJQYWRkaW5nXCI6e1wiJGlkXCI6XCI1MFwiLFwiVG9wXCI6MC4wLFwiTGVmdFwiOjAuMCxcIlJpZ2h0XCI6MC4wLFwiQm90dG9tXCI6MC4wfSxcIkJhY2tncm91bmRcIjp7XCIkaWRcIjpcIjUxXCIsXCJDb2xvclwiOntcIiRpZFwiOlwiNTJcIixcIkFcIjowLFwiUlwiOjAsXCJHXCI6MCxcIkJcIjowfX0sXCJJc1Zpc2libGVcIjp0cnVlLFwiV2lkdGhcIjowLjAsXCJIZWlnaHRcIjowLjAsXCJCb3JkZXJTdHlsZVwiOm51bGx9LFwiVG9kYXlNYXJrZXJTdHlsZVwiOntcIiRpZFwiOlwiNTNcIixcIk1hcmdpblwiOntcIiRpZFwiOlwiNTRcIixcIlRvcFwiOjAuMCxcIkxlZnRcIjowLjAsXCJSaWdodFwiOjAuMCxcIkJvdHRvbVwiOjAuMH0sXCJQYWRkaW5nXCI6e1wiJGlkXCI6XCI1NVwiLFwiVG9wXCI6MC4wLFwiTGVmdFwiOjAuMCxcIlJpZ2h0XCI6MC4wLFwiQm90dG9tXCI6MC4wfSxcIkJhY2tncm91bmRcIjp7XCIkaWRcIjpcIjU2XCIsXCJDb2xvclwiOntcIiRpZFwiOlwiNTdcIixcIkFcIjoyNTUsXCJSXCI6MjU1LFwiR1wiOjAsXCJCXCI6MH19LFwiSXNWaXNpYmxlXCI6dHJ1ZSxcIldpZHRoXCI6MC4wLFwiSGVpZ2h0XCI6MC4wLFwiQm9yZGVyU3R5bGVcIjpudWxsfSxcIlNjYWxlU3R5bGVcIjp7XCIkaWRcIjpcIjU4XCIsXCJTaG93U2VnbWVudFNlcGFyYXRvcnNcIjp0cnVlLFwiU2VnbWVudFNlcGFyYXRvck9wYWNpdHlcIjozMCxcIlNoYXBlXCI6MyxcIkhhc0JlZW5WaXNpYmxlQmVmb3JlXCI6dHJ1ZSxcIkZvbnRTZXR0aW5nc1wiOntcIiRpZFwiOlwiNTlcIixcIkZvbnRTaXplXCI6MTIsXCJGb250TmFtZVwiOlwiQm9laHJpbmdlciBGb3J3YXJkIFRleHRcIixcIklzQm9sZFwiOmZhbHNlLFwiSXNJdGFsaWNcIjpmYWxzZSxcIklzVW5kZXJsaW5lZFwiOmZhbHNlfSxcIkF1dG9TaXplXCI6MCxcIkZvcmVncm91bmRcIjp7XCIkaWRcIjpcIjYwXCIsXCJDb2xvclwiOntcIiRpZFwiOlwiNjFcIixcIkFcIjoyNTUsXCJSXCI6OCxcIkdcIjo0OSxcIkJcIjo0Mn19LFwiQmFja2dyb3VuZEZpbGxUeXBlXCI6MCxcIk1heFdpZHRoXCI6MjAwLjAsXCJNYXhIZWlnaHRcIjpcIkluZmluaXR5XCIsXCJTbWFydEZvcmVncm91bmRJc0FjdGl2ZVwiOmZhbHNlLFwiSG9yaXpvbnRhbEFsaWdubWVudFwiOjAsXCJWZXJ0aWNhbEFsaWdubWVudFwiOjEsXCJTbWFydEZvcmVncm91bmRcIjpudWxsLFwiTWFyZ2luXCI6e1wiJGlkXCI6XCI2MlwiLFwiVG9wXCI6MC4wLFwiTGVmdFwiOjUuMCxcIlJpZ2h0XCI6MC4wLFwiQm90dG9tXCI6MC4wfSxcIlBhZGRpbmdcIjp7XCIkaWRcIjpcIjYzXCIsXCJUb3BcIjowLjAsXCJMZWZ0XCI6MC4wLFwiUmlnaHRcIjowLjAsXCJCb3R0b21cIjowLjB9LFwiQmFja2dyb3VuZFwiOntcIiRpZFwiOlwiNjRcIixcIkNvbG9yXCI6e1wiJGlkXCI6XCI2NVwiLFwiQVwiOjAsXCJSXCI6MCxcIkdcIjowLFwiQlwiOjB9fSxcIklzVmlzaWJsZVwiOnRydWUsXCJXaWR0aFwiOjAuMCxcIkhlaWdodFwiOjAuMCxcIkJvcmRlclN0eWxlXCI6bnVsbH0sXCJNaWRkbGVUaWVyU2NhbGVTdHlsZVwiOntcIiRpZFwiOlwiNjZcIixcIlNob3dTZWdtZW50U2VwYXJhdG9yc1wiOnRydWUsXCJTZWdtZW50U2VwYXJhdG9yT3BhY2l0eVwiOjMwLFwiU2hhcGVcIjozLFwiSGFzQmVlblZpc2libGVCZWZvcmVcIjp0cnVlLFwiRm9udFNldHRpbmdzXCI6e1wiJGlkXCI6XCI2N1wiLFwiRm9udFNpemVcIjoxMixcIkZvbnROYW1lXCI6XCJCb2VocmluZ2VyIEZvcndhcmQgVGV4dFwiLFwiSXNCb2xkXCI6ZmFsc2UsXCJJc0l0YWxpY1wiOmZhbHNlLFwiSXNVbmRlcmxpbmVkXCI6ZmFsc2V9LFwiQXV0b1NpemVcIjowLFwiRm9yZWdyb3VuZFwiOntcIiRpZFwiOlwiNjhcIixcIkNvbG9yXCI6e1wiJHJlZlwiOlwiNjFcIn19LFwiQmFja2dyb3VuZEZpbGxUeXBlXCI6MCxcIk1heFdpZHRoXCI6MjAwLjAsXCJNYXhIZWlnaHRcIjpcIkluZmluaXR5XCIsXCJTbWFydEZvcmVncm91bmRJc0FjdGl2ZVwiOmZhbHNlLFwiSG9yaXpvbnRhbEFsaWdubWVudFwiOjAsXCJWZXJ0aWNhbEFsaWdubWVudFwiOjEsXCJTbWFydEZvcmVncm91bmRcIjpudWxsLFwiTWFyZ2luXCI6e1wiJGlkXCI6XCI2OVwiLFwiVG9wXCI6MC4wLFwiTGVmdFwiOjUuMCxcIlJpZ2h0XCI6MC4wLFwiQm90dG9tXCI6MC4wfSxcIlBhZGRpbmdcIjp7XCIkaWRcIjpcIjcwXCIsXCJUb3BcIjowLjAsXCJMZWZ0XCI6MC4wLFwiUmlnaHRcIjowLjAsXCJCb3R0b21cIjowLjB9LFwiQmFja2dyb3VuZFwiOntcIiRpZFwiOlwiNzFcIixcIkNvbG9yXCI6e1wiJGlkXCI6XCI3MlwiLFwiQVwiOjAsXCJSXCI6MCxcIkdcIjowLFwiQlwiOjB9fSxcIklzVmlzaWJsZVwiOmZhbHNlLFwiV2lkdGhcIjowLjAsXCJIZWlnaHRcIjowLjAsXCJCb3JkZXJTdHlsZVwiOm51bGx9LFwiQm90dG9tVGllclNjYWxlU3R5bGVcIjp7XCIkaWRcIjpcIjczXCIsXCJTaG93U2VnbWVudFNlcGFyYXRvcnNcIjp0cnVlLFwiU2VnbWVudFNlcGFyYXRvck9wYWNpdHlcIjozMCxcIlNoYXBlXCI6MyxcIkhhc0JlZW5WaXNpYmxlQmVmb3JlXCI6ZmFsc2UsXCJGb250U2V0dGluZ3NcIjp7XCIkaWRcIjpcIjc0XCIsXCJGb250U2l6ZVwiOjEyLFwiRm9udE5hbWVcIjpcIkNhbGlicmlcIixcIklzQm9sZFwiOmZhbHNlLFwiSXNJdGFsaWNcIjpmYWxzZSxcIklzVW5kZXJsaW5lZFwiOmZhbHNlfSxcIkF1dG9TaXplXCI6MCxcIkZvcmVncm91bmRcIjp7XCIkaWRcIjpcIjc1XCIsXCJDb2xvclwiOntcIiRpZFwiOlwiNzZcIixcIkFcIjoyNTUsXCJSXCI6MjU1LFwiR1wiOjI1NSxcIkJcIjoyNTV9fSxcIkJhY2tncm91bmRGaWxsVHlwZVwiOjAsXCJNYXhXaWR0aFwiOjIwMC4wLFwiTWF4SGVpZ2h0XCI6XCJJbmZpbml0eVwiLFwiU21hcnRGb3JlZ3JvdW5kSXNBY3RpdmVcIjpmYWxzZSxcIkhvcml6b250YWxBbGlnbm1lbnRcIjowLFwiVmVydGljYWxBbGlnbm1lbnRcIjoxLFwiU21hcnRGb3JlZ3JvdW5kXCI6bnVsbCxcIk1hcmdpblwiOntcIiRpZFwiOlwiNzdcIixcIlRvcFwiOjAuMCxcIkxlZnRcIjo1LjAsXCJSaWdodFwiOjAuMCxcIkJvdHRvbVwiOjAuMH0sXCJQYWRkaW5nXCI6e1wiJGlkXCI6XCI3OFwiLFwiVG9wXCI6MC4wLFwiTGVmdFwiOjAuMCxcIlJpZ2h0XCI6MC4wLFwiQm90dG9tXCI6MC4wfSxcIkJhY2tncm91bmRcIjp7XCIkaWRcIjpcIjc5XCIsXCJDb2xvclwiOntcIiRpZFwiOlwiODBcIixcIkFcIjowLFwiUlwiOjAsXCJHXCI6MCxcIkJcIjowfX0sXCJJc1Zpc2libGVcIjpmYWxzZSxcIldpZHRoXCI6MC4wLFwiSGVpZ2h0XCI6MC4wLFwiQm9yZGVyU3R5bGVcIjpudWxsfSxcIlNpbmdsZVNjYWxlU2hhcGVTdHlsZVwiOntcIiRpZFwiOlwiODFcIixcIlNoYXBlXCI6MCxcIkhlaWdodFwiOjAuMH0sXCJFbGFwc2VkVGltZUJhY2tncm91bmRcIjp7XCIkaWRcIjpcIjgyXCIsXCJDb2xvclwiOntcIiRpZFwiOlwiODNcIixcIkFcIjoxOTEsXCJSXCI6MjU1LFwiR1wiOjAsXCJCXCI6MH19LFwiQXBwZW5kWWVhck9uWWVhckNoYW5nZVwiOmZhbHNlLFwiRWxhcHNlZFRpbWVGb3JtYXRcIjowLFwiVG9kYXlNYXJrZXJQb3NpdGlvblwiOjAsXCJRdWlja1Bvc2l0aW9uXCI6MyxcIkFic29sdXRlUG9zaXRpb25cIjoyMzQuMTM5NTI2LFwiTWFyZ2luXCI6e1wiJGlkXCI6XCI4NFwiLFwiVG9wXCI6MC4wLFwiTGVmdFwiOjEwLjAsXCJSaWdodFwiOjEwLjAsXCJCb3R0b21cIjowLjB9LFwiUGFkZGluZ1wiOntcIiRpZFwiOlwiODVcIixcIlRvcFwiOjAuMCxcIkxlZnRcIjowLjAsXCJSaWdodFwiOjAuMCxcIkJvdHRvbVwiOjAuMH0sXCJCYWNrZ3JvdW5kXCI6e1wiJGlkXCI6XCI4NlwiLFwiQ29sb3JcIjp7XCIkaWRcIjpcIjg3XCIsXCJBXCI6MjU1LFwiUlwiOjQ3LFwiR1wiOjU0LFwiQlwiOjE1M319LFwiSXNWaXNpYmxlXCI6dHJ1ZSxcIldpZHRoXCI6MC4wLFwiSGVpZ2h0XCI6MC4wLFwiQm9yZGVyU3R5bGVcIjpudWxsfSxcIkRlZmF1bHRNaWxlc3RvbmVTdHlsZVwiOntcIiRpZFwiOlwiODhcIixcIlNoYXBlXCI6MixcIkNvbm5lY3Rvck1hcmdpblwiOntcIiRpZFwiOlwiODlcIixcIlRvcFwiOjAuMCxcIkxlZnRcIjoyLjAsXCJSaWdodFwiOjIuMCxcIkJvdHRvbVwiOjAuMH0sXCJDb25uZWN0b3JTdHlsZVwiOntcIiRpZFwiOlwiOTBcIixcIkxpbmVDb2xvclwiOntcIiRpZFwiOlwiOTFcIixcIiR0eXBlXCI6XCJOTFJFLkNvbW1vbi5Eb20uU29saWRDb2xvckJydXNoLCBOTFJFLkNvbW1vblwiLFwiQ29sb3JcIjp7XCIkaWRcIjpcIjkyXCIsXCJBXCI6MTI3LFwiUlwiOjc5LFwiR1wiOjEyOSxcIkJcIjoxODl9fSxcIkxpbmVXZWlnaHRcIjoxLjAsXCJMaW5lVHlwZVwiOjB9LFwiSXNCZWxvd1RpbWViYW5kXCI6ZmFsc2UsXCJIaWRlRGF0ZVwiOmZhbHNlLFwiU2hhcGVTaXplXCI6MSxcIlNwYWNpbmdcIjowLjAsXCJQYWRkaW5nXCI6e1wiJGlkXCI6XCI5M1wiLFwiVG9wXCI6NS4wLFwiTGVmdFwiOjMuMCxcIlJpZ2h0XCI6MC4wLFwiQm90dG9tXCI6Mi4wfSxcIlBvc2l0aW9uXCI6bnVsbCxcIlBvc2l0aW9uT25UYXNrXCI6MCxcIlNoYXBlU3R5bGVcIjp7XCIkaWRcIjpcIjk0XCIsXCJNYXJnaW5cIjp7XCIkaWRcIjpcIjk1XCIsXCJUb3BcIjowLjAsXCJMZWZ0XCI6MC4wLFwiUmlnaHRcIjowLjAsXCJCb3R0b21cIjowLjB9LFwiUGFkZGluZ1wiOntcIiRpZFwiOlwiOTZcIixcIlRvcFwiOjAuMCxcIkxlZnRcIjowLjAsXCJSaWdodFwiOjAuMCxcIkJvdHRvbVwiOjAuMH0sXCJCYWNrZ3JvdW5kXCI6e1wiJGlkXCI6XCI5N1wiLFwiQ29sb3JcIjp7XCIkaWRcIjpcIjk4XCIsXCJBXCI6MjU1LFwiUlwiOjAsXCJHXCI6MTE0LFwiQlwiOjE4OH19LFwiSXNWaXNpYmxlXCI6dHJ1ZSxcIldpZHRoXCI6MTMuMCxcIkhlaWdodFwiOjEzLjAsXCJCb3JkZXJTdHlsZVwiOntcIiRpZFwiOlwiOTlcIixcIkxpbmVDb2xvclwiOntcIiRpZFwiOlwiMTAwXCIsXCIkdHlwZVwiOlwiTkxSRS5Db21tb24uRG9tLlNvbGlkQ29sb3JCcnVzaCwgTkxSRS5Db21tb25cIixcIkNvbG9yXCI6e1wiJGlkXCI6XCIxMDFcIixcIkFcIjoyNTUsXCJSXCI6MjU1LFwiR1wiOjAsXCJCXCI6MH19LFwiTGluZVdlaWdodFwiOjAuMCxcIkxpbmVUeXBlXCI6MH19LFwiVGl0bGVTdHlsZVwiOntcIiRpZFwiOlwiMTAyXCIsXCJGb250U2V0dGluZ3NcIjp7XCIkaWRcIjpcIjEwM1wiLFwiRm9udFNpemVcIjoxMSxcIkZvbnROYW1lXCI6XCJCb2VocmluZ2VyIEZvcndhcmQgVGV4dFwiLFwiSXNCb2xkXCI6dHJ1ZSxcIklzSXRhbGljXCI6ZmFsc2UsXCJJc1VuZGVybGluZWRcIjpmYWxzZX0sXCJBdXRvU2l6ZVwiOjAsXCJGb3JlZ3JvdW5kXCI6e1wiJGlkXCI6XCIxMDRcIixcIkNvbG9yXCI6e1wiJGlkXCI6XCIxMDVcIixcIkFcIjoyNTUsXCJSXCI6MjU1LFwiR1wiOjI1NSxcIkJcIjoyNTV9fSxcIkJhY2tncm91bmRGaWxsVHlwZVwiOjAsXCJNYXhXaWR0aFwiOjIwMC4wLFwiTWF4SGVpZ2h0XCI6XCJJbmZpbml0eVwiLFwiU21hcnRGb3JlZ3JvdW5kSXNBY3RpdmVcIjpmYWxzZSxcIkhvcml6b250YWxBbGlnbm1lbnRcIjowLFwiVmVydGljYWxBbGlnbm1lbnRcIjowLFwiU21hcnRGb3JlZ3JvdW5kXCI6bnVsbCxcIk1hcmdpblwiOntcIiRpZFwiOlwiMTA2XCIsXCJUb3BcIjowLjAsXCJMZWZ0XCI6MC4wLFwiUmlnaHRcIjowLjAsXCJCb3R0b21cIjowLjB9LFwiUGFkZGluZ1wiOntcIiRpZFwiOlwiMTA3XCIsXCJUb3BcIjowLjAsXCJMZWZ0XCI6MC4wLFwiUmlnaHRcIjowLjAsXCJCb3R0b21cIjowLjB9LFwiQmFja2dyb3VuZFwiOntcIiRpZFwiOlwiMTA4XCIsXCJDb2xvclwiOntcIiRpZFwiOlwiMTA5XCIsXCJBXCI6MCxcIlJcIjowLFwiR1wiOjAsXCJCXCI6MH19LFwiSXNWaXNpYmxlXCI6dHJ1ZSxcIldpZHRoXCI6MC4wLFwiSGVpZ2h0XCI6MC4wLFwiQm9yZGVyU3R5bGVcIjpudWxsfSxcIkRhdGVTdHlsZVwiOntcIiRpZFwiOlwiMTEwXCIsXCJGb250U2V0dGluZ3NcIjp7XCIkaWRcIjpcIjExMVwiLFwiRm9udFNpemVcIjoxMCxcIkZvbnROYW1lXCI6XCJCb2VocmluZ2VyIEZvcndhcmQgVGV4dFwiLFwiSXNCb2xkXCI6ZmFsc2UsXCJJc0l0YWxpY1wiOmZhbHNlLFwiSXNVbmRlcmxpbmVkXCI6ZmFsc2V9LFwiQXV0b1NpemVcIjowLFwiRm9yZWdyb3VuZFwiOntcIiRpZFwiOlwiMTEyXCIsXCJDb2xvclwiOntcIiRpZFwiOlwiMTEzXCIsXCJBXCI6MjU1LFwiUlwiOjI1NSxcIkdcIjoyNTUsXCJCXCI6MjU1fX0sXCJCYWNrZ3JvdW5kRmlsbFR5cGVcIjowLFwiTWF4V2lkdGhcIjoyMDAuMCxcIk1heEhlaWdodFwiOlwiSW5maW5pdHlcIixcIlNtYXJ0Rm9yZWdyb3VuZElzQWN0aXZlXCI6ZmFsc2UsXCJIb3Jpem9udGFsQWxpZ25tZW50XCI6MCxcIlZlcnRpY2FsQWxpZ25tZW50XCI6MCxcIlNtYXJ0Rm9yZWdyb3VuZFwiOm51bGwsXCJNYXJnaW5cIjp7XCIkaWRcIjpcIjExNFwiLFwiVG9wXCI6MC4wLFwiTGVmdFwiOjAuMCxcIlJpZ2h0XCI6MC4wLFwiQm90dG9tXCI6MC4wfSxcIlBhZGRpbmdcIjp7XCIkaWRcIjpcIjExNVwiLFwiVG9wXCI6MC4wLFwiTGVmdFwiOjAuMCxcIlJpZ2h0XCI6MC4wLFwiQm90dG9tXCI6MC4wfSxcIkJhY2tncm91bmRcIjp7XCIkaWRcIjpcIjExNlwiLFwiQ29sb3JcIjp7XCIkaWRcIjpcIjExN1wiLFwiQVwiOjAsXCJSXCI6MCxcIkdcIjowLFwiQlwiOjB9fSxcIklzVmlzaWJsZVwiOmZhbHNlLFwiV2lkdGhcIjowLjAsXCJIZWlnaHRcIjowLjAsXCJCb3JkZXJTdHlsZVwiOm51bGx9LFwiRGF0ZUZvcm1hdFwiOntcIiRpZFwiOlwiMTE4XCIsXCJGb3JtYXRTdHJpbmdcIjpcIk1NTSBkXCIsXCJTZXBhcmF0b3JcIjpcIi9cIixcIlVzZUludGVybmF0aW9uYWxEYXRlRm9ybWF0XCI6ZmFsc2UsXCJEYXRlSXNWaXNpYmxlXCI6dHJ1ZSxcIlRpbWVJc1Zpc2libGVcIjpmYWxzZSxcIkhvdXJEaWdpdHNcIjoxLFwiQW1QbURlc2lnbmF0b3JcIjoyLFwiVHJpbTAwTWludXRlc1wiOmZhbHNlLFwiTGFzdEtub3duVmlzaWJpbGl0eVN0YXRlXCI6bnVsbH0sXCJJc1Zpc2libGVcIjp0cnVlfSxcIkRlZmF1bHRTd2ltbGFuZU1pbGVzdG9uZVN0eWxlXCI6e1wiJGlkXCI6XCIxMTlcIixcIlRpdGxlU3R5bGVcIjp7XCIkaWRcIjpcIjEyMFwiLFwiRm9udFNldHRpbmdzXCI6e1wiJGlkXCI6XCIxMjFcIixcIkZvbnRTaXplXCI6MTEsXCJGb250TmFtZVwiOlwiQm9laHJpbmdlciBGb3J3YXJkIFRleHRcIixcIklzQm9sZFwiOnRydWUsXCJJc0l0YWxpY1wiOmZhbHNlLFwiSXNVbmRlcmxpbmVkXCI6ZmFsc2V9LFwiQXV0b1NpemVcIjowLFwiRm9yZWdyb3VuZFwiOntcIiRpZFwiOlwiMTIyXCIsXCJDb2xvclwiOntcIiRyZWZcIjpcIjEwNVwifX0sXCJCYWNrZ3JvdW5kRmlsbFR5cGVcIjowLFwiTWF4V2lkdGhcIjoyMDAuMCxcIk1heEhlaWdodFwiOlwiSW5maW5pdHlcIixcIlNtYXJ0Rm9yZWdyb3VuZElzQWN0aXZlXCI6ZmFsc2UsXCJIb3Jpem9udGFsQWxpZ25tZW50XCI6MCxcIlZlcnRpY2FsQWxpZ25tZW50XCI6MCxcIlNtYXJ0Rm9yZWdyb3VuZFwiOm51bGwsXCJNYXJnaW5cIjp7XCIkaWRcIjpcIjEyM1wiLFwiVG9wXCI6MC4wLFwiTGVmdFwiOjAuMCxcIlJpZ2h0XCI6MC4wLFwiQm90dG9tXCI6MC4wfSxcIlBhZGRpbmdcIjp7XCIkaWRcIjpcIjEyNFwiLFwiVG9wXCI6MC4wLFwiTGVmdFwiOjAuMCxcIlJpZ2h0XCI6MC4wLFwiQm90dG9tXCI6MC4wfSxcIkJhY2tncm91bmRcIjp7XCIkaWRcIjpcIjEyNVwiLFwiQ29sb3JcIjp7XCIkaWRcIjpcIjEyNlwiLFwiQVwiOjAsXCJSXCI6MCxcIkdcIjowLFwiQlwiOjB9fSxcIklzVmlzaWJsZVwiOnRydWUsXCJXaWR0aFwiOjAuMCxcIkhlaWdodFwiOjAuMCxcIkJvcmRlclN0eWxlXCI6bnVsbH0sXCJEYXRlU3R5bGVcIjp7XCIkaWRcIjpcIjEyN1wiLFwiRm9udFNldHRpbmdzXCI6e1wiJGlkXCI6XCIxMjhcIixcIkZvbnRTaXplXCI6MTAsXCJGb250TmFtZVwiOlwiQm9laHJpbmdlciBGb3J3YXJkIFRleHRcIixcIklzQm9sZFwiOmZhbHNlLFwiSXNJdGFsaWNcIjpmYWxzZSxcIklzVW5kZXJsaW5lZFwiOmZhbHNlfSxcIkF1dG9TaXplXCI6MCxcIkZvcmVncm91bmRcIjp7XCIkaWRcIjpcIjEyOVwiLFwiQ29sb3JcIjp7XCIkcmVmXCI6XCIxMTNcIn19LFwiQmFja2dyb3VuZEZpbGxUeXBlXCI6MCxcIk1heFdpZHRoXCI6MjAwLjAsXCJNYXhIZWlnaHRcIjpcIkluZmluaXR5XCIsXCJTbWFydEZvcmVncm91bmRJc0FjdGl2ZVwiOmZhbHNlLFwiSG9yaXpvbnRhbEFsaWdubWVudFwiOjAsXCJWZXJ0aWNhbEFsaWdubWVudFwiOjAsXCJTbWFydEZvcmVncm91bmRcIjpudWxsLFwiTWFyZ2luXCI6e1wiJGlkXCI6XCIxMzBcIixcIlRvcFwiOjAuMCxcIkxlZnRcIjowLjAsXCJSaWdodFwiOjAuMCxcIkJvdHRvbVwiOjAuMH0sXCJQYWRkaW5nXCI6e1wiJGlkXCI6XCIxMzFcIixcIlRvcFwiOjAuMCxcIkxlZnRcIjowLjAsXCJSaWdodFwiOjAuMCxcIkJvdHRvbVwiOjAuMH0sXCJCYWNrZ3JvdW5kXCI6e1wiJGlkXCI6XCIxMzJcIixcIkNvbG9yXCI6e1wiJGlkXCI6XCIxMzNcIixcIkFcIjowLFwiUlwiOjAsXCJHXCI6MCxcIkJcIjowfX0sXCJJc1Zpc2libGVcIjpmYWxzZSxcIldpZHRoXCI6MC4wLFwiSGVpZ2h0XCI6MC4wLFwiQm9yZGVyU3R5bGVcIjpudWxsfSxcIlRpdGxlUG9zaXRpb25cIjowLFwiRGF0ZVBvc2l0aW9uXCI6XCJMZWZ0XCIsXCJTaGFwZVR5cGVcIjoyLFwiU2hhcGVTaXplXCI6MSxcIlNoYXBlU3R5bGVcIjp7XCIkaWRcIjpcIjEzNFwiLFwiTWFyZ2luXCI6e1wiJGlkXCI6XCIxMzVcIixcIlRvcFwiOjAuMCxcIkxlZnRcIjowLjAsXCJSaWdodFwiOjAuMCxcIkJvdHRvbVwiOjAuMH0sXCJQYWRkaW5nXCI6e1wiJGlkXCI6XCIxMzZcIixcIlRvcFwiOjAuMCxcIkxlZnRcIjowLjAsXCJSaWdodFwiOjAuMCxcIkJvdHRvbVwiOjAuMH0sXCJCYWNrZ3JvdW5kXCI6e1wiJGlkXCI6XCIxMzdcIixcIkNvbG9yXCI6e1wiJGlkXCI6XCIxMzhcIixcIkFcIjoyNTUsXCJSXCI6MCxcIkdcIjoxMTQsXCJCXCI6MTg4fX0sXCJJc1Zpc2libGVcIjp0cnVlLFwiV2lkdGhcIjoxMy4wLFwiSGVpZ2h0XCI6MTMuMCxcIkJvcmRlclN0eWxlXCI6e1wiJGlkXCI6XCIxMzlcIixcIkxpbmVDb2xvclwiOntcIiRpZFwiOlwiMTQwXCIsXCIkdHlwZVwiOlwiTkxSRS5Db21tb24uRG9tLlNvbGlkQ29sb3JCcnVzaCwgTkxSRS5Db21tb25cIixcIkNvbG9yXCI6e1wiJGlkXCI6XCIxNDFcIixcIkFcIjoyNTUsXCJSXCI6MjU1LFwiR1wiOjAsXCJCXCI6MH19LFwiTGluZVdlaWdodFwiOjAuMCxcIkxpbmVUeXBlXCI6MH19LFwiRGF0ZUZvcm1hdFwiOntcIiRpZFwiOlwiMTQyXCIsXCJGb3JtYXRTdHJpbmdcIjpcIk1NTSBkXCIsXCJTZXBhcmF0b3JcIjpcIi9cIixcIlVzZUludGVybmF0aW9uYWxEYXRlRm9ybWF0XCI6ZmFsc2UsXCJEYXRlSXNWaXNpYmxlXCI6dHJ1ZSxcIlRpbWVJc1Zpc2libGVcIjpmYWxzZSxcIkhvdXJEaWdpdHNcIjoxLFwiQW1QbURlc2lnbmF0b3JcIjoyLFwiVHJpbTAwTWludXRlc1wiOmZhbHNlLFwiTGFzdEtub3duVmlzaWJpbGl0eVN0YXRlXCI6bnVsbH0sXCJJc1Zpc2libGVcIjp0cnVlLFwiR3JvdXBJZFwiOm51bGwsXCJTcGFjaW5nXCI6NX0sXCJEZWZhdWx0VGFza1N0eWxlXCI6e1wiJGlkXCI6XCIxNDNcIixcIlNoYXBlXCI6MSxcIlNoYXBlVGhpY2tuZXNzXCI6MCxcIkR1cmF0aW9uRm9ybWF0XCI6MCxcIlBlcmNlbnRhZ2VDb21wbGV0ZVN0eWxlXCI6e1wiJGlkXCI6XCIxNDRcIixcIkZvbnRTZXR0aW5nc1wiOntcIiRpZFwiOlwiMTQ1XCIsXCJGb250U2l6ZVwiOjEwLFwiRm9udE5hbWVcIjpcIkNhbGlicmlcIixcIklzQm9sZFwiOmZhbHNlLFwiSXNJdGFsaWNcIjpmYWxzZSxcIklzVW5kZXJsaW5lZFwiOmZhbHNlfSxcIkF1dG9TaXplXCI6MCxcIkZvcmVncm91bmRcIjp7XCIkaWRcIjpcIjE0NlwiLFwiQ29sb3JcIjp7XCIkaWRcIjpcIjE0N1wiLFwiQVwiOjI1NSxcIlJcIjoyMzcsXCJHXCI6MTI1LFwiQlwiOjQ5fX0sXCJCYWNrZ3JvdW5kRmlsbFR5cGVcIjowLFwiTWF4V2lkdGhcIjoyMDAuMCxcIk1heEhlaWdodFwiOlwiSW5maW5pdHlcIixcIlNtYXJ0Rm9yZWdyb3VuZElzQWN0aXZlXCI6ZmFsc2UsXCJIb3Jpem9udGFsQWxpZ25tZW50XCI6MCxcIlZlcnRpY2FsQWxpZ25tZW50XCI6MCxcIlNtYXJ0Rm9yZWdyb3VuZFwiOm51bGwsXCJNYXJnaW5cIjp7XCIkaWRcIjpcIjE0OFwiLFwiVG9wXCI6MC4wLFwiTGVmdFwiOjAuMCxcIlJpZ2h0XCI6MC4wLFwiQm90dG9tXCI6MC4wfSxcIlBhZGRpbmdcIjp7XCIkaWRcIjpcIjE0OVwiLFwiVG9wXCI6MC4wLFwiTGVmdFwiOjAuMCxcIlJpZ2h0XCI6MC4wLFwiQm90dG9tXCI6MC4wfSxcIkJhY2tncm91bmRcIjp7XCIkaWRcIjpcIjE1MFwiLFwiQ29sb3JcIjp7XCIkaWRcIjpcIjE1MVwiLFwiQVwiOjAsXCJSXCI6MCxcIkdcIjowLFwiQlwiOjB9fSxcIklzVmlzaWJsZVwiOnRydWUsXCJXaWR0aFwiOjAuMCxcIkhlaWdodFwiOjAuMCxcIkJvcmRlclN0eWxlXCI6bnVsbH0sXCJEdXJhdGlvblN0eWxlXCI6e1wiJGlkXCI6XCIxNTJcIixcIkZvbnRTZXR0aW5nc1wiOntcIiRpZFwiOlwiMTUzXCIsXCJGb250U2l6ZVwiOjEwLFwiRm9udE5hbWVcIjpcIkNhbGlicmlcIixcIklzQm9sZFwiOmZhbHNlLFwiSXNJdGFsaWNcIjpmYWxzZSxcIklzVW5kZXJsaW5lZFwiOmZhbHNlfSxcIkF1dG9TaXplXCI6MCxcIkZvcmVncm91bmRcIjp7XCIkaWRcIjpcIjE1NFwiLFwiQ29sb3JcIjp7XCIkaWRcIjpcIjE1NVwiLFwiQVwiOjI1NSxcIlJcIjoyMzcsXCJHXCI6MTI1LFwiQlwiOjQ5fX0sXCJCYWNrZ3JvdW5kRmlsbFR5cGVcIjowLFwiTWF4V2lkdGhcIjoyMDAuMCxcIk1heEhlaWdodFwiOlwiSW5maW5pdHlcIixcIlNtYXJ0Rm9yZWdyb3VuZElzQWN0aXZlXCI6ZmFsc2UsXCJIb3Jpem9udGFsQWxpZ25tZW50XCI6MCxcIlZlcnRpY2FsQWxpZ25tZW50XCI6MCxcIlNtYXJ0Rm9yZWdyb3VuZFwiOm51bGwsXCJNYXJnaW5cIjp7XCIkaWRcIjpcIjE1NlwiLFwiVG9wXCI6MC4wLFwiTGVmdFwiOjAuMCxcIlJpZ2h0XCI6MC4wLFwiQm90dG9tXCI6MC4wfSxcIlBhZGRpbmdcIjp7XCIkaWRcIjpcIjE1N1wiLFwiVG9wXCI6MC4wLFwiTGVmdFwiOjAuMCxcIlJpZ2h0XCI6MC4wLFwiQm90dG9tXCI6MC4wfSxcIkJhY2tncm91bmRcIjp7XCIkaWRcIjpcIjE1OFwiLFwiQ29sb3JcIjp7XCIkaWRcIjpcIjE1OVwiLFwiQVwiOjAsXCJSXCI6MCxcIkdcIjowLFwiQlwiOjB9fSxcIklzVmlzaWJsZVwiOnRydWUsXCJXaWR0aFwiOjAuMCxcIkhlaWdodFwiOjAuMCxcIkJvcmRlclN0eWxlXCI6bnVsbH0sXCJIb3Jpem9udGFsQ29ubmVjdG9yU3R5bGVcIjp7XCIkaWRcIjpcIjE2MFwiLFwiTGluZUNvbG9yXCI6e1wiJGlkXCI6XCIxNjFcIixcIiR0eXBlXCI6XCJOTFJFLkNvbW1vbi5Eb20uU29saWRDb2xvckJydXNoLCBOTFJFLkNvbW1vblwiLFwiQ29sb3JcIjp7XCIkaWRcIjpcIjE2MlwiLFwiQVwiOjI1NSxcIlJcIjoyMDQsXCJHXCI6MjA0LFwiQlwiOjIwNH19LFwiTGluZVdlaWdodFwiOjEuMCxcIkxpbmVUeXBlXCI6MH0sXCJWZXJ0aWNhbENvbm5lY3RvclN0eWxlXCI6e1wiJGlkXCI6XCIxNjNcIixcIkxpbmVDb2xvclwiOntcIiRpZFwiOlwiMTY0XCIsXCIkdHlwZVwiOlwiTkxSRS5Db21tb24uRG9tLlNvbGlkQ29sb3JCcnVzaCwgTkxSRS5Db21tb25cIixcIkNvbG9yXCI6e1wiJGlkXCI6XCIxNjVcIixcIkFcIjoyNTUsXCJSXCI6MjA0LFwiR1wiOjIwNCxcIkJcIjoyMDR9fSxcIkxpbmVXZWlnaHRcIjowLjAsXCJMaW5lVHlwZVwiOjB9LFwiTWFyZ2luXCI6bnVsbCxcIlN0YXJ0RGF0ZVBvc2l0aW9uXCI6MyxcIkVuZERhdGVQb3NpdGlvblwiOjMsXCJUaXRsZVBvc2l0aW9uXCI6NCxcIkR1cmF0aW9uUG9zaXRpb25cIjo2LFwiUGVyY2VudGFnZUNvbXBsZXRlZFBvc2l0aW9uXCI6NixcIlNwYWNpbmdcIjo1LFwiSXNCZWxvd1RpbWViYW5kXCI6ZmFsc2UsXCJQZXJjZW50YWdlQ29tcGxldGVTaGFwZU9wYWNpdHlcIjozNSxcIkdyb3VwTmFtZVwiOm51bGwsXCJBdHRhY2hlZE1pbGVzdG9uZXNTdHlsZXNcIjpudWxsLFwiU2hhcGVTdHlsZVwiOntcIiRpZFwiOlwiMTY2XCIsXCJNYXJnaW5cIjp7XCIkaWRcIjpcIjE2N1wiLFwiVG9wXCI6MC4wLFwiTGVmdFwiOjQuMCxcIlJpZ2h0XCI6NC4wLFwiQm90dG9tXCI6MC4wfSxcIlBhZGRpbmdcIjp7XCIkaWRcIjpcIjE2OFwiLFwiVG9wXCI6MC4wLFwiTGVmdFwiOjAuMCxcIlJpZ2h0XCI6MC4wLFwiQm90dG9tXCI6MC4wfSxcIkJhY2tncm91bmRcIjp7XCIkaWRcIjpcIjE2OVwiLFwiQ29sb3JcIjp7XCIkaWRcIjpcIjE3MFwiLFwiQVwiOjI1NSxcIlJcIjowLFwiR1wiOjExNCxcIkJcIjoxODh9fSxcIklzVmlzaWJsZVwiOnRydWUsXCJXaWR0aFwiOjAuMCxcIkhlaWdodFwiOjEwLjAsXCJCb3JkZXJTdHlsZVwiOntcIiRpZFwiOlwiMTcxXCIsXCJMaW5lQ29sb3JcIjp7XCIkaWRcIjpcIjE3MlwiLFwiJHR5cGVcIjpcIk5MUkUuQ29tbW9uLkRvbS5Tb2xpZENvbG9yQnJ1c2gsIE5MUkUuQ29tbW9uXCIsXCJDb2xvclwiOntcIiRpZFwiOlwiMTczXCIsXCJBXCI6MjU1LFwiUlwiOjI1NSxcIkdcIjowLFwiQlwiOjB9fSxcIkxpbmVXZWlnaHRcIjowLjAsXCJMaW5lVHlwZVwiOjB9fSxcIlRpdGxlU3R5bGVcIjp7XCIkaWRcIjpcIjE3NFwiLFwiRm9udFNldHRpbmdzXCI6e1wiJGlkXCI6XCIxNzVcIixcIkZvbnRTaXplXCI6MTEsXCJGb250TmFtZVwiOlwiQ2FsaWJyaVwiLFwiSXNCb2xkXCI6dHJ1ZSxcIklzSXRhbGljXCI6ZmFsc2UsXCJJc1VuZGVybGluZWRcIjpmYWxzZX0sXCJBdXRvU2l6ZVwiOjAsXCJGb3JlZ3JvdW5kXCI6e1wiJGlkXCI6XCIxNzZcIixcIkNvbG9yXCI6e1wiJGlkXCI6XCIxNzdcIixcIkFcIjoyNTUsXCJSXCI6MCxcIkdcIjowLFwiQlwiOjB9fSxcIkJhY2tncm91bmRGaWxsVHlwZVwiOjAsXCJNYXhXaWR0aFwiOjk2MC4wLFwiTWF4SGVpZ2h0XCI6XCJJbmZpbml0eVwiLFwiU21hcnRGb3JlZ3JvdW5kSXNBY3RpdmVcIjpmYWxzZSxcIkhvcml6b250YWxBbGlnbm1lbnRcIjowLFwiVmVydGljYWxBbGlnbm1lbnRcIjowLFwiU21hcnRGb3JlZ3JvdW5kXCI6bnVsbCxcIk1hcmdpblwiOntcIiRpZFwiOlwiMTc4XCIsXCJUb3BcIjowLjAsXCJMZWZ0XCI6MC4wLFwiUmlnaHRcIjowLjAsXCJCb3R0b21cIjowLjB9LFwiUGFkZGluZ1wiOntcIiRpZFwiOlwiMTc5XCIsXCJUb3BcIjowLjAsXCJMZWZ0XCI6MC4wLFwiUmlnaHRcIjowLjAsXCJCb3R0b21cIjowLjB9LFwiQmFja2dyb3VuZFwiOntcIiRpZFwiOlwiMTgwXCIsXCJDb2xvclwiOntcIiRpZFwiOlwiMTgxXCIsXCJBXCI6MCxcIlJcIjowLFwiR1wiOjAsXCJCXCI6MH19LFwiSXNWaXNpYmxlXCI6dHJ1ZSxcIldpZHRoXCI6MC4wLFwiSGVpZ2h0XCI6MC4wLFwiQm9yZGVyU3R5bGVcIjpudWxsfSxcIkRhdGVTdHlsZVwiOntcIiRpZFwiOlwiMTgyXCIsXCJGb250U2V0dGluZ3NcIjp7XCIkaWRcIjpcIjE4M1wiLFwiRm9udFNpemVcIjoxMCxcIkZvbnROYW1lXCI6XCJDYWxpYnJpXCIsXCJJc0JvbGRcIjpmYWxzZSxcIklzSXRhbGljXCI6ZmFsc2UsXCJJc1VuZGVybGluZWRcIjpmYWxzZX0sXCJBdXRvU2l6ZVwiOjAsXCJGb3JlZ3JvdW5kXCI6e1wiJGlkXCI6XCIxODRcIixcIkNvbG9yXCI6e1wiJGlkXCI6XCIxODVcIixcIkFcIjoyNTUsXCJSXCI6NjgsXCJHXCI6ODQsXCJCXCI6MTA2fX0sXCJCYWNrZ3JvdW5kRmlsbFR5cGVcIjowLFwiTWF4V2lkdGhcIjoyMDAuMCxcIk1heEhlaWdodFwiOlwiSW5maW5pdHlcIixcIlNtYXJ0Rm9yZWdyb3VuZElzQWN0aXZlXCI6ZmFsc2UsXCJIb3Jpem9udGFsQWxpZ25tZW50XCI6MixcIlZlcnRpY2FsQWxpZ25tZW50XCI6MCxcIlNtYXJ0Rm9yZWdyb3VuZFwiOm51bGwsXCJNYXJnaW5cIjp7XCIkaWRcIjpcIjE4NlwiLFwiVG9wXCI6MC4wLFwiTGVmdFwiOjAuMCxcIlJpZ2h0XCI6MC4wLFwiQm90dG9tXCI6MC4wfSxcIlBhZGRpbmdcIjp7XCIkaWRcIjpcIjE4N1wiLFwiVG9wXCI6MC4wLFwiTGVmdFwiOjAuMCxcIlJpZ2h0XCI6MC4wLFwiQm90dG9tXCI6MC4wfSxcIkJhY2tncm91bmRcIjp7XCIkaWRcIjpcIjE4OFwiLFwiQ29sb3JcIjp7XCIkaWRcIjpcIjE4OVwiLFwiQVwiOjAsXCJSXCI6MCxcIkdcIjowLFwiQlwiOjB9fSxcIklzVmlzaWJsZVwiOnRydWUsXCJXaWR0aFwiOjAuMCxcIkhlaWdodFwiOjAuMCxcIkJvcmRlclN0eWxlXCI6bnVsbH0sXCJEYXRlRm9ybWF0XCI6e1wiJGlkXCI6XCIxOTBcIixcIkZvcm1hdFN0cmluZ1wiOlwiTU1NIGRcIixcIlNlcGFyYXRvclwiOlwiL1wiLFwiVXNlSW50ZXJuYXRpb25hbERhdGVGb3JtYXRcIjpmYWxzZSxcIkRhdGVJc1Zpc2libGVcIjp0cnVlLFwiVGltZUlzVmlzaWJsZVwiOmZhbHNlLFwiSG91ckRpZ2l0c1wiOjEsXCJBbVBtRGVzaWduYXRvclwiOjIsXCJUcmltMDBNaW51dGVzXCI6ZmFsc2UsXCJMYXN0S25vd25WaXNpYmlsaXR5U3RhdGVcIjpudWxsfSxcIklzVmlzaWJsZVwiOnRydWV9LFwiU2hvd0VsYXBzZWRUaW1lR3JhZGllbnRTdHlsZVwiOmZhbHNlLFwiVGltZWJhbmRSZXNlcnZlZExlZnRBcmVhU3R5bGVcIjp7XCIkaWRcIjpcIjE5MVwiLFwiQWN0aXZpdHlIZWFkZXJXaWR0aFwiOjAuMCxcIklzU2V0XCI6ZmFsc2V9LFwiRGVmYXVsdFN3aW1sYW5lU3R5bGVcIjpudWxsLFwiRGVmYXVsdFN3aW1sYW5lVjJTdHlsZVwiOntcIiRpZFwiOlwiMTkyXCIsXCJIZWFkZXJTdHlsZVwiOntcIiRpZFwiOlwiMTkzXCIsXCJUZXh0U3R5bGVcIjp7XCIkaWRcIjpcIjE5NFwiLFwiRm9udFNldHRpbmdzXCI6e1wiJGlkXCI6XCIxOTVcIixcIkZvbnRTaXplXCI6MTIsXCJGb250TmFtZVwiOlwiQ2FsaWJyaVwiLFwiSXNCb2xkXCI6ZmFsc2UsXCJJc0l0YWxpY1wiOmZhbHNlLFwiSXNVbmRlcmxpbmVkXCI6ZmFsc2V9LFwiQXV0b1NpemVcIjoyLFwiRm9yZWdyb3VuZFwiOntcIiRpZFwiOlwiMTk2XCIsXCJDb2xvclwiOntcIiRpZFwiOlwiMTk3XCIsXCJBXCI6MjU1LFwiUlwiOjI1NSxcIkdcIjoyNTUsXCJCXCI6MjU1fX0sXCJCYWNrZ3JvdW5kRmlsbFR5cGVcIjowLFwiTWF4V2lkdGhcIjpcIkluZmluaXR5XCIsXCJNYXhIZWlnaHRcIjowLjAsXCJTbWFydEZvcmVncm91bmRJc0FjdGl2ZVwiOmZhbHNlLFwiSG9yaXpvbnRhbEFsaWdubWVudFwiOjAsXCJWZXJ0aWNhbEFsaWdubWVudFwiOjAsXCJTbWFydEZvcmVncm91bmRcIjpudWxsLFwiTWFyZ2luXCI6e1wiJGlkXCI6XCIxOThcIixcIlRvcFwiOjAuMCxcIkxlZnRcIjowLjAsXCJSaWdodFwiOjAuMCxcIkJvdHRvbVwiOjAuMH0sXCJQYWRkaW5nXCI6e1wiJGlkXCI6XCIxOTlcIixcIlRvcFwiOjAuMCxcIkxlZnRcIjowLjAsXCJSaWdodFwiOjAuMCxcIkJvdHRvbVwiOjAuMH0sXCJCYWNrZ3JvdW5kXCI6bnVsbCxcIklzVmlzaWJsZVwiOnRydWUsXCJXaWR0aFwiOjAuMCxcIkhlaWdodFwiOjAuMCxcIkJvcmRlclN0eWxlXCI6bnVsbH0sXCJSZWN0YW5nbGVTdHlsZVwiOntcIiRpZFwiOlwiMjAwXCIsXCJNYXJnaW5cIjp7XCIkaWRcIjpcIjIwMVwiLFwiVG9wXCI6MC4wLFwiTGVmdFwiOjAuMCxcIlJpZ2h0XCI6MC4wLFwiQm90dG9tXCI6MC4wfSxcIlBhZGRpbmdcIjp7XCIkaWRcIjpcIjIwMlwiLFwiVG9wXCI6MC4wLFwiTGVmdFwiOjAuMCxcIlJpZ2h0XCI6MC4wLFwiQm90dG9tXCI6MC4wfSxcIkJhY2tncm91bmRcIjp7XCIkaWRcIjpcIjIwM1wiLFwiQ29sb3JcIjp7XCIkaWRcIjpcIjIwNFwiLFwiQVwiOjI1NSxcIlJcIjo2OCxcIkdcIjoxMTQsXCJCXCI6MTk2fX0sXCJJc1Zpc2libGVcIjp0cnVlLFwiV2lkdGhcIjowLjAsXCJIZWlnaHRcIjowLjAsXCJCb3JkZXJTdHlsZVwiOntcIiRpZFwiOlwiMjA1XCIsXCJMaW5lQ29sb3JcIjp7XCIkaWRcIjpcIjIwNlwiLFwiJHR5cGVcIjpcIk5MUkUuQ29tbW9uLkRvbS5Tb2xpZENvbG9yQnJ1c2gsIE5MUkUuQ29tbW9uXCIsXCJDb2xvclwiOntcIiRpZFwiOlwiMjA3XCIsXCJBXCI6MjU1LFwiUlwiOjI1NSxcIkdcIjowLFwiQlwiOjB9fSxcIkxpbmVXZWlnaHRcIjowLjAsXCJMaW5lVHlwZVwiOjB9fSxcIlRleHRJc1ZlcnRpY2FsXCI6ZmFsc2V9LFwiQmFja2dyb3VuZFN0eWxlXCI6e1wiJGlkXCI6XCIyMDhcIixcIk1hcmdpblwiOntcIiRpZFwiOlwiMjA5XCIsXCJUb3BcIjowLjAsXCJMZWZ0XCI6MC4wLFwiUmlnaHRcIjowLjAsXCJCb3R0b21cIjowLjB9LFwiUGFkZGluZ1wiOntcIiRpZFwiOlwiMjEwXCIsXCJUb3BcIjowLjAsXCJMZWZ0XCI6MC4wLFwiUmlnaHRcIjowLjAsXCJCb3R0b21cIjowLjB9LFwiQmFja2dyb3VuZFwiOntcIiRpZFwiOlwiMjExXCIsXCJDb2xvclwiOntcIiRpZFwiOlwiMjEyXCIsXCJBXCI6NTEsXCJSXCI6MTY1LFwiR1wiOjE2NSxcIkJcIjoxNjV9fSxcIklzVmlzaWJsZVwiOnRydWUsXCJXaWR0aFwiOjAuMCxcIkhlaWdodFwiOjAuMCxcIkJvcmRlclN0eWxlXCI6e1wiJGlkXCI6XCIyMTNcIixcIkxpbmVDb2xvclwiOntcIiRpZFwiOlwiMjE0XCIsXCIkdHlwZVwiOlwiTkxSRS5Db21tb24uRG9tLlNvbGlkQ29sb3JCcnVzaCwgTkxSRS5Db21tb25cIixcIkNvbG9yXCI6e1wiJGlkXCI6XCIyMTVcIixcIkFcIjoyNTUsXCJSXCI6MjU1LFwiR1wiOjAsXCJCXCI6MH19LFwiTGluZVdlaWdodFwiOjAuMCxcIkxpbmVUeXBlXCI6MH19LFwiSXNBYm92ZVRpbWViYW5kXCI6ZmFsc2UsXCJTd2ltbGFuZURlZmF1bHRBY3Rpdml0eVN0eWxlXCI6e1wiJGlkXCI6XCIyMTZcIixcIkhlYWRlclN0eWxlXCI6bnVsbCxcIkJhY2tncm91bmRTdHlsZVwiOntcIiRpZFwiOlwiMjE3XCIsXCJNYXJnaW5cIjpudWxsLFwiUGFkZGluZ1wiOm51bGwsXCJCYWNrZ3JvdW5kXCI6bnVsbCxcIklzVmlzaWJsZVwiOmZhbHNlLFwiV2lkdGhcIjowLjAsXCJIZWlnaHRcIjowLjAsXCJCb3JkZXJTdHlsZVwiOm51bGx9LFwiQ3VzdG9tU3dpbWxhbmVNaWxlc3RvbmVTdHlsZUxpc3RcIjpbXSxcIkN1c3RvbVN3aW1sYW5lVGFza1N0eWxlTGlzdFwiOltdLFwiSXNWaXNpYmxlXCI6ZmFsc2V9LFwiQ3VzdG9tU3dpbWxhbmVBY3Rpdml0aWVzU3R5bGVMaXN0XCI6W10sXCJJc1Zpc2libGVcIjp0cnVlLFwiU3BhY2luZ1wiOjJ9LFwiQ3VzdG9tTWlsZXN0b25lU3R5bGVMaXN0XCI6W3tcIiRpZFwiOlwiMjE4XCIsXCJTaGFwZVwiOjE0LFwiQ29ubmVjdG9yTWFyZ2luXCI6e1wiJGlkXCI6XCIyMTlcIixcIlRvcFwiOjAuMCxcIkxlZnRcIjoyLjAsXCJSaWdodFwiOjIuMCxcIkJvdHRvbVwiOjAuMH0sXCJDb25uZWN0b3JTdHlsZVwiOntcIiRpZFwiOlwiMjIwXCIsXCJMaW5lQ29sb3JcIjp7XCIkaWRcIjpcIjIyMVwiLFwiJHR5cGVcIjpcIk5MUkUuQ29tbW9uLkRvbS5Tb2xpZENvbG9yQnJ1c2gsIE5MUkUuQ29tbW9uXCIsXCJDb2xvclwiOntcIiRpZFwiOlwiMjIyXCIsXCJBXCI6MTI3LFwiUlwiOjc5LFwiR1wiOjEyOSxcIkJcIjoxODl9fSxcIkxpbmVXZWlnaHRcIjoxLjAsXCJMaW5lVHlwZVwiOjB9LFwiSXNCZWxvd1RpbWViYW5kXCI6ZmFsc2UsXCJIaWRlRGF0ZVwiOmZhbHNlLFwiU2hhcGVTaXplXCI6MSxcIlNwYWNpbmdcIjowLjAsXCJQYWRkaW5nXCI6e1wiJGlkXCI6XCIyMjNcIixcIlRvcFwiOjUuMCxcIkxlZnRcIjozLjAsXCJSaWdodFwiOjAuMCxcIkJvdHRvbVwiOjIuMH0sXCJQb3NpdGlvblwiOntcIiRpZFwiOlwiMjI0XCIsXCJSYXRpb1wiOjAuMDg5MjMzNTgyMTA4MTA5MDgzLFwiSXNDdXN0b21cIjpmYWxzZX0sXCJQb3NpdGlvbk9uVGFza1wiOjAsXCJTaGFwZVN0eWxlXCI6e1wiJGlkXCI6XCIyMjVcIixcIk1hcmdpblwiOntcIiRpZFwiOlwiMjI2XCIsXCJUb3BcIjowLjAsXCJMZWZ0XCI6MC4wLFwiUmlnaHRcIjowLjAsXCJCb3R0b21cIjowLjB9LFwiUGFkZGluZ1wiOntcIiRpZFwiOlwiMjI3XCIsXCJUb3BcIjowLjAsXCJMZWZ0XCI6MC4wLFwiUmlnaHRcIjowLjAsXCJCb3R0b21cIjowLjB9LFwiQmFja2dyb3VuZFwiOntcIiRpZFwiOlwiMjI4XCIsXCJDb2xvclwiOntcIiRpZFwiOlwiMjI5XCIsXCJBXCI6MjU1LFwiUlwiOjgsXCJHXCI6NDksXCJCXCI6NDJ9fSxcIklzVmlzaWJsZVwiOnRydWUsXCJXaWR0aFwiOjE4LjAsXCJIZWlnaHRcIjoyMC4wLFwiQm9yZGVyU3R5bGVcIjp7XCIkaWRcIjpcIjIzMFwiLFwiTGluZUNvbG9yXCI6e1wiJGlkXCI6XCIyMzFcIixcIiR0eXBlXCI6XCJOTFJFLkNvbW1vbi5Eb20uU29saWRDb2xvckJydXNoLCBOTFJFLkNvbW1vblwiLFwiQ29sb3JcIjp7XCIkaWRcIjpcIjIzMlwiLFwiQVwiOjI1NSxcIlJcIjoyNTUsXCJHXCI6MCxcIkJcIjowfX0sXCJMaW5lV2VpZ2h0XCI6MC4wLFwiTGluZVR5cGVcIjowfX0sXCJUaXRsZVN0eWxlXCI6e1wiJGlkXCI6XCIyMzNcIixcIkZvbnRTZXR0aW5nc1wiOntcIiRpZFwiOlwiMjM0XCIsXCJGb250U2l6ZVwiOjExLFwiRm9udE5hbWVcIjpcIkJvZWhyaW5nZXIgRm9yd2FyZCBUZXh0XCIsXCJJc0JvbGRcIjp0cnVlLFwiSXNJdGFsaWNcIjpmYWxzZSxcIklzVW5kZXJsaW5lZFwiOmZhbHNlfSxcIkF1dG9TaXplXCI6MCxcIkZvcmVncm91bmRcIjp7XCIkaWRcIjpcIjIzNVwiLFwiQ29sb3JcIjp7XCIkaWRcIjpcIjIzNlwiLFwiQVwiOjI1NSxcIlJcIjo4LFwiR1wiOjQ5LFwiQlwiOjQyfX0sXCJCYWNrZ3JvdW5kRmlsbFR5cGVcIjowLFwiTWF4V2lkdGhcIjoyMDAuMCxcIk1heEhlaWdodFwiOlwiSW5maW5pdHlcIixcIlNtYXJ0Rm9yZWdyb3VuZElzQWN0aXZlXCI6ZmFsc2UsXCJIb3Jpem9udGFsQWxpZ25tZW50XCI6MSxcIlZlcnRpY2FsQWxpZ25tZW50XCI6MCxcIlNtYXJ0Rm9yZWdyb3VuZFwiOm51bGwsXCJNYXJnaW5cIjp7XCIkaWRcIjpcIjIzN1wiLFwiVG9wXCI6MC4wLFwiTGVmdFwiOjAuMCxcIlJpZ2h0XCI6MC4wLFwiQm90dG9tXCI6MC4wfSxcIlBhZGRpbmdcIjp7XCIkaWRcIjpcIjIzOFwiLFwiVG9wXCI6MC4wLFwiTGVmdFwiOjAuMCxcIlJpZ2h0XCI6MC4wLFwiQm90dG9tXCI6MC4wfSxcIkJhY2tncm91bmRcIjp7XCIkaWRcIjpcIjIzOVwiLFwiQ29sb3JcIjp7XCIkaWRcIjpcIjI0MFwiLFwiQVwiOjAsXCJSXCI6MjU1LFwiR1wiOjI1NSxcIkJcIjoyNTV9fSxcIklzVmlzaWJsZVwiOnRydWUsXCJXaWR0aFwiOjAuMCxcIkhlaWdodFwiOjAuMCxcIkJvcmRlclN0eWxlXCI6e1wiJGlkXCI6XCIyNDFcIixcIkxpbmVDb2xvclwiOm51bGwsXCJMaW5lV2VpZ2h0XCI6MC4wLFwiTGluZVR5cGVcIjowfX0sXCJEYXRlU3R5bGVcIjp7XCIkaWRcIjpcIjI0MlwiLFwiRm9udFNldHRpbmdzXCI6e1wiJGlkXCI6XCIyNDNcIixcIkZvbnRTaXplXCI6MTAsXCJGb250TmFtZVwiOlwiQm9laHJpbmdlciBGb3J3YXJkIFRleHRcIixcIklzQm9sZFwiOmZhbHNlLFwiSXNJdGFsaWNcIjpmYWxzZSxcIklzVW5kZXJsaW5lZFwiOmZhbHNlfSxcIkF1dG9TaXplXCI6MCxcIkZvcmVncm91bmRcIjp7XCIkaWRcIjpcIjI0NFwiLFwiQ29sb3JcIjp7XCIkaWRcIjpcIjI0NVwiLFwiQVwiOjI1NSxcIlJcIjo4LFwiR1wiOjQ5LFwiQlwiOjQyfX0sXCJCYWNrZ3JvdW5kRmlsbFR5cGVcIjowLFwiTWF4V2lkdGhcIjoyMDAuMCxcIk1heEhlaWdodFwiOlwiSW5maW5pdHlcIixcIlNtYXJ0Rm9yZWdyb3VuZElzQWN0aXZlXCI6ZmFsc2UsXCJIb3Jpem9udGFsQWxpZ25tZW50XCI6MSxcIlZlcnRpY2FsQWxpZ25tZW50XCI6MCxcIlNtYXJ0Rm9yZWdyb3VuZFwiOm51bGwsXCJNYXJnaW5cIjp7XCIkaWRcIjpcIjI0NlwiLFwiVG9wXCI6MC4wLFwiTGVmdFwiOjAuMCxcIlJpZ2h0XCI6MC4wLFwiQm90dG9tXCI6MC4wfSxcIlBhZGRpbmdcIjp7XCIkaWRcIjpcIjI0N1wiLFwiVG9wXCI6MC4wLFwiTGVmdFwiOjAuMCxcIlJpZ2h0XCI6MC4wLFwiQm90dG9tXCI6MC4wfSxcIkJhY2tncm91bmRcIjp7XCIkaWRcIjpcIjI0OFwiLFwiQ29sb3JcIjp7XCIkaWRcIjpcIjI0OVwiLFwiQVwiOjAsXCJSXCI6MjU1LFwiR1wiOjI1NSxcIkJcIjoyNTV9fSxcIklzVmlzaWJsZVwiOmZhbHNlLFwiV2lkdGhcIjowLjAsXCJIZWlnaHRcIjowLjAsXCJCb3JkZXJTdHlsZVwiOntcIiRpZFwiOlwiMjUwXCIsXCJMaW5lQ29sb3JcIjpudWxsLFwiTGluZVdlaWdodFwiOjAuMCxcIkxpbmVUeXBlXCI6MH19LFwiRGF0ZUZvcm1hdFwiOntcIiRpZFwiOlwiMjUxXCIsXCJGb3JtYXRTdHJpbmdcIjpcIk1NTSBkXCIsXCJTZXBhcmF0b3JcIjpcIi9cIixcIlVzZUludGVybmF0aW9uYWxEYXRlRm9ybWF0XCI6ZmFsc2UsXCJEYXRlSXNWaXNpYmxlXCI6dHJ1ZSxcIlRpbWVJc1Zpc2libGVcIjpmYWxzZSxcIkhvdXJEaWdpdHNcIjoxLFwiQW1QbURlc2lnbmF0b3JcIjoyLFwiVHJpbTAwTWludXRlc1wiOmZhbHNlLFwiTGFzdEtub3duVmlzaWJpbGl0eVN0YXRlXCI6bnVsbH0sXCJJc1Zpc2libGVcIjpmYWxzZX0se1wiJGlkXCI6XCIyNTJcIixcIlNoYXBlXCI6MTQsXCJDb25uZWN0b3JNYXJnaW5cIjp7XCIkaWRcIjpcIjI1M1wiLFwiVG9wXCI6MC4wLFwiTGVmdFwiOjIuMCxcIlJpZ2h0XCI6Mi4wLFwiQm90dG9tXCI6MC4wfSxcIkNvbm5lY3RvclN0eWxlXCI6e1wiJGlkXCI6XCIyNTRcIixcIkxpbmVDb2xvclwiOntcIiRpZFwiOlwiMjU1XCIsXCIkdHlwZVwiOlwiTkxSRS5Db21tb24uRG9tLlNvbGlkQ29sb3JCcnVzaCwgTkxSRS5Db21tb25cIixcIkNvbG9yXCI6e1wiJGlkXCI6XCIyNTZcIixcIkFcIjoxMjcsXCJSXCI6NzksXCJHXCI6MTI5LFwiQlwiOjE4OX19LFwiTGluZVdlaWdodFwiOjEuMCxcIkxpbmVUeXBlXCI6MH0sXCJJc0JlbG93VGltZWJhbmRcIjpmYWxzZSxcIkhpZGVEYXRlXCI6ZmFsc2UsXCJTaGFwZVNpemVcIjoxLFwiU3BhY2luZ1wiOjAuMCxcIlBhZGRpbmdcIjp7XCIkaWRcIjpcIjI1N1wiLFwiVG9wXCI6NS4wLFwiTGVmdFwiOjMuMCxcIlJpZ2h0XCI6MC4wLFwiQm90dG9tXCI6Mi4wfSxcIlBvc2l0aW9uXCI6e1wiJGlkXCI6XCIyNThcIixcIlJhdGlvXCI6MC4wODkyMzM1ODIxMDgxMDkwODMsXCJJc0N1c3RvbVwiOmZhbHNlfSxcIlBvc2l0aW9uT25UYXNrXCI6MCxcIlNoYXBlU3R5bGVcIjp7XCIkaWRcIjpcIjI1OVwiLFwiTWFyZ2luXCI6e1wiJGlkXCI6XCIyNjBcIixcIlRvcFwiOjAuMCxcIkxlZnRcIjowLjAsXCJSaWdodFwiOjAuMCxcIkJvdHRvbVwiOjAuMH0sXCJQYWRkaW5nXCI6e1wiJGlkXCI6XCIyNjFcIixcIlRvcFwiOjAuMCxcIkxlZnRcIjowLjAsXCJSaWdodFwiOjAuMCxcIkJvdHRvbVwiOjAuMH0sXCJCYWNrZ3JvdW5kXCI6e1wiJGlkXCI6XCIyNjJcIixcIkNvbG9yXCI6e1wiJGlkXCI6XCIyNjNcIixcIkFcIjoyNTUsXCJSXCI6OCxcIkdcIjo0OSxcIkJcIjo0Mn19LFwiSXNWaXNpYmxlXCI6dHJ1ZSxcIldpZHRoXCI6MTguMCxcIkhlaWdodFwiOjIwLjAsXCJCb3JkZXJTdHlsZVwiOntcIiRpZFwiOlwiMjY0XCIsXCJMaW5lQ29sb3JcIjp7XCIkaWRcIjpcIjI2NVwiLFwiJHR5cGVcIjpcIk5MUkUuQ29tbW9uLkRvbS5Tb2xpZENvbG9yQnJ1c2gsIE5MUkUuQ29tbW9uXCIsXCJDb2xvclwiOntcIiRpZFwiOlwiMjY2XCIsXCJBXCI6MjU1LFwiUlwiOjI1NSxcIkdcIjowLFwiQlwiOjB9fSxcIkxpbmVXZWlnaHRcIjowLjAsXCJMaW5lVHlwZVwiOjB9fSxcIlRpdGxlU3R5bGVcIjp7XCIkaWRcIjpcIjI2N1wiLFwiRm9udFNldHRpbmdzXCI6e1wiJGlkXCI6XCIyNjhcIixcIkZvbnRTaXplXCI6MTEsXCJGb250TmFtZVwiOlwiQm9laHJpbmdlciBGb3J3YXJkIFRleHRcIixcIklzQm9sZFwiOnRydWUsXCJJc0l0YWxpY1wiOmZhbHNlLFwiSXNVbmRlcmxpbmVkXCI6ZmFsc2V9LFwiQXV0b1NpemVcIjowLFwiRm9yZWdyb3VuZFwiOntcIiRpZFwiOlwiMjY5XCIsXCJDb2xvclwiOntcIiRpZFwiOlwiMjcwXCIsXCJBXCI6MjU1LFwiUlwiOjgsXCJHXCI6NDksXCJCXCI6NDJ9fSxcIkJhY2tncm91bmRGaWxsVHlwZVwiOjAsXCJNYXhXaWR0aFwiOjIwMC4wLFwiTWF4SGVpZ2h0XCI6XCJJbmZpbml0eVwiLFwiU21hcnRGb3JlZ3JvdW5kSXNBY3RpdmVcIjpmYWxzZSxcIkhvcml6b250YWxBbGlnbm1lbnRcIjoxLFwiVmVydGljYWxBbGlnbm1lbnRcIjowLFwiU21hcnRGb3JlZ3JvdW5kXCI6bnVsbCxcIk1hcmdpblwiOntcIiRpZFwiOlwiMjcxXCIsXCJUb3BcIjowLjAsXCJMZWZ0XCI6MC4wLFwiUmlnaHRcIjowLjAsXCJCb3R0b21cIjowLjB9LFwiUGFkZGluZ1wiOntcIiRpZFwiOlwiMjcyXCIsXCJUb3BcIjowLjAsXCJMZWZ0XCI6MC4wLFwiUmlnaHRcIjowLjAsXCJCb3R0b21cIjowLjB9LFwiQmFja2dyb3VuZFwiOntcIiRpZFwiOlwiMjczXCIsXCJDb2xvclwiOntcIiRpZFwiOlwiMjc0XCIsXCJBXCI6MCxcIlJcIjoyNTUsXCJHXCI6MjU1LFwiQlwiOjI1NX19LFwiSXNWaXNpYmxlXCI6dHJ1ZSxcIldpZHRoXCI6MC4wLFwiSGVpZ2h0XCI6MC4wLFwiQm9yZGVyU3R5bGVcIjp7XCIkaWRcIjpcIjI3NVwiLFwiTGluZUNvbG9yXCI6bnVsbCxcIkxpbmVXZWlnaHRcIjowLjAsXCJMaW5lVHlwZVwiOjB9fSxcIkRhdGVTdHlsZVwiOntcIiRpZFwiOlwiMjc2XCIsXCJGb250U2V0dGluZ3NcIjp7XCIkaWRcIjpcIjI3N1wiLFwiRm9udFNpemVcIjoxMCxcIkZvbnROYW1lXCI6XCJCb2VocmluZ2VyIEZvcndhcmQgVGV4dFwiLFwiSXNCb2xkXCI6ZmFsc2UsXCJJc0l0YWxpY1wiOmZhbHNlLFwiSXNVbmRlcmxpbmVkXCI6ZmFsc2V9LFwiQXV0b1NpemVcIjowLFwiRm9yZWdyb3VuZFwiOntcIiRpZFwiOlwiMjc4XCIsXCJDb2xvclwiOntcIiRpZFwiOlwiMjc5XCIsXCJBXCI6MjU1LFwiUlwiOjgsXCJHXCI6NDksXCJCXCI6NDJ9fSxcIkJhY2tncm91bmRGaWxsVHlwZVwiOjAsXCJNYXhXaWR0aFwiOjIwMC4wLFwiTWF4SGVpZ2h0XCI6XCJJbmZpbml0eVwiLFwiU21hcnRGb3JlZ3JvdW5kSXNBY3RpdmVcIjpmYWxzZSxcIkhvcml6b250YWxBbGlnbm1lbnRcIjoxLFwiVmVydGljYWxBbGlnbm1lbnRcIjowLFwiU21hcnRGb3JlZ3JvdW5kXCI6bnVsbCxcIk1hcmdpblwiOntcIiRpZFwiOlwiMjgwXCIsXCJUb3BcIjowLjAsXCJMZWZ0XCI6MC4wLFwiUmlnaHRcIjowLjAsXCJCb3R0b21cIjowLjB9LFwiUGFkZGluZ1wiOntcIiRpZFwiOlwiMjgxXCIsXCJUb3BcIjowLjAsXCJMZWZ0XCI6MC4wLFwiUmlnaHRcIjowLjAsXCJCb3R0b21cIjowLjB9LFwiQmFja2dyb3VuZFwiOntcIiRpZFwiOlwiMjgyXCIsXCJDb2xvclwiOntcIiRpZFwiOlwiMjgzXCIsXCJBXCI6MCxcIlJcIjoyNTUsXCJHXCI6MjU1LFwiQlwiOjI1NX19LFwiSXNWaXNpYmxlXCI6ZmFsc2UsXCJXaWR0aFwiOjAuMCxcIkhlaWdodFwiOjAuMCxcIkJvcmRlclN0eWxlXCI6e1wiJGlkXCI6XCIyODRcIixcIkxpbmVDb2xvclwiOm51bGwsXCJMaW5lV2VpZ2h0XCI6MC4wLFwiTGluZVR5cGVcIjowfX0sXCJEYXRlRm9ybWF0XCI6e1wiJGlkXCI6XCIyODVcIixcIkZvcm1hdFN0cmluZ1wiOlwiTU1NIGRcIixcIlNlcGFyYXRvclwiOlwiL1wiLFwiVXNlSW50ZXJuYXRpb25hbERhdGVGb3JtYXRcIjpmYWxzZSxcIkRhdGVJc1Zpc2libGVcIjp0cnVlLFwiVGltZUlzVmlzaWJsZVwiOmZhbHNlLFwiSG91ckRpZ2l0c1wiOjEsXCJBbVBtRGVzaWduYXRvclwiOjIsXCJUcmltMDBNaW51dGVzXCI6ZmFsc2UsXCJMYXN0S25vd25WaXNpYmlsaXR5U3RhdGVcIjpudWxsfSxcIklzVmlzaWJsZVwiOnRydWV9LHtcIiRpZFwiOlwiMjg2XCIsXCJTaGFwZVwiOjE0LFwiQ29ubmVjdG9yTWFyZ2luXCI6e1wiJGlkXCI6XCIyODdcIixcIlRvcFwiOjAuMCxcIkxlZnRcIjoyLjAsXCJSaWdodFwiOjIuMCxcIkJvdHRvbVwiOjAuMH0sXCJDb25uZWN0b3JTdHlsZVwiOntcIiRpZFwiOlwiMjg4XCIsXCJMaW5lQ29sb3JcIjp7XCIkaWRcIjpcIjI4OVwiLFwiJHR5cGVcIjpcIk5MUkUuQ29tbW9uLkRvbS5Tb2xpZENvbG9yQnJ1c2gsIE5MUkUuQ29tbW9uXCIsXCJDb2xvclwiOntcIiRpZFwiOlwiMjkwXCIsXCJBXCI6MTI3LFwiUlwiOjc5LFwiR1wiOjEyOSxcIkJcIjoxODl9fSxcIkxpbmVXZWlnaHRcIjoxLjAsXCJMaW5lVHlwZVwiOjB9LFwiSXNCZWxvd1RpbWViYW5kXCI6ZmFsc2UsXCJIaWRlRGF0ZVwiOmZhbHNlLFwiU2hhcGVTaXplXCI6MSxcIlNwYWNpbmdcIjowLjAsXCJQYWRkaW5nXCI6e1wiJGlkXCI6XCIyOTFcIixcIlRvcFwiOjUuMCxcIkxlZnRcIjozLjAsXCJSaWdodFwiOjAuMCxcIkJvdHRvbVwiOjIuMH0sXCJQb3NpdGlvblwiOntcIiRpZFwiOlwiMjkyXCIsXCJSYXRpb1wiOjAuMCxcIklzQ3VzdG9tXCI6ZmFsc2V9LFwiUG9zaXRpb25PblRhc2tcIjowLFwiU2hhcGVTdHlsZVwiOntcIiRpZFwiOlwiMjkzXCIsXCJNYXJnaW5cIjp7XCIkaWRcIjpcIjI5NFwiLFwiVG9wXCI6MC4wLFwiTGVmdFwiOjAuMCxcIlJpZ2h0XCI6MC4wLFwiQm90dG9tXCI6MC4wfSxcIlBhZGRpbmdcIjp7XCIkaWRcIjpcIjI5NVwiLFwiVG9wXCI6MC4wLFwiTGVmdFwiOjAuMCxcIlJpZ2h0XCI6MC4wLFwiQm90dG9tXCI6MC4wfSxcIkJhY2tncm91bmRcIjp7XCIkaWRcIjpcIjI5NlwiLFwiQ29sb3JcIjp7XCIkaWRcIjpcIjI5N1wiLFwiQVwiOjI1NSxcIlJcIjo4LFwiR1wiOjQ5LFwiQlwiOjQyfX0sXCJJc1Zpc2libGVcIjp0cnVlLFwiV2lkdGhcIjoxMy4wLFwiSGVpZ2h0XCI6MTMuMCxcIkJvcmRlclN0eWxlXCI6e1wiJGlkXCI6XCIyOThcIixcIkxpbmVDb2xvclwiOntcIiRpZFwiOlwiMjk5XCIsXCIkdHlwZVwiOlwiTkxSRS5Db21tb24uRG9tLlNvbGlkQ29sb3JCcnVzaCwgTkxSRS5Db21tb25cIixcIkNvbG9yXCI6e1wiJGlkXCI6XCIzMDBcIixcIkFcIjoyNTUsXCJSXCI6MjU1LFwiR1wiOjAsXCJCXCI6MH19LFwiTGluZVdlaWdodFwiOjAuMCxcIkxpbmVUeXBlXCI6MH19LFwiVGl0bGVTdHlsZVwiOntcIiRpZFwiOlwiMzAxXCIsXCJGb250U2V0dGluZ3NcIjp7XCIkaWRcIjpcIjMwMlwiLFwiRm9udFNpemVcIjoxMSxcIkZvbnROYW1lXCI6XCJCb2VocmluZ2VyIEZvcndhcmQgVGV4dFwiLFwiSXNCb2xkXCI6dHJ1ZSxcIklzSXRhbGljXCI6ZmFsc2UsXCJJc1VuZGVybGluZWRcIjpmYWxzZX0sXCJBdXRvU2l6ZVwiOjAsXCJGb3JlZ3JvdW5kXCI6e1wiJGlkXCI6XCIzMDNcIixcIkNvbG9yXCI6e1wiJHJlZlwiOlwiMTA1XCJ9fSxcIkJhY2tncm91bmRGaWxsVHlwZVwiOjAsXCJNYXhXaWR0aFwiOjIwMC4wLFwiTWF4SGVpZ2h0XCI6XCJJbmZpbml0eVwiLFwiU21hcnRGb3JlZ3JvdW5kSXNBY3RpdmVcIjpmYWxzZSxcIkhvcml6b250YWxBbGlnbm1lbnRcIjoxLFwiVmVydGljYWxBbGlnbm1lbnRcIjowLFwiU21hcnRGb3JlZ3JvdW5kXCI6bnVsbCxcIk1hcmdpblwiOntcIiRpZFwiOlwiMzA0XCIsXCJUb3BcIjowLjAsXCJMZWZ0XCI6MC4wLFwiUmlnaHRcIjowLjAsXCJCb3R0b21cIjowLjB9LFwiUGFkZGluZ1wiOntcIiRpZFwiOlwiMzA1XCIsXCJUb3BcIjowLjAsXCJMZWZ0XCI6MC4wLFwiUmlnaHRcIjowLjAsXCJCb3R0b21cIjowLjB9LFwiQmFja2dyb3VuZFwiOntcIiRpZFwiOlwiMzA2XCIsXCJDb2xvclwiOntcIiRpZFwiOlwiMzA3XCIsXCJBXCI6MCxcIlJcIjowLFwiR1wiOjAsXCJCXCI6MH19LFwiSXNWaXNpYmxlXCI6dHJ1ZSxcIldpZHRoXCI6MC4wLFwiSGVpZ2h0XCI6MC4wLFwiQm9yZGVyU3R5bGVcIjp7XCIkaWRcIjpcIjMwOFwiLFwiTGluZUNvbG9yXCI6bnVsbCxcIkxpbmVXZWlnaHRcIjowLjAsXCJMaW5lVHlwZVwiOjB9fSxcIkRhdGVTdHlsZVwiOntcIiRpZFwiOlwiMzA5XCIsXCJGb250U2V0dGluZ3NcIjp7XCIkaWRcIjpcIjMxMFwiLFwiRm9udFNpemVcIjoxMCxcIkZvbnROYW1lXCI6XCJCb2VocmluZ2VyIEZvcndhcmQgVGV4dFwiLFwiSXNCb2xkXCI6ZmFsc2UsXCJJc0l0YWxpY1wiOmZhbHNlLFwiSXNVbmRlcmxpbmVkXCI6ZmFsc2V9LFwiQXV0b1NpemVcIjowLFwiRm9yZWdyb3VuZFwiOntcIiRpZFwiOlwiMzExXCIsXCJDb2xvclwiOntcIiRyZWZcIjpcIjExM1wifX0sXCJCYWNrZ3JvdW5kRmlsbFR5cGVcIjowLFwiTWF4V2lkdGhcIjoyMDAuMCxcIk1heEhlaWdodFwiOlwiSW5maW5pdHlcIixcIlNtYXJ0Rm9yZWdyb3VuZElzQWN0aXZlXCI6ZmFsc2UsXCJIb3Jpem9udGFsQWxpZ25tZW50XCI6MSxcIlZlcnRpY2FsQWxpZ25tZW50XCI6MCxcIlNtYXJ0Rm9yZWdyb3VuZFwiOm51bGwsXCJNYXJnaW5cIjp7XCIkaWRcIjpcIjMxMlwiLFwiVG9wXCI6MC4wLFwiTGVmdFwiOjAuMCxcIlJpZ2h0XCI6MC4wLFwiQm90dG9tXCI6MC4wfSxcIlBhZGRpbmdcIjp7XCIkaWRcIjpcIjMxM1wiLFwiVG9wXCI6MC4wLFwiTGVmdFwiOjAuMCxcIlJpZ2h0XCI6MC4wLFwiQm90dG9tXCI6MC4wfSxcIkJhY2tncm91bmRcIjp7XCIkaWRcIjpcIjMxNFwiLFwiQ29sb3JcIjp7XCIkaWRcIjpcIjMxNVwiLFwiQVwiOjAsXCJSXCI6MCxcIkdcIjowLFwiQlwiOjB9fSxcIklzVmlzaWJsZVwiOmZhbHNlLFwiV2lkdGhcIjowLjAsXCJIZWlnaHRcIjowLjAsXCJCb3JkZXJTdHlsZVwiOntcIiRpZFwiOlwiMzE2XCIsXCJMaW5lQ29sb3JcIjpudWxsLFwiTGluZVdlaWdodFwiOjAuMCxcIkxpbmVUeXBlXCI6MH19LFwiRGF0ZUZvcm1hdFwiOntcIiRpZFwiOlwiMzE3XCIsXCJGb3JtYXRTdHJpbmdcIjpcIk1NTSBkXCIsXCJTZXBhcmF0b3JcIjpcIi9cIixcIlVzZUludGVybmF0aW9uYWxEYXRlRm9ybWF0XCI6ZmFsc2UsXCJEYXRlSXNWaXNpYmxlXCI6dHJ1ZSxcIlRpbWVJc1Zpc2libGVcIjpmYWxzZSxcIkhvdXJEaWdpdHNcIjoxLFwiQW1QbURlc2lnbmF0b3JcIjoyLFwiVHJpbTAwTWludXRlc1wiOmZhbHNlLFwiTGFzdEtub3duVmlzaWJpbGl0eVN0YXRlXCI6bnVsbH0sXCJJc1Zpc2libGVcIjpmYWxzZX1dLFwiQ3VzdG9tVGFza1N0eWxlTGlzdFwiOltdLFwiQ3VzdG9tU3dpbWxhbmVEZWZpbml0aW9uU3R5bGVMaXN0XCI6bnVsbCxcIkN1c3RvbVN3aW1sYW5lVjJTdHlsZUxpc3RcIjpbe1wiJGlkXCI6XCIzMThcIixcIkhlYWRlclN0eWxlXCI6e1wiJGlkXCI6XCIzMTlcIixcIlRleHRTdHlsZVwiOntcIiRpZFwiOlwiMzIwXCIsXCJGb250U2V0dGluZ3NcIjp7XCIkaWRcIjpcIjMyMVwiLFwiRm9udFNpemVcIjoxMixcIkZvbnROYW1lXCI6XCJCb2VocmluZ2VyIEZvcndhcmQgVGV4dFwiLFwiSXNCb2xkXCI6ZmFsc2UsXCJJc0l0YWxpY1wiOmZhbHNlLFwiSXNVbmRlcmxpbmVkXCI6ZmFsc2V9LFwiQXV0b1NpemVcIjoyLFwiRm9yZWdyb3VuZFwiOntcIiRpZFwiOlwiMzIyXCIsXCJDb2xvclwiOntcIiRpZFwiOlwiMzIzXCIsXCJBXCI6MjU1LFwiUlwiOjgsXCJHXCI6NDksXCJCXCI6NDJ9fSxcIkJhY2tncm91bmRGaWxsVHlwZVwiOjAsXCJNYXhXaWR0aFwiOjcxLjAsXCJNYXhIZWlnaHRcIjpcIkluZmluaXR5XCIsXCJTbWFydEZvcmVncm91bmRJc0FjdGl2ZVwiOmZhbHNlLFwiSG9yaXpvbnRhbEFsaWdubWVudFwiOjAsXCJWZXJ0aWNhbEFsaWdubWVudFwiOjAsXCJTbWFydEZvcmVncm91bmRcIjpudWxsLFwiTWFyZ2luXCI6e1wiJGlkXCI6XCIzMjRcIixcIlRvcFwiOjAuMCxcIkxlZnRcIjowLjAsXCJSaWdodFwiOjAuMCxcIkJvdHRvbVwiOjAuMH0sXCJQYWRkaW5nXCI6e1wiJGlkXCI6XCIzMjVcIixcIlRvcFwiOjAuMCxcIkxlZnRcIjowLjAsXCJSaWdodFwiOjAuMCxcIkJvdHRvbVwiOjAuMH0sXCJCYWNrZ3JvdW5kXCI6bnVsbCxcIklzVmlzaWJsZVwiOnRydWUsXCJXaWR0aFwiOjAuMCxcIkhlaWdodFwiOjAuMCxcIkJvcmRlclN0eWxlXCI6bnVsbH0sXCJSZWN0YW5nbGVTdHlsZVwiOntcIiRpZFwiOlwiMzI2XCIsXCJNYXJnaW5cIjp7XCIkaWRcIjpcIjMyN1wiLFwiVG9wXCI6MC4wLFwiTGVmdFwiOjAuMCxcIlJpZ2h0XCI6MC4wLFwiQm90dG9tXCI6MC4wfSxcIlBhZGRpbmdcIjp7XCIkaWRcIjpcIjMyOFwiLFwiVG9wXCI6MC4wLFwiTGVmdFwiOjAuMCxcIlJpZ2h0XCI6MC4wLFwiQm90dG9tXCI6MC4wfSxcIkJhY2tncm91bmRcIjp7XCIkaWRcIjpcIjMyOVwiLFwiQ29sb3JcIjp7XCIkaWRcIjpcIjMzMFwiLFwiQVwiOjI1NSxcIlJcIjowLFwiR1wiOjIyOCxcIkJcIjoxMjR9fSxcIklzVmlzaWJsZVwiOnRydWUsXCJXaWR0aFwiOjAuMCxcIkhlaWdodFwiOjAuMCxcIkJvcmRlclN0eWxlXCI6e1wiJGlkXCI6XCIzMzFcIixcIkxpbmVDb2xvclwiOntcIiRpZFwiOlwiMzMyXCIsXCIkdHlwZVwiOlwiTkxSRS5Db21tb24uRG9tLlNvbGlkQ29sb3JCcnVzaCwgTkxSRS5Db21tb25cIixcIkNvbG9yXCI6e1wiJGlkXCI6XCIzMzNcIixcIkFcIjoyNTUsXCJSXCI6MjU1LFwiR1wiOjAsXCJCXCI6MH19LFwiTGluZVdlaWdodFwiOjAuMCxcIkxpbmVUeXBlXCI6MH19LFwiVGV4dElzVmVydGljYWxcIjpmYWxzZX0sXCJCYWNrZ3JvdW5kU3R5bGVcIjp7XCIkaWRcIjpcIjMzNFwiLFwiTWFyZ2luXCI6e1wiJGlkXCI6XCIzMzVcIixcIlRvcFwiOjAuMCxcIkxlZnRcIjowLjAsXCJSaWdodFwiOjAuMCxcIkJvdHRvbVwiOjAuMH0sXCJQYWRkaW5nXCI6e1wiJGlkXCI6XCIzMzZcIixcIlRvcFwiOjAuMCxcIkxlZnRcIjowLjAsXCJSaWdodFwiOjAuMCxcIkJvdHRvbVwiOjAuMH0sXCJCYWNrZ3JvdW5kXCI6e1wiJGlkXCI6XCIzMzdcIixcIkNvbG9yXCI6e1wiJGlkXCI6XCIzMzhcIixcIkFcIjo1MSxcIlJcIjoyNTUsXCJHXCI6MjU1LFwiQlwiOjI1NX19LFwiSXNWaXNpYmxlXCI6dHJ1ZSxcIldpZHRoXCI6MC4wLFwiSGVpZ2h0XCI6MC4wLFwiQm9yZGVyU3R5bGVcIjp7XCIkaWRcIjpcIjMzOVwiLFwiTGluZUNvbG9yXCI6e1wiJGlkXCI6XCIzNDBcIixcIiR0eXBlXCI6XCJOTFJFLkNvbW1vbi5Eb20uU29saWRDb2xvckJydXNoLCBOTFJFLkNvbW1vblwiLFwiQ29sb3JcIjp7XCIkaWRcIjpcIjM0MVwiLFwiQVwiOjI1NSxcIlJcIjo4LFwiR1wiOjQ5LFwiQlwiOjQyfX0sXCJMaW5lV2VpZ2h0XCI6Mi4wLFwiTGluZVR5cGVcIjowfX0sXCJJc0Fib3ZlVGltZWJhbmRcIjpmYWxzZSxcIlN3aW1sYW5lRGVmYXVsdEFjdGl2aXR5U3R5bGVcIjp7XCIkaWRcIjpcIjM0MlwiLFwiSGVhZGVyU3R5bGVcIjp7XCIkaWRcIjpcIjM0M1wiLFwiVGV4dFN0eWxlXCI6e1wiJGlkXCI6XCIzNDRcIixcIkZvbnRTZXR0aW5nc1wiOntcIiRpZFwiOlwiMzQ1XCIsXCJGb250U2l6ZVwiOjExLFwiRm9udE5hbWVcIjpcIkNhbGlicmlcIixcIklzQm9sZFwiOmZhbHNlLFwiSXNJdGFsaWNcIjpmYWxzZSxcIklzVW5kZXJsaW5lZFwiOmZhbHNlfSxcIkF1dG9TaXplXCI6MixcIkZvcmVncm91bmRcIjp7XCIkaWRcIjpcIjM0NlwiLFwiQ29sb3JcIjp7XCIkaWRcIjpcIjM0N1wiLFwiQVwiOjI1NSxcIlJcIjowLFwiR1wiOjAsXCJCXCI6MH19LFwiQmFja2dyb3VuZEZpbGxUeXBlXCI6MCxcIk1heFdpZHRoXCI6MC4wLFwiTWF4SGVpZ2h0XCI6MC4wLFwiU21hcnRGb3JlZ3JvdW5kSXNBY3RpdmVcIjpmYWxzZSxcIkhvcml6b250YWxBbGlnbm1lbnRcIjowLFwiVmVydGljYWxBbGlnbm1lbnRcIjowLFwiU21hcnRGb3JlZ3JvdW5kXCI6bnVsbCxcIk1hcmdpblwiOntcIiRpZFwiOlwiMzQ4XCIsXCJUb3BcIjowLjAsXCJMZWZ0XCI6MC4wLFwiUmlnaHRcIjowLjAsXCJCb3R0b21cIjowLjB9LFwiUGFkZGluZ1wiOntcIiRpZFwiOlwiMzQ5XCIsXCJUb3BcIjowLjAsXCJMZWZ0XCI6MC4wLFwiUmlnaHRcIjowLjAsXCJCb3R0b21cIjowLjB9LFwiQmFja2dyb3VuZFwiOm51bGwsXCJJc1Zpc2libGVcIjp0cnVlLFwiV2lkdGhcIjowLjAsXCJIZWlnaHRcIjowLjAsXCJCb3JkZXJTdHlsZVwiOm51bGx9LFwiUmVjdGFuZ2xlU3R5bGVcIjp7XCIkaWRcIjpcIjM1MFwiLFwiTWFyZ2luXCI6e1wiJGlkXCI6XCIzNTFcIixcIlRvcFwiOjAuMCxcIkxlZnRcIjowLjAsXCJSaWdodFwiOjAuMCxcIkJvdHRvbVwiOjAuMH0sXCJQYWRkaW5nXCI6e1wiJGlkXCI6XCIzNTJcIixcIlRvcFwiOjAuMCxcIkxlZnRcIjowLjAsXCJSaWdodFwiOjAuMCxcIkJvdHRvbVwiOjAuMH0sXCJCYWNrZ3JvdW5kXCI6e1wiJGlkXCI6XCIzNTNcIixcIkNvbG9yXCI6e1wiJGlkXCI6XCIzNTRcIixcIkFcIjo2MyxcIlJcIjoxOTcsXCJHXCI6MTk1LFwiQlwiOjIzOH19LFwiSXNWaXNpYmxlXCI6dHJ1ZSxcIldpZHRoXCI6MC4wLFwiSGVpZ2h0XCI6MC4wLFwiQm9yZGVyU3R5bGVcIjp7XCIkaWRcIjpcIjM1NVwiLFwiTGluZUNvbG9yXCI6e1wiJGlkXCI6XCIzNTZcIixcIiR0eXBlXCI6XCJOTFJFLkNvbW1vbi5Eb20uU29saWRDb2xvckJydXNoLCBOTFJFLkNvbW1vblwiLFwiQ29sb3JcIjp7XCIkaWRcIjpcIjM1N1wiLFwiQVwiOjI1NSxcIlJcIjoyNTUsXCJHXCI6MCxcIkJcIjowfX0sXCJMaW5lV2VpZ2h0XCI6MC4wLFwiTGluZVR5cGVcIjowfX19LFwiQmFja2dyb3VuZFN0eWxlXCI6e1wiJGlkXCI6XCIzNThcIixcIk1hcmdpblwiOntcIiRpZFwiOlwiMzU5XCIsXCJUb3BcIjowLjAsXCJMZWZ0XCI6MC4wLFwiUmlnaHRcIjowLjAsXCJCb3R0b21cIjowLjB9LFwiUGFkZGluZ1wiOntcIiRpZFwiOlwiMzYwXCIsXCJUb3BcIjowLjAsXCJMZWZ0XCI6MC4wLFwiUmlnaHRcIjowLjAsXCJCb3R0b21cIjowLjB9LFwiQmFja2dyb3VuZFwiOntcIiRpZFwiOlwiMzYxXCIsXCJDb2xvclwiOntcIiRpZFwiOlwiMzYyXCIsXCJBXCI6NTEsXCJSXCI6MTk3LFwiR1wiOjE5NSxcIkJcIjoyMzh9fSxcIklzVmlzaWJsZVwiOnRydWUsXCJXaWR0aFwiOjAuMCxcIkhlaWdodFwiOjAuMCxcIkJvcmRlclN0eWxlXCI6e1wiJGlkXCI6XCIzNjNcIixcIkxpbmVDb2xvclwiOntcIiRpZFwiOlwiMzY0XCIsXCIkdHlwZVwiOlwiTkxSRS5Db21tb24uRG9tLlNvbGlkQ29sb3JCcnVzaCwgTkxSRS5Db21tb25cIixcIkNvbG9yXCI6e1wiJGlkXCI6XCIzNjVcIixcIkFcIjoyNTUsXCJSXCI6MjU1LFwiR1wiOjAsXCJCXCI6MH19LFwiTGluZVdlaWdodFwiOjAuMCxcIkxpbmVUeXBlXCI6MH19LFwiQ3VzdG9tU3dpbWxhbmVNaWxlc3RvbmVTdHlsZUxpc3RcIjpbe1wiJGlkXCI6XCIzNjZcIixcIlRpdGxlU3R5bGVcIjp7XCIkaWRcIjpcIjM2N1wiLFwiRm9udFNldHRpbmdzXCI6e1wiJGlkXCI6XCIzNjhcIixcIkZvbnRTaXplXCI6MTEsXCJGb250TmFtZVwiOlwiQm9laHJpbmdlciBGb3J3YXJkIFRleHRcIixcIklzQm9sZFwiOnRydWUsXCJJc0l0YWxpY1wiOmZhbHNlLFwiSXNVbmRlcmxpbmVkXCI6ZmFsc2V9LFwiQXV0b1NpemVcIjowLFwiRm9yZWdyb3VuZFwiOntcIiRpZFwiOlwiMzY5XCIsXCJDb2xvclwiOntcIiRpZFwiOlwiMzcwXCIsXCJBXCI6MjU1LFwiUlwiOjgsXCJHXCI6NDksXCJCXCI6NDJ9fSxcIkJhY2tncm91bmRGaWxsVHlwZVwiOjAsXCJNYXhXaWR0aFwiOjIwMC4wLFwiTWF4SGVpZ2h0XCI6XCJJbmZpbml0eVwiLFwiU21hcnRGb3JlZ3JvdW5kSXNBY3RpdmVcIjpmYWxzZSxcIkhvcml6b250YWxBbGlnbm1lbnRcIjowLFwiVmVydGljYWxBbGlnbm1lbnRcIjowLFwiU21hcnRGb3JlZ3JvdW5kXCI6bnVsbCxcIk1hcmdpblwiOntcIiRpZFwiOlwiMzcxXCIsXCJUb3BcIjowLjAsXCJMZWZ0XCI6MC4wLFwiUmlnaHRcIjowLjAsXCJCb3R0b21cIjowLjB9LFwiUGFkZGluZ1wiOntcIiRpZFwiOlwiMzcyXCIsXCJUb3BcIjowLjAsXCJMZWZ0XCI6MC4wLFwiUmlnaHRcIjowLjAsXCJCb3R0b21cIjowLjB9LFwiQmFja2dyb3VuZFwiOntcIiRpZFwiOlwiMzczXCIsXCJDb2xvclwiOntcIiRpZFwiOlwiMzc0XCIsXCJBXCI6MCxcIlJcIjoyNTUsXCJHXCI6MjU1LFwiQlwiOjI1NX19LFwiSXNWaXNpYmxlXCI6dHJ1ZSxcIldpZHRoXCI6MC4wLFwiSGVpZ2h0XCI6MC4wLFwiQm9yZGVyU3R5bGVcIjpudWxsfSxcIkRhdGVTdHlsZVwiOntcIiRpZFwiOlwiMzc1XCIsXCJGb250U2V0dGluZ3NcIjp7XCIkaWRcIjpcIjM3NlwiLFwiRm9udFNpemVcIjoxMCxcIkZvbnROYW1lXCI6XCJCb2VocmluZ2VyIEZvcndhcmQgVGV4dFwiLFwiSXNCb2xkXCI6ZmFsc2UsXCJJc0l0YWxpY1wiOmZhbHNlLFwiSXNVbmRlcmxpbmVkXCI6ZmFsc2V9LFwiQXV0b1NpemVcIjowLFwiRm9yZWdyb3VuZFwiOntcIiRpZFwiOlwiMzc3XCIsXCJDb2xvclwiOntcIiRpZFwiOlwiMzc4XCIsXCJBXCI6MjU1LFwiUlwiOjgsXCJHXCI6NDksXCJCXCI6NDJ9fSxcIkJhY2tncm91bmRGaWxsVHlwZVwiOjAsXCJNYXhXaWR0aFwiOjIwMC4wLFwiTWF4SGVpZ2h0XCI6XCJJbmZpbml0eVwiLFwiU21hcnRGb3JlZ3JvdW5kSXNBY3RpdmVcIjpmYWxzZSxcIkhvcml6b250YWxBbGlnbm1lbnRcIjoyLFwiVmVydGljYWxBbGlnbm1lbnRcIjowLFwiU21hcnRGb3JlZ3JvdW5kXCI6bnVsbCxcIk1hcmdpblwiOntcIiRpZFwiOlwiMzc5XCIsXCJUb3BcIjowLjAsXCJMZWZ0XCI6MC4wLFwiUmlnaHRcIjowLjAsXCJCb3R0b21cIjowLjB9LFwiUGFkZGluZ1wiOntcIiRpZFwiOlwiMzgwXCIsXCJUb3BcIjowLjAsXCJMZWZ0XCI6MC4wLFwiUmlnaHRcIjowLjAsXCJCb3R0b21cIjowLjB9LFwiQmFja2dyb3VuZFwiOntcIiRpZFwiOlwiMzgxXCIsXCJDb2xvclwiOntcIiRpZFwiOlwiMzgyXCIsXCJBXCI6MCxcIlJcIjoyNTUsXCJHXCI6MjU1LFwiQlwiOjI1NX19LFwiSXNWaXNpYmxlXCI6ZmFsc2UsXCJXaWR0aFwiOjAuMCxcIkhlaWdodFwiOjAuMCxcIkJvcmRlclN0eWxlXCI6bnVsbH0sXCJUaXRsZVBvc2l0aW9uXCI6MixcIkRhdGVQb3NpdGlvblwiOlwiTGVmdFwiLFwiU2hhcGVUeXBlXCI6MTQsXCJTaGFwZVNpemVcIjoxLFwiU2hhcGVTdHlsZVwiOntcIiRpZFwiOlwiMzgzXCIsXCJNYXJnaW5cIjp7XCIkaWRcIjpcIjM4NFwiLFwiVG9wXCI6MC4wLFwiTGVmdFwiOjAuMCxcIlJpZ2h0XCI6MC4wLFwiQm90dG9tXCI6MC4wfSxcIlBhZGRpbmdcIjp7XCIkaWRcIjpcIjM4NVwiLFwiVG9wXCI6MC4wLFwiTGVmdFwiOjAuMCxcIlJpZ2h0XCI6MC4wLFwiQm90dG9tXCI6MC4wfSxcIkJhY2tncm91bmRcIjp7XCIkaWRcIjpcIjM4NlwiLFwiQ29sb3JcIjp7XCIkaWRcIjpcIjM4N1wiLFwiQVwiOjI1NSxcIlJcIjowLFwiR1wiOjIyOCxcIkJcIjoxMjR9fSxcIklzVmlzaWJsZVwiOnRydWUsXCJXaWR0aFwiOjE4LjAsXCJIZWlnaHRcIjoyMC4wLFwiQm9yZGVyU3R5bGVcIjp7XCIkaWRcIjpcIjM4OFwiLFwiTGluZUNvbG9yXCI6e1wiJGlkXCI6XCIzODlcIixcIiR0eXBlXCI6XCJOTFJFLkNvbW1vbi5Eb20uU29saWRDb2xvckJydXNoLCBOTFJFLkNvbW1vblwiLFwiQ29sb3JcIjp7XCIkaWRcIjpcIjM5MFwiLFwiQVwiOjI1NSxcIlJcIjoyNTUsXCJHXCI6MCxcIkJcIjowfX0sXCJMaW5lV2VpZ2h0XCI6MC4wLFwiTGluZVR5cGVcIjowfX0sXCJEYXRlRm9ybWF0XCI6e1wiJGlkXCI6XCIzOTFcIixcIkZvcm1hdFN0cmluZ1wiOlwiTU1NIGRcIixcIlNlcGFyYXRvclwiOlwiL1wiLFwiVXNlSW50ZXJuYXRpb25hbERhdGVGb3JtYXRcIjpmYWxzZSxcIkRhdGVJc1Zpc2libGVcIjp0cnVlLFwiVGltZUlzVmlzaWJsZVwiOmZhbHNlLFwiSG91ckRpZ2l0c1wiOjEsXCJBbVBtRGVzaWduYXRvclwiOjIsXCJUcmltMDBNaW51dGVzXCI6ZmFsc2UsXCJMYXN0S25vd25WaXNpYmlsaXR5U3RhdGVcIjpudWxsfSxcIklzVmlzaWJsZVwiOnRydWUsXCJHcm91cElkXCI6bnVsbCxcIlNwYWNpbmdcIjo1fV0sXCJDdXN0b21Td2ltbGFuZVRhc2tTdHlsZUxpc3RcIjpbXSxcIklzVmlzaWJsZVwiOmZhbHNlfSxcIkN1c3RvbVN3aW1sYW5lQWN0aXZpdGllc1N0eWxlTGlzdFwiOltdLFwiSXNWaXNpYmxlXCI6dHJ1ZSxcIlNwYWNpbmdcIjoxMH0se1wiJGlkXCI6XCIzOTJcIixcIkhlYWRlclN0eWxlXCI6e1wiJGlkXCI6XCIzOTNcIixcIlRleHRTdHlsZVwiOntcIiRpZFwiOlwiMzk0XCIsXCJGb250U2V0dGluZ3NcIjp7XCIkaWRcIjpcIjM5NVwiLFwiRm9udFNpemVcIjoxMixcIkZvbnROYW1lXCI6XCJCb2VocmluZ2VyIEZvcndhcmQgVGV4dFwiLFwiSXNCb2xkXCI6ZmFsc2UsXCJJc0l0YWxpY1wiOmZhbHNlLFwiSXNVbmRlcmxpbmVkXCI6ZmFsc2V9LFwiQXV0b1NpemVcIjoyLFwiRm9yZWdyb3VuZFwiOntcIiRpZFwiOlwiMzk2XCIsXCJDb2xvclwiOntcIiRyZWZcIjpcIjMyM1wifX0sXCJCYWNrZ3JvdW5kRmlsbFR5cGVcIjowLFwiTWF4V2lkdGhcIjo3MS4wLFwiTWF4SGVpZ2h0XCI6XCJJbmZpbml0eVwiLFwiU21hcnRGb3JlZ3JvdW5kSXNBY3RpdmVcIjpmYWxzZSxcIkhvcml6b250YWxBbGlnbm1lbnRcIjowLFwiVmVydGljYWxBbGlnbm1lbnRcIjowLFwiU21hcnRGb3JlZ3JvdW5kXCI6bnVsbCxcIk1hcmdpblwiOntcIiRpZFwiOlwiMzk3XCIsXCJUb3BcIjowLjAsXCJMZWZ0XCI6MC4wLFwiUmlnaHRcIjowLjAsXCJCb3R0b21cIjowLjB9LFwiUGFkZGluZ1wiOntcIiRpZFwiOlwiMzk4XCIsXCJUb3BcIjowLjAsXCJMZWZ0XCI6MC4wLFwiUmlnaHRcIjowLjAsXCJCb3R0b21cIjowLjB9LFwiQmFja2dyb3VuZFwiOm51bGwsXCJJc1Zpc2libGVcIjp0cnVlLFwiV2lkdGhcIjowLjAsXCJIZWlnaHRcIjowLjAsXCJCb3JkZXJTdHlsZVwiOm51bGx9LFwiUmVjdGFuZ2xlU3R5bGVcIjp7XCIkaWRcIjpcIjM5OVwiLFwiTWFyZ2luXCI6e1wiJGlkXCI6XCI0MDBcIixcIlRvcFwiOjAuMCxcIkxlZnRcIjowLjAsXCJSaWdodFwiOjAuMCxcIkJvdHRvbVwiOjAuMH0sXCJQYWRkaW5nXCI6e1wiJGlkXCI6XCI0MDFcIixcIlRvcFwiOjAuMCxcIkxlZnRcIjowLjAsXCJSaWdodFwiOjAuMCxcIkJvdHRvbVwiOjAuMH0sXCJCYWNrZ3JvdW5kXCI6e1wiJGlkXCI6XCI0MDJcIixcIkNvbG9yXCI6e1wiJHJlZlwiOlwiMzMwXCJ9fSxcIklzVmlzaWJsZVwiOnRydWUsXCJXaWR0aFwiOjAuMCxcIkhlaWdodFwiOjAuMCxcIkJvcmRlclN0eWxlXCI6e1wiJGlkXCI6XCI0MDNcIixcIkxpbmVDb2xvclwiOntcIiRpZFwiOlwiNDA0XCIsXCIkdHlwZVwiOlwiTkxSRS5Db21tb24uRG9tLlNvbGlkQ29sb3JCcnVzaCwgTkxSRS5Db21tb25cIixcIkNvbG9yXCI6e1wiJGlkXCI6XCI0MDVcIixcIkFcIjoyNTUsXCJSXCI6MjU1LFwiR1wiOjAsXCJCXCI6MH19LFwiTGluZVdlaWdodFwiOjAuMCxcIkxpbmVUeXBlXCI6MH19LFwiVGV4dElzVmVydGljYWxcIjpmYWxzZX0sXCJCYWNrZ3JvdW5kU3R5bGVcIjp7XCIkaWRcIjpcIjQwNlwiLFwiTWFyZ2luXCI6e1wiJGlkXCI6XCI0MDdcIixcIlRvcFwiOjAuMCxcIkxlZnRcIjowLjAsXCJSaWdodFwiOjAuMCxcIkJvdHRvbVwiOjAuMH0sXCJQYWRkaW5nXCI6e1wiJGlkXCI6XCI0MDhcIixcIlRvcFwiOjAuMCxcIkxlZnRcIjowLjAsXCJSaWdodFwiOjAuMCxcIkJvdHRvbVwiOjAuMH0sXCJCYWNrZ3JvdW5kXCI6e1wiJGlkXCI6XCI0MDlcIixcIkNvbG9yXCI6e1wiJGlkXCI6XCI0MTBcIixcIkFcIjo1MSxcIlJcIjoyNTUsXCJHXCI6MjU1LFwiQlwiOjI1NX19LFwiSXNWaXNpYmxlXCI6dHJ1ZSxcIldpZHRoXCI6MC4wLFwiSGVpZ2h0XCI6MC4wLFwiQm9yZGVyU3R5bGVcIjp7XCIkaWRcIjpcIjQxMVwiLFwiTGluZUNvbG9yXCI6e1wiJGlkXCI6XCI0MTJcIixcIiR0eXBlXCI6XCJOTFJFLkNvbW1vbi5Eb20uU29saWRDb2xvckJydXNoLCBOTFJFLkNvbW1vblwiLFwiQ29sb3JcIjp7XCIkaWRcIjpcIjQxM1wiLFwiQVwiOjI1NSxcIlJcIjo4LFwiR1wiOjQ5LFwiQlwiOjQyfX0sXCJMaW5lV2VpZ2h0XCI6Mi4wLFwiTGluZVR5cGVcIjowfX0sXCJJc0Fib3ZlVGltZWJhbmRcIjpmYWxzZSxcIlN3aW1sYW5lRGVmYXVsdEFjdGl2aXR5U3R5bGVcIjp7XCIkaWRcIjpcIjQxNFwiLFwiSGVhZGVyU3R5bGVcIjp7XCIkaWRcIjpcIjQxNVwiLFwiVGV4dFN0eWxlXCI6e1wiJGlkXCI6XCI0MTZcIixcIkZvbnRTZXR0aW5nc1wiOntcIiRpZFwiOlwiNDE3XCIsXCJGb250U2l6ZVwiOjExLFwiRm9udE5hbWVcIjpcIkNhbGlicmlcIixcIklzQm9sZFwiOmZhbHNlLFwiSXNJdGFsaWNcIjpmYWxzZSxcIklzVW5kZXJsaW5lZFwiOmZhbHNlfSxcIkF1dG9TaXplXCI6MixcIkZvcmVncm91bmRcIjp7XCIkaWRcIjpcIjQxOFwiLFwiQ29sb3JcIjp7XCIkaWRcIjpcIjQxOVwiLFwiQVwiOjI1NSxcIlJcIjowLFwiR1wiOjAsXCJCXCI6MH19LFwiQmFja2dyb3VuZEZpbGxUeXBlXCI6MCxcIk1heFdpZHRoXCI6MC4wLFwiTWF4SGVpZ2h0XCI6MC4wLFwiU21hcnRGb3JlZ3JvdW5kSXNBY3RpdmVcIjpmYWxzZSxcIkhvcml6b250YWxBbGlnbm1lbnRcIjowLFwiVmVydGljYWxBbGlnbm1lbnRcIjowLFwiU21hcnRGb3JlZ3JvdW5kXCI6bnVsbCxcIk1hcmdpblwiOntcIiRpZFwiOlwiNDIwXCIsXCJUb3BcIjowLjAsXCJMZWZ0XCI6MC4wLFwiUmlnaHRcIjowLjAsXCJCb3R0b21cIjowLjB9LFwiUGFkZGluZ1wiOntcIiRpZFwiOlwiNDIxXCIsXCJUb3BcIjowLjAsXCJMZWZ0XCI6MC4wLFwiUmlnaHRcIjowLjAsXCJCb3R0b21cIjowLjB9LFwiQmFja2dyb3VuZFwiOm51bGwsXCJJc1Zpc2libGVcIjp0cnVlLFwiV2lkdGhcIjowLjAsXCJIZWlnaHRcIjowLjAsXCJCb3JkZXJTdHlsZVwiOm51bGx9LFwiUmVjdGFuZ2xlU3R5bGVcIjp7XCIkaWRcIjpcIjQyMlwiLFwiTWFyZ2luXCI6e1wiJGlkXCI6XCI0MjNcIixcIlRvcFwiOjAuMCxcIkxlZnRcIjowLjAsXCJSaWdodFwiOjAuMCxcIkJvdHRvbVwiOjAuMH0sXCJQYWRkaW5nXCI6e1wiJGlkXCI6XCI0MjRcIixcIlRvcFwiOjAuMCxcIkxlZnRcIjowLjAsXCJSaWdodFwiOjAuMCxcIkJvdHRvbVwiOjAuMH0sXCJCYWNrZ3JvdW5kXCI6e1wiJGlkXCI6XCI0MjVcIixcIkNvbG9yXCI6e1wiJGlkXCI6XCI0MjZcIixcIkFcIjo2MyxcIlJcIjoxOTcsXCJHXCI6MTk1LFwiQlwiOjIzOH19LFwiSXNWaXNpYmxlXCI6dHJ1ZSxcIldpZHRoXCI6MC4wLFwiSGVpZ2h0XCI6MC4wLFwiQm9yZGVyU3R5bGVcIjp7XCIkaWRcIjpcIjQyN1wiLFwiTGluZUNvbG9yXCI6e1wiJGlkXCI6XCI0MjhcIixcIiR0eXBlXCI6XCJOTFJFLkNvbW1vbi5Eb20uU29saWRDb2xvckJydXNoLCBOTFJFLkNvbW1vblwiLFwiQ29sb3JcIjp7XCIkaWRcIjpcIjQyOVwiLFwiQVwiOjI1NSxcIlJcIjoyNTUsXCJHXCI6MCxcIkJcIjowfX0sXCJMaW5lV2VpZ2h0XCI6MC4wLFwiTGluZVR5cGVcIjowfX19LFwiQmFja2dyb3VuZFN0eWxlXCI6e1wiJGlkXCI6XCI0MzBcIixcIk1hcmdpblwiOntcIiRpZFwiOlwiNDMxXCIsXCJUb3BcIjowLjAsXCJMZWZ0XCI6MC4wLFwiUmlnaHRcIjowLjAsXCJCb3R0b21cIjowLjB9LFwiUGFkZGluZ1wiOntcIiRpZFwiOlwiNDMyXCIsXCJUb3BcIjowLjAsXCJMZWZ0XCI6MC4wLFwiUmlnaHRcIjowLjAsXCJCb3R0b21cIjowLjB9LFwiQmFja2dyb3VuZFwiOntcIiRpZFwiOlwiNDMzXCIsXCJDb2xvclwiOntcIiRpZFwiOlwiNDM0XCIsXCJBXCI6NTEsXCJSXCI6MTk3LFwiR1wiOjE5NSxcIkJcIjoyMzh9fSxcIklzVmlzaWJsZVwiOnRydWUsXCJXaWR0aFwiOjAuMCxcIkhlaWdodFwiOjAuMCxcIkJvcmRlclN0eWxlXCI6e1wiJGlkXCI6XCI0MzVcIixcIkxpbmVDb2xvclwiOntcIiRpZFwiOlwiNDM2XCIsXCIkdHlwZVwiOlwiTkxSRS5Db21tb24uRG9tLlNvbGlkQ29sb3JCcnVzaCwgTkxSRS5Db21tb25cIixcIkNvbG9yXCI6e1wiJGlkXCI6XCI0MzdcIixcIkFcIjoyNTUsXCJSXCI6MjU1LFwiR1wiOjAsXCJCXCI6MH19LFwiTGluZVdlaWdodFwiOjAuMCxcIkxpbmVUeXBlXCI6MH19LFwiQ3VzdG9tU3dpbWxhbmVNaWxlc3RvbmVTdHlsZUxpc3RcIjpbe1wiJGlkXCI6XCI0MzhcIixcIlRpdGxlU3R5bGVcIjp7XCIkaWRcIjpcIjQzOVwiLFwiRm9udFNldHRpbmdzXCI6e1wiJGlkXCI6XCI0NDBcIixcIkZvbnRTaXplXCI6MTEsXCJGb250TmFtZVwiOlwiQm9laHJpbmdlciBGb3J3YXJkIFRleHRcIixcIklzQm9sZFwiOnRydWUsXCJJc0l0YWxpY1wiOmZhbHNlLFwiSXNVbmRlcmxpbmVkXCI6ZmFsc2V9LFwiQXV0b1NpemVcIjowLFwiRm9yZWdyb3VuZFwiOntcIiRpZFwiOlwiNDQxXCIsXCJDb2xvclwiOntcIiRpZFwiOlwiNDQyXCIsXCJBXCI6MjU1LFwiUlwiOjgsXCJHXCI6NDksXCJCXCI6NDJ9fSxcIkJhY2tncm91bmRGaWxsVHlwZVwiOjAsXCJNYXhXaWR0aFwiOjIwMC4wLFwiTWF4SGVpZ2h0XCI6XCJJbmZpbml0eVwiLFwiU21hcnRGb3JlZ3JvdW5kSXNBY3RpdmVcIjpmYWxzZSxcIkhvcml6b250YWxBbGlnbm1lbnRcIjowLFwiVmVydGljYWxBbGlnbm1lbnRcIjowLFwiU21hcnRGb3JlZ3JvdW5kXCI6bnVsbCxcIk1hcmdpblwiOntcIiRpZFwiOlwiNDQzXCIsXCJUb3BcIjowLjAsXCJMZWZ0XCI6MC4wLFwiUmlnaHRcIjowLjAsXCJCb3R0b21cIjowLjB9LFwiUGFkZGluZ1wiOntcIiRpZFwiOlwiNDQ0XCIsXCJUb3BcIjowLjAsXCJMZWZ0XCI6MC4wLFwiUmlnaHRcIjowLjAsXCJCb3R0b21cIjowLjB9LFwiQmFja2dyb3VuZFwiOntcIiRpZFwiOlwiNDQ1XCIsXCJDb2xvclwiOntcIiRpZFwiOlwiNDQ2XCIsXCJBXCI6MCxcIlJcIjoyNTUsXCJHXCI6MjU1LFwiQlwiOjI1NX19LFwiSXNWaXNpYmxlXCI6dHJ1ZSxcIldpZHRoXCI6MC4wLFwiSGVpZ2h0XCI6MC4wLFwiQm9yZGVyU3R5bGVcIjpudWxsfSxcIkRhdGVTdHlsZVwiOntcIiRpZFwiOlwiNDQ3XCIsXCJGb250U2V0dGluZ3NcIjp7XCIkaWRcIjpcIjQ0OFwiLFwiRm9udFNpemVcIjoxMCxcIkZvbnROYW1lXCI6XCJCb2VocmluZ2VyIEZvcndhcmQgVGV4dFwiLFwiSXNCb2xkXCI6ZmFsc2UsXCJJc0l0YWxpY1wiOmZhbHNlLFwiSXNVbmRlcmxpbmVkXCI6ZmFsc2V9LFwiQXV0b1NpemVcIjowLFwiRm9yZWdyb3VuZFwiOntcIiRpZFwiOlwiNDQ5XCIsXCJDb2xvclwiOntcIiRpZFwiOlwiNDUwXCIsXCJBXCI6MjU1LFwiUlwiOjgsXCJHXCI6NDksXCJCXCI6NDJ9fSxcIkJhY2tncm91bmRGaWxsVHlwZVwiOjAsXCJNYXhXaWR0aFwiOjIwMC4wLFwiTWF4SGVpZ2h0XCI6XCJJbmZpbml0eVwiLFwiU21hcnRGb3JlZ3JvdW5kSXNBY3RpdmVcIjpmYWxzZSxcIkhvcml6b250YWxBbGlnbm1lbnRcIjoyLFwiVmVydGljYWxBbGlnbm1lbnRcIjowLFwiU21hcnRGb3JlZ3JvdW5kXCI6bnVsbCxcIk1hcmdpblwiOntcIiRpZFwiOlwiNDUxXCIsXCJUb3BcIjowLjAsXCJMZWZ0XCI6MC4wLFwiUmlnaHRcIjowLjAsXCJCb3R0b21cIjowLjB9LFwiUGFkZGluZ1wiOntcIiRpZFwiOlwiNDUyXCIsXCJUb3BcIjowLjAsXCJMZWZ0XCI6MC4wLFwiUmlnaHRcIjowLjAsXCJCb3R0b21cIjowLjB9LFwiQmFja2dyb3VuZFwiOntcIiRpZFwiOlwiNDUzXCIsXCJDb2xvclwiOntcIiRpZFwiOlwiNDU0XCIsXCJBXCI6MCxcIlJcIjoyNTUsXCJHXCI6MjU1LFwiQlwiOjI1NX19LFwiSXNWaXNpYmxlXCI6ZmFsc2UsXCJXaWR0aFwiOjAuMCxcIkhlaWdodFwiOjAuMCxcIkJvcmRlclN0eWxlXCI6bnVsbH0sXCJUaXRsZVBvc2l0aW9uXCI6MixcIkRhdGVQb3NpdGlvblwiOlwiTGVmdFwiLFwiU2hhcGVUeXBlXCI6MTQsXCJTaGFwZVNpemVcIjoxLFwiU2hhcGVTdHlsZVwiOntcIiRpZFwiOlwiNDU1XCIsXCJNYXJnaW5cIjp7XCIkaWRcIjpcIjQ1NlwiLFwiVG9wXCI6MC4wLFwiTGVmdFwiOjAuMCxcIlJpZ2h0XCI6MC4wLFwiQm90dG9tXCI6MC4wfSxcIlBhZGRpbmdcIjp7XCIkaWRcIjpcIjQ1N1wiLFwiVG9wXCI6MC4wLFwiTGVmdFwiOjAuMCxcIlJpZ2h0XCI6MC4wLFwiQm90dG9tXCI6MC4wfSxcIkJhY2tncm91bmRcIjp7XCIkaWRcIjpcIjQ1OFwiLFwiQ29sb3JcIjp7XCIkaWRcIjpcIjQ1OVwiLFwiQVwiOjI1NSxcIlJcIjowLFwiR1wiOjIyOCxcIkJcIjoxMjR9fSxcIklzVmlzaWJsZVwiOnRydWUsXCJXaWR0aFwiOjE4LjAsXCJIZWlnaHRcIjoyMC4wLFwiQm9yZGVyU3R5bGVcIjp7XCIkaWRcIjpcIjQ2MFwiLFwiTGluZUNvbG9yXCI6e1wiJGlkXCI6XCI0NjFcIixcIiR0eXBlXCI6XCJOTFJFLkNvbW1vbi5Eb20uU29saWRDb2xvckJydXNoLCBOTFJFLkNvbW1vblwiLFwiQ29sb3JcIjp7XCIkaWRcIjpcIjQ2MlwiLFwiQVwiOjI1NSxcIlJcIjoyNTUsXCJHXCI6MCxcIkJcIjowfX0sXCJMaW5lV2VpZ2h0XCI6MC4wLFwiTGluZVR5cGVcIjowfX0sXCJEYXRlRm9ybWF0XCI6e1wiJGlkXCI6XCI0NjNcIixcIkZvcm1hdFN0cmluZ1wiOlwiTU1NIGRcIixcIlNlcGFyYXRvclwiOlwiL1wiLFwiVXNlSW50ZXJuYXRpb25hbERhdGVGb3JtYXRcIjpmYWxzZSxcIkRhdGVJc1Zpc2libGVcIjp0cnVlLFwiVGltZUlzVmlzaWJsZVwiOmZhbHNlLFwiSG91ckRpZ2l0c1wiOjEsXCJBbVBtRGVzaWduYXRvclwiOjIsXCJUcmltMDBNaW51dGVzXCI6ZmFsc2UsXCJMYXN0S25vd25WaXNpYmlsaXR5U3RhdGVcIjpudWxsfSxcIklzVmlzaWJsZVwiOnRydWUsXCJHcm91cElkXCI6bnVsbCxcIlNwYWNpbmdcIjo1fV0sXCJDdXN0b21Td2ltbGFuZVRhc2tTdHlsZUxpc3RcIjpbXSxcIklzVmlzaWJsZVwiOmZhbHNlfSxcIkN1c3RvbVN3aW1sYW5lQWN0aXZpdGllc1N0eWxlTGlzdFwiOltdLFwiSXNWaXNpYmxlXCI6dHJ1ZSxcIlNwYWNpbmdcIjoxMH0se1wiJGlkXCI6XCI0NjRcIixcIkhlYWRlclN0eWxlXCI6e1wiJGlkXCI6XCI0NjVcIixcIlRleHRTdHlsZVwiOntcIiRpZFwiOlwiNDY2XCIsXCJGb250U2V0dGluZ3NcIjp7XCIkaWRcIjpcIjQ2N1wiLFwiRm9udFNpemVcIjoxMixcIkZvbnROYW1lXCI6XCJCb2VocmluZ2VyIEZvcndhcmQgVGV4dFwiLFwiSXNCb2xkXCI6ZmFsc2UsXCJJc0l0YWxpY1wiOmZhbHNlLFwiSXNVbmRlcmxpbmVkXCI6ZmFsc2V9LFwiQXV0b1NpemVcIjoyLFwiRm9yZWdyb3VuZFwiOntcIiRpZFwiOlwiNDY4XCIsXCJDb2xvclwiOntcIiRyZWZcIjpcIjMyM1wifX0sXCJCYWNrZ3JvdW5kRmlsbFR5cGVcIjowLFwiTWF4V2lkdGhcIjo3MS4wLFwiTWF4SGVpZ2h0XCI6XCJJbmZpbml0eVwiLFwiU21hcnRGb3JlZ3JvdW5kSXNBY3RpdmVcIjpmYWxzZSxcIkhvcml6b250YWxBbGlnbm1lbnRcIjowLFwiVmVydGljYWxBbGlnbm1lbnRcIjowLFwiU21hcnRGb3JlZ3JvdW5kXCI6bnVsbCxcIk1hcmdpblwiOntcIiRpZFwiOlwiNDY5XCIsXCJUb3BcIjowLjAsXCJMZWZ0XCI6MC4wLFwiUmlnaHRcIjowLjAsXCJCb3R0b21cIjowLjB9LFwiUGFkZGluZ1wiOntcIiRpZFwiOlwiNDcwXCIsXCJUb3BcIjowLjAsXCJMZWZ0XCI6MC4wLFwiUmlnaHRcIjowLjAsXCJCb3R0b21cIjowLjB9LFwiQmFja2dyb3VuZFwiOm51bGwsXCJJc1Zpc2libGVcIjp0cnVlLFwiV2lkdGhcIjowLjAsXCJIZWlnaHRcIjowLjAsXCJCb3JkZXJTdHlsZVwiOm51bGx9LFwiUmVjdGFuZ2xlU3R5bGVcIjp7XCIkaWRcIjpcIjQ3MVwiLFwiTWFyZ2luXCI6e1wiJGlkXCI6XCI0NzJcIixcIlRvcFwiOjAuMCxcIkxlZnRcIjowLjAsXCJSaWdodFwiOjAuMCxcIkJvdHRvbVwiOjAuMH0sXCJQYWRkaW5nXCI6e1wiJGlkXCI6XCI0NzNcIixcIlRvcFwiOjAuMCxcIkxlZnRcIjowLjAsXCJSaWdodFwiOjAuMCxcIkJvdHRvbVwiOjAuMH0sXCJCYWNrZ3JvdW5kXCI6e1wiJGlkXCI6XCI0NzRcIixcIkNvbG9yXCI6e1wiJHJlZlwiOlwiMzMwXCJ9fSxcIklzVmlzaWJsZVwiOnRydWUsXCJXaWR0aFwiOjAuMCxcIkhlaWdodFwiOjAuMCxcIkJvcmRlclN0eWxlXCI6e1wiJGlkXCI6XCI0NzVcIixcIkxpbmVDb2xvclwiOntcIiRpZFwiOlwiNDc2XCIsXCIkdHlwZVwiOlwiTkxSRS5Db21tb24uRG9tLlNvbGlkQ29sb3JCcnVzaCwgTkxSRS5Db21tb25cIixcIkNvbG9yXCI6e1wiJGlkXCI6XCI0NzdcIixcIkFcIjoyNTUsXCJSXCI6MjU1LFwiR1wiOjAsXCJCXCI6MH19LFwiTGluZVdlaWdodFwiOjAuMCxcIkxpbmVUeXBlXCI6MH19LFwiVGV4dElzVmVydGljYWxcIjpmYWxzZX0sXCJCYWNrZ3JvdW5kU3R5bGVcIjp7XCIkaWRcIjpcIjQ3OFwiLFwiTWFyZ2luXCI6e1wiJGlkXCI6XCI0NzlcIixcIlRvcFwiOjAuMCxcIkxlZnRcIjowLjAsXCJSaWdodFwiOjAuMCxcIkJvdHRvbVwiOjAuMH0sXCJQYWRkaW5nXCI6e1wiJGlkXCI6XCI0ODBcIixcIlRvcFwiOjAuMCxcIkxlZnRcIjowLjAsXCJSaWdodFwiOjAuMCxcIkJvdHRvbVwiOjAuMH0sXCJCYWNrZ3JvdW5kXCI6e1wiJGlkXCI6XCI0ODFcIixcIkNvbG9yXCI6e1wiJGlkXCI6XCI0ODJcIixcIkFcIjo1MSxcIlJcIjoyNTUsXCJHXCI6MjU1LFwiQlwiOjI1NX19LFwiSXNWaXNpYmxlXCI6dHJ1ZSxcIldpZHRoXCI6MC4wLFwiSGVpZ2h0XCI6MC4wLFwiQm9yZGVyU3R5bGVcIjp7XCIkaWRcIjpcIjQ4M1wiLFwiTGluZUNvbG9yXCI6e1wiJGlkXCI6XCI0ODRcIixcIiR0eXBlXCI6XCJOTFJFLkNvbW1vbi5Eb20uU29saWRDb2xvckJydXNoLCBOTFJFLkNvbW1vblwiLFwiQ29sb3JcIjp7XCIkaWRcIjpcIjQ4NVwiLFwiQVwiOjI1NSxcIlJcIjo4LFwiR1wiOjQ5LFwiQlwiOjQyfX0sXCJMaW5lV2VpZ2h0XCI6Mi4wLFwiTGluZVR5cGVcIjowfX0sXCJJc0Fib3ZlVGltZWJhbmRcIjpmYWxzZSxcIlN3aW1sYW5lRGVmYXVsdEFjdGl2aXR5U3R5bGVcIjp7XCIkaWRcIjpcIjQ4NlwiLFwiSGVhZGVyU3R5bGVcIjp7XCIkaWRcIjpcIjQ4N1wiLFwiVGV4dFN0eWxlXCI6e1wiJGlkXCI6XCI0ODhcIixcIkZvbnRTZXR0aW5nc1wiOntcIiRpZFwiOlwiNDg5XCIsXCJGb250U2l6ZVwiOjExLFwiRm9udE5hbWVcIjpcIkNhbGlicmlcIixcIklzQm9sZFwiOmZhbHNlLFwiSXNJdGFsaWNcIjpmYWxzZSxcIklzVW5kZXJsaW5lZFwiOmZhbHNlfSxcIkF1dG9TaXplXCI6MixcIkZvcmVncm91bmRcIjp7XCIkaWRcIjpcIjQ5MFwiLFwiQ29sb3JcIjp7XCIkaWRcIjpcIjQ5MVwiLFwiQVwiOjI1NSxcIlJcIjowLFwiR1wiOjAsXCJCXCI6MH19LFwiQmFja2dyb3VuZEZpbGxUeXBlXCI6MCxcIk1heFdpZHRoXCI6MC4wLFwiTWF4SGVpZ2h0XCI6MC4wLFwiU21hcnRGb3JlZ3JvdW5kSXNBY3RpdmVcIjpmYWxzZSxcIkhvcml6b250YWxBbGlnbm1lbnRcIjowLFwiVmVydGljYWxBbGlnbm1lbnRcIjowLFwiU21hcnRGb3JlZ3JvdW5kXCI6bnVsbCxcIk1hcmdpblwiOntcIiRpZFwiOlwiNDkyXCIsXCJUb3BcIjowLjAsXCJMZWZ0XCI6MC4wLFwiUmlnaHRcIjowLjAsXCJCb3R0b21cIjowLjB9LFwiUGFkZGluZ1wiOntcIiRpZFwiOlwiNDkzXCIsXCJUb3BcIjowLjAsXCJMZWZ0XCI6MC4wLFwiUmlnaHRcIjowLjAsXCJCb3R0b21cIjowLjB9LFwiQmFja2dyb3VuZFwiOm51bGwsXCJJc1Zpc2libGVcIjp0cnVlLFwiV2lkdGhcIjowLjAsXCJIZWlnaHRcIjowLjAsXCJCb3JkZXJTdHlsZVwiOm51bGx9LFwiUmVjdGFuZ2xlU3R5bGVcIjp7XCIkaWRcIjpcIjQ5NFwiLFwiTWFyZ2luXCI6e1wiJGlkXCI6XCI0OTVcIixcIlRvcFwiOjAuMCxcIkxlZnRcIjowLjAsXCJSaWdodFwiOjAuMCxcIkJvdHRvbVwiOjAuMH0sXCJQYWRkaW5nXCI6e1wiJGlkXCI6XCI0OTZcIixcIlRvcFwiOjAuMCxcIkxlZnRcIjowLjAsXCJSaWdodFwiOjAuMCxcIkJvdHRvbVwiOjAuMH0sXCJCYWNrZ3JvdW5kXCI6e1wiJGlkXCI6XCI0OTdcIixcIkNvbG9yXCI6e1wiJGlkXCI6XCI0OThcIixcIkFcIjo2MyxcIlJcIjoxOTcsXCJHXCI6MTk1LFwiQlwiOjIzOH19LFwiSXNWaXNpYmxlXCI6dHJ1ZSxcIldpZHRoXCI6MC4wLFwiSGVpZ2h0XCI6MC4wLFwiQm9yZGVyU3R5bGVcIjp7XCIkaWRcIjpcIjQ5OVwiLFwiTGluZUNvbG9yXCI6e1wiJGlkXCI6XCI1MDBcIixcIiR0eXBlXCI6XCJOTFJFLkNvbW1vbi5Eb20uU29saWRDb2xvckJydXNoLCBOTFJFLkNvbW1vblwiLFwiQ29sb3JcIjp7XCIkaWRcIjpcIjUwMVwiLFwiQVwiOjI1NSxcIlJcIjoyNTUsXCJHXCI6MCxcIkJcIjowfX0sXCJMaW5lV2VpZ2h0XCI6MC4wLFwiTGluZVR5cGVcIjowfX19LFwiQmFja2dyb3VuZFN0eWxlXCI6e1wiJGlkXCI6XCI1MDJcIixcIk1hcmdpblwiOntcIiRpZFwiOlwiNTAzXCIsXCJUb3BcIjowLjAsXCJMZWZ0XCI6MC4wLFwiUmlnaHRcIjowLjAsXCJCb3R0b21cIjowLjB9LFwiUGFkZGluZ1wiOntcIiRpZFwiOlwiNTA0XCIsXCJUb3BcIjowLjAsXCJMZWZ0XCI6MC4wLFwiUmlnaHRcIjowLjAsXCJCb3R0b21cIjowLjB9LFwiQmFja2dyb3VuZFwiOntcIiRpZFwiOlwiNTA1XCIsXCJDb2xvclwiOntcIiRpZFwiOlwiNTA2XCIsXCJBXCI6NTEsXCJSXCI6MTk3LFwiR1wiOjE5NSxcIkJcIjoyMzh9fSxcIklzVmlzaWJsZVwiOnRydWUsXCJXaWR0aFwiOjAuMCxcIkhlaWdodFwiOjAuMCxcIkJvcmRlclN0eWxlXCI6e1wiJGlkXCI6XCI1MDdcIixcIkxpbmVDb2xvclwiOntcIiRpZFwiOlwiNTA4XCIsXCIkdHlwZVwiOlwiTkxSRS5Db21tb24uRG9tLlNvbGlkQ29sb3JCcnVzaCwgTkxSRS5Db21tb25cIixcIkNvbG9yXCI6e1wiJGlkXCI6XCI1MDlcIixcIkFcIjoyNTUsXCJSXCI6MjU1LFwiR1wiOjAsXCJCXCI6MH19LFwiTGluZVdlaWdodFwiOjAuMCxcIkxpbmVUeXBlXCI6MH19LFwiQ3VzdG9tU3dpbWxhbmVNaWxlc3RvbmVTdHlsZUxpc3RcIjpbe1wiJGlkXCI6XCI1MTBcIixcIlRpdGxlU3R5bGVcIjp7XCIkaWRcIjpcIjUxMVwiLFwiRm9udFNldHRpbmdzXCI6e1wiJGlkXCI6XCI1MTJcIixcIkZvbnRTaXplXCI6MTEsXCJGb250TmFtZVwiOlwiQm9laHJpbmdlciBGb3J3YXJkIFRleHRcIixcIklzQm9sZFwiOnRydWUsXCJJc0l0YWxpY1wiOmZhbHNlLFwiSXNVbmRlcmxpbmVkXCI6ZmFsc2V9LFwiQXV0b1NpemVcIjowLFwiRm9yZWdyb3VuZFwiOntcIiRpZFwiOlwiNTEzXCIsXCJDb2xvclwiOntcIiRpZFwiOlwiNTE0XCIsXCJBXCI6MjU1LFwiUlwiOjgsXCJHXCI6NDksXCJCXCI6NDJ9fSxcIkJhY2tncm91bmRGaWxsVHlwZVwiOjAsXCJNYXhXaWR0aFwiOjIwMC4wLFwiTWF4SGVpZ2h0XCI6XCJJbmZpbml0eVwiLFwiU21hcnRGb3JlZ3JvdW5kSXNBY3RpdmVcIjpmYWxzZSxcIkhvcml6b250YWxBbGlnbm1lbnRcIjowLFwiVmVydGljYWxBbGlnbm1lbnRcIjowLFwiU21hcnRGb3JlZ3JvdW5kXCI6bnVsbCxcIk1hcmdpblwiOntcIiRpZFwiOlwiNTE1XCIsXCJUb3BcIjowLjAsXCJMZWZ0XCI6MC4wLFwiUmlnaHRcIjowLjAsXCJCb3R0b21cIjowLjB9LFwiUGFkZGluZ1wiOntcIiRpZFwiOlwiNTE2XCIsXCJUb3BcIjowLjAsXCJMZWZ0XCI6MC4wLFwiUmlnaHRcIjowLjAsXCJCb3R0b21cIjowLjB9LFwiQmFja2dyb3VuZFwiOntcIiRpZFwiOlwiNTE3XCIsXCJDb2xvclwiOntcIiRpZFwiOlwiNTE4XCIsXCJBXCI6MCxcIlJcIjoyNTUsXCJHXCI6MjU1LFwiQlwiOjI1NX19LFwiSXNWaXNpYmxlXCI6dHJ1ZSxcIldpZHRoXCI6MC4wLFwiSGVpZ2h0XCI6MC4wLFwiQm9yZGVyU3R5bGVcIjpudWxsfSxcIkRhdGVTdHlsZVwiOntcIiRpZFwiOlwiNTE5XCIsXCJGb250U2V0dGluZ3NcIjp7XCIkaWRcIjpcIjUyMFwiLFwiRm9udFNpemVcIjoxMCxcIkZvbnROYW1lXCI6XCJCb2VocmluZ2VyIEZvcndhcmQgVGV4dFwiLFwiSXNCb2xkXCI6ZmFsc2UsXCJJc0l0YWxpY1wiOmZhbHNlLFwiSXNVbmRlcmxpbmVkXCI6ZmFsc2V9LFwiQXV0b1NpemVcIjowLFwiRm9yZWdyb3VuZFwiOntcIiRpZFwiOlwiNTIxXCIsXCJDb2xvclwiOntcIiRpZFwiOlwiNTIyXCIsXCJBXCI6MjU1LFwiUlwiOjgsXCJHXCI6NDksXCJCXCI6NDJ9fSxcIkJhY2tncm91bmRGaWxsVHlwZVwiOjAsXCJNYXhXaWR0aFwiOjIwMC4wLFwiTWF4SGVpZ2h0XCI6XCJJbmZpbml0eVwiLFwiU21hcnRGb3JlZ3JvdW5kSXNBY3RpdmVcIjpmYWxzZSxcIkhvcml6b250YWxBbGlnbm1lbnRcIjoyLFwiVmVydGljYWxBbGlnbm1lbnRcIjowLFwiU21hcnRGb3JlZ3JvdW5kXCI6bnVsbCxcIk1hcmdpblwiOntcIiRpZFwiOlwiNTIzXCIsXCJUb3BcIjowLjAsXCJMZWZ0XCI6MC4wLFwiUmlnaHRcIjowLjAsXCJCb3R0b21cIjowLjB9LFwiUGFkZGluZ1wiOntcIiRpZFwiOlwiNTI0XCIsXCJUb3BcIjowLjAsXCJMZWZ0XCI6MC4wLFwiUmlnaHRcIjowLjAsXCJCb3R0b21cIjowLjB9LFwiQmFja2dyb3VuZFwiOntcIiRpZFwiOlwiNTI1XCIsXCJDb2xvclwiOntcIiRpZFwiOlwiNTI2XCIsXCJBXCI6MCxcIlJcIjoyNTUsXCJHXCI6MjU1LFwiQlwiOjI1NX19LFwiSXNWaXNpYmxlXCI6ZmFsc2UsXCJXaWR0aFwiOjAuMCxcIkhlaWdodFwiOjAuMCxcIkJvcmRlclN0eWxlXCI6bnVsbH0sXCJUaXRsZVBvc2l0aW9uXCI6MixcIkRhdGVQb3NpdGlvblwiOlwiTGVmdFwiLFwiU2hhcGVUeXBlXCI6MTQsXCJTaGFwZVNpemVcIjoxLFwiU2hhcGVTdHlsZVwiOntcIiRpZFwiOlwiNTI3XCIsXCJNYXJnaW5cIjp7XCIkaWRcIjpcIjUyOFwiLFwiVG9wXCI6MC4wLFwiTGVmdFwiOjAuMCxcIlJpZ2h0XCI6MC4wLFwiQm90dG9tXCI6MC4wfSxcIlBhZGRpbmdcIjp7XCIkaWRcIjpcIjUyOVwiLFwiVG9wXCI6MC4wLFwiTGVmdFwiOjAuMCxcIlJpZ2h0XCI6MC4wLFwiQm90dG9tXCI6MC4wfSxcIkJhY2tncm91bmRcIjp7XCIkaWRcIjpcIjUzMFwiLFwiQ29sb3JcIjp7XCIkaWRcIjpcIjUzMVwiLFwiQVwiOjI1NSxcIlJcIjowLFwiR1wiOjIyOCxcIkJcIjoxMjR9fSxcIklzVmlzaWJsZVwiOnRydWUsXCJXaWR0aFwiOjE4LjAsXCJIZWlnaHRcIjoyMC4wLFwiQm9yZGVyU3R5bGVcIjp7XCIkaWRcIjpcIjUzMlwiLFwiTGluZUNvbG9yXCI6e1wiJGlkXCI6XCI1MzNcIixcIiR0eXBlXCI6XCJOTFJFLkNvbW1vbi5Eb20uU29saWRDb2xvckJydXNoLCBOTFJFLkNvbW1vblwiLFwiQ29sb3JcIjp7XCIkaWRcIjpcIjUzNFwiLFwiQVwiOjI1NSxcIlJcIjoyNTUsXCJHXCI6MCxcIkJcIjowfX0sXCJMaW5lV2VpZ2h0XCI6MC4wLFwiTGluZVR5cGVcIjowfX0sXCJEYXRlRm9ybWF0XCI6e1wiJGlkXCI6XCI1MzVcIixcIkZvcm1hdFN0cmluZ1wiOlwiTU1NIGRcIixcIlNlcGFyYXRvclwiOlwiL1wiLFwiVXNlSW50ZXJuYXRpb25hbERhdGVGb3JtYXRcIjpmYWxzZSxcIkRhdGVJc1Zpc2libGVcIjp0cnVlLFwiVGltZUlzVmlzaWJsZVwiOmZhbHNlLFwiSG91ckRpZ2l0c1wiOjEsXCJBbVBtRGVzaWduYXRvclwiOjIsXCJUcmltMDBNaW51dGVzXCI6ZmFsc2UsXCJMYXN0S25vd25WaXNpYmlsaXR5U3RhdGVcIjpudWxsfSxcIklzVmlzaWJsZVwiOnRydWUsXCJHcm91cElkXCI6bnVsbCxcIlNwYWNpbmdcIjo1fV0sXCJDdXN0b21Td2ltbGFuZVRhc2tTdHlsZUxpc3RcIjpbXSxcIklzVmlzaWJsZVwiOmZhbHNlfSxcIkN1c3RvbVN3aW1sYW5lQWN0aXZpdGllc1N0eWxlTGlzdFwiOltdLFwiSXNWaXNpYmxlXCI6dHJ1ZSxcIlNwYWNpbmdcIjoyfV0sXCJHcmlkbGluZVBhbmVsU3R5bGVcIjp7XCIkaWRcIjpcIjUzNlwiLFwiR3JpZGxpbmVTdHlsZVwiOntcIiRpZFwiOlwiNTM3XCIsXCJMaW5lQ29sb3JcIjp7XCIkaWRcIjpcIjUzOFwiLFwiJHR5cGVcIjpcIk5MUkUuQ29tbW9uLkRvbS5Tb2xpZENvbG9yQnJ1c2gsIE5MUkUuQ29tbW9uXCIsXCJDb2xvclwiOntcIiRpZFwiOlwiNTM5XCIsXCJBXCI6MzgsXCJSXCI6OTEsXCJHXCI6MTU1LFwiQlwiOjIxM319LFwiTGluZVdlaWdodFwiOjEuMCxcIkxpbmVUeXBlXCI6MH0sXCJJc1Zpc2libGVcIjp0cnVlfSxcIkFjdGl2aXR5TGluZVBhbmVsU3R5bGVcIjp7XCIkaWRcIjpcIjU0MFwiLFwiQWN0aXZpdHlMaW5lU3R5bGVcIjp7XCIkaWRcIjpcIjU0MVwiLFwiTGluZUNvbG9yXCI6e1wiJGlkXCI6XCI1NDJcIixcIiR0eXBlXCI6XCJOTFJFLkNvbW1vbi5Eb20uU29saWRDb2xvckJydXNoLCBOTFJFLkNvbW1vblwiLFwiQ29sb3JcIjp7XCIkaWRcIjpcIjU0M1wiLFwiQVwiOjM4LFwiUlwiOjY4LFwiR1wiOjExNCxcIkJcIjoxOTZ9fSxcIkxpbmVXZWlnaHRcIjoxLjAsXCJMaW5lVHlwZVwiOjB9LFwiSXNWaXNpYmxlXCI6dHJ1ZX0sXCJEZWZhdWx0RGVwZW5kZW5jeVN0eWxlXCI6e1wiJGlkXCI6XCI1NDRcIixcIkxpbmVTdHlsZVwiOntcIiRpZFwiOlwiNTQ1XCIsXCJMaW5lQ29sb3JcIjp7XCIkaWRcIjpcIjU0NlwiLFwiJHR5cGVcIjpcIk5MUkUuQ29tbW9uLkRvbS5Tb2xpZENvbG9yQnJ1c2gsIE5MUkUuQ29tbW9uXCIsXCJDb2xvclwiOntcIiRpZFwiOlwiNTQ3XCIsXCJBXCI6MjU1LFwiUlwiOjAsXCJHXCI6MCxcIkJcIjowfX0sXCJMaW5lV2VpZ2h0XCI6MS4wLFwiTGluZVR5cGVcIjowfSxcIkVuZEFycm93aGVhZExpbmVTdHlsZVwiOntcIiRpZFwiOlwiNTQ4XCIsXCJLaW5kXCI6MSxcIldpZHRoXCI6MSxcIkxlbmd0aFwiOjAsXCJQYXJlbnRTdHlsZVwiOm51bGx9LFwiQnJpbmdUb0Zyb250XCI6dHJ1ZSxcIklzVmlzaWJsZVwiOnRydWUsXCJSYWRpdXNcIjowLjB9LFwiQ3JpdGljYWxQYXRoU3R5bGVcIjp7XCIkaWRcIjpcIjU0OVwiLFwiQ3JpdGljYWxQYXRoU3R5bGVPcHRpb25zXCI6MTUsXCJMaW5lU3R5bGVcIjp7XCIkaWRcIjpcIjU1MFwiLFwiTGluZUNvbG9yXCI6e1wiJGlkXCI6XCI1NTFcIixcIiR0eXBlXCI6XCJOTFJFLkNvbW1vbi5Eb20uU29saWRDb2xvckJydXNoLCBOTFJFLkNvbW1vblwiLFwiQ29sb3JcIjp7XCIkaWRcIjpcIjU1MlwiLFwiQVwiOjI1NSxcIlJcIjoyMjIsXCJHXCI6NTAsXCJCXCI6NTB9fSxcIkxpbmVXZWlnaHRcIjoxLjAsXCJMaW5lVHlwZVwiOjB9LFwiVGl0bGVGb3JlZ3JvdW5kXCI6e1wiJGlkXCI6XCI1NTNcIixcIkNvbG9yXCI6e1wiJGlkXCI6XCI1NTRcIixcIkFcIjoyNTUsXCJSXCI6MTc2LFwiR1wiOjE5LFwiQlwiOjI1fX0sXCJTaGFwZXNCYWNrZ3JvdW5kXCI6e1wiJGlkXCI6XCI1NTVcIixcIkNvbG9yXCI6e1wiJGlkXCI6XCI1NTZcIixcIkFcIjoyNTUsXCJSXCI6MjUzLFwiR1wiOjIwMyxcIkJcIjoyMDh9fSxcIlNoYXBlc0JvcmRlclN0eWxlXCI6e1wiJGlkXCI6XCI1NTdcIixcIkxpbmVDb2xvclwiOntcIiRpZFwiOlwiNTU4XCIsXCIkdHlwZVwiOlwiTkxSRS5Db21tb24uRG9tLlNvbGlkQ29sb3JCcnVzaCwgTkxSRS5Db21tb25cIixcIkNvbG9yXCI6e1wiJGlkXCI6XCI1NTlcIixcIkFcIjoyNTUsXCJSXCI6MjIyLFwiR1wiOjUwLFwiQlwiOjUwfX0sXCJMaW5lV2VpZ2h0XCI6MS41LFwiTGluZVR5cGVcIjowfSxcIklzVmlzaWJsZVwiOmZhbHNlfSxcIlBhbmVsc1NwYWNpbmdEZWZpbml0aW9uXCI6e1wiJGlkXCI6XCI1NjBcIixcIlNwYWNpbmdBYm92ZVRpbWViYW5kXCI6NSxcIlNwYWNpbmdCZWxvd1RpbWViYW5kXCI6NSxcIlNwYWNpbmdBYm92ZUJldHdlZW5Td2ltbGFuZXNBbmRUYXNrc1wiOjUsXCJTcGFjaW5nQmVsb3dCZXR3ZWVuU3dpbWxhbmVzQW5kVGFza3NcIjo1fX0sXCJTY2FsZVwiOm51bGwsXCJTY2FsZVYyXCI6e1wiJGlkXCI6XCI1NjFcIixcIlN0YXJ0RGF0ZVwiOlwiMjAyNC0wNy0xOFQwODowMDowMFwiLFwiRW5kRGF0ZVwiOlwiMjAyNC0wNy0xOVQwODowMDowMFwiLFwiQXV0b0RhdGVSYW5nZVwiOmZhbHNlLFwiV29ya2luZ0RheXNcIjozMSxcIlRvZGF5TWFya2VyVGV4dFwiOlwiVG9kYXlcIixcIkF1dG9TY2FsZVR5cGVcIjpmYWxzZSxcIlRpbWViYW5kU2NhbGVzXCI6e1wiJGlkXCI6XCI1NjJcIixcIlRvcFNjYWxlTGF5ZXJcIjp7XCIkaWRcIjpcIjU2M1wiLFwiRm9ybWF0XCI6XCJkXCIsXCJUeXBlXCI6MH0sXCJNaWRkbGVTY2FsZUxheWVyXCI6e1wiJGlkXCI6XCI1NjRcIixcIkZvcm1hdFwiOlwiZFwiLFwiVHlwZVwiOjB9LFwiQm90dG9tU2NhbGVMYXllclwiOntcIiRpZFwiOlwiNTY1XCIsXCJGb3JtYXRcIjpudWxsLFwiVHlwZVwiOjB9fX0sXCJNaWxlc3RvbmVzXCI6W10sXCJUYXNrc1wiOltdLFwiU3dpbWxhbmVzXCI6bnVsbCxcIlN3aW1sYW5lc1YyXCI6W10sXCJEZXBlbmRlbmNpZXNcIjpbXSxcIkRlcGVuZGVuY3lTZXR0aW5nc1wiOntcIiRpZFwiOlwiNTY2XCIsXCJEZXBlbmRlbmN5TW9kdWxlRW5hYmxlZFwiOmZhbHNlLFwiU2NoZWR1bGluZ1NldHRpbmdzXCI6e1wiJGlkXCI6XCI1NjdcIixcIkRlcGVuZGVuY2llc1NjaGVkdWxpbmdNb2RlU2V0dGluZ1wiOjEsXCJEZXBlbmRlbmNpZXNQcmV2aW91c1NjaGVkdWxpbmdNb2RlXCI6MSxcIk9uQnJlYWtpbmdGbGV4aWJsZVNjaGVkdWxpbmdNb2RlU2V0dGluZ1wiOjAsXCJPbkJyZWFraW5nU3RyaWN0U2NoZWR1bGluZ01vZGVTZXR0aW5nXCI6MH19LFwiU2V0dGluZ3NcIjp7XCIkaWRcIjpcIjU2OFwiLFwiSW1wYU9wdGlvbnNcIjp7XCIkaWRcIjpcIjU2OVwiLFwiTGVmdFRvUmlnaHRcIjpmYWxzZSxcIlBheWxvYWRPcHRpb25zXCI6Mn19LFwiVGltZUNvbmZpZ3VyYXRpb25cIjp7XCIkaWRcIjpcIjU3MFwiLFwiVXNlVGltZVwiOnRydWUsXCJXb3JrRGF5U3RhcnRcIjpcIjAwOjAwOjAwXCIsXCJXb3JrRGF5RW5kXCI6XCIyMzo1OTowMFwifX0iLCJTb3VyY2VUaGVtZSI6IntcIiRpZFwiOlwiMVwiLFwiSWRcIjpcImVkMGJlMWYzLTU0ZDUtNDQ1My05MzNhLTMzYzMwMjUxNTRiZlwiLFwiQ2F0ZWdvcnlcIjoyLFwiQ3VsdHVyZUluZm9OYW1lXCI6XCJlbi1VU1wiLFwiVmVyc2lvblwiOntcIiRpZFwiOlwiMlwiLFwiVGhlbWVEb21WZXJzaW9uXCI6XCIxLjEuMFwifSxcIlN0eWxlXCI6e1wiJGlkXCI6XCIzXCIsXCJUaW1lYmFuZFN0eWxlXCI6e1wiJGlkXCI6XCI0XCIsXCJSaWdodEVuZENhcHNTdHlsZVwiOntcIiRpZFwiOlwiNVwiLFwiRm9udFNldHRpbmdzXCI6e1wiJGlkXCI6XCI2XCIsXCJGb250U2l6ZVwiOjE4LFwiRm9udE5hbWVcIjpcIkNhbGlicmlcIixcIklzQm9sZFwiOnRydWUsXCJJc0l0YWxpY1wiOmZhbHNlLFwiSXNVbmRlcmxpbmVkXCI6ZmFsc2V9LFwiRm9yZWdyb3VuZFwiOntcIiRpZFwiOlwiN1wiLFwiQ29sb3JcIjp7XCIkaWRcIjpcIjhcIixcIkFcIjoyNTUsXCJSXCI6OCxcIkdcIjo0OSxcIkJcIjo0Mn19LFwiSG9yaXpvbnRhbEFsaWdubWVudFwiOjAsXCJJc1Zpc2libGVcIjp0cnVlfSxcIkxlZnRFbmRDYXBzU3R5bGVcIjp7XCIkaWRcIjpcIjlcIixcIkZvbnRTZXR0aW5nc1wiOntcIiRpZFwiOlwiMTBcIixcIkZvbnRTaXplXCI6MTgsXCJGb250TmFtZVwiOlwiQ2FsaWJyaVwiLFwiSXNCb2xkXCI6dHJ1ZSxcIklzSXRhbGljXCI6ZmFsc2UsXCJJc1VuZGVybGluZWRcIjpmYWxzZX0sXCJGb3JlZ3JvdW5kXCI6e1wiJGlkXCI6XCIxMVwiLFwiQ29sb3JcIjp7XCIkaWRcIjpcIjEyXCIsXCJBXCI6MjU1LFwiUlwiOjIzNyxcIkdcIjoxMjUsXCJCXCI6NDl9fSxcIkhvcml6b250YWxBbGlnbm1lbnRcIjowLFwiSXNWaXNpYmxlXCI6ZmFsc2V9LFwiVG9kYXlNYXJrZXJTdHlsZVwiOntcIiRpZFwiOlwiMTNcIixcIlRvZGF5VGV4dFN0eWxlXCI6e1wiJGlkXCI6XCIxNFwiLFwiRm9udFNldHRpbmdzXCI6e1wiJGlkXCI6XCIxNVwiLFwiRm9udFNpemVcIjoxMixcIkZvbnROYW1lXCI6XCJDYWxpYnJpXCIsXCJJc0JvbGRcIjpmYWxzZSxcIklzSXRhbGljXCI6ZmFsc2UsXCJJc1VuZGVybGluZWRcIjpmYWxzZX0sXCJGb3JlZ3JvdW5kXCI6e1wiJGlkXCI6XCIxNlwiLFwiQ29sb3JcIjp7XCIkaWRcIjpcIjE3XCIsXCJBXCI6MjU1LFwiUlwiOjgsXCJHXCI6NDksXCJCXCI6NDJ9fSxcIkhvcml6b250YWxBbGlnbm1lbnRcIjowLFwiSXNWaXNpYmxlXCI6dHJ1ZX0sXCJUb2RheU1hcmtlclNoYXBlU3R5bGVcIjp7XCIkaWRcIjpcIjE4XCIsXCJNYXJnaW5cIjp7XCIkaWRcIjpcIjE5XCIsXCJUb3BcIjowLjAsXCJMZWZ0XCI6MC4wLFwiUmlnaHRcIjowLjAsXCJCb3R0b21cIjowLjB9LFwiUGFkZGluZ1wiOntcIiRpZFwiOlwiMjBcIixcIlRvcFwiOjAuMCxcIkxlZnRcIjowLjAsXCJSaWdodFwiOjAuMCxcIkJvdHRvbVwiOjAuMH0sXCJCYWNrZ3JvdW5kXCI6e1wiJGlkXCI6XCIyMVwiLFwiQ29sb3JcIjp7XCIkaWRcIjpcIjIyXCIsXCJBXCI6MjU1LFwiUlwiOjI1NSxcIkdcIjowLFwiQlwiOjB9fSxcIklzVmlzaWJsZVwiOnRydWUsXCJXaWR0aFwiOjAuMCxcIkhlaWdodFwiOjAuMCxcIkJvcmRlclN0eWxlXCI6bnVsbH0sXCJUb2RheU1hcmtlclBvc2l0aW9uXCI6MyxcIklzVmlzaWJsZVwiOmZhbHNlfSxcIlNjYWxlU3R5bGVcIjp7XCIkaWRcIjpcIjIzXCIsXCJTaG93U2VnbWVudFNlcGFyYXRvcnNcIjp0cnVlLFwiU2VnbWVudFNlcGFyYXRvck9wYWNpdHlcIjozMCxcIlNoYXBlXCI6MyxcIlNlZ21lbnRUZXh0U3R5bGVcIjp7XCIkaWRcIjpcIjI0XCIsXCJGb250U2V0dGluZ3NcIjp7XCIkaWRcIjpcIjI1XCIsXCJGb250U2l6ZVwiOjEyLFwiRm9udE5hbWVcIjpcIkJvZWhyaW5nZXIgRm9yd2FyZCBUZXh0XCIsXCJJc0JvbGRcIjpmYWxzZSxcIklzSXRhbGljXCI6ZmFsc2UsXCJJc1VuZGVybGluZWRcIjpmYWxzZX0sXCJGb3JlZ3JvdW5kXCI6e1wiJGlkXCI6XCIyNlwiLFwiQ29sb3JcIjp7XCIkaWRcIjpcIjI3XCIsXCJBXCI6MjU1LFwiUlwiOjI1NSxcIkdcIjoyNTUsXCJCXCI6MjU1fX0sXCJIb3Jpem9udGFsQWxpZ25tZW50XCI6MCxcIklzVmlzaWJsZVwiOnRydWV9LFwiU2hhcGVTdHlsZVwiOntcIiRpZFwiOlwiMjhcIixcIk1hcmdpblwiOntcIiRpZFwiOlwiMjlcIixcIlRvcFwiOjAuMCxcIkxlZnRcIjoxMC4wLFwiUmlnaHRcIjoxMC4wLFwiQm90dG9tXCI6MC4wfSxcIlBhZGRpbmdcIjp7XCIkaWRcIjpcIjMwXCIsXCJUb3BcIjozLjAsXCJMZWZ0XCI6MC4wLFwiUmlnaHRcIjowLjAsXCJCb3R0b21cIjozLjB9LFwiQmFja2dyb3VuZFwiOntcIiRpZFwiOlwiMzFcIixcIkNvbG9yXCI6e1wiJGlkXCI6XCIzMlwiLFwiQVwiOjI1NSxcIlJcIjo4LFwiR1wiOjQ5LFwiQlwiOjQyfX0sXCJJc1Zpc2libGVcIjp0cnVlLFwiV2lkdGhcIjo4NTguMCxcIkhlaWdodFwiOjIwLjAsXCJCb3JkZXJTdHlsZVwiOntcIiRpZFwiOlwiMzNcIixcIkxpbmVTdHlsZVwiOntcIiRpZFwiOlwiMzRcIixcIkxpbmVDb2xvclwiOntcIiRpZFwiOlwiMzVcIixcIkNvbG9yXCI6e1wiJGlkXCI6XCIzNlwiLFwiQVwiOjI1NSxcIlJcIjoyNTUsXCJHXCI6MCxcIkJcIjowfX0sXCJMaW5lV2VpZ2h0XCI6MC4wLFwiTGluZVR5cGVcIjowfSxcIklzVmlzaWJsZVwiOmZhbHNlfX19LFwiRWxhcHNlZFRpbWVTdHlsZVwiOntcIiRpZFwiOlwiMzdcIixcIkVsYXBzZWRUaW1lQmFja2dyb3VuZFwiOntcIiRpZFwiOlwiMzhcIixcIkNvbG9yXCI6e1wiJGlkXCI6XCIzOVwiLFwiQVwiOjE5MSxcIlJcIjoyNTUsXCJHXCI6MCxcIkJcIjowfX0sXCJFbGFwc2VkVGltZUZvcm1hdFwiOjIsXCJJc1Zpc2libGVcIjpmYWxzZX0sXCJNYXJnaW5cIjp7XCIkaWRcIjpcIjQwXCIsXCJUb3BcIjowLjAsXCJMZWZ0XCI6MTAuMCxcIlJpZ2h0XCI6MTAuMCxcIkJvdHRvbVwiOjAuMH0sXCJQYWRkaW5nXCI6e1wiJGlkXCI6XCI0MVwiLFwiVG9wXCI6MC4wLFwiTGVmdFwiOjAuMCxcIlJpZ2h0XCI6MC4wLFwiQm90dG9tXCI6MC4wfSxcIkJhY2tncm91bmRcIjp7XCIkaWRcIjpcIjQyXCIsXCJDb2xvclwiOntcIiRpZFwiOlwiNDNcIixcIkFcIjoyNTUsXCJSXCI6NDcsXCJHXCI6NTQsXCJCXCI6MTUzfX0sXCJJc1Zpc2libGVcIjpmYWxzZSxcIldpZHRoXCI6MC4wLFwiSGVpZ2h0XCI6MC4wLFwiQm9yZGVyU3R5bGVcIjpudWxsfSxcIlRhc2tTdHlsZVwiOntcIiRpZFwiOlwiNDRcIixcIlNoYXBlXCI6MSxcIlNoYXBlVGhpY2tuZXNzXCI6MCxcIkR1cmF0aW9uRm9ybWF0XCI6MCxcIlBlcmNlbnRhZ2VDb21wbGV0ZVRleHRTdHlsZVwiOntcIiRpZFwiOlwiNDVcIixcIkZvbnRTZXR0aW5nc1wiOntcIiRpZFwiOlwiNDZcIixcIkZvbnRTaXplXCI6MTAsXCJGb250TmFtZVwiOlwiQ2FsaWJyaVwiLFwiSXNCb2xkXCI6ZmFsc2UsXCJJc0l0YWxpY1wiOmZhbHNlLFwiSXNVbmRlcmxpbmVkXCI6ZmFsc2V9LFwiRm9yZWdyb3VuZFwiOntcIiRpZFwiOlwiNDdcIixcIkNvbG9yXCI6e1wiJGlkXCI6XCI0OFwiLFwiQVwiOjI1NSxcIlJcIjoxOTIsXCJHXCI6ODAsXCJCXCI6Nzd9fSxcIkhvcml6b250YWxBbGlnbm1lbnRcIjowLFwiSXNWaXNpYmxlXCI6ZmFsc2V9LFwiUGVyY2VudGFnZUNvbXBsZXRlSGlnaGxpZ2h0U3R5bGVcIjp7XCIkaWRcIjpcIjQ5XCIsXCJCYWNrZ3JvdW5kXCI6e1wiJGlkXCI6XCI1MFwiLFwiQ29sb3JcIjp7XCIkaWRcIjpcIjUxXCIsXCJBXCI6ODksXCJSXCI6MCxcIkdcIjowLFwiQlwiOjB9fX0sXCJEdXJhdGlvblN0eWxlXCI6e1wiJGlkXCI6XCI1MlwiLFwiRm9udFNldHRpbmdzXCI6e1wiJGlkXCI6XCI1M1wiLFwiRm9udFNpemVcIjoxMCxcIkZvbnROYW1lXCI6XCJDYWxpYnJpXCIsXCJJc0JvbGRcIjpmYWxzZSxcIklzSXRhbGljXCI6ZmFsc2UsXCJJc1VuZGVybGluZWRcIjpmYWxzZX0sXCJGb3JlZ3JvdW5kXCI6e1wiJGlkXCI6XCI1NFwiLFwiQ29sb3JcIjp7XCIkaWRcIjpcIjU1XCIsXCJBXCI6MjU1LFwiUlwiOjIzNyxcIkdcIjoxMjUsXCJCXCI6NDl9fSxcIkhvcml6b250YWxBbGlnbm1lbnRcIjowLFwiSXNWaXNpYmxlXCI6ZmFsc2V9LFwiSG9yaXpvbnRhbENvbm5lY3RvclN0eWxlXCI6e1wiJGlkXCI6XCI1NlwiLFwiTGluZVN0eWxlXCI6e1wiJGlkXCI6XCI1N1wiLFwiTGluZUNvbG9yXCI6e1wiJGlkXCI6XCI1OFwiLFwiQ29sb3JcIjp7XCIkaWRcIjpcIjU5XCIsXCJBXCI6MjU1LFwiUlwiOjIwNCxcIkdcIjoyMDQsXCJCXCI6MjA0fX0sXCJMaW5lV2VpZ2h0XCI6MS4wLFwiTGluZVR5cGVcIjowfSxcIklzVmlzaWJsZVwiOnRydWV9LFwiVmVydGljYWxDb25uZWN0b3JTdHlsZVwiOntcIiRpZFwiOlwiNjBcIixcIkxpbmVTdHlsZVwiOntcIiRpZFwiOlwiNjFcIixcIkxpbmVDb2xvclwiOntcIiRpZFwiOlwiNjJcIixcIkNvbG9yXCI6e1wiJGlkXCI6XCI2M1wiLFwiQVwiOjI1NSxcIlJcIjoyMDQsXCJHXCI6MjA0LFwiQlwiOjIwNH19LFwiTGluZVdlaWdodFwiOjAuMCxcIkxpbmVUeXBlXCI6MH0sXCJJc1Zpc2libGVcIjpmYWxzZX0sXCJNYXJnaW5cIjp7XCIkaWRcIjpcIjY0XCIsXCJUb3BcIjowLjAsXCJMZWZ0XCI6MC4wLFwiUmlnaHRcIjowLjAsXCJCb3R0b21cIjowLjB9LFwiU3RhcnREYXRlUG9zaXRpb25cIjozLFwiRW5kRGF0ZVBvc2l0aW9uXCI6MyxcIlRpdGxlUG9zaXRpb25cIjoyLFwiRHVyYXRpb25Qb3NpdGlvblwiOjAsXCJQZXJjZW50YWdlQ29tcGxldGVkUG9zaXRpb25cIjowLFwiU3BhY2luZ1wiOjMsXCJJc0JlbG93VGltZWJhbmRcIjpmYWxzZSxcIlNoYXBlU3R5bGVcIjp7XCIkaWRcIjpcIjY1XCIsXCJNYXJnaW5cIjp7XCIkaWRcIjpcIjY2XCIsXCJUb3BcIjowLjAsXCJMZWZ0XCI6NC4wLFwiUmlnaHRcIjo0LjAsXCJCb3R0b21cIjowLjB9LFwiUGFkZGluZ1wiOntcIiRpZFwiOlwiNjdcIixcIlRvcFwiOjAuMCxcIkxlZnRcIjowLjAsXCJSaWdodFwiOjAuMCxcIkJvdHRvbVwiOjAuMH0sXCJCYWNrZ3JvdW5kXCI6e1wiJGlkXCI6XCI2OFwiLFwiQ29sb3JcIjp7XCIkaWRcIjpcIjY5XCIsXCJBXCI6MjU1LFwiUlwiOjQ0LFwiR1wiOjI1NSxcIkJcIjoxNTl9fSxcIklzVmlzaWJsZVwiOnRydWUsXCJXaWR0aFwiOjAuMCxcIkhlaWdodFwiOjEwLjAsXCJCb3JkZXJTdHlsZVwiOntcIiRpZFwiOlwiNzBcIixcIkxpbmVTdHlsZVwiOntcIiRpZFwiOlwiNzFcIixcIkxpbmVDb2xvclwiOntcIiRpZFwiOlwiNzJcIixcIkNvbG9yXCI6e1wiJGlkXCI6XCI3M1wiLFwiQVwiOjI1NSxcIlJcIjoyMzQsXCJHXCI6MjIsXCJCXCI6MzB9fSxcIkxpbmVXZWlnaHRcIjoyLjAsXCJMaW5lVHlwZVwiOjB9LFwiSXNWaXNpYmxlXCI6ZmFsc2V9fSxcIlRpdGxlU3R5bGVcIjp7XCIkaWRcIjpcIjc0XCIsXCJGb250U2V0dGluZ3NcIjp7XCIkaWRcIjpcIjc1XCIsXCJGb250U2l6ZVwiOjExLFwiRm9udE5hbWVcIjpcIkJvZWhyaW5nZXIgRm9yd2FyZCBUZXh0XCIsXCJJc0JvbGRcIjpmYWxzZSxcIklzSXRhbGljXCI6ZmFsc2UsXCJJc1VuZGVybGluZWRcIjpmYWxzZX0sXCJGb3JlZ3JvdW5kXCI6e1wiJGlkXCI6XCI3NlwiLFwiQ29sb3JcIjp7XCIkaWRcIjpcIjc3XCIsXCJBXCI6MjU1LFwiUlwiOjAsXCJHXCI6MCxcIkJcIjowfX0sXCJIb3Jpem9udGFsQWxpZ25tZW50XCI6MSxcIklzVmlzaWJsZVwiOnRydWV9LFwiRGF0ZVN0eWxlXCI6e1wiJGlkXCI6XCI3OFwiLFwiRm9udFNldHRpbmdzXCI6e1wiJGlkXCI6XCI3OVwiLFwiRm9udFNpemVcIjoxMCxcIkZvbnROYW1lXCI6XCJDYWxpYnJpXCIsXCJJc0JvbGRcIjpmYWxzZSxcIklzSXRhbGljXCI6ZmFsc2UsXCJJc1VuZGVybGluZWRcIjpmYWxzZX0sXCJGb3JlZ3JvdW5kXCI6e1wiJGlkXCI6XCI4MFwiLFwiQ29sb3JcIjp7XCIkaWRcIjpcIjgxXCIsXCJBXCI6MjU1LFwiUlwiOjY4LFwiR1wiOjg0LFwiQlwiOjEwNn19LFwiSG9yaXpvbnRhbEFsaWdubWVudFwiOjIsXCJJc1Zpc2libGVcIjp0cnVlfSxcIkRhdGVGb3JtYXRcIjp7XCIkaWRcIjpcIjgy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gzXCIsXCJGb3JtYXRcIjowLFwiSXNWaXNpYmxlXCI6ZmFsc2UsXCJMYXN0S25vd25WaXNpYmlsaXR5U3RhdGVcIjpmYWxzZX19LFwiTWlsZXN0b25lU3R5bGVcIjp7XCIkaWRcIjpcIjg0XCIsXCJTaGFwZVwiOjIsXCJJc0JlbG93VGltZWJhbmRcIjpmYWxzZSxcIlNoYXBlU2l6ZVwiOjEsXCJQYWRkaW5nXCI6e1wiJGlkXCI6XCI4NVwiLFwiVG9wXCI6NS4wLFwiTGVmdFwiOjMuMCxcIlJpZ2h0XCI6MC4wLFwiQm90dG9tXCI6Mi4wfSxcIlNoYXBlU3R5bGVcIjp7XCIkaWRcIjpcIjg2XCIsXCJNYXJnaW5cIjp7XCIkaWRcIjpcIjg3XCIsXCJUb3BcIjowLjAsXCJMZWZ0XCI6MC4wLFwiUmlnaHRcIjowLjAsXCJCb3R0b21cIjowLjB9LFwiUGFkZGluZ1wiOntcIiRpZFwiOlwiODhcIixcIlRvcFwiOjAuMCxcIkxlZnRcIjowLjAsXCJSaWdodFwiOjAuMCxcIkJvdHRvbVwiOjAuMH0sXCJCYWNrZ3JvdW5kXCI6e1wiJGlkXCI6XCI4OVwiLFwiQ29sb3JcIjp7XCIkaWRcIjpcIjkwXCIsXCJBXCI6MjU1LFwiUlwiOjQ0LFwiR1wiOjI1NSxcIkJcIjoxNTl9fSxcIklzVmlzaWJsZVwiOnRydWUsXCJXaWR0aFwiOjEzLjAsXCJIZWlnaHRcIjoxMy4wLFwiQm9yZGVyU3R5bGVcIjp7XCIkaWRcIjpcIjkxXCIsXCJMaW5lU3R5bGVcIjp7XCIkaWRcIjpcIjkyXCIsXCJMaW5lQ29sb3JcIjp7XCIkaWRcIjpcIjkzXCIsXCJDb2xvclwiOntcIiRpZFwiOlwiOTRcIixcIkFcIjoyNTUsXCJSXCI6MjM0LFwiR1wiOjIyLFwiQlwiOjMwfX0sXCJMaW5lV2VpZ2h0XCI6Mi4wLFwiTGluZVR5cGVcIjowfSxcIklzVmlzaWJsZVwiOmZhbHNlfX0sXCJUaXRsZVN0eWxlXCI6e1wiJGlkXCI6XCI5NVwiLFwiRm9udFNldHRpbmdzXCI6e1wiJGlkXCI6XCI5NlwiLFwiRm9udFNpemVcIjoxMSxcIkZvbnROYW1lXCI6XCJCb2VocmluZ2VyIEZvcndhcmQgVGV4dFwiLFwiSXNCb2xkXCI6dHJ1ZSxcIklzSXRhbGljXCI6ZmFsc2UsXCJJc1VuZGVybGluZWRcIjpmYWxzZX0sXCJGb3JlZ3JvdW5kXCI6e1wiJGlkXCI6XCI5N1wiLFwiQ29sb3JcIjp7XCIkaWRcIjpcIjk4XCIsXCJBXCI6MjU1LFwiUlwiOjI1NSxcIkdcIjoyNTUsXCJCXCI6MjU1fX0sXCJIb3Jpem9udGFsQWxpZ25tZW50XCI6MCxcIklzVmlzaWJsZVwiOnRydWV9LFwiRGF0ZVN0eWxlXCI6e1wiJGlkXCI6XCI5OVwiLFwiRm9udFNldHRpbmdzXCI6e1wiJGlkXCI6XCIxMDBcIixcIkZvbnRTaXplXCI6MTAsXCJGb250TmFtZVwiOlwiQm9laHJpbmdlciBGb3J3YXJkIFRleHRcIixcIklzQm9sZFwiOmZhbHNlLFwiSXNJdGFsaWNcIjpmYWxzZSxcIklzVW5kZXJsaW5lZFwiOmZhbHNlfSxcIkZvcmVncm91bmRcIjp7XCIkaWRcIjpcIjEwMVwiLFwiQ29sb3JcIjp7XCIkaWRcIjpcIjEwMlwiLFwiQVwiOjI1NSxcIlJcIjoyNTUsXCJHXCI6MjU1LFwiQlwiOjI1NX19LFwiSG9yaXpvbnRhbEFsaWdubWVudFwiOjAsXCJJc1Zpc2libGVcIjpmYWxzZX0sXCJEYXRlRm9ybWF0XCI6e1wiJGlkXCI6XCIxMDN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MTA0XCIsXCJGb3JtYXRcIjowLFwiSXNWaXNpYmxlXCI6ZmFsc2UsXCJMYXN0S25vd25WaXNpYmlsaXR5U3RhdGVcIjpmYWxzZX19LFwiTW90U3R5bGVcIjp7XCIkaWRcIjpcIjEwNVwiLFwiU2hhcGVcIjoyLFwiU2hhcGVTaXplXCI6MSxcIkRldGFpbHNTcGFjaW5nXCI6MC4wLFwiUGFkZGluZ1wiOntcIiRpZFwiOlwiMTA2XCIsXCJUb3BcIjo1LjAsXCJMZWZ0XCI6My4wLFwiUmlnaHRcIjowLjAsXCJCb3R0b21cIjoyLjB9LFwiUG9zaXRpb25PblRhc2tcIjoxLFwiU2hhcGVTdHlsZVwiOntcIiRpZFwiOlwiMTA3XCIsXCJNYXJnaW5cIjp7XCIkaWRcIjpcIjEwOFwiLFwiVG9wXCI6MC4wLFwiTGVmdFwiOjAuMCxcIlJpZ2h0XCI6MC4wLFwiQm90dG9tXCI6MC4wfSxcIlBhZGRpbmdcIjp7XCIkaWRcIjpcIjEwOVwiLFwiVG9wXCI6MC4wLFwiTGVmdFwiOjAuMCxcIlJpZ2h0XCI6MC4wLFwiQm90dG9tXCI6MC4wfSxcIkJhY2tncm91bmRcIjp7XCIkaWRcIjpcIjExMFwiLFwiQ29sb3JcIjp7XCIkaWRcIjpcIjExMVwiLFwiQVwiOjI1NSxcIlJcIjo0NCxcIkdcIjoyNTUsXCJCXCI6MTU5fX0sXCJJc1Zpc2libGVcIjp0cnVlLFwiV2lkdGhcIjoxMy4wLFwiSGVpZ2h0XCI6MTMuMCxcIkJvcmRlclN0eWxlXCI6e1wiJGlkXCI6XCIxMTJcIixcIkxpbmVTdHlsZVwiOntcIiRpZFwiOlwiMTEzXCIsXCJMaW5lQ29sb3JcIjp7XCIkaWRcIjpcIjExNFwiLFwiQ29sb3JcIjp7XCIkaWRcIjpcIjExNVwiLFwiQVwiOjI1NSxcIlJcIjoyMzQsXCJHXCI6MjIsXCJCXCI6MzB9fSxcIkxpbmVXZWlnaHRcIjowLjAsXCJMaW5lVHlwZVwiOjB9LFwiSXNWaXNpYmxlXCI6ZmFsc2V9fSxcIlRpdGxlU3R5bGVcIjp7XCIkaWRcIjpcIjExNlwiLFwiRm9udFNldHRpbmdzXCI6e1wiJGlkXCI6XCIxMTdcIixcIkZvbnRTaXplXCI6MTEsXCJGb250TmFtZVwiOlwiQm9laHJpbmdlciBGb3J3YXJkIFRleHRcIixcIklzQm9sZFwiOnRydWUsXCJJc0l0YWxpY1wiOmZhbHNlLFwiSXNVbmRlcmxpbmVkXCI6ZmFsc2V9LFwiRm9yZWdyb3VuZFwiOntcIiRpZFwiOlwiMTE4XCIsXCJDb2xvclwiOntcIiRpZFwiOlwiMTE5XCIsXCJBXCI6MjU1LFwiUlwiOjI1NSxcIkdcIjoyNTUsXCJCXCI6MjU1fX0sXCJIb3Jpem9udGFsQWxpZ25tZW50XCI6MCxcIklzVmlzaWJsZVwiOnRydWV9LFwiRGF0ZVN0eWxlXCI6e1wiJGlkXCI6XCIxMjBcIixcIkZvbnRTZXR0aW5nc1wiOntcIiRpZFwiOlwiMTIxXCIsXCJGb250U2l6ZVwiOjEwLFwiRm9udE5hbWVcIjpcIkJvZWhyaW5nZXIgRm9yd2FyZCBUZXh0XCIsXCJJc0JvbGRcIjpmYWxzZSxcIklzSXRhbGljXCI6ZmFsc2UsXCJJc1VuZGVybGluZWRcIjpmYWxzZX0sXCJGb3JlZ3JvdW5kXCI6e1wiJGlkXCI6XCIxMjJcIixcIkNvbG9yXCI6e1wiJGlkXCI6XCIxMjNcIixcIkFcIjoyNTUsXCJSXCI6MjU1LFwiR1wiOjI1NSxcIkJcIjoyNTV9fSxcIkhvcml6b250YWxBbGlnbm1lbnRcIjowLFwiSXNWaXNpYmxlXCI6ZmFsc2V9LFwiRGF0ZUZvcm1hdFwiOntcIiRpZFwiOlwiMTI0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EyNVwiLFwiRm9ybWF0XCI6MCxcIklzVmlzaWJsZVwiOmZhbHNlLFwiTGFzdEtub3duVmlzaWJpbGl0eVN0YXRlXCI6ZmFsc2V9fSxcIlN3aW1sYW5lVjJTdHlsZVwiOntcIiRpZFwiOlwiMTI2XCIsXCJTdHlsZUlkXCI6XCIzM2NhMjAzNS1iNzdmLTRmNDItOTJlMS0xYWMxOTc2NDI2MjZcIixcIk5hbWVcIjpcIlN3aW1sYW5lIFN0eWxlIDFcIixcIkhlYWRlclN0eWxlXCI6e1wiJGlkXCI6XCIxMjdcIixcIlRleHRTdHlsZVwiOntcIiRpZFwiOlwiMTI4XCIsXCJGb250U2V0dGluZ3NcIjp7XCIkaWRcIjpcIjEyOVwiLFwiRm9udFNpemVcIjoxMixcIkZvbnROYW1lXCI6XCJCb2VocmluZ2VyIEZvcndhcmQgVGV4dFwiLFwiSXNCb2xkXCI6ZmFsc2UsXCJJc0l0YWxpY1wiOmZhbHNlLFwiSXNVbmRlcmxpbmVkXCI6ZmFsc2V9LFwiRm9yZWdyb3VuZFwiOntcIiRpZFwiOlwiMTMwXCIsXCJDb2xvclwiOntcIiRpZFwiOlwiMTMxXCIsXCJBXCI6MjU1LFwiUlwiOjAsXCJHXCI6MCxcIkJcIjowfX0sXCJIb3Jpem9udGFsQWxpZ25tZW50XCI6MCxcIklzVmlzaWJsZVwiOnRydWV9LFwiUmVjdGFuZ2xlU3R5bGVcIjp7XCIkaWRcIjpcIjEzMlwiLFwiTWFyZ2luXCI6e1wiJGlkXCI6XCIxMzNcIixcIlRvcFwiOjAuMCxcIkxlZnRcIjowLjAsXCJSaWdodFwiOjAuMCxcIkJvdHRvbVwiOjAuMH0sXCJQYWRkaW5nXCI6e1wiJGlkXCI6XCIxMzRcIixcIlRvcFwiOjAuMCxcIkxlZnRcIjowLjAsXCJSaWdodFwiOjAuMCxcIkJvdHRvbVwiOjAuMH0sXCJCYWNrZ3JvdW5kXCI6e1wiJGlkXCI6XCIxMzVcIixcIkNvbG9yXCI6e1wiJGlkXCI6XCIxMzZcIixcIkFcIjoyNTUsXCJSXCI6NDQsXCJHXCI6MjU1LFwiQlwiOjE1OX19LFwiSXNWaXNpYmxlXCI6dHJ1ZSxcIldpZHRoXCI6MC4wLFwiSGVpZ2h0XCI6MC4wLFwiQm9yZGVyU3R5bGVcIjp7XCIkaWRcIjpcIjEzN1wiLFwiTGluZVN0eWxlXCI6e1wiJGlkXCI6XCIxMzhcIixcIkxpbmVDb2xvclwiOntcIiRpZFwiOlwiMTM5XCIsXCJDb2xvclwiOntcIiRpZFwiOlwiMTQwXCIsXCJBXCI6MjU1LFwiUlwiOjI1NSxcIkdcIjoyNTUsXCJCXCI6MjU1fX0sXCJMaW5lV2VpZ2h0XCI6MC4wLFwiTGluZVR5cGVcIjowfSxcIklzVmlzaWJsZVwiOmZhbHNlfX19LFwiQmFja2dyb3VuZFN0eWxlXCI6e1wiJGlkXCI6XCIxNDFcIixcIk1hcmdpblwiOntcIiRpZFwiOlwiMTQyXCIsXCJUb3BcIjowLjAsXCJMZWZ0XCI6MC4wLFwiUmlnaHRcIjowLjAsXCJCb3R0b21cIjowLjB9LFwiUGFkZGluZ1wiOntcIiRpZFwiOlwiMTQzXCIsXCJUb3BcIjowLjAsXCJMZWZ0XCI6MC4wLFwiUmlnaHRcIjowLjAsXCJCb3R0b21cIjowLjB9LFwiQmFja2dyb3VuZFwiOntcIiRpZFwiOlwiMTQ0XCIsXCJDb2xvclwiOntcIiRpZFwiOlwiMTQ1XCIsXCJBXCI6NTEsXCJSXCI6NDQsXCJHXCI6MjU1LFwiQlwiOjE1OX19LFwiSXNWaXNpYmxlXCI6dHJ1ZSxcIldpZHRoXCI6MC4wLFwiSGVpZ2h0XCI6MC4wLFwiQm9yZGVyU3R5bGVcIjp7XCIkaWRcIjpcIjE0NlwiLFwiTGluZVN0eWxlXCI6e1wiJGlkXCI6XCIxNDdcIixcIkxpbmVDb2xvclwiOntcIiRpZFwiOlwiMTQ4XCIsXCJDb2xvclwiOntcIiRpZFwiOlwiMTQ5XCIsXCJBXCI6MjU1LFwiUlwiOjIzNCxcIkdcIjoyMixcIkJcIjozMH19LFwiTGluZVdlaWdodFwiOjAuMCxcIkxpbmVUeXBlXCI6MH0sXCJJc1Zpc2libGVcIjpmYWxzZX19LFwiSXNBYm92ZVRpbWViYW5kXCI6ZmFsc2UsXCJTcGFjaW5nXCI6MTAsXCJEZWZhdWx0U3dpbWxhbmVBY3Rpdml0eVN0eWxlXCI6e1wiJGlkXCI6XCIxNTBcIixcIkhlYWRlclN0eWxlXCI6e1wiJGlkXCI6XCIxNTFcIixcIlRleHRTdHlsZVwiOntcIiRpZFwiOlwiMTUyXCIsXCJGb250U2V0dGluZ3NcIjp7XCIkaWRcIjpcIjE1M1wiLFwiRm9udFNpemVcIjoxMSxcIkZvbnROYW1lXCI6XCJDYWxpYnJpXCIsXCJJc0JvbGRcIjpmYWxzZSxcIklzSXRhbGljXCI6ZmFsc2UsXCJJc1VuZGVybGluZWRcIjpmYWxzZX0sXCJGb3JlZ3JvdW5kXCI6e1wiJGlkXCI6XCIxNTRcIixcIkNvbG9yXCI6e1wiJGlkXCI6XCIxNTVcIixcIkFcIjoyNTUsXCJSXCI6MCxcIkdcIjowLFwiQlwiOjB9fSxcIkhvcml6b250YWxBbGlnbm1lbnRcIjowLFwiSXNWaXNpYmxlXCI6dHJ1ZX0sXCJSZWN0YW5nbGVTdHlsZVwiOntcIiRpZFwiOlwiMTU2XCIsXCJNYXJnaW5cIjp7XCIkaWRcIjpcIjE1N1wiLFwiVG9wXCI6MC4wLFwiTGVmdFwiOjAuMCxcIlJpZ2h0XCI6MC4wLFwiQm90dG9tXCI6MC4wfSxcIlBhZGRpbmdcIjp7XCIkaWRcIjpcIjE1OFwiLFwiVG9wXCI6MC4wLFwiTGVmdFwiOjAuMCxcIlJpZ2h0XCI6MC4wLFwiQm90dG9tXCI6MC4wfSxcIkJhY2tncm91bmRcIjp7XCIkaWRcIjpcIjE1OVwiLFwiQ29sb3JcIjp7XCIkaWRcIjpcIjE2MFwiLFwiQVwiOjYzLFwiUlwiOjQ0LFwiR1wiOjI1NSxcIkJcIjoxNTl9fSxcIklzVmlzaWJsZVwiOnRydWUsXCJXaWR0aFwiOjAuMCxcIkhlaWdodFwiOjAuMCxcIkJvcmRlclN0eWxlXCI6e1wiJGlkXCI6XCIxNjFcIixcIkxpbmVTdHlsZVwiOntcIiRpZFwiOlwiMTYyXCIsXCJMaW5lQ29sb3JcIjp7XCIkaWRcIjpcIjE2M1wiLFwiQ29sb3JcIjp7XCIkaWRcIjpcIjE2NFwiLFwiQVwiOjI1NSxcIlJcIjoyNTUsXCJHXCI6MCxcIkJcIjowfX0sXCJMaW5lV2VpZ2h0XCI6MC4wLFwiTGluZVR5cGVcIjowfSxcIklzVmlzaWJsZVwiOmZhbHNlfX19LFwiQmFja2dyb3VuZFN0eWxlXCI6e1wiJGlkXCI6XCIxNjVcIixcIk1hcmdpblwiOntcIiRpZFwiOlwiMTY2XCIsXCJUb3BcIjowLjAsXCJMZWZ0XCI6MC4wLFwiUmlnaHRcIjowLjAsXCJCb3R0b21cIjowLjB9LFwiUGFkZGluZ1wiOntcIiRpZFwiOlwiMTY3XCIsXCJUb3BcIjowLjAsXCJMZWZ0XCI6MC4wLFwiUmlnaHRcIjowLjAsXCJCb3R0b21cIjowLjB9LFwiQmFja2dyb3VuZFwiOntcIiRpZFwiOlwiMTY4XCIsXCJDb2xvclwiOntcIiRpZFwiOlwiMTY5XCIsXCJBXCI6NTEsXCJSXCI6NDQsXCJHXCI6MjU1LFwiQlwiOjE1OX19LFwiSXNWaXNpYmxlXCI6dHJ1ZSxcIldpZHRoXCI6MC4wLFwiSGVpZ2h0XCI6MC4wLFwiQm9yZGVyU3R5bGVcIjp7XCIkaWRcIjpcIjE3MFwiLFwiTGluZVN0eWxlXCI6e1wiJGlkXCI6XCIxNzFcIixcIkxpbmVDb2xvclwiOntcIiRpZFwiOlwiMTcyXCIsXCJDb2xvclwiOntcIiRpZFwiOlwiMTczXCIsXCJBXCI6MjU1LFwiUlwiOjIzNCxcIkdcIjoyMixcIkJcIjozMH19LFwiTGluZVdlaWdodFwiOjAuMCxcIkxpbmVUeXBlXCI6MH0sXCJJc1Zpc2libGVcIjpmYWxzZX19fSxcIkRlZmF1bHRTd2ltbGFuZU1pbGVzdG9uZVN0eWxlXCI6e1wiJGlkXCI6XCIxNzRcIixcIlRpdGxlUG9zaXRpb25cIjoyLFwiRGF0ZVBvc2l0aW9uXCI6MCxcIlNoYXBlVHlwZVwiOjEzLFwiU2hhcGVTaXplXCI6MCxcIlNwYWNpbmdcIjo1LFwiU2hhcGVTdHlsZVwiOntcIiRpZFwiOlwiMTc1XCIsXCJNYXJnaW5cIjp7XCIkaWRcIjpcIjE3NlwiLFwiVG9wXCI6MC4wLFwiTGVmdFwiOjAuMCxcIlJpZ2h0XCI6MC4wLFwiQm90dG9tXCI6MC4wfSxcIlBhZGRpbmdcIjp7XCIkaWRcIjpcIjE3N1wiLFwiVG9wXCI6MC4wLFwiTGVmdFwiOjAuMCxcIlJpZ2h0XCI6MC4wLFwiQm90dG9tXCI6MC4wfSxcIkJhY2tncm91bmRcIjp7XCIkaWRcIjpcIjE3OFwiLFwiQ29sb3JcIjp7XCIkaWRcIjpcIjE3OVwiLFwiQVwiOjI1NSxcIlJcIjoyNDUsXCJHXCI6MTM4LFwiQlwiOjEwNH19LFwiSXNWaXNpYmxlXCI6dHJ1ZSxcIldpZHRoXCI6MTIuMCxcIkhlaWdodFwiOjE0LjAsXCJCb3JkZXJTdHlsZVwiOntcIiRpZFwiOlwiMTgwXCIsXCJMaW5lU3R5bGVcIjp7XCIkaWRcIjpcIjE4MVwiLFwiTGluZUNvbG9yXCI6e1wiJGlkXCI6XCIxODJcIixcIkNvbG9yXCI6e1wiJGlkXCI6XCIxODNcIixcIkFcIjoyNTUsXCJSXCI6MjM0LFwiR1wiOjIyLFwiQlwiOjMwfX0sXCJMaW5lV2VpZ2h0XCI6Mi4wLFwiTGluZVR5cGVcIjowfSxcIklzVmlzaWJsZVwiOmZhbHNlfX0sXCJUaXRsZVN0eWxlXCI6e1wiJGlkXCI6XCIxODRcIixcIkZvbnRTZXR0aW5nc1wiOntcIiRpZFwiOlwiMTg1XCIsXCJGb250U2l6ZVwiOjExLFwiRm9udE5hbWVcIjpcIkJvZWhyaW5nZXIgRm9yd2FyZCBUZXh0XCIsXCJJc0JvbGRcIjp0cnVlLFwiSXNJdGFsaWNcIjpmYWxzZSxcIklzVW5kZXJsaW5lZFwiOmZhbHNlfSxcIkZvcmVncm91bmRcIjp7XCIkaWRcIjpcIjE4NlwiLFwiQ29sb3JcIjp7XCIkaWRcIjpcIjE4N1wiLFwiQVwiOjI1NSxcIlJcIjo4LFwiR1wiOjQ5LFwiQlwiOjQyfX0sXCJIb3Jpem9udGFsQWxpZ25tZW50XCI6MCxcIklzVmlzaWJsZVwiOnRydWV9LFwiRGF0ZVN0eWxlXCI6e1wiJGlkXCI6XCIxODhcIixcIkZvbnRTZXR0aW5nc1wiOntcIiRpZFwiOlwiMTg5XCIsXCJGb250U2l6ZVwiOjEwLFwiRm9udE5hbWVcIjpcIkJvZWhyaW5nZXIgRm9yd2FyZCBUZXh0XCIsXCJJc0JvbGRcIjpmYWxzZSxcIklzSXRhbGljXCI6ZmFsc2UsXCJJc1VuZGVybGluZWRcIjpmYWxzZX0sXCJGb3JlZ3JvdW5kXCI6e1wiJGlkXCI6XCIxOTBcIixcIkNvbG9yXCI6e1wiJGlkXCI6XCIxOTFcIixcIkFcIjoyNTUsXCJSXCI6MjU1LFwiR1wiOjI1NSxcIkJcIjoyNTV9fSxcIkhvcml6b250YWxBbGlnbm1lbnRcIjoyLFwiSXNWaXNpYmxlXCI6ZmFsc2V9LFwiRGF0ZUZvcm1hdFwiOntcIiRpZFwiOlwiMTky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E5M1wiLFwiRm9ybWF0XCI6MCxcIklzVmlzaWJsZVwiOmZhbHNlLFwiTGFzdEtub3duVmlzaWJpbGl0eVN0YXRlXCI6ZmFsc2V9fSxcIkRlZmF1bHRTd2ltbGFuZVRhc2tTdHlsZVwiOntcIiRpZFwiOlwiMTk0XCIsXCJTaGFwZVwiOjMsXCJTaGFwZVRoaWNrbmVzc1wiOjEsXCJEdXJhdGlvbkZvcm1hdFwiOjAsXCJQZXJjZW50YWdlQ29tcGxldGVUZXh0U3R5bGVcIjp7XCIkaWRcIjpcIjE5NVwiLFwiRm9udFNldHRpbmdzXCI6e1wiJGlkXCI6XCIxOTZcIixcIkZvbnRTaXplXCI6MTAsXCJGb250TmFtZVwiOlwiQ2FsaWJyaVwiLFwiSXNCb2xkXCI6ZmFsc2UsXCJJc0l0YWxpY1wiOmZhbHNlLFwiSXNVbmRlcmxpbmVkXCI6ZmFsc2V9LFwiRm9yZWdyb3VuZFwiOntcIiRpZFwiOlwiMTk3XCIsXCJDb2xvclwiOntcIiRpZFwiOlwiMTk4XCIsXCJBXCI6MjU1LFwiUlwiOjE5MixcIkdcIjo4MCxcIkJcIjo3N319LFwiSG9yaXpvbnRhbEFsaWdubWVudFwiOjAsXCJJc1Zpc2libGVcIjpmYWxzZX0sXCJQZXJjZW50YWdlQ29tcGxldGVIaWdobGlnaHRTdHlsZVwiOntcIiRpZFwiOlwiMTk5XCIsXCJCYWNrZ3JvdW5kXCI6e1wiJGlkXCI6XCIyMDBcIixcIkNvbG9yXCI6e1wiJGlkXCI6XCIyMDFcIixcIkFcIjo4OSxcIlJcIjowLFwiR1wiOjAsXCJCXCI6MH19fSxcIkR1cmF0aW9uU3R5bGVcIjp7XCIkaWRcIjpcIjIwMlwiLFwiRm9udFNldHRpbmdzXCI6e1wiJGlkXCI6XCIyMDNcIixcIkZvbnRTaXplXCI6MTAsXCJGb250TmFtZVwiOlwiQ2FsaWJyaVwiLFwiSXNCb2xkXCI6ZmFsc2UsXCJJc0l0YWxpY1wiOmZhbHNlLFwiSXNVbmRlcmxpbmVkXCI6ZmFsc2V9LFwiRm9yZWdyb3VuZFwiOntcIiRpZFwiOlwiMjA0XCIsXCJDb2xvclwiOntcIiRpZFwiOlwiMjA1XCIsXCJBXCI6MjU1LFwiUlwiOjIzNyxcIkdcIjoxMjUsXCJCXCI6NDl9fSxcIkhvcml6b250YWxBbGlnbm1lbnRcIjowLFwiSXNWaXNpYmxlXCI6ZmFsc2V9LFwiTWFyZ2luXCI6e1wiJGlkXCI6XCIyMDZcIixcIlRvcFwiOjAuMCxcIkxlZnRcIjowLjAsXCJSaWdodFwiOjAuMCxcIkJvdHRvbVwiOjAuMH0sXCJTdGFydERhdGVQb3NpdGlvblwiOjAsXCJFbmREYXRlUG9zaXRpb25cIjowLFwiVGl0bGVQb3NpdGlvblwiOjIsXCJEdXJhdGlvblBvc2l0aW9uXCI6MCxcIlBlcmNlbnRhZ2VDb21wbGV0ZWRQb3NpdGlvblwiOjAsXCJTcGFjaW5nXCI6MyxcIlNoYXBlU3R5bGVcIjp7XCIkaWRcIjpcIjIwN1wiLFwiTWFyZ2luXCI6e1wiJGlkXCI6XCIyMDhcIixcIlRvcFwiOjAuMCxcIkxlZnRcIjo0LjAsXCJSaWdodFwiOjQuMCxcIkJvdHRvbVwiOjAuMH0sXCJQYWRkaW5nXCI6e1wiJGlkXCI6XCIyMDlcIixcIlRvcFwiOjAuMCxcIkxlZnRcIjowLjAsXCJSaWdodFwiOjAuMCxcIkJvdHRvbVwiOjAuMH0sXCJCYWNrZ3JvdW5kXCI6e1wiJGlkXCI6XCIyMTBcIixcIkNvbG9yXCI6e1wiJGlkXCI6XCIyMTFcIixcIkFcIjoyNTUsXCJSXCI6OCxcIkdcIjo0OSxcIkJcIjo0Mn19LFwiSXNWaXNpYmxlXCI6dHJ1ZSxcIldpZHRoXCI6MTM1LjE3Nzc5NTQxMDE1NjI1LFwiSGVpZ2h0XCI6MTYuMCxcIkJvcmRlclN0eWxlXCI6e1wiJGlkXCI6XCIyMTJcIixcIkxpbmVTdHlsZVwiOntcIiRpZFwiOlwiMjEzXCIsXCJMaW5lQ29sb3JcIjp7XCIkaWRcIjpcIjIxNFwiLFwiQ29sb3JcIjp7XCIkaWRcIjpcIjIxNVwiLFwiQVwiOjI1NSxcIlJcIjoyMzQsXCJHXCI6MjIsXCJCXCI6MzB9fSxcIkxpbmVXZWlnaHRcIjoyLjAsXCJMaW5lVHlwZVwiOjB9LFwiSXNWaXNpYmxlXCI6ZmFsc2V9fSxcIlRpdGxlU3R5bGVcIjp7XCIkaWRcIjpcIjIxNlwiLFwiRm9udFNldHRpbmdzXCI6e1wiJGlkXCI6XCIyMTdcIixcIkZvbnRTaXplXCI6MTEsXCJGb250TmFtZVwiOlwiQm9laHJpbmdlciBGb3J3YXJkIFRleHRcIixcIklzQm9sZFwiOmZhbHNlLFwiSXNJdGFsaWNcIjpmYWxzZSxcIklzVW5kZXJsaW5lZFwiOmZhbHNlfSxcIkZvcmVncm91bmRcIjp7XCIkaWRcIjpcIjIxOFwiLFwiQ29sb3JcIjp7XCIkaWRcIjpcIjIxOVwiLFwiQVwiOjI1NSxcIlJcIjoyNTUsXCJHXCI6MjU1LFwiQlwiOjI1NX19LFwiSG9yaXpvbnRhbEFsaWdubWVudFwiOjEsXCJJc1Zpc2libGVcIjp0cnVlfSxcIkRhdGVTdHlsZVwiOntcIiRpZFwiOlwiMjIwXCIsXCJGb250U2V0dGluZ3NcIjp7XCIkaWRcIjpcIjIyMVwiLFwiRm9udFNpemVcIjoxMCxcIkZvbnROYW1lXCI6XCJDYWxpYnJpXCIsXCJJc0JvbGRcIjpmYWxzZSxcIklzSXRhbGljXCI6ZmFsc2UsXCJJc1VuZGVybGluZWRcIjpmYWxzZX0sXCJGb3JlZ3JvdW5kXCI6e1wiJGlkXCI6XCIyMjJcIixcIkNvbG9yXCI6e1wiJGlkXCI6XCIyMjNcIixcIkFcIjoyNTUsXCJSXCI6NjgsXCJHXCI6ODQsXCJCXCI6MTA2fX0sXCJIb3Jpem9udGFsQWxpZ25tZW50XCI6MixcIklzVmlzaWJsZVwiOmZhbHNlfSxcIkRhdGVGb3JtYXRcIjp7XCIkaWRcIjpcIjIyNF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yMjVcIixcIkZvcm1hdFwiOjAsXCJJc1Zpc2libGVcIjpmYWxzZSxcIkxhc3RLbm93blZpc2liaWxpdHlTdGF0ZVwiOmZhbHNlfX0sXCJEZWZhdWx0U3dpbWxhbmVNb3RTdHlsZVwiOntcIiRpZFwiOlwiMjI2XCIsXCJTaGFwZVwiOjEsXCJTaGFwZVNpemVcIjowLFwiRGV0YWlsc1NwYWNpbmdcIjowLjAsXCJQYWRkaW5nXCI6e1wiJGlkXCI6XCIyMjdcIixcIlRvcFwiOjUuMCxcIkxlZnRcIjozLjAsXCJSaWdodFwiOjAuMCxcIkJvdHRvbVwiOjIuMH0sXCJQb3NpdGlvbk9uVGFza1wiOjIsXCJTaGFwZVN0eWxlXCI6e1wiJGlkXCI6XCIyMjhcIixcIk1hcmdpblwiOntcIiRpZFwiOlwiMjI5XCIsXCJUb3BcIjowLjAsXCJMZWZ0XCI6MC4wLFwiUmlnaHRcIjowLjAsXCJCb3R0b21cIjowLjB9LFwiUGFkZGluZ1wiOntcIiRpZFwiOlwiMjMwXCIsXCJUb3BcIjowLjAsXCJMZWZ0XCI6MC4wLFwiUmlnaHRcIjowLjAsXCJCb3R0b21cIjowLjB9LFwiQmFja2dyb3VuZFwiOntcIiRpZFwiOlwiMjMxXCIsXCJDb2xvclwiOntcIiRpZFwiOlwiMjMyXCIsXCJBXCI6MjU1LFwiUlwiOjAsXCJHXCI6MjI4LFwiQlwiOjEyNH19LFwiSXNWaXNpYmxlXCI6dHJ1ZSxcIldpZHRoXCI6MTIuMCxcIkhlaWdodFwiOjE0LjAsXCJCb3JkZXJTdHlsZVwiOntcIiRpZFwiOlwiMjMzXCIsXCJMaW5lU3R5bGVcIjp7XCIkaWRcIjpcIjIzNFwiLFwiTGluZUNvbG9yXCI6e1wiJGlkXCI6XCIyMzVcIixcIkNvbG9yXCI6e1wiJGlkXCI6XCIyMzZcIixcIkFcIjoyNTUsXCJSXCI6MjM0LFwiR1wiOjIyLFwiQlwiOjMwfX0sXCJMaW5lV2VpZ2h0XCI6MC4wLFwiTGluZVR5cGVcIjowfSxcIklzVmlzaWJsZVwiOmZhbHNlfX0sXCJUaXRsZVN0eWxlXCI6e1wiJGlkXCI6XCIyMzdcIixcIkZvbnRTZXR0aW5nc1wiOntcIiRpZFwiOlwiMjM4XCIsXCJGb250U2l6ZVwiOjExLFwiRm9udE5hbWVcIjpcIkJvZWhyaW5nZXIgRm9yd2FyZCBUZXh0XCIsXCJJc0JvbGRcIjp0cnVlLFwiSXNJdGFsaWNcIjpmYWxzZSxcIklzVW5kZXJsaW5lZFwiOmZhbHNlfSxcIkZvcmVncm91bmRcIjp7XCIkaWRcIjpcIjIzOVwiLFwiQ29sb3JcIjp7XCIkaWRcIjpcIjI0MFwiLFwiQVwiOjI1NSxcIlJcIjo4LFwiR1wiOjQ5LFwiQlwiOjQyfX0sXCJIb3Jpem9udGFsQWxpZ25tZW50XCI6MSxcIklzVmlzaWJsZVwiOnRydWV9LFwiRGF0ZVN0eWxlXCI6e1wiJGlkXCI6XCIyNDFcIixcIkZvbnRTZXR0aW5nc1wiOntcIiRpZFwiOlwiMjQyXCIsXCJGb250U2l6ZVwiOjEwLFwiRm9udE5hbWVcIjpcIkJvZWhyaW5nZXIgRm9yd2FyZCBUZXh0XCIsXCJJc0JvbGRcIjpmYWxzZSxcIklzSXRhbGljXCI6ZmFsc2UsXCJJc1VuZGVybGluZWRcIjpmYWxzZX0sXCJGb3JlZ3JvdW5kXCI6e1wiJGlkXCI6XCIyNDNcIixcIkNvbG9yXCI6e1wiJGlkXCI6XCIyNDRcIixcIkFcIjoyNTUsXCJSXCI6OCxcIkdcIjo0OSxcIkJcIjo0Mn19LFwiSG9yaXpvbnRhbEFsaWdubWVudFwiOjEsXCJJc1Zpc2libGVcIjpmYWxzZX0sXCJEYXRlRm9ybWF0XCI6e1wiJGlkXCI6XCIyNDV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MjQ2XCIsXCJGb3JtYXRcIjowLFwiSXNWaXNpYmxlXCI6ZmFsc2UsXCJMYXN0S25vd25WaXNpYmlsaXR5U3RhdGVcIjpmYWxzZX19fSxcIl9hZGRpdGlvbmFsU3dpbWxhbmVWMlN0eWxlc1wiOlt7XCIkaWRcIjpcIjI0N1wiLFwiU3R5bGVJZFwiOlwiZTFkNThhOWYtYTAzZi00YjkyLWFkMGUtZjViY2I4YzgxNDRlXCIsXCJOYW1lXCI6XCJTd2ltbGFuZSBTdHlsZSAyXCIsXCJIZWFkZXJTdHlsZVwiOntcIiRpZFwiOlwiMjQ4XCIsXCJUZXh0U3R5bGVcIjp7XCIkaWRcIjpcIjI0OVwiLFwiRm9udFNldHRpbmdzXCI6e1wiJGlkXCI6XCIyNTBcIixcIkZvbnRTaXplXCI6MTIsXCJGb250TmFtZVwiOlwiQm9laHJpbmdlciBGb3J3YXJkIFRleHRcIixcIklzQm9sZFwiOmZhbHNlLFwiSXNJdGFsaWNcIjpmYWxzZSxcIklzVW5kZXJsaW5lZFwiOmZhbHNlfSxcIkZvcmVncm91bmRcIjp7XCIkaWRcIjpcIjI1MVwiLFwiQ29sb3JcIjp7XCIkaWRcIjpcIjI1MlwiLFwiQVwiOjI1NSxcIlJcIjoyNTUsXCJHXCI6MjU1LFwiQlwiOjI1NX19LFwiSG9yaXpvbnRhbEFsaWdubWVudFwiOjAsXCJJc1Zpc2libGVcIjp0cnVlfSxcIlJlY3RhbmdsZVN0eWxlXCI6e1wiJGlkXCI6XCIyNTNcIixcIk1hcmdpblwiOntcIiRpZFwiOlwiMjU0XCIsXCJUb3BcIjowLjAsXCJMZWZ0XCI6MC4wLFwiUmlnaHRcIjowLjAsXCJCb3R0b21cIjowLjB9LFwiUGFkZGluZ1wiOntcIiRpZFwiOlwiMjU1XCIsXCJUb3BcIjowLjAsXCJMZWZ0XCI6MC4wLFwiUmlnaHRcIjowLjAsXCJCb3R0b21cIjowLjB9LFwiQmFja2dyb3VuZFwiOntcIiRpZFwiOlwiMjU2XCIsXCJDb2xvclwiOntcIiRpZFwiOlwiMjU3XCIsXCJBXCI6MjU1LFwiUlwiOjgsXCJHXCI6NDksXCJCXCI6NDJ9fSxcIklzVmlzaWJsZVwiOnRydWUsXCJXaWR0aFwiOjAuMCxcIkhlaWdodFwiOjAuMCxcIkJvcmRlclN0eWxlXCI6e1wiJGlkXCI6XCIyNThcIixcIkxpbmVTdHlsZVwiOntcIiRpZFwiOlwiMjU5XCIsXCJMaW5lQ29sb3JcIjp7XCIkaWRcIjpcIjI2MFwiLFwiQ29sb3JcIjp7XCIkaWRcIjpcIjI2MVwiLFwiQVwiOjI1NSxcIlJcIjoyNTUsXCJHXCI6MCxcIkJcIjowfX0sXCJMaW5lV2VpZ2h0XCI6MC4wLFwiTGluZVR5cGVcIjowfSxcIklzVmlzaWJsZVwiOmZhbHNlfX19LFwiQmFja2dyb3VuZFN0eWxlXCI6e1wiJGlkXCI6XCIyNjJcIixcIk1hcmdpblwiOntcIiRpZFwiOlwiMjYzXCIsXCJUb3BcIjowLjAsXCJMZWZ0XCI6MC4wLFwiUmlnaHRcIjowLjAsXCJCb3R0b21cIjowLjB9LFwiUGFkZGluZ1wiOntcIiRpZFwiOlwiMjY0XCIsXCJUb3BcIjowLjAsXCJMZWZ0XCI6MC4wLFwiUmlnaHRcIjowLjAsXCJCb3R0b21cIjowLjB9LFwiQmFja2dyb3VuZFwiOntcIiRpZFwiOlwiMjY1XCIsXCJDb2xvclwiOntcIiRpZFwiOlwiMjY2XCIsXCJBXCI6NTEsXCJSXCI6OCxcIkdcIjo0OSxcIkJcIjo0Mn19LFwiSXNWaXNpYmxlXCI6dHJ1ZSxcIldpZHRoXCI6MC4wLFwiSGVpZ2h0XCI6MC4wLFwiQm9yZGVyU3R5bGVcIjp7XCIkaWRcIjpcIjI2N1wiLFwiTGluZVN0eWxlXCI6e1wiJGlkXCI6XCIyNjhcIixcIkxpbmVDb2xvclwiOntcIiRpZFwiOlwiMjY5XCIsXCJDb2xvclwiOntcIiRpZFwiOlwiMjcwXCIsXCJBXCI6MjU1LFwiUlwiOjIzNCxcIkdcIjoyMixcIkJcIjozMH19LFwiTGluZVdlaWdodFwiOjAuMCxcIkxpbmVUeXBlXCI6MH0sXCJJc1Zpc2libGVcIjpmYWxzZX19LFwiSXNBYm92ZVRpbWViYW5kXCI6ZmFsc2UsXCJTcGFjaW5nXCI6MTAsXCJEZWZhdWx0U3dpbWxhbmVBY3Rpdml0eVN0eWxlXCI6e1wiJGlkXCI6XCIyNzFcIixcIkhlYWRlclN0eWxlXCI6e1wiJGlkXCI6XCIyNzJcIixcIlRleHRTdHlsZVwiOntcIiRpZFwiOlwiMjczXCIsXCJGb250U2V0dGluZ3NcIjp7XCIkaWRcIjpcIjI3NFwiLFwiRm9udFNpemVcIjoxMSxcIkZvbnROYW1lXCI6XCJDYWxpYnJpXCIsXCJJc0JvbGRcIjpmYWxzZSxcIklzSXRhbGljXCI6ZmFsc2UsXCJJc1VuZGVybGluZWRcIjpmYWxzZX0sXCJGb3JlZ3JvdW5kXCI6e1wiJGlkXCI6XCIyNzVcIixcIkNvbG9yXCI6e1wiJGlkXCI6XCIyNzZcIixcIkFcIjoyNTUsXCJSXCI6MCxcIkdcIjowLFwiQlwiOjB9fSxcIkhvcml6b250YWxBbGlnbm1lbnRcIjowLFwiSXNWaXNpYmxlXCI6dHJ1ZX0sXCJSZWN0YW5nbGVTdHlsZVwiOntcIiRpZFwiOlwiMjc3XCIsXCJNYXJnaW5cIjp7XCIkaWRcIjpcIjI3OFwiLFwiVG9wXCI6MC4wLFwiTGVmdFwiOjAuMCxcIlJpZ2h0XCI6MC4wLFwiQm90dG9tXCI6MC4wfSxcIlBhZGRpbmdcIjp7XCIkaWRcIjpcIjI3OVwiLFwiVG9wXCI6MC4wLFwiTGVmdFwiOjAuMCxcIlJpZ2h0XCI6MC4wLFwiQm90dG9tXCI6MC4wfSxcIkJhY2tncm91bmRcIjp7XCIkaWRcIjpcIjI4MFwiLFwiQ29sb3JcIjp7XCIkaWRcIjpcIjI4MVwiLFwiQVwiOjYzLFwiUlwiOjgsXCJHXCI6NDksXCJCXCI6NDJ9fSxcIklzVmlzaWJsZVwiOnRydWUsXCJXaWR0aFwiOjAuMCxcIkhlaWdodFwiOjAuMCxcIkJvcmRlclN0eWxlXCI6e1wiJGlkXCI6XCIyODJcIixcIkxpbmVTdHlsZVwiOntcIiRpZFwiOlwiMjgzXCIsXCJMaW5lQ29sb3JcIjp7XCIkaWRcIjpcIjI4NFwiLFwiQ29sb3JcIjp7XCIkaWRcIjpcIjI4NVwiLFwiQVwiOjI1NSxcIlJcIjoyNTUsXCJHXCI6MCxcIkJcIjowfX0sXCJMaW5lV2VpZ2h0XCI6MC4wLFwiTGluZVR5cGVcIjowfSxcIklzVmlzaWJsZVwiOmZhbHNlfX19LFwiQmFja2dyb3VuZFN0eWxlXCI6e1wiJGlkXCI6XCIyODZcIixcIk1hcmdpblwiOntcIiRpZFwiOlwiMjg3XCIsXCJUb3BcIjowLjAsXCJMZWZ0XCI6MC4wLFwiUmlnaHRcIjowLjAsXCJCb3R0b21cIjowLjB9LFwiUGFkZGluZ1wiOntcIiRpZFwiOlwiMjg4XCIsXCJUb3BcIjowLjAsXCJMZWZ0XCI6MC4wLFwiUmlnaHRcIjowLjAsXCJCb3R0b21cIjowLjB9LFwiQmFja2dyb3VuZFwiOntcIiRpZFwiOlwiMjg5XCIsXCJDb2xvclwiOntcIiRpZFwiOlwiMjkwXCIsXCJBXCI6NTEsXCJSXCI6OCxcIkdcIjo0OSxcIkJcIjo0Mn19LFwiSXNWaXNpYmxlXCI6dHJ1ZSxcIldpZHRoXCI6MC4wLFwiSGVpZ2h0XCI6MC4wLFwiQm9yZGVyU3R5bGVcIjp7XCIkaWRcIjpcIjI5MVwiLFwiTGluZVN0eWxlXCI6e1wiJGlkXCI6XCIyOTJcIixcIkxpbmVDb2xvclwiOntcIiRpZFwiOlwiMjkzXCIsXCJDb2xvclwiOntcIiRpZFwiOlwiMjk0XCIsXCJBXCI6MjU1LFwiUlwiOjIzNCxcIkdcIjoyMixcIkJcIjozMH19LFwiTGluZVdlaWdodFwiOjAuMCxcIkxpbmVUeXBlXCI6MH0sXCJJc1Zpc2libGVcIjpmYWxzZX19fSxcIkRlZmF1bHRTd2ltbGFuZU1pbGVzdG9uZVN0eWxlXCI6e1wiJGlkXCI6XCIyOTVcIixcIlRpdGxlUG9zaXRpb25cIjowLFwiRGF0ZVBvc2l0aW9uXCI6MCxcIlNoYXBlVHlwZVwiOjIsXCJTaGFwZVNpemVcIjoxLFwiU3BhY2luZ1wiOjUsXCJTaGFwZVN0eWxlXCI6e1wiJGlkXCI6XCIyOTZcIixcIk1hcmdpblwiOntcIiRpZFwiOlwiMjk3XCIsXCJUb3BcIjowLjAsXCJMZWZ0XCI6MC4wLFwiUmlnaHRcIjowLjAsXCJCb3R0b21cIjowLjB9LFwiUGFkZGluZ1wiOntcIiRpZFwiOlwiMjk4XCIsXCJUb3BcIjowLjAsXCJMZWZ0XCI6MC4wLFwiUmlnaHRcIjowLjAsXCJCb3R0b21cIjowLjB9LFwiQmFja2dyb3VuZFwiOntcIiRpZFwiOlwiMjk5XCIsXCJDb2xvclwiOntcIiRpZFwiOlwiMzAwXCIsXCJBXCI6MjU1LFwiUlwiOjgsXCJHXCI6NDksXCJCXCI6NDJ9fSxcIklzVmlzaWJsZVwiOnRydWUsXCJXaWR0aFwiOjEzLjAsXCJIZWlnaHRcIjoxMy4wLFwiQm9yZGVyU3R5bGVcIjp7XCIkaWRcIjpcIjMwMVwiLFwiTGluZVN0eWxlXCI6e1wiJGlkXCI6XCIzMDJcIixcIkxpbmVDb2xvclwiOntcIiRpZFwiOlwiMzAzXCIsXCJDb2xvclwiOntcIiRpZFwiOlwiMzA0XCIsXCJBXCI6MjU1LFwiUlwiOjIzNCxcIkdcIjoyMixcIkJcIjozMH19LFwiTGluZVdlaWdodFwiOjIuMCxcIkxpbmVUeXBlXCI6MH0sXCJJc1Zpc2libGVcIjpmYWxzZX19LFwiVGl0bGVTdHlsZVwiOntcIiRpZFwiOlwiMzA1XCIsXCJGb250U2V0dGluZ3NcIjp7XCIkaWRcIjpcIjMwNlwiLFwiRm9udFNpemVcIjoxMSxcIkZvbnROYW1lXCI6XCJCb2VocmluZ2VyIEZvcndhcmQgVGV4dFwiLFwiSXNCb2xkXCI6dHJ1ZSxcIklzSXRhbGljXCI6ZmFsc2UsXCJJc1VuZGVybGluZWRcIjpmYWxzZX0sXCJGb3JlZ3JvdW5kXCI6e1wiJGlkXCI6XCIzMDdcIixcIkNvbG9yXCI6e1wiJGlkXCI6XCIzMDhcIixcIkFcIjoyNTUsXCJSXCI6MjU1LFwiR1wiOjI1NSxcIkJcIjoyNTV9fSxcIkhvcml6b250YWxBbGlnbm1lbnRcIjowLFwiSXNWaXNpYmxlXCI6dHJ1ZX0sXCJEYXRlU3R5bGVcIjp7XCIkaWRcIjpcIjMwOVwiLFwiRm9udFNldHRpbmdzXCI6e1wiJGlkXCI6XCIzMTBcIixcIkZvbnRTaXplXCI6MTAsXCJGb250TmFtZVwiOlwiQm9laHJpbmdlciBGb3J3YXJkIFRleHRcIixcIklzQm9sZFwiOmZhbHNlLFwiSXNJdGFsaWNcIjpmYWxzZSxcIklzVW5kZXJsaW5lZFwiOmZhbHNlfSxcIkZvcmVncm91bmRcIjp7XCIkaWRcIjpcIjMxMVwiLFwiQ29sb3JcIjp7XCIkaWRcIjpcIjMxMlwiLFwiQVwiOjI1NSxcIlJcIjoyNTUsXCJHXCI6MjU1LFwiQlwiOjI1NX19LFwiSG9yaXpvbnRhbEFsaWdubWVudFwiOjAsXCJJc1Zpc2libGVcIjpmYWxzZX0sXCJEYXRlRm9ybWF0XCI6e1wiJGlkXCI6XCIzMTN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MzE0XCIsXCJGb3JtYXRcIjowLFwiSXNWaXNpYmxlXCI6ZmFsc2UsXCJMYXN0S25vd25WaXNpYmlsaXR5U3RhdGVcIjpmYWxzZX19LFwiRGVmYXVsdFN3aW1sYW5lVGFza1N0eWxlXCI6e1wiJGlkXCI6XCIzMTVcIixcIlNoYXBlXCI6MSxcIlNoYXBlVGhpY2tuZXNzXCI6MCxcIkR1cmF0aW9uRm9ybWF0XCI6MCxcIlBlcmNlbnRhZ2VDb21wbGV0ZVRleHRTdHlsZVwiOntcIiRpZFwiOlwiMzE2XCIsXCJGb250U2V0dGluZ3NcIjp7XCIkaWRcIjpcIjMxN1wiLFwiRm9udFNpemVcIjoxMCxcIkZvbnROYW1lXCI6XCJDYWxpYnJpXCIsXCJJc0JvbGRcIjpmYWxzZSxcIklzSXRhbGljXCI6ZmFsc2UsXCJJc1VuZGVybGluZWRcIjpmYWxzZX0sXCJGb3JlZ3JvdW5kXCI6e1wiJGlkXCI6XCIzMThcIixcIkNvbG9yXCI6e1wiJGlkXCI6XCIzMTlcIixcIkFcIjoyNTUsXCJSXCI6MTkyLFwiR1wiOjgwLFwiQlwiOjc3fX0sXCJIb3Jpem9udGFsQWxpZ25tZW50XCI6MCxcIklzVmlzaWJsZVwiOmZhbHNlfSxcIlBlcmNlbnRhZ2VDb21wbGV0ZUhpZ2hsaWdodFN0eWxlXCI6e1wiJGlkXCI6XCIzMjBcIixcIkJhY2tncm91bmRcIjp7XCIkaWRcIjpcIjMyMVwiLFwiQ29sb3JcIjp7XCIkaWRcIjpcIjMyMlwiLFwiQVwiOjg5LFwiUlwiOjAsXCJHXCI6MCxcIkJcIjowfX19LFwiRHVyYXRpb25TdHlsZVwiOntcIiRpZFwiOlwiMzIzXCIsXCJGb250U2V0dGluZ3NcIjp7XCIkaWRcIjpcIjMyNFwiLFwiRm9udFNpemVcIjoxMCxcIkZvbnROYW1lXCI6XCJDYWxpYnJpXCIsXCJJc0JvbGRcIjpmYWxzZSxcIklzSXRhbGljXCI6ZmFsc2UsXCJJc1VuZGVybGluZWRcIjpmYWxzZX0sXCJGb3JlZ3JvdW5kXCI6e1wiJGlkXCI6XCIzMjVcIixcIkNvbG9yXCI6e1wiJGlkXCI6XCIzMjZcIixcIkFcIjoyNTUsXCJSXCI6MjM3LFwiR1wiOjEyNSxcIkJcIjo0OX19LFwiSG9yaXpvbnRhbEFsaWdubWVudFwiOjAsXCJJc1Zpc2libGVcIjpmYWxzZX0sXCJNYXJnaW5cIjp7XCIkaWRcIjpcIjMyN1wiLFwiVG9wXCI6MC4wLFwiTGVmdFwiOjAuMCxcIlJpZ2h0XCI6MC4wLFwiQm90dG9tXCI6MC4wfSxcIlN0YXJ0RGF0ZVBvc2l0aW9uXCI6MyxcIkVuZERhdGVQb3NpdGlvblwiOjMsXCJUaXRsZVBvc2l0aW9uXCI6MixcIkR1cmF0aW9uUG9zaXRpb25cIjowLFwiUGVyY2VudGFnZUNvbXBsZXRlZFBvc2l0aW9uXCI6MCxcIlNwYWNpbmdcIjozLFwiU2hhcGVTdHlsZVwiOntcIiRpZFwiOlwiMzI4XCIsXCJNYXJnaW5cIjp7XCIkaWRcIjpcIjMyOVwiLFwiVG9wXCI6MC4wLFwiTGVmdFwiOjQuMCxcIlJpZ2h0XCI6NC4wLFwiQm90dG9tXCI6MC4wfSxcIlBhZGRpbmdcIjp7XCIkaWRcIjpcIjMzMFwiLFwiVG9wXCI6MC4wLFwiTGVmdFwiOjAuMCxcIlJpZ2h0XCI6MC4wLFwiQm90dG9tXCI6MC4wfSxcIkJhY2tncm91bmRcIjp7XCIkaWRcIjpcIjMzMVwiLFwiQ29sb3JcIjp7XCIkaWRcIjpcIjMzMlwiLFwiQVwiOjI1NSxcIlJcIjo4LFwiR1wiOjQ5LFwiQlwiOjQyfX0sXCJJc1Zpc2libGVcIjp0cnVlLFwiV2lkdGhcIjowLjAsXCJIZWlnaHRcIjoxMC4wLFwiQm9yZGVyU3R5bGVcIjp7XCIkaWRcIjpcIjMzM1wiLFwiTGluZVN0eWxlXCI6e1wiJGlkXCI6XCIzMzRcIixcIkxpbmVDb2xvclwiOntcIiRpZFwiOlwiMzM1XCIsXCJDb2xvclwiOntcIiRpZFwiOlwiMzM2XCIsXCJBXCI6MjU1LFwiUlwiOjIzNCxcIkdcIjoyMixcIkJcIjozMH19LFwiTGluZVdlaWdodFwiOjIuMCxcIkxpbmVUeXBlXCI6MH0sXCJJc1Zpc2libGVcIjpmYWxzZX19LFwiVGl0bGVTdHlsZVwiOntcIiRpZFwiOlwiMzM3XCIsXCJGb250U2V0dGluZ3NcIjp7XCIkaWRcIjpcIjMzOFwiLFwiRm9udFNpemVcIjoxMSxcIkZvbnROYW1lXCI6XCJCb2VocmluZ2VyIEZvcndhcmQgVGV4dFwiLFwiSXNCb2xkXCI6ZmFsc2UsXCJJc0l0YWxpY1wiOmZhbHNlLFwiSXNVbmRlcmxpbmVkXCI6ZmFsc2V9LFwiRm9yZWdyb3VuZFwiOntcIiRpZFwiOlwiMzM5XCIsXCJDb2xvclwiOntcIiRpZFwiOlwiMzQwXCIsXCJBXCI6MjU1LFwiUlwiOjAsXCJHXCI6MCxcIkJcIjowfX0sXCJIb3Jpem9udGFsQWxpZ25tZW50XCI6MSxcIklzVmlzaWJsZVwiOnRydWV9LFwiRGF0ZVN0eWxlXCI6e1wiJGlkXCI6XCIzNDFcIixcIkZvbnRTZXR0aW5nc1wiOntcIiRpZFwiOlwiMzQyXCIsXCJGb250U2l6ZVwiOjEwLFwiRm9udE5hbWVcIjpcIkNhbGlicmlcIixcIklzQm9sZFwiOmZhbHNlLFwiSXNJdGFsaWNcIjpmYWxzZSxcIklzVW5kZXJsaW5lZFwiOmZhbHNlfSxcIkZvcmVncm91bmRcIjp7XCIkaWRcIjpcIjM0M1wiLFwiQ29sb3JcIjp7XCIkaWRcIjpcIjM0NFwiLFwiQVwiOjI1NSxcIlJcIjo2OCxcIkdcIjo4NCxcIkJcIjoxMDZ9fSxcIkhvcml6b250YWxBbGlnbm1lbnRcIjoyLFwiSXNWaXNpYmxlXCI6dHJ1ZX0sXCJEYXRlRm9ybWF0XCI6e1wiJGlkXCI6XCIzNDV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MzQ2XCIsXCJGb3JtYXRcIjowLFwiSXNWaXNpYmxlXCI6ZmFsc2UsXCJMYXN0S25vd25WaXNpYmlsaXR5U3RhdGVcIjpmYWxzZX19LFwiRGVmYXVsdFN3aW1sYW5lTW90U3R5bGVcIjp7XCIkaWRcIjpcIjM0N1wiLFwiU2hhcGVcIjoyLFwiU2hhcGVTaXplXCI6MSxcIkRldGFpbHNTcGFjaW5nXCI6MC4wLFwiUGFkZGluZ1wiOntcIiRpZFwiOlwiMzQ4XCIsXCJUb3BcIjo1LjAsXCJMZWZ0XCI6My4wLFwiUmlnaHRcIjowLjAsXCJCb3R0b21cIjoyLjB9LFwiUG9zaXRpb25PblRhc2tcIjoxLFwiU2hhcGVTdHlsZVwiOntcIiRpZFwiOlwiMzQ5XCIsXCJNYXJnaW5cIjp7XCIkaWRcIjpcIjM1MFwiLFwiVG9wXCI6MC4wLFwiTGVmdFwiOjAuMCxcIlJpZ2h0XCI6MC4wLFwiQm90dG9tXCI6MC4wfSxcIlBhZGRpbmdcIjp7XCIkaWRcIjpcIjM1MVwiLFwiVG9wXCI6MC4wLFwiTGVmdFwiOjAuMCxcIlJpZ2h0XCI6MC4wLFwiQm90dG9tXCI6MC4wfSxcIkJhY2tncm91bmRcIjp7XCIkaWRcIjpcIjM1MlwiLFwiQ29sb3JcIjp7XCIkaWRcIjpcIjM1M1wiLFwiQVwiOjI1NSxcIlJcIjo4LFwiR1wiOjQ5LFwiQlwiOjQyfX0sXCJJc1Zpc2libGVcIjp0cnVlLFwiV2lkdGhcIjoxMy4wLFwiSGVpZ2h0XCI6MTMuMCxcIkJvcmRlclN0eWxlXCI6e1wiJGlkXCI6XCIzNTRcIixcIkxpbmVTdHlsZVwiOntcIiRpZFwiOlwiMzU1XCIsXCJMaW5lQ29sb3JcIjp7XCIkaWRcIjpcIjM1NlwiLFwiQ29sb3JcIjp7XCIkaWRcIjpcIjM1N1wiLFwiQVwiOjI1NSxcIlJcIjoyMzQsXCJHXCI6MjIsXCJCXCI6MzB9fSxcIkxpbmVXZWlnaHRcIjowLjAsXCJMaW5lVHlwZVwiOjB9LFwiSXNWaXNpYmxlXCI6ZmFsc2V9fSxcIlRpdGxlU3R5bGVcIjp7XCIkaWRcIjpcIjM1OFwiLFwiRm9udFNldHRpbmdzXCI6e1wiJGlkXCI6XCIzNTlcIixcIkZvbnRTaXplXCI6MTEsXCJGb250TmFtZVwiOlwiQm9laHJpbmdlciBGb3J3YXJkIFRleHRcIixcIklzQm9sZFwiOnRydWUsXCJJc0l0YWxpY1wiOmZhbHNlLFwiSXNVbmRlcmxpbmVkXCI6ZmFsc2V9LFwiRm9yZWdyb3VuZFwiOntcIiRpZFwiOlwiMzYwXCIsXCJDb2xvclwiOntcIiRpZFwiOlwiMzYxXCIsXCJBXCI6MjU1LFwiUlwiOjI1NSxcIkdcIjoyNTUsXCJCXCI6MjU1fX0sXCJIb3Jpem9udGFsQWxpZ25tZW50XCI6MCxcIklzVmlzaWJsZVwiOnRydWV9LFwiRGF0ZVN0eWxlXCI6e1wiJGlkXCI6XCIzNjJcIixcIkZvbnRTZXR0aW5nc1wiOntcIiRpZFwiOlwiMzYzXCIsXCJGb250U2l6ZVwiOjEwLFwiRm9udE5hbWVcIjpcIkJvZWhyaW5nZXIgRm9yd2FyZCBUZXh0XCIsXCJJc0JvbGRcIjpmYWxzZSxcIklzSXRhbGljXCI6ZmFsc2UsXCJJc1VuZGVybGluZWRcIjpmYWxzZX0sXCJGb3JlZ3JvdW5kXCI6e1wiJGlkXCI6XCIzNjRcIixcIkNvbG9yXCI6e1wiJGlkXCI6XCIzNjVcIixcIkFcIjoyNTUsXCJSXCI6MjU1LFwiR1wiOjI1NSxcIkJcIjoyNTV9fSxcIkhvcml6b250YWxBbGlnbm1lbnRcIjowLFwiSXNWaXNpYmxlXCI6ZmFsc2V9LFwiRGF0ZUZvcm1hdFwiOntcIiRpZFwiOlwiMzY2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M2N1wiLFwiRm9ybWF0XCI6MCxcIklzVmlzaWJsZVwiOmZhbHNlLFwiTGFzdEtub3duVmlzaWJpbGl0eVN0YXRlXCI6ZmFsc2V9fX0se1wiJGlkXCI6XCIzNjhcIixcIlN0eWxlSWRcIjpcImU0ZjA4ZjM2LWU1ZGUtNDVkMC05NjI5LTQxZjhkNjUwMzYyZFwiLFwiTmFtZVwiOlwiU3dpbWxhbmUgU3R5bGUgM1wiLFwiSGVhZGVyU3R5bGVcIjp7XCIkaWRcIjpcIjM2OVwiLFwiVGV4dFN0eWxlXCI6e1wiJGlkXCI6XCIzNzBcIixcIkZvbnRTZXR0aW5nc1wiOntcIiRpZFwiOlwiMzcxXCIsXCJGb250U2l6ZVwiOjEyLFwiRm9udE5hbWVcIjpcIkJvZWhyaW5nZXIgRm9yd2FyZCBUZXh0XCIsXCJJc0JvbGRcIjpmYWxzZSxcIklzSXRhbGljXCI6ZmFsc2UsXCJJc1VuZGVybGluZWRcIjpmYWxzZX0sXCJGb3JlZ3JvdW5kXCI6e1wiJGlkXCI6XCIzNzJcIixcIkNvbG9yXCI6e1wiJGlkXCI6XCIzNzNcIixcIkFcIjoyNTUsXCJSXCI6OCxcIkdcIjo0OSxcIkJcIjo0Mn19LFwiSG9yaXpvbnRhbEFsaWdubWVudFwiOjAsXCJJc1Zpc2libGVcIjp0cnVlfSxcIlJlY3RhbmdsZVN0eWxlXCI6e1wiJGlkXCI6XCIzNzRcIixcIk1hcmdpblwiOntcIiRpZFwiOlwiMzc1XCIsXCJUb3BcIjowLjAsXCJMZWZ0XCI6MC4wLFwiUmlnaHRcIjowLjAsXCJCb3R0b21cIjowLjB9LFwiUGFkZGluZ1wiOntcIiRpZFwiOlwiMzc2XCIsXCJUb3BcIjowLjAsXCJMZWZ0XCI6MC4wLFwiUmlnaHRcIjowLjAsXCJCb3R0b21cIjowLjB9LFwiQmFja2dyb3VuZFwiOntcIiRpZFwiOlwiMzc3XCIsXCJDb2xvclwiOntcIiRpZFwiOlwiMzc4XCIsXCJBXCI6MjU1LFwiUlwiOjI1NSxcIkdcIjoyMzAsXCJCXCI6MTAzfX0sXCJJc1Zpc2libGVcIjp0cnVlLFwiV2lkdGhcIjowLjAsXCJIZWlnaHRcIjowLjAsXCJCb3JkZXJTdHlsZVwiOntcIiRpZFwiOlwiMzc5XCIsXCJMaW5lU3R5bGVcIjp7XCIkaWRcIjpcIjM4MFwiLFwiTGluZUNvbG9yXCI6e1wiJGlkXCI6XCIzODFcIixcIkNvbG9yXCI6e1wiJGlkXCI6XCIzODJcIixcIkFcIjoyNTUsXCJSXCI6MjU1LFwiR1wiOjAsXCJCXCI6MH19LFwiTGluZVdlaWdodFwiOjAuMCxcIkxpbmVUeXBlXCI6MH0sXCJJc1Zpc2libGVcIjpmYWxzZX19fSxcIkJhY2tncm91bmRTdHlsZVwiOntcIiRpZFwiOlwiMzgzXCIsXCJNYXJnaW5cIjp7XCIkaWRcIjpcIjM4NFwiLFwiVG9wXCI6MC4wLFwiTGVmdFwiOjAuMCxcIlJpZ2h0XCI6MC4wLFwiQm90dG9tXCI6MC4wfSxcIlBhZGRpbmdcIjp7XCIkaWRcIjpcIjM4NVwiLFwiVG9wXCI6MC4wLFwiTGVmdFwiOjAuMCxcIlJpZ2h0XCI6MC4wLFwiQm90dG9tXCI6MC4wfSxcIkJhY2tncm91bmRcIjp7XCIkaWRcIjpcIjM4NlwiLFwiQ29sb3JcIjp7XCIkaWRcIjpcIjM4N1wiLFwiQVwiOjUxLFwiUlwiOjI1NSxcIkdcIjoyMzAsXCJCXCI6MTAzfX0sXCJJc1Zpc2libGVcIjp0cnVlLFwiV2lkdGhcIjowLjAsXCJIZWlnaHRcIjowLjAsXCJCb3JkZXJTdHlsZVwiOntcIiRpZFwiOlwiMzg4XCIsXCJMaW5lU3R5bGVcIjp7XCIkaWRcIjpcIjM4OVwiLFwiTGluZUNvbG9yXCI6e1wiJGlkXCI6XCIzOTBcIixcIkNvbG9yXCI6e1wiJGlkXCI6XCIzOTFcIixcIkFcIjoyNTUsXCJSXCI6MjM0LFwiR1wiOjIyLFwiQlwiOjMwfX0sXCJMaW5lV2VpZ2h0XCI6MC4wLFwiTGluZVR5cGVcIjowfSxcIklzVmlzaWJsZVwiOmZhbHNlfX0sXCJJc0Fib3ZlVGltZWJhbmRcIjpmYWxzZSxcIlNwYWNpbmdcIjoxMCxcIkRlZmF1bHRTd2ltbGFuZUFjdGl2aXR5U3R5bGVcIjp7XCIkaWRcIjpcIjM5MlwiLFwiSGVhZGVyU3R5bGVcIjp7XCIkaWRcIjpcIjM5M1wiLFwiVGV4dFN0eWxlXCI6e1wiJGlkXCI6XCIzOTRcIixcIkZvbnRTZXR0aW5nc1wiOntcIiRpZFwiOlwiMzk1XCIsXCJGb250U2l6ZVwiOjExLFwiRm9udE5hbWVcIjpcIkNhbGlicmlcIixcIklzQm9sZFwiOmZhbHNlLFwiSXNJdGFsaWNcIjpmYWxzZSxcIklzVW5kZXJsaW5lZFwiOmZhbHNlfSxcIkZvcmVncm91bmRcIjp7XCIkaWRcIjpcIjM5NlwiLFwiQ29sb3JcIjp7XCIkaWRcIjpcIjM5N1wiLFwiQVwiOjI1NSxcIlJcIjowLFwiR1wiOjAsXCJCXCI6MH19LFwiSG9yaXpvbnRhbEFsaWdubWVudFwiOjAsXCJJc1Zpc2libGVcIjp0cnVlfSxcIlJlY3RhbmdsZVN0eWxlXCI6e1wiJGlkXCI6XCIzOThcIixcIk1hcmdpblwiOntcIiRpZFwiOlwiMzk5XCIsXCJUb3BcIjowLjAsXCJMZWZ0XCI6MC4wLFwiUmlnaHRcIjowLjAsXCJCb3R0b21cIjowLjB9LFwiUGFkZGluZ1wiOntcIiRpZFwiOlwiNDAwXCIsXCJUb3BcIjowLjAsXCJMZWZ0XCI6MC4wLFwiUmlnaHRcIjowLjAsXCJCb3R0b21cIjowLjB9LFwiQmFja2dyb3VuZFwiOntcIiRpZFwiOlwiNDAxXCIsXCJDb2xvclwiOntcIiRpZFwiOlwiNDAyXCIsXCJBXCI6NjMsXCJSXCI6MjU1LFwiR1wiOjIzMCxcIkJcIjoxMDN9fSxcIklzVmlzaWJsZVwiOnRydWUsXCJXaWR0aFwiOjAuMCxcIkhlaWdodFwiOjAuMCxcIkJvcmRlclN0eWxlXCI6e1wiJGlkXCI6XCI0MDNcIixcIkxpbmVTdHlsZVwiOntcIiRpZFwiOlwiNDA0XCIsXCJMaW5lQ29sb3JcIjp7XCIkaWRcIjpcIjQwNVwiLFwiQ29sb3JcIjp7XCIkaWRcIjpcIjQwNlwiLFwiQVwiOjI1NSxcIlJcIjoyNTUsXCJHXCI6MCxcIkJcIjowfX0sXCJMaW5lV2VpZ2h0XCI6MC4wLFwiTGluZVR5cGVcIjowfSxcIklzVmlzaWJsZVwiOmZhbHNlfX19LFwiQmFja2dyb3VuZFN0eWxlXCI6e1wiJGlkXCI6XCI0MDdcIixcIk1hcmdpblwiOntcIiRpZFwiOlwiNDA4XCIsXCJUb3BcIjowLjAsXCJMZWZ0XCI6MC4wLFwiUmlnaHRcIjowLjAsXCJCb3R0b21cIjowLjB9LFwiUGFkZGluZ1wiOntcIiRpZFwiOlwiNDA5XCIsXCJUb3BcIjowLjAsXCJMZWZ0XCI6MC4wLFwiUmlnaHRcIjowLjAsXCJCb3R0b21cIjowLjB9LFwiQmFja2dyb3VuZFwiOntcIiRpZFwiOlwiNDEwXCIsXCJDb2xvclwiOntcIiRpZFwiOlwiNDExXCIsXCJBXCI6NTEsXCJSXCI6MjU1LFwiR1wiOjIzMCxcIkJcIjoxMDN9fSxcIklzVmlzaWJsZVwiOnRydWUsXCJXaWR0aFwiOjAuMCxcIkhlaWdodFwiOjAuMCxcIkJvcmRlclN0eWxlXCI6e1wiJGlkXCI6XCI0MTJcIixcIkxpbmVTdHlsZVwiOntcIiRpZFwiOlwiNDEzXCIsXCJMaW5lQ29sb3JcIjp7XCIkaWRcIjpcIjQxNFwiLFwiQ29sb3JcIjp7XCIkaWRcIjpcIjQxNVwiLFwiQVwiOjI1NSxcIlJcIjoyMzQsXCJHXCI6MjIsXCJCXCI6MzB9fSxcIkxpbmVXZWlnaHRcIjowLjAsXCJMaW5lVHlwZVwiOjB9LFwiSXNWaXNpYmxlXCI6ZmFsc2V9fX0sXCJEZWZhdWx0U3dpbWxhbmVNaWxlc3RvbmVTdHlsZVwiOntcIiRpZFwiOlwiNDE2XCIsXCJUaXRsZVBvc2l0aW9uXCI6MyxcIkRhdGVQb3NpdGlvblwiOjAsXCJTaGFwZVR5cGVcIjoxMyxcIlNoYXBlU2l6ZVwiOjAsXCJTcGFjaW5nXCI6NSxcIlNoYXBlU3R5bGVcIjp7XCIkaWRcIjpcIjQxN1wiLFwiTWFyZ2luXCI6e1wiJGlkXCI6XCI0MThcIixcIlRvcFwiOjAuMCxcIkxlZnRcIjowLjAsXCJSaWdodFwiOjAuMCxcIkJvdHRvbVwiOjAuMH0sXCJQYWRkaW5nXCI6e1wiJGlkXCI6XCI0MTlcIixcIlRvcFwiOjAuMCxcIkxlZnRcIjowLjAsXCJSaWdodFwiOjAuMCxcIkJvdHRvbVwiOjAuMH0sXCJCYWNrZ3JvdW5kXCI6e1wiJGlkXCI6XCI0MjBcIixcIkNvbG9yXCI6e1wiJGlkXCI6XCI0MjFcIixcIkFcIjoyNTUsXCJSXCI6MjQ1LFwiR1wiOjEzOCxcIkJcIjoxMDR9fSxcIklzVmlzaWJsZVwiOnRydWUsXCJXaWR0aFwiOjEyLjAsXCJIZWlnaHRcIjoxNC4wLFwiQm9yZGVyU3R5bGVcIjp7XCIkaWRcIjpcIjQyMlwiLFwiTGluZVN0eWxlXCI6e1wiJGlkXCI6XCI0MjNcIixcIkxpbmVDb2xvclwiOntcIiRpZFwiOlwiNDI0XCIsXCJDb2xvclwiOntcIiRpZFwiOlwiNDI1XCIsXCJBXCI6MjU1LFwiUlwiOjIzNCxcIkdcIjoyMixcIkJcIjozMH19LFwiTGluZVdlaWdodFwiOjIuMCxcIkxpbmVUeXBlXCI6MH0sXCJJc1Zpc2libGVcIjpmYWxzZX19LFwiVGl0bGVTdHlsZVwiOntcIiRpZFwiOlwiNDI2XCIsXCJGb250U2V0dGluZ3NcIjp7XCIkaWRcIjpcIjQyN1wiLFwiRm9udFNpemVcIjoxMSxcIkZvbnROYW1lXCI6XCJCb2VocmluZ2VyIEZvcndhcmQgVGV4dFwiLFwiSXNCb2xkXCI6dHJ1ZSxcIklzSXRhbGljXCI6ZmFsc2UsXCJJc1VuZGVybGluZWRcIjpmYWxzZX0sXCJGb3JlZ3JvdW5kXCI6e1wiJGlkXCI6XCI0MjhcIixcIkNvbG9yXCI6e1wiJGlkXCI6XCI0MjlcIixcIkFcIjoyNTUsXCJSXCI6OCxcIkdcIjo0OSxcIkJcIjo0Mn19LFwiSG9yaXpvbnRhbEFsaWdubWVudFwiOjEsXCJJc1Zpc2libGVcIjp0cnVlfSxcIkRhdGVTdHlsZVwiOntcIiRpZFwiOlwiNDMwXCIsXCJGb250U2V0dGluZ3NcIjp7XCIkaWRcIjpcIjQzMVwiLFwiRm9udFNpemVcIjoxMCxcIkZvbnROYW1lXCI6XCJCb2VocmluZ2VyIEZvcndhcmQgVGV4dFwiLFwiSXNCb2xkXCI6ZmFsc2UsXCJJc0l0YWxpY1wiOmZhbHNlLFwiSXNVbmRlcmxpbmVkXCI6ZmFsc2V9LFwiRm9yZWdyb3VuZFwiOntcIiRpZFwiOlwiNDMyXCIsXCJDb2xvclwiOntcIiRpZFwiOlwiNDMzXCIsXCJBXCI6MjU1LFwiUlwiOjgsXCJHXCI6NDksXCJCXCI6NDJ9fSxcIkhvcml6b250YWxBbGlnbm1lbnRcIjoyLFwiSXNWaXNpYmxlXCI6ZmFsc2V9LFwiRGF0ZUZvcm1hdFwiOntcIiRpZFwiOlwiNDM0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QzNVwiLFwiRm9ybWF0XCI6MCxcIklzVmlzaWJsZVwiOmZhbHNlLFwiTGFzdEtub3duVmlzaWJpbGl0eVN0YXRlXCI6ZmFsc2V9fSxcIkRlZmF1bHRTd2ltbGFuZVRhc2tTdHlsZVwiOntcIiRpZFwiOlwiNDM2XCIsXCJTaGFwZVwiOjMsXCJTaGFwZVRoaWNrbmVzc1wiOjAsXCJEdXJhdGlvbkZvcm1hdFwiOjAsXCJQZXJjZW50YWdlQ29tcGxldGVUZXh0U3R5bGVcIjp7XCIkaWRcIjpcIjQzN1wiLFwiRm9udFNldHRpbmdzXCI6e1wiJGlkXCI6XCI0MzhcIixcIkZvbnRTaXplXCI6MTAsXCJGb250TmFtZVwiOlwiQ2FsaWJyaVwiLFwiSXNCb2xkXCI6ZmFsc2UsXCJJc0l0YWxpY1wiOmZhbHNlLFwiSXNVbmRlcmxpbmVkXCI6ZmFsc2V9LFwiRm9yZWdyb3VuZFwiOntcIiRpZFwiOlwiNDM5XCIsXCJDb2xvclwiOntcIiRpZFwiOlwiNDQwXCIsXCJBXCI6MjU1LFwiUlwiOjIzNyxcIkdcIjoxMjUsXCJCXCI6NDl9fSxcIkhvcml6b250YWxBbGlnbm1lbnRcIjowLFwiSXNWaXNpYmxlXCI6ZmFsc2V9LFwiUGVyY2VudGFnZUNvbXBsZXRlSGlnaGxpZ2h0U3R5bGVcIjp7XCIkaWRcIjpcIjQ0MVwiLFwiQmFja2dyb3VuZFwiOntcIiRpZFwiOlwiNDQyXCIsXCJDb2xvclwiOntcIiRpZFwiOlwiNDQzXCIsXCJBXCI6ODksXCJSXCI6MCxcIkdcIjowLFwiQlwiOjB9fX0sXCJEdXJhdGlvblN0eWxlXCI6e1wiJGlkXCI6XCI0NDRcIixcIkZvbnRTZXR0aW5nc1wiOntcIiRpZFwiOlwiNDQ1XCIsXCJGb250U2l6ZVwiOjEwLFwiRm9udE5hbWVcIjpcIkNhbGlicmlcIixcIklzQm9sZFwiOmZhbHNlLFwiSXNJdGFsaWNcIjpmYWxzZSxcIklzVW5kZXJsaW5lZFwiOmZhbHNlfSxcIkZvcmVncm91bmRcIjp7XCIkaWRcIjpcIjQ0NlwiLFwiQ29sb3JcIjp7XCIkaWRcIjpcIjQ0N1wiLFwiQVwiOjI1NSxcIlJcIjoyMzcsXCJHXCI6MTI1LFwiQlwiOjQ5fX0sXCJIb3Jpem9udGFsQWxpZ25tZW50XCI6MCxcIklzVmlzaWJsZVwiOmZhbHNlfSxcIk1hcmdpblwiOntcIiRpZFwiOlwiNDQ4XCIsXCJUb3BcIjowLjAsXCJMZWZ0XCI6MC4wLFwiUmlnaHRcIjowLjAsXCJCb3R0b21cIjowLjB9LFwiU3RhcnREYXRlUG9zaXRpb25cIjowLFwiRW5kRGF0ZVBvc2l0aW9uXCI6MCxcIlRpdGxlUG9zaXRpb25cIjoyLFwiRHVyYXRpb25Qb3NpdGlvblwiOjAsXCJQZXJjZW50YWdlQ29tcGxldGVkUG9zaXRpb25cIjowLFwiU3BhY2luZ1wiOjMsXCJTaGFwZVN0eWxlXCI6e1wiJGlkXCI6XCI0NDlcIixcIk1hcmdpblwiOntcIiRpZFwiOlwiNDUwXCIsXCJUb3BcIjowLjAsXCJMZWZ0XCI6NC4wLFwiUmlnaHRcIjo0LjAsXCJCb3R0b21cIjowLjB9LFwiUGFkZGluZ1wiOntcIiRpZFwiOlwiNDUxXCIsXCJUb3BcIjowLjAsXCJMZWZ0XCI6MC4wLFwiUmlnaHRcIjowLjAsXCJCb3R0b21cIjowLjB9LFwiQmFja2dyb3VuZFwiOntcIiRpZFwiOlwiNDUyXCIsXCJDb2xvclwiOntcIiRpZFwiOlwiNDUzXCIsXCJBXCI6MjU1LFwiUlwiOjgsXCJHXCI6NDksXCJCXCI6NDJ9fSxcIklzVmlzaWJsZVwiOnRydWUsXCJXaWR0aFwiOjAuMCxcIkhlaWdodFwiOjEwLjAsXCJCb3JkZXJTdHlsZVwiOntcIiRpZFwiOlwiNDU0XCIsXCJMaW5lU3R5bGVcIjp7XCIkaWRcIjpcIjQ1NVwiLFwiTGluZUNvbG9yXCI6e1wiJGlkXCI6XCI0NTZcIixcIkNvbG9yXCI6e1wiJGlkXCI6XCI0NTdcIixcIkFcIjoyNTUsXCJSXCI6MjM0LFwiR1wiOjIyLFwiQlwiOjMwfX0sXCJMaW5lV2VpZ2h0XCI6Mi4wLFwiTGluZVR5cGVcIjowfSxcIklzVmlzaWJsZVwiOmZhbHNlfX0sXCJUaXRsZVN0eWxlXCI6e1wiJGlkXCI6XCI0NThcIixcIkZvbnRTZXR0aW5nc1wiOntcIiRpZFwiOlwiNDU5XCIsXCJGb250U2l6ZVwiOjExLFwiRm9udE5hbWVcIjpcIkJvZWhyaW5nZXIgRm9yd2FyZCBUZXh0XCIsXCJJc0JvbGRcIjpmYWxzZSxcIklzSXRhbGljXCI6ZmFsc2UsXCJJc1VuZGVybGluZWRcIjpmYWxzZX0sXCJGb3JlZ3JvdW5kXCI6e1wiJGlkXCI6XCI0NjBcIixcIkNvbG9yXCI6e1wiJGlkXCI6XCI0NjFcIixcIkFcIjoyNTUsXCJSXCI6MjU1LFwiR1wiOjI1NSxcIkJcIjoyNTV9fSxcIkhvcml6b250YWxBbGlnbm1lbnRcIjoxLFwiSXNWaXNpYmxlXCI6dHJ1ZX0sXCJEYXRlU3R5bGVcIjp7XCIkaWRcIjpcIjQ2MlwiLFwiRm9udFNldHRpbmdzXCI6e1wiJGlkXCI6XCI0NjNcIixcIkZvbnRTaXplXCI6MTAsXCJGb250TmFtZVwiOlwiQ2FsaWJyaVwiLFwiSXNCb2xkXCI6ZmFsc2UsXCJJc0l0YWxpY1wiOmZhbHNlLFwiSXNVbmRlcmxpbmVkXCI6ZmFsc2V9LFwiRm9yZWdyb3VuZFwiOntcIiRpZFwiOlwiNDY0XCIsXCJDb2xvclwiOntcIiRpZFwiOlwiNDY1XCIsXCJBXCI6MjU1LFwiUlwiOjY4LFwiR1wiOjg0LFwiQlwiOjEwNn19LFwiSG9yaXpvbnRhbEFsaWdubWVudFwiOjAsXCJJc1Zpc2libGVcIjpmYWxzZX0sXCJEYXRlRm9ybWF0XCI6e1wiJGlkXCI6XCI0NjZ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NDY3XCIsXCJGb3JtYXRcIjowLFwiSXNWaXNpYmxlXCI6ZmFsc2UsXCJMYXN0S25vd25WaXNpYmlsaXR5U3RhdGVcIjpmYWxzZX19LFwiRGVmYXVsdFN3aW1sYW5lTW90U3R5bGVcIjp7XCIkaWRcIjpcIjQ2OFwiLFwiU2hhcGVcIjoxNCxcIlNoYXBlU2l6ZVwiOjAsXCJEZXRhaWxzU3BhY2luZ1wiOjAuMCxcIlBhZGRpbmdcIjp7XCIkaWRcIjpcIjQ2OVwiLFwiVG9wXCI6NS4wLFwiTGVmdFwiOjMuMCxcIlJpZ2h0XCI6MC4wLFwiQm90dG9tXCI6Mi4wfSxcIlBvc2l0aW9uT25UYXNrXCI6MixcIlNoYXBlU3R5bGVcIjp7XCIkaWRcIjpcIjQ3MFwiLFwiTWFyZ2luXCI6e1wiJGlkXCI6XCI0NzFcIixcIlRvcFwiOjAuMCxcIkxlZnRcIjowLjAsXCJSaWdodFwiOjAuMCxcIkJvdHRvbVwiOjAuMH0sXCJQYWRkaW5nXCI6e1wiJGlkXCI6XCI0NzJcIixcIlRvcFwiOjAuMCxcIkxlZnRcIjowLjAsXCJSaWdodFwiOjAuMCxcIkJvdHRvbVwiOjAuMH0sXCJCYWNrZ3JvdW5kXCI6e1wiJGlkXCI6XCI0NzNcIixcIkNvbG9yXCI6e1wiJGlkXCI6XCI0NzRcIixcIkFcIjoyNTUsXCJSXCI6MCxcIkdcIjoyMjgsXCJCXCI6MTI0fX0sXCJJc1Zpc2libGVcIjp0cnVlLFwiV2lkdGhcIjoxMi4wLFwiSGVpZ2h0XCI6MTQuMCxcIkJvcmRlclN0eWxlXCI6e1wiJGlkXCI6XCI0NzVcIixcIkxpbmVTdHlsZVwiOntcIiRpZFwiOlwiNDc2XCIsXCJMaW5lQ29sb3JcIjp7XCIkaWRcIjpcIjQ3N1wiLFwiQ29sb3JcIjp7XCIkaWRcIjpcIjQ3OFwiLFwiQVwiOjI1NSxcIlJcIjoyMzQsXCJHXCI6MjIsXCJCXCI6MzB9fSxcIkxpbmVXZWlnaHRcIjowLjAsXCJMaW5lVHlwZVwiOjB9LFwiSXNWaXNpYmxlXCI6ZmFsc2V9fSxcIlRpdGxlU3R5bGVcIjp7XCIkaWRcIjpcIjQ3OVwiLFwiRm9udFNldHRpbmdzXCI6e1wiJGlkXCI6XCI0ODBcIixcIkZvbnRTaXplXCI6MTEsXCJGb250TmFtZVwiOlwiQm9laHJpbmdlciBGb3J3YXJkIFRleHRcIixcIklzQm9sZFwiOnRydWUsXCJJc0l0YWxpY1wiOmZhbHNlLFwiSXNVbmRlcmxpbmVkXCI6ZmFsc2V9LFwiRm9yZWdyb3VuZFwiOntcIiRpZFwiOlwiNDgxXCIsXCJDb2xvclwiOntcIiRpZFwiOlwiNDgyXCIsXCJBXCI6MjU1LFwiUlwiOjgsXCJHXCI6NDksXCJCXCI6NDJ9fSxcIkhvcml6b250YWxBbGlnbm1lbnRcIjoxLFwiSXNWaXNpYmxlXCI6dHJ1ZX0sXCJEYXRlU3R5bGVcIjp7XCIkaWRcIjpcIjQ4M1wiLFwiRm9udFNldHRpbmdzXCI6e1wiJGlkXCI6XCI0ODRcIixcIkZvbnRTaXplXCI6MTAsXCJGb250TmFtZVwiOlwiQm9laHJpbmdlciBGb3J3YXJkIFRleHRcIixcIklzQm9sZFwiOmZhbHNlLFwiSXNJdGFsaWNcIjpmYWxzZSxcIklzVW5kZXJsaW5lZFwiOmZhbHNlfSxcIkZvcmVncm91bmRcIjp7XCIkaWRcIjpcIjQ4NVwiLFwiQ29sb3JcIjp7XCIkaWRcIjpcIjQ4NlwiLFwiQVwiOjI1NSxcIlJcIjo4LFwiR1wiOjQ5LFwiQlwiOjQyfX0sXCJIb3Jpem9udGFsQWxpZ25tZW50XCI6MixcIklzVmlzaWJsZVwiOmZhbHNlfSxcIkRhdGVGb3JtYXRcIjp7XCIkaWRcIjpcIjQ4N1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0ODhcIixcIkZvcm1hdFwiOjAsXCJJc1Zpc2libGVcIjpmYWxzZSxcIkxhc3RLbm93blZpc2liaWxpdHlTdGF0ZVwiOmZhbHNlfX19LHtcIiRpZFwiOlwiNDg5XCIsXCJTdHlsZUlkXCI6XCI0ZTRlMGYxMy01ZmE2LTQ3YjAtOGJlYi0wMjNmMmE2OTBkNDZcIixcIk5hbWVcIjpcIlN3aW1sYW5lIFN0eWxlIDRcIixcIkhlYWRlclN0eWxlXCI6e1wiJGlkXCI6XCI0OTBcIixcIlRleHRTdHlsZVwiOntcIiRpZFwiOlwiNDkxXCIsXCJGb250U2V0dGluZ3NcIjp7XCIkaWRcIjpcIjQ5MlwiLFwiRm9udFNpemVcIjoxMixcIkZvbnROYW1lXCI6XCJCb2VocmluZ2VyIEZvcndhcmQgVGV4dFwiLFwiSXNCb2xkXCI6ZmFsc2UsXCJJc0l0YWxpY1wiOmZhbHNlLFwiSXNVbmRlcmxpbmVkXCI6ZmFsc2V9LFwiRm9yZWdyb3VuZFwiOntcIiRpZFwiOlwiNDkzXCIsXCJDb2xvclwiOntcIiRpZFwiOlwiNDk0XCIsXCJBXCI6MjU1LFwiUlwiOjgsXCJHXCI6NDksXCJCXCI6NDJ9fSxcIkhvcml6b250YWxBbGlnbm1lbnRcIjowLFwiSXNWaXNpYmxlXCI6dHJ1ZX0sXCJSZWN0YW5nbGVTdHlsZVwiOntcIiRpZFwiOlwiNDk1XCIsXCJNYXJnaW5cIjp7XCIkaWRcIjpcIjQ5NlwiLFwiVG9wXCI6MC4wLFwiTGVmdFwiOjAuMCxcIlJpZ2h0XCI6MC4wLFwiQm90dG9tXCI6MC4wfSxcIlBhZGRpbmdcIjp7XCIkaWRcIjpcIjQ5N1wiLFwiVG9wXCI6MC4wLFwiTGVmdFwiOjAuMCxcIlJpZ2h0XCI6MC4wLFwiQm90dG9tXCI6MC4wfSxcIkJhY2tncm91bmRcIjp7XCIkaWRcIjpcIjQ5OFwiLFwiQ29sb3JcIjp7XCIkaWRcIjpcIjQ5OVwiLFwiQVwiOjI1NSxcIlJcIjoxNjMsXCJHXCI6MjI5LFwiQlwiOjIzOH19LFwiSXNWaXNpYmxlXCI6dHJ1ZSxcIldpZHRoXCI6MC4wLFwiSGVpZ2h0XCI6MC4wLFwiQm9yZGVyU3R5bGVcIjp7XCIkaWRcIjpcIjUwMFwiLFwiTGluZVN0eWxlXCI6e1wiJGlkXCI6XCI1MDFcIixcIkxpbmVDb2xvclwiOntcIiRpZFwiOlwiNTAyXCIsXCJDb2xvclwiOntcIiRpZFwiOlwiNTAzXCIsXCJBXCI6MjU1LFwiUlwiOjI1NSxcIkdcIjowLFwiQlwiOjB9fSxcIkxpbmVXZWlnaHRcIjowLjAsXCJMaW5lVHlwZVwiOjB9LFwiSXNWaXNpYmxlXCI6ZmFsc2V9fX0sXCJCYWNrZ3JvdW5kU3R5bGVcIjp7XCIkaWRcIjpcIjUwNFwiLFwiTWFyZ2luXCI6e1wiJGlkXCI6XCI1MDVcIixcIlRvcFwiOjAuMCxcIkxlZnRcIjowLjAsXCJSaWdodFwiOjAuMCxcIkJvdHRvbVwiOjAuMH0sXCJQYWRkaW5nXCI6e1wiJGlkXCI6XCI1MDZcIixcIlRvcFwiOjAuMCxcIkxlZnRcIjowLjAsXCJSaWdodFwiOjAuMCxcIkJvdHRvbVwiOjAuMH0sXCJCYWNrZ3JvdW5kXCI6e1wiJGlkXCI6XCI1MDdcIixcIkNvbG9yXCI6e1wiJGlkXCI6XCI1MDhcIixcIkFcIjo1MSxcIlJcIjoxNjMsXCJHXCI6MjI5LFwiQlwiOjIzOH19LFwiSXNWaXNpYmxlXCI6dHJ1ZSxcIldpZHRoXCI6MC4wLFwiSGVpZ2h0XCI6MC4wLFwiQm9yZGVyU3R5bGVcIjp7XCIkaWRcIjpcIjUwOVwiLFwiTGluZVN0eWxlXCI6e1wiJGlkXCI6XCI1MTBcIixcIkxpbmVDb2xvclwiOntcIiRpZFwiOlwiNTExXCIsXCJDb2xvclwiOntcIiRpZFwiOlwiNTEyXCIsXCJBXCI6MjU1LFwiUlwiOjIzNCxcIkdcIjoyMixcIkJcIjozMH19LFwiTGluZVdlaWdodFwiOjAuMCxcIkxpbmVUeXBlXCI6MH0sXCJJc1Zpc2libGVcIjpmYWxzZX19LFwiSXNBYm92ZVRpbWViYW5kXCI6ZmFsc2UsXCJTcGFjaW5nXCI6MixcIkRlZmF1bHRTd2ltbGFuZUFjdGl2aXR5U3R5bGVcIjp7XCIkaWRcIjpcIjUxM1wiLFwiSGVhZGVyU3R5bGVcIjp7XCIkaWRcIjpcIjUxNFwiLFwiVGV4dFN0eWxlXCI6e1wiJGlkXCI6XCI1MTVcIixcIkZvbnRTZXR0aW5nc1wiOntcIiRpZFwiOlwiNTE2XCIsXCJGb250U2l6ZVwiOjExLFwiRm9udE5hbWVcIjpcIkNhbGlicmlcIixcIklzQm9sZFwiOmZhbHNlLFwiSXNJdGFsaWNcIjpmYWxzZSxcIklzVW5kZXJsaW5lZFwiOmZhbHNlfSxcIkZvcmVncm91bmRcIjp7XCIkaWRcIjpcIjUxN1wiLFwiQ29sb3JcIjp7XCIkaWRcIjpcIjUxOFwiLFwiQVwiOjI1NSxcIlJcIjowLFwiR1wiOjAsXCJCXCI6MH19LFwiSG9yaXpvbnRhbEFsaWdubWVudFwiOjAsXCJJc1Zpc2libGVcIjp0cnVlfSxcIlJlY3RhbmdsZVN0eWxlXCI6e1wiJGlkXCI6XCI1MTlcIixcIk1hcmdpblwiOntcIiRpZFwiOlwiNTIwXCIsXCJUb3BcIjowLjAsXCJMZWZ0XCI6MC4wLFwiUmlnaHRcIjowLjAsXCJCb3R0b21cIjowLjB9LFwiUGFkZGluZ1wiOntcIiRpZFwiOlwiNTIxXCIsXCJUb3BcIjowLjAsXCJMZWZ0XCI6MC4wLFwiUmlnaHRcIjowLjAsXCJCb3R0b21cIjowLjB9LFwiQmFja2dyb3VuZFwiOntcIiRpZFwiOlwiNTIyXCIsXCJDb2xvclwiOntcIiRpZFwiOlwiNTIzXCIsXCJBXCI6NjMsXCJSXCI6MTYzLFwiR1wiOjIyOSxcIkJcIjoyMzh9fSxcIklzVmlzaWJsZVwiOnRydWUsXCJXaWR0aFwiOjAuMCxcIkhlaWdodFwiOjAuMCxcIkJvcmRlclN0eWxlXCI6e1wiJGlkXCI6XCI1MjRcIixcIkxpbmVTdHlsZVwiOntcIiRpZFwiOlwiNTI1XCIsXCJMaW5lQ29sb3JcIjp7XCIkaWRcIjpcIjUyNlwiLFwiQ29sb3JcIjp7XCIkaWRcIjpcIjUyN1wiLFwiQVwiOjI1NSxcIlJcIjoyNTUsXCJHXCI6MCxcIkJcIjowfX0sXCJMaW5lV2VpZ2h0XCI6MC4wLFwiTGluZVR5cGVcIjowfSxcIklzVmlzaWJsZVwiOmZhbHNlfX19LFwiQmFja2dyb3VuZFN0eWxlXCI6e1wiJGlkXCI6XCI1MjhcIixcIk1hcmdpblwiOntcIiRpZFwiOlwiNTI5XCIsXCJUb3BcIjowLjAsXCJMZWZ0XCI6MC4wLFwiUmlnaHRcIjowLjAsXCJCb3R0b21cIjowLjB9LFwiUGFkZGluZ1wiOntcIiRpZFwiOlwiNTMwXCIsXCJUb3BcIjowLjAsXCJMZWZ0XCI6MC4wLFwiUmlnaHRcIjowLjAsXCJCb3R0b21cIjowLjB9LFwiQmFja2dyb3VuZFwiOntcIiRpZFwiOlwiNTMxXCIsXCJDb2xvclwiOntcIiRpZFwiOlwiNTMyXCIsXCJBXCI6NTEsXCJSXCI6MTYzLFwiR1wiOjIyOSxcIkJcIjoyMzh9fSxcIklzVmlzaWJsZVwiOnRydWUsXCJXaWR0aFwiOjAuMCxcIkhlaWdodFwiOjAuMCxcIkJvcmRlclN0eWxlXCI6e1wiJGlkXCI6XCI1MzNcIixcIkxpbmVTdHlsZVwiOntcIiRpZFwiOlwiNTM0XCIsXCJMaW5lQ29sb3JcIjp7XCIkaWRcIjpcIjUzNVwiLFwiQ29sb3JcIjp7XCIkaWRcIjpcIjUzNlwiLFwiQVwiOjI1NSxcIlJcIjoyMzQsXCJHXCI6MjIsXCJCXCI6MzB9fSxcIkxpbmVXZWlnaHRcIjowLjAsXCJMaW5lVHlwZVwiOjB9LFwiSXNWaXNpYmxlXCI6ZmFsc2V9fX0sXCJEZWZhdWx0U3dpbWxhbmVNaWxlc3RvbmVTdHlsZVwiOntcIiRpZFwiOlwiNTM3XCIsXCJUaXRsZVBvc2l0aW9uXCI6MCxcIkRhdGVQb3NpdGlvblwiOjAsXCJTaGFwZVR5cGVcIjoyLFwiU2hhcGVTaXplXCI6MSxcIlNwYWNpbmdcIjo1LFwiU2hhcGVTdHlsZVwiOntcIiRpZFwiOlwiNTM4XCIsXCJNYXJnaW5cIjp7XCIkaWRcIjpcIjUzOVwiLFwiVG9wXCI6MC4wLFwiTGVmdFwiOjAuMCxcIlJpZ2h0XCI6MC4wLFwiQm90dG9tXCI6MC4wfSxcIlBhZGRpbmdcIjp7XCIkaWRcIjpcIjU0MFwiLFwiVG9wXCI6MC4wLFwiTGVmdFwiOjAuMCxcIlJpZ2h0XCI6MC4wLFwiQm90dG9tXCI6MC4wfSxcIkJhY2tncm91bmRcIjp7XCIkaWRcIjpcIjU0MVwiLFwiQ29sb3JcIjp7XCIkaWRcIjpcIjU0MlwiLFwiQVwiOjI1NSxcIlJcIjoxNjMsXCJHXCI6MjI5LFwiQlwiOjIzOH19LFwiSXNWaXNpYmxlXCI6dHJ1ZSxcIldpZHRoXCI6MTMuMCxcIkhlaWdodFwiOjEzLjAsXCJCb3JkZXJTdHlsZVwiOntcIiRpZFwiOlwiNTQzXCIsXCJMaW5lU3R5bGVcIjp7XCIkaWRcIjpcIjU0NFwiLFwiTGluZUNvbG9yXCI6e1wiJGlkXCI6XCI1NDVcIixcIkNvbG9yXCI6e1wiJGlkXCI6XCI1NDZcIixcIkFcIjoyNTUsXCJSXCI6MjM0LFwiR1wiOjIyLFwiQlwiOjMwfX0sXCJMaW5lV2VpZ2h0XCI6Mi4wLFwiTGluZVR5cGVcIjowfSxcIklzVmlzaWJsZVwiOmZhbHNlfX0sXCJUaXRsZVN0eWxlXCI6e1wiJGlkXCI6XCI1NDdcIixcIkZvbnRTZXR0aW5nc1wiOntcIiRpZFwiOlwiNTQ4XCIsXCJGb250U2l6ZVwiOjExLFwiRm9udE5hbWVcIjpcIkJvZWhyaW5nZXIgRm9yd2FyZCBUZXh0XCIsXCJJc0JvbGRcIjp0cnVlLFwiSXNJdGFsaWNcIjpmYWxzZSxcIklzVW5kZXJsaW5lZFwiOmZhbHNlfSxcIkZvcmVncm91bmRcIjp7XCIkaWRcIjpcIjU0OVwiLFwiQ29sb3JcIjp7XCIkaWRcIjpcIjU1MFwiLFwiQVwiOjI1NSxcIlJcIjoyNTUsXCJHXCI6MjU1LFwiQlwiOjI1NX19LFwiSG9yaXpvbnRhbEFsaWdubWVudFwiOjAsXCJJc1Zpc2libGVcIjp0cnVlfSxcIkRhdGVTdHlsZVwiOntcIiRpZFwiOlwiNTUxXCIsXCJGb250U2V0dGluZ3NcIjp7XCIkaWRcIjpcIjU1MlwiLFwiRm9udFNpemVcIjoxMCxcIkZvbnROYW1lXCI6XCJCb2VocmluZ2VyIEZvcndhcmQgVGV4dFwiLFwiSXNCb2xkXCI6ZmFsc2UsXCJJc0l0YWxpY1wiOmZhbHNlLFwiSXNVbmRlcmxpbmVkXCI6ZmFsc2V9LFwiRm9yZWdyb3VuZFwiOntcIiRpZFwiOlwiNTUzXCIsXCJDb2xvclwiOntcIiRpZFwiOlwiNTU0XCIsXCJBXCI6MjU1LFwiUlwiOjI1NSxcIkdcIjoyNTUsXCJCXCI6MjU1fX0sXCJIb3Jpem9udGFsQWxpZ25tZW50XCI6MCxcIklzVmlzaWJsZVwiOmZhbHNlfSxcIkRhdGVGb3JtYXRcIjp7XCIkaWRcIjpcIjU1NV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1NTZcIixcIkZvcm1hdFwiOjAsXCJJc1Zpc2libGVcIjpmYWxzZSxcIkxhc3RLbm93blZpc2liaWxpdHlTdGF0ZVwiOmZhbHNlfX0sXCJEZWZhdWx0U3dpbWxhbmVUYXNrU3R5bGVcIjp7XCIkaWRcIjpcIjU1N1wiLFwiU2hhcGVcIjozLFwiU2hhcGVUaGlja25lc3NcIjowLFwiRHVyYXRpb25Gb3JtYXRcIjowLFwiUGVyY2VudGFnZUNvbXBsZXRlVGV4dFN0eWxlXCI6e1wiJGlkXCI6XCI1NThcIixcIkZvbnRTZXR0aW5nc1wiOntcIiRpZFwiOlwiNTU5XCIsXCJGb250U2l6ZVwiOjEwLFwiRm9udE5hbWVcIjpcIkNhbGlicmlcIixcIklzQm9sZFwiOmZhbHNlLFwiSXNJdGFsaWNcIjpmYWxzZSxcIklzVW5kZXJsaW5lZFwiOmZhbHNlfSxcIkZvcmVncm91bmRcIjp7XCIkaWRcIjpcIjU2MFwiLFwiQ29sb3JcIjp7XCIkaWRcIjpcIjU2MVwiLFwiQVwiOjI1NSxcIlJcIjoxOTIsXCJHXCI6ODAsXCJCXCI6Nzd9fSxcIkhvcml6b250YWxBbGlnbm1lbnRcIjowLFwiSXNWaXNpYmxlXCI6ZmFsc2V9LFwiUGVyY2VudGFnZUNvbXBsZXRlSGlnaGxpZ2h0U3R5bGVcIjp7XCIkaWRcIjpcIjU2MlwiLFwiQmFja2dyb3VuZFwiOntcIiRpZFwiOlwiNTYzXCIsXCJDb2xvclwiOntcIiRpZFwiOlwiNTY0XCIsXCJBXCI6ODksXCJSXCI6MCxcIkdcIjowLFwiQlwiOjB9fX0sXCJEdXJhdGlvblN0eWxlXCI6e1wiJGlkXCI6XCI1NjVcIixcIkZvbnRTZXR0aW5nc1wiOntcIiRpZFwiOlwiNTY2XCIsXCJGb250U2l6ZVwiOjEwLFwiRm9udE5hbWVcIjpcIkNhbGlicmlcIixcIklzQm9sZFwiOmZhbHNlLFwiSXNJdGFsaWNcIjpmYWxzZSxcIklzVW5kZXJsaW5lZFwiOmZhbHNlfSxcIkZvcmVncm91bmRcIjp7XCIkaWRcIjpcIjU2N1wiLFwiQ29sb3JcIjp7XCIkaWRcIjpcIjU2OFwiLFwiQVwiOjI1NSxcIlJcIjoyMzcsXCJHXCI6MTI1LFwiQlwiOjQ5fX0sXCJIb3Jpem9udGFsQWxpZ25tZW50XCI6MCxcIklzVmlzaWJsZVwiOmZhbHNlfSxcIk1hcmdpblwiOntcIiRpZFwiOlwiNTY5XCIsXCJUb3BcIjowLjAsXCJMZWZ0XCI6MC4wLFwiUmlnaHRcIjowLjAsXCJCb3R0b21cIjowLjB9LFwiU3RhcnREYXRlUG9zaXRpb25cIjowLFwiRW5kRGF0ZVBvc2l0aW9uXCI6MCxcIlRpdGxlUG9zaXRpb25cIjoyLFwiRHVyYXRpb25Qb3NpdGlvblwiOjAsXCJQZXJjZW50YWdlQ29tcGxldGVkUG9zaXRpb25cIjowLFwiU3BhY2luZ1wiOjMsXCJTaGFwZVN0eWxlXCI6e1wiJGlkXCI6XCI1NzBcIixcIk1hcmdpblwiOntcIiRpZFwiOlwiNTcxXCIsXCJUb3BcIjowLjAsXCJMZWZ0XCI6NC4wLFwiUmlnaHRcIjo0LjAsXCJCb3R0b21cIjowLjB9LFwiUGFkZGluZ1wiOntcIiRpZFwiOlwiNTcyXCIsXCJUb3BcIjowLjAsXCJMZWZ0XCI6MC4wLFwiUmlnaHRcIjowLjAsXCJCb3R0b21cIjowLjB9LFwiQmFja2dyb3VuZFwiOntcIiRpZFwiOlwiNTczXCIsXCJDb2xvclwiOntcIiRpZFwiOlwiNTc0XCIsXCJBXCI6MjU1LFwiUlwiOjgsXCJHXCI6NDksXCJCXCI6NDJ9fSxcIklzVmlzaWJsZVwiOnRydWUsXCJXaWR0aFwiOjAuMCxcIkhlaWdodFwiOjEwLjAsXCJCb3JkZXJTdHlsZVwiOntcIiRpZFwiOlwiNTc1XCIsXCJMaW5lU3R5bGVcIjp7XCIkaWRcIjpcIjU3NlwiLFwiTGluZUNvbG9yXCI6e1wiJGlkXCI6XCI1NzdcIixcIkNvbG9yXCI6e1wiJGlkXCI6XCI1NzhcIixcIkFcIjoyNTUsXCJSXCI6MjM0LFwiR1wiOjIyLFwiQlwiOjMwfX0sXCJMaW5lV2VpZ2h0XCI6Mi4wLFwiTGluZVR5cGVcIjowfSxcIklzVmlzaWJsZVwiOmZhbHNlfX0sXCJUaXRsZVN0eWxlXCI6e1wiJGlkXCI6XCI1NzlcIixcIkZvbnRTZXR0aW5nc1wiOntcIiRpZFwiOlwiNTgwXCIsXCJGb250U2l6ZVwiOjExLFwiRm9udE5hbWVcIjpcIkJvZWhyaW5nZXIgRm9yd2FyZCBUZXh0XCIsXCJJc0JvbGRcIjpmYWxzZSxcIklzSXRhbGljXCI6ZmFsc2UsXCJJc1VuZGVybGluZWRcIjpmYWxzZX0sXCJGb3JlZ3JvdW5kXCI6e1wiJGlkXCI6XCI1ODFcIixcIkNvbG9yXCI6e1wiJGlkXCI6XCI1ODJcIixcIkFcIjoyNTUsXCJSXCI6MjU1LFwiR1wiOjI1NSxcIkJcIjoyNTV9fSxcIkhvcml6b250YWxBbGlnbm1lbnRcIjoxLFwiSXNWaXNpYmxlXCI6dHJ1ZX0sXCJEYXRlU3R5bGVcIjp7XCIkaWRcIjpcIjU4M1wiLFwiRm9udFNldHRpbmdzXCI6e1wiJGlkXCI6XCI1ODRcIixcIkZvbnRTaXplXCI6MTAsXCJGb250TmFtZVwiOlwiQ2FsaWJyaVwiLFwiSXNCb2xkXCI6ZmFsc2UsXCJJc0l0YWxpY1wiOmZhbHNlLFwiSXNVbmRlcmxpbmVkXCI6ZmFsc2V9LFwiRm9yZWdyb3VuZFwiOntcIiRpZFwiOlwiNTg1XCIsXCJDb2xvclwiOntcIiRpZFwiOlwiNTg2XCIsXCJBXCI6MjU1LFwiUlwiOjY4LFwiR1wiOjg0LFwiQlwiOjEwNn19LFwiSG9yaXpvbnRhbEFsaWdubWVudFwiOjIsXCJJc1Zpc2libGVcIjpmYWxzZX0sXCJEYXRlRm9ybWF0XCI6e1wiJGlkXCI6XCI1ODdcIixcIkZvcm1hdFN0cmluZ1wiOlwiTU1NIGRcIixcIlNlcGFyYXRvclwiOlwiL1wiLFwiVXNlSW50ZXJuYXRpb25hbERhdGVGb3JtYXRcIjpmYWxzZSxcIkRhdGVJc1Zpc2libGVcIjp0cnVlLFwiVGltZUlzVmlzaWJsZVwiOmZhbHNlLFwiSG91ckRpZ2l0c1wiOjEsXCJBbVBtRGVzaWduYXRvclwiOjIsXCJUcmltMDBNaW51dGVzXCI6ZmFsc2V9LFwiV2Vla051bWJlcmluZ1wiOntcIiRpZFwiOlwiNTg4XCIsXCJGb3JtYXRcIjowLFwiSXNWaXNpYmxlXCI6ZmFsc2UsXCJMYXN0S25vd25WaXNpYmlsaXR5U3RhdGVcIjpmYWxzZX19LFwiRGVmYXVsdFN3aW1sYW5lTW90U3R5bGVcIjp7XCIkaWRcIjpcIjU4OVwiLFwiU2hhcGVcIjoxNCxcIlNoYXBlU2l6ZVwiOjAsXCJEZXRhaWxzU3BhY2luZ1wiOjAuMCxcIlBhZGRpbmdcIjp7XCIkaWRcIjpcIjU5MFwiLFwiVG9wXCI6NS4wLFwiTGVmdFwiOjMuMCxcIlJpZ2h0XCI6MC4wLFwiQm90dG9tXCI6Mi4wfSxcIlBvc2l0aW9uT25UYXNrXCI6MixcIlNoYXBlU3R5bGVcIjp7XCIkaWRcIjpcIjU5MVwiLFwiTWFyZ2luXCI6e1wiJGlkXCI6XCI1OTJcIixcIlRvcFwiOjAuMCxcIkxlZnRcIjowLjAsXCJSaWdodFwiOjAuMCxcIkJvdHRvbVwiOjAuMH0sXCJQYWRkaW5nXCI6e1wiJGlkXCI6XCI1OTNcIixcIlRvcFwiOjAuMCxcIkxlZnRcIjowLjAsXCJSaWdodFwiOjAuMCxcIkJvdHRvbVwiOjAuMH0sXCJCYWNrZ3JvdW5kXCI6e1wiJGlkXCI6XCI1OTRcIixcIkNvbG9yXCI6e1wiJGlkXCI6XCI1OTVcIixcIkFcIjoyNTUsXCJSXCI6MCxcIkdcIjoyMjgsXCJCXCI6MTI0fX0sXCJJc1Zpc2libGVcIjp0cnVlLFwiV2lkdGhcIjoxMi4wLFwiSGVpZ2h0XCI6MTQuMCxcIkJvcmRlclN0eWxlXCI6e1wiJGlkXCI6XCI1OTZcIixcIkxpbmVTdHlsZVwiOntcIiRpZFwiOlwiNTk3XCIsXCJMaW5lQ29sb3JcIjp7XCIkaWRcIjpcIjU5OFwiLFwiQ29sb3JcIjp7XCIkaWRcIjpcIjU5OVwiLFwiQVwiOjI1NSxcIlJcIjoyMzQsXCJHXCI6MjIsXCJCXCI6MzB9fSxcIkxpbmVXZWlnaHRcIjowLjAsXCJMaW5lVHlwZVwiOjB9LFwiSXNWaXNpYmxlXCI6ZmFsc2V9fSxcIlRpdGxlU3R5bGVcIjp7XCIkaWRcIjpcIjYwMFwiLFwiRm9udFNldHRpbmdzXCI6e1wiJGlkXCI6XCI2MDFcIixcIkZvbnRTaXplXCI6MTEsXCJGb250TmFtZVwiOlwiQm9laHJpbmdlciBGb3J3YXJkIFRleHRcIixcIklzQm9sZFwiOnRydWUsXCJJc0l0YWxpY1wiOmZhbHNlLFwiSXNVbmRlcmxpbmVkXCI6ZmFsc2V9LFwiRm9yZWdyb3VuZFwiOntcIiRpZFwiOlwiNjAyXCIsXCJDb2xvclwiOntcIiRpZFwiOlwiNjAzXCIsXCJBXCI6MjU1LFwiUlwiOjgsXCJHXCI6NDksXCJCXCI6NDJ9fSxcIkhvcml6b250YWxBbGlnbm1lbnRcIjoxLFwiSXNWaXNpYmxlXCI6dHJ1ZX0sXCJEYXRlU3R5bGVcIjp7XCIkaWRcIjpcIjYwNFwiLFwiRm9udFNldHRpbmdzXCI6e1wiJGlkXCI6XCI2MDVcIixcIkZvbnRTaXplXCI6MTAsXCJGb250TmFtZVwiOlwiQm9laHJpbmdlciBGb3J3YXJkIFRleHRcIixcIklzQm9sZFwiOmZhbHNlLFwiSXNJdGFsaWNcIjpmYWxzZSxcIklzVW5kZXJsaW5lZFwiOmZhbHNlfSxcIkZvcmVncm91bmRcIjp7XCIkaWRcIjpcIjYwNlwiLFwiQ29sb3JcIjp7XCIkaWRcIjpcIjYwN1wiLFwiQVwiOjI1NSxcIlJcIjo4LFwiR1wiOjQ5LFwiQlwiOjQyfX0sXCJIb3Jpem9udGFsQWxpZ25tZW50XCI6MixcIklzVmlzaWJsZVwiOmZhbHNlfSxcIkRhdGVGb3JtYXRcIjp7XCIkaWRcIjpcIjYwOF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2MDlcIixcIkZvcm1hdFwiOjAsXCJJc1Zpc2libGVcIjpmYWxzZSxcIkxhc3RLbm93blZpc2liaWxpdHlTdGF0ZVwiOmZhbHNlfX19LHtcIiRpZFwiOlwiNjEwXCIsXCJTdHlsZUlkXCI6XCJlMWM4MWZmNy0xODA3LTQ1MmYtYmE0ZC00ZTZlZWFmNWMyYWJcIixcIk5hbWVcIjpcIlN3aW1sYW5lIFN0eWxlIDVcIixcIkhlYWRlclN0eWxlXCI6e1wiJGlkXCI6XCI2MTFcIixcIlRleHRTdHlsZVwiOntcIiRpZFwiOlwiNjEyXCIsXCJGb250U2V0dGluZ3NcIjp7XCIkaWRcIjpcIjYxM1wiLFwiRm9udFNpemVcIjoxMixcIkZvbnROYW1lXCI6XCJCb2VocmluZ2VyIEZvcndhcmQgVGV4dFwiLFwiSXNCb2xkXCI6ZmFsc2UsXCJJc0l0YWxpY1wiOmZhbHNlLFwiSXNVbmRlcmxpbmVkXCI6ZmFsc2V9LFwiRm9yZWdyb3VuZFwiOntcIiRpZFwiOlwiNjE0XCIsXCJDb2xvclwiOntcIiRpZFwiOlwiNjE1XCIsXCJBXCI6MjU1LFwiUlwiOjgsXCJHXCI6NDksXCJCXCI6NDJ9fSxcIkhvcml6b250YWxBbGlnbm1lbnRcIjowLFwiSXNWaXNpYmxlXCI6dHJ1ZX0sXCJSZWN0YW5nbGVTdHlsZVwiOntcIiRpZFwiOlwiNjE2XCIsXCJNYXJnaW5cIjp7XCIkaWRcIjpcIjYxN1wiLFwiVG9wXCI6MC4wLFwiTGVmdFwiOjAuMCxcIlJpZ2h0XCI6MC4wLFwiQm90dG9tXCI6MC4wfSxcIlBhZGRpbmdcIjp7XCIkaWRcIjpcIjYxOFwiLFwiVG9wXCI6MC4wLFwiTGVmdFwiOjAuMCxcIlJpZ2h0XCI6MC4wLFwiQm90dG9tXCI6MC4wfSxcIkJhY2tncm91bmRcIjp7XCIkaWRcIjpcIjYxOVwiLFwiQ29sb3JcIjp7XCIkaWRcIjpcIjYyMFwiLFwiQVwiOjI1NSxcIlJcIjoxOTcsXCJHXCI6MTk1LFwiQlwiOjIzOH19LFwiSXNWaXNpYmxlXCI6dHJ1ZSxcIldpZHRoXCI6MC4wLFwiSGVpZ2h0XCI6MC4wLFwiQm9yZGVyU3R5bGVcIjp7XCIkaWRcIjpcIjYyMVwiLFwiTGluZVN0eWxlXCI6e1wiJGlkXCI6XCI2MjJcIixcIkxpbmVDb2xvclwiOntcIiRpZFwiOlwiNjIzXCIsXCJDb2xvclwiOntcIiRpZFwiOlwiNjI0XCIsXCJBXCI6MjU1LFwiUlwiOjI1NSxcIkdcIjoyNTUsXCJCXCI6MjU1fX0sXCJMaW5lV2VpZ2h0XCI6MC4wLFwiTGluZVR5cGVcIjowfSxcIklzVmlzaWJsZVwiOmZhbHNlfX19LFwiQmFja2dyb3VuZFN0eWxlXCI6e1wiJGlkXCI6XCI2MjVcIixcIk1hcmdpblwiOntcIiRpZFwiOlwiNjI2XCIsXCJUb3BcIjowLjAsXCJMZWZ0XCI6MC4wLFwiUmlnaHRcIjowLjAsXCJCb3R0b21cIjowLjB9LFwiUGFkZGluZ1wiOntcIiRpZFwiOlwiNjI3XCIsXCJUb3BcIjowLjAsXCJMZWZ0XCI6MC4wLFwiUmlnaHRcIjowLjAsXCJCb3R0b21cIjowLjB9LFwiQmFja2dyb3VuZFwiOntcIiRpZFwiOlwiNjI4XCIsXCJDb2xvclwiOntcIiRpZFwiOlwiNjI5XCIsXCJBXCI6NTEsXCJSXCI6MTk3LFwiR1wiOjE5NSxcIkJcIjoyMzh9fSxcIklzVmlzaWJsZVwiOnRydWUsXCJXaWR0aFwiOjAuMCxcIkhlaWdodFwiOjAuMCxcIkJvcmRlclN0eWxlXCI6e1wiJGlkXCI6XCI2MzBcIixcIkxpbmVTdHlsZVwiOntcIiRpZFwiOlwiNjMxXCIsXCJMaW5lQ29sb3JcIjp7XCIkaWRcIjpcIjYzMlwiLFwiQ29sb3JcIjp7XCIkaWRcIjpcIjYzM1wiLFwiQVwiOjI1NSxcIlJcIjoyMzQsXCJHXCI6MjIsXCJCXCI6MzB9fSxcIkxpbmVXZWlnaHRcIjowLjAsXCJMaW5lVHlwZVwiOjB9LFwiSXNWaXNpYmxlXCI6ZmFsc2V9fSxcIklzQWJvdmVUaW1lYmFuZFwiOmZhbHNlLFwiU3BhY2luZ1wiOjEwLFwiRGVmYXVsdFN3aW1sYW5lQWN0aXZpdHlTdHlsZVwiOntcIiRpZFwiOlwiNjM0XCIsXCJIZWFkZXJTdHlsZVwiOntcIiRpZFwiOlwiNjM1XCIsXCJUZXh0U3R5bGVcIjp7XCIkaWRcIjpcIjYzNlwiLFwiRm9udFNldHRpbmdzXCI6e1wiJGlkXCI6XCI2MzdcIixcIkZvbnRTaXplXCI6MTEsXCJGb250TmFtZVwiOlwiQ2FsaWJyaVwiLFwiSXNCb2xkXCI6ZmFsc2UsXCJJc0l0YWxpY1wiOmZhbHNlLFwiSXNVbmRlcmxpbmVkXCI6ZmFsc2V9LFwiRm9yZWdyb3VuZFwiOntcIiRpZFwiOlwiNjM4XCIsXCJDb2xvclwiOntcIiRpZFwiOlwiNjM5XCIsXCJBXCI6MjU1LFwiUlwiOjAsXCJHXCI6MCxcIkJcIjowfX0sXCJIb3Jpem9udGFsQWxpZ25tZW50XCI6MCxcIklzVmlzaWJsZVwiOnRydWV9LFwiUmVjdGFuZ2xlU3R5bGVcIjp7XCIkaWRcIjpcIjY0MFwiLFwiTWFyZ2luXCI6e1wiJGlkXCI6XCI2NDFcIixcIlRvcFwiOjAuMCxcIkxlZnRcIjowLjAsXCJSaWdodFwiOjAuMCxcIkJvdHRvbVwiOjAuMH0sXCJQYWRkaW5nXCI6e1wiJGlkXCI6XCI2NDJcIixcIlRvcFwiOjAuMCxcIkxlZnRcIjowLjAsXCJSaWdodFwiOjAuMCxcIkJvdHRvbVwiOjAuMH0sXCJCYWNrZ3JvdW5kXCI6e1wiJGlkXCI6XCI2NDNcIixcIkNvbG9yXCI6e1wiJGlkXCI6XCI2NDRcIixcIkFcIjo2MyxcIlJcIjoxOTcsXCJHXCI6MTk1LFwiQlwiOjIzOH19LFwiSXNWaXNpYmxlXCI6dHJ1ZSxcIldpZHRoXCI6MC4wLFwiSGVpZ2h0XCI6MC4wLFwiQm9yZGVyU3R5bGVcIjp7XCIkaWRcIjpcIjY0NVwiLFwiTGluZVN0eWxlXCI6e1wiJGlkXCI6XCI2NDZcIixcIkxpbmVDb2xvclwiOntcIiRpZFwiOlwiNjQ3XCIsXCJDb2xvclwiOntcIiRpZFwiOlwiNjQ4XCIsXCJBXCI6MjU1LFwiUlwiOjI1NSxcIkdcIjowLFwiQlwiOjB9fSxcIkxpbmVXZWlnaHRcIjowLjAsXCJMaW5lVHlwZVwiOjB9LFwiSXNWaXNpYmxlXCI6ZmFsc2V9fX0sXCJCYWNrZ3JvdW5kU3R5bGVcIjp7XCIkaWRcIjpcIjY0OVwiLFwiTWFyZ2luXCI6e1wiJGlkXCI6XCI2NTBcIixcIlRvcFwiOjAuMCxcIkxlZnRcIjowLjAsXCJSaWdodFwiOjAuMCxcIkJvdHRvbVwiOjAuMH0sXCJQYWRkaW5nXCI6e1wiJGlkXCI6XCI2NTFcIixcIlRvcFwiOjAuMCxcIkxlZnRcIjowLjAsXCJSaWdodFwiOjAuMCxcIkJvdHRvbVwiOjAuMH0sXCJCYWNrZ3JvdW5kXCI6e1wiJGlkXCI6XCI2NTJcIixcIkNvbG9yXCI6e1wiJGlkXCI6XCI2NTNcIixcIkFcIjo1MSxcIlJcIjoxOTcsXCJHXCI6MTk1LFwiQlwiOjIzOH19LFwiSXNWaXNpYmxlXCI6dHJ1ZSxcIldpZHRoXCI6MC4wLFwiSGVpZ2h0XCI6MC4wLFwiQm9yZGVyU3R5bGVcIjp7XCIkaWRcIjpcIjY1NFwiLFwiTGluZVN0eWxlXCI6e1wiJGlkXCI6XCI2NTVcIixcIkxpbmVDb2xvclwiOntcIiRpZFwiOlwiNjU2XCIsXCJDb2xvclwiOntcIiRpZFwiOlwiNjU3XCIsXCJBXCI6MjU1LFwiUlwiOjIzNCxcIkdcIjoyMixcIkJcIjozMH19LFwiTGluZVdlaWdodFwiOjAuMCxcIkxpbmVUeXBlXCI6MH0sXCJJc1Zpc2libGVcIjpmYWxzZX19fSxcIkRlZmF1bHRTd2ltbGFuZU1pbGVzdG9uZVN0eWxlXCI6e1wiJGlkXCI6XCI2NThcIixcIlRpdGxlUG9zaXRpb25cIjowLFwiRGF0ZVBvc2l0aW9uXCI6MCxcIlNoYXBlVHlwZVwiOjIsXCJTaGFwZVNpemVcIjoxLFwiU3BhY2luZ1wiOjUsXCJTaGFwZVN0eWxlXCI6e1wiJGlkXCI6XCI2NTlcIixcIk1hcmdpblwiOntcIiRpZFwiOlwiNjYwXCIsXCJUb3BcIjowLjAsXCJMZWZ0XCI6MC4wLFwiUmlnaHRcIjowLjAsXCJCb3R0b21cIjowLjB9LFwiUGFkZGluZ1wiOntcIiRpZFwiOlwiNjYxXCIsXCJUb3BcIjowLjAsXCJMZWZ0XCI6MC4wLFwiUmlnaHRcIjowLjAsXCJCb3R0b21cIjowLjB9LFwiQmFja2dyb3VuZFwiOntcIiRpZFwiOlwiNjYyXCIsXCJDb2xvclwiOntcIiRpZFwiOlwiNjYzXCIsXCJBXCI6MjU1LFwiUlwiOjE5NyxcIkdcIjoxOTUsXCJCXCI6MjM4fX0sXCJJc1Zpc2libGVcIjp0cnVlLFwiV2lkdGhcIjoxMy4wLFwiSGVpZ2h0XCI6MTMuMCxcIkJvcmRlclN0eWxlXCI6e1wiJGlkXCI6XCI2NjRcIixcIkxpbmVTdHlsZVwiOntcIiRpZFwiOlwiNjY1XCIsXCJMaW5lQ29sb3JcIjp7XCIkaWRcIjpcIjY2NlwiLFwiQ29sb3JcIjp7XCIkaWRcIjpcIjY2N1wiLFwiQVwiOjI1NSxcIlJcIjoyMzQsXCJHXCI6MjIsXCJCXCI6MzB9fSxcIkxpbmVXZWlnaHRcIjoyLjAsXCJMaW5lVHlwZVwiOjB9LFwiSXNWaXNpYmxlXCI6ZmFsc2V9fSxcIlRpdGxlU3R5bGVcIjp7XCIkaWRcIjpcIjY2OFwiLFwiRm9udFNldHRpbmdzXCI6e1wiJGlkXCI6XCI2NjlcIixcIkZvbnRTaXplXCI6MTEsXCJGb250TmFtZVwiOlwiQm9laHJpbmdlciBGb3J3YXJkIFRleHRcIixcIklzQm9sZFwiOnRydWUsXCJJc0l0YWxpY1wiOmZhbHNlLFwiSXNVbmRlcmxpbmVkXCI6ZmFsc2V9LFwiRm9yZWdyb3VuZFwiOntcIiRpZFwiOlwiNjcwXCIsXCJDb2xvclwiOntcIiRpZFwiOlwiNjcxXCIsXCJBXCI6MjU1LFwiUlwiOjI1NSxcIkdcIjoyNTUsXCJCXCI6MjU1fX0sXCJIb3Jpem9udGFsQWxpZ25tZW50XCI6MCxcIklzVmlzaWJsZVwiOnRydWV9LFwiRGF0ZVN0eWxlXCI6e1wiJGlkXCI6XCI2NzJcIixcIkZvbnRTZXR0aW5nc1wiOntcIiRpZFwiOlwiNjczXCIsXCJGb250U2l6ZVwiOjEwLFwiRm9udE5hbWVcIjpcIkJvZWhyaW5nZXIgRm9yd2FyZCBUZXh0XCIsXCJJc0JvbGRcIjpmYWxzZSxcIklzSXRhbGljXCI6ZmFsc2UsXCJJc1VuZGVybGluZWRcIjpmYWxzZX0sXCJGb3JlZ3JvdW5kXCI6e1wiJGlkXCI6XCI2NzRcIixcIkNvbG9yXCI6e1wiJGlkXCI6XCI2NzVcIixcIkFcIjoyNTUsXCJSXCI6MjU1LFwiR1wiOjI1NSxcIkJcIjoyNTV9fSxcIkhvcml6b250YWxBbGlnbm1lbnRcIjowLFwiSXNWaXNpYmxlXCI6ZmFsc2V9LFwiRGF0ZUZvcm1hdFwiOntcIiRpZFwiOlwiNjc2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Y3N1wiLFwiRm9ybWF0XCI6MCxcIklzVmlzaWJsZVwiOmZhbHNlLFwiTGFzdEtub3duVmlzaWJpbGl0eVN0YXRlXCI6ZmFsc2V9fSxcIkRlZmF1bHRTd2ltbGFuZVRhc2tTdHlsZVwiOntcIiRpZFwiOlwiNjc4XCIsXCJTaGFwZVwiOjMsXCJTaGFwZVRoaWNrbmVzc1wiOjEsXCJEdXJhdGlvbkZvcm1hdFwiOjAsXCJQZXJjZW50YWdlQ29tcGxldGVUZXh0U3R5bGVcIjp7XCIkaWRcIjpcIjY3OVwiLFwiRm9udFNldHRpbmdzXCI6e1wiJGlkXCI6XCI2ODBcIixcIkZvbnRTaXplXCI6MTAsXCJGb250TmFtZVwiOlwiQ2FsaWJyaVwiLFwiSXNCb2xkXCI6ZmFsc2UsXCJJc0l0YWxpY1wiOmZhbHNlLFwiSXNVbmRlcmxpbmVkXCI6ZmFsc2V9LFwiRm9yZWdyb3VuZFwiOntcIiRpZFwiOlwiNjgxXCIsXCJDb2xvclwiOntcIiRpZFwiOlwiNjgyXCIsXCJBXCI6MjU1LFwiUlwiOjE5MixcIkdcIjo4MCxcIkJcIjo3N319LFwiSG9yaXpvbnRhbEFsaWdubWVudFwiOjAsXCJJc1Zpc2libGVcIjpmYWxzZX0sXCJQZXJjZW50YWdlQ29tcGxldGVIaWdobGlnaHRTdHlsZVwiOntcIiRpZFwiOlwiNjgzXCIsXCJCYWNrZ3JvdW5kXCI6e1wiJGlkXCI6XCI2ODRcIixcIkNvbG9yXCI6e1wiJGlkXCI6XCI2ODVcIixcIkFcIjo4OSxcIlJcIjowLFwiR1wiOjAsXCJCXCI6MH19fSxcIkR1cmF0aW9uU3R5bGVcIjp7XCIkaWRcIjpcIjY4NlwiLFwiRm9udFNldHRpbmdzXCI6e1wiJGlkXCI6XCI2ODdcIixcIkZvbnRTaXplXCI6MTAsXCJGb250TmFtZVwiOlwiQ2FsaWJyaVwiLFwiSXNCb2xkXCI6ZmFsc2UsXCJJc0l0YWxpY1wiOmZhbHNlLFwiSXNVbmRlcmxpbmVkXCI6ZmFsc2V9LFwiRm9yZWdyb3VuZFwiOntcIiRpZFwiOlwiNjg4XCIsXCJDb2xvclwiOntcIiRpZFwiOlwiNjg5XCIsXCJBXCI6MjU1LFwiUlwiOjIzNyxcIkdcIjoxMjUsXCJCXCI6NDl9fSxcIkhvcml6b250YWxBbGlnbm1lbnRcIjowLFwiSXNWaXNpYmxlXCI6ZmFsc2V9LFwiTWFyZ2luXCI6e1wiJGlkXCI6XCI2OTBcIixcIlRvcFwiOjAuMCxcIkxlZnRcIjowLjAsXCJSaWdodFwiOjAuMCxcIkJvdHRvbVwiOjAuMH0sXCJTdGFydERhdGVQb3NpdGlvblwiOjAsXCJFbmREYXRlUG9zaXRpb25cIjowLFwiVGl0bGVQb3NpdGlvblwiOjIsXCJEdXJhdGlvblBvc2l0aW9uXCI6MCxcIlBlcmNlbnRhZ2VDb21wbGV0ZWRQb3NpdGlvblwiOjAsXCJTcGFjaW5nXCI6MyxcIlNoYXBlU3R5bGVcIjp7XCIkaWRcIjpcIjY5MVwiLFwiTWFyZ2luXCI6e1wiJGlkXCI6XCI2OTJcIixcIlRvcFwiOjAuMCxcIkxlZnRcIjo0LjAsXCJSaWdodFwiOjQuMCxcIkJvdHRvbVwiOjAuMH0sXCJQYWRkaW5nXCI6e1wiJGlkXCI6XCI2OTNcIixcIlRvcFwiOjAuMCxcIkxlZnRcIjowLjAsXCJSaWdodFwiOjAuMCxcIkJvdHRvbVwiOjAuMH0sXCJCYWNrZ3JvdW5kXCI6e1wiJGlkXCI6XCI2OTRcIixcIkNvbG9yXCI6e1wiJGlkXCI6XCI2OTVcIixcIkFcIjoyNTUsXCJSXCI6OCxcIkdcIjo0OSxcIkJcIjo0Mn19LFwiSXNWaXNpYmxlXCI6dHJ1ZSxcIldpZHRoXCI6MTMxLjkyNzc5NTQxMDE1NjI1LFwiSGVpZ2h0XCI6MTYuMCxcIkJvcmRlclN0eWxlXCI6e1wiJGlkXCI6XCI2OTZcIixcIkxpbmVTdHlsZVwiOntcIiRpZFwiOlwiNjk3XCIsXCJMaW5lQ29sb3JcIjp7XCIkaWRcIjpcIjY5OFwiLFwiQ29sb3JcIjp7XCIkaWRcIjpcIjY5OVwiLFwiQVwiOjI1NSxcIlJcIjoyMzQsXCJHXCI6MjIsXCJCXCI6MzB9fSxcIkxpbmVXZWlnaHRcIjoyLjAsXCJMaW5lVHlwZVwiOjB9LFwiSXNWaXNpYmxlXCI6ZmFsc2V9fSxcIlRpdGxlU3R5bGVcIjp7XCIkaWRcIjpcIjcwMFwiLFwiRm9udFNldHRpbmdzXCI6e1wiJGlkXCI6XCI3MDFcIixcIkZvbnRTaXplXCI6MTEsXCJGb250TmFtZVwiOlwiQm9laHJpbmdlciBGb3J3YXJkIFRleHRcIixcIklzQm9sZFwiOmZhbHNlLFwiSXNJdGFsaWNcIjpmYWxzZSxcIklzVW5kZXJsaW5lZFwiOmZhbHNlfSxcIkZvcmVncm91bmRcIjp7XCIkaWRcIjpcIjcwMlwiLFwiQ29sb3JcIjp7XCIkaWRcIjpcIjcwM1wiLFwiQVwiOjI1NSxcIlJcIjoyNTUsXCJHXCI6MjU1LFwiQlwiOjI1NX19LFwiSG9yaXpvbnRhbEFsaWdubWVudFwiOjEsXCJJc1Zpc2libGVcIjp0cnVlfSxcIkRhdGVTdHlsZVwiOntcIiRpZFwiOlwiNzA0XCIsXCJGb250U2V0dGluZ3NcIjp7XCIkaWRcIjpcIjcwNVwiLFwiRm9udFNpemVcIjoxMCxcIkZvbnROYW1lXCI6XCJDYWxpYnJpXCIsXCJJc0JvbGRcIjpmYWxzZSxcIklzSXRhbGljXCI6ZmFsc2UsXCJJc1VuZGVybGluZWRcIjpmYWxzZX0sXCJGb3JlZ3JvdW5kXCI6e1wiJGlkXCI6XCI3MDZcIixcIkNvbG9yXCI6e1wiJGlkXCI6XCI3MDdcIixcIkFcIjoyNTUsXCJSXCI6NjgsXCJHXCI6ODQsXCJCXCI6MTA2fX0sXCJIb3Jpem9udGFsQWxpZ25tZW50XCI6MCxcIklzVmlzaWJsZVwiOmZhbHNlfSxcIkRhdGVGb3JtYXRcIjp7XCIkaWRcIjpcIjcwOF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3MDlcIixcIkZvcm1hdFwiOjAsXCJJc1Zpc2libGVcIjpmYWxzZSxcIkxhc3RLbm93blZpc2liaWxpdHlTdGF0ZVwiOmZhbHNlfX0sXCJEZWZhdWx0U3dpbWxhbmVNb3RTdHlsZVwiOntcIiRpZFwiOlwiNzEwXCIsXCJTaGFwZVwiOjE0LFwiU2hhcGVTaXplXCI6MCxcIkRldGFpbHNTcGFjaW5nXCI6MC4wLFwiUGFkZGluZ1wiOntcIiRpZFwiOlwiNzExXCIsXCJUb3BcIjo1LjAsXCJMZWZ0XCI6My4wLFwiUmlnaHRcIjowLjAsXCJCb3R0b21cIjoyLjB9LFwiUG9zaXRpb25PblRhc2tcIjoyLFwiU2hhcGVTdHlsZVwiOntcIiRpZFwiOlwiNzEyXCIsXCJNYXJnaW5cIjp7XCIkaWRcIjpcIjcxM1wiLFwiVG9wXCI6MC4wLFwiTGVmdFwiOjAuMCxcIlJpZ2h0XCI6MC4wLFwiQm90dG9tXCI6MC4wfSxcIlBhZGRpbmdcIjp7XCIkaWRcIjpcIjcxNFwiLFwiVG9wXCI6MC4wLFwiTGVmdFwiOjAuMCxcIlJpZ2h0XCI6MC4wLFwiQm90dG9tXCI6MC4wfSxcIkJhY2tncm91bmRcIjp7XCIkaWRcIjpcIjcxNVwiLFwiQ29sb3JcIjp7XCIkaWRcIjpcIjcxNlwiLFwiQVwiOjI1NSxcIlJcIjowLFwiR1wiOjIyOCxcIkJcIjoxMjR9fSxcIklzVmlzaWJsZVwiOnRydWUsXCJXaWR0aFwiOjEyLjAsXCJIZWlnaHRcIjoxNC4wLFwiQm9yZGVyU3R5bGVcIjp7XCIkaWRcIjpcIjcxN1wiLFwiTGluZVN0eWxlXCI6e1wiJGlkXCI6XCI3MThcIixcIkxpbmVDb2xvclwiOntcIiRpZFwiOlwiNzE5XCIsXCJDb2xvclwiOntcIiRpZFwiOlwiNzIwXCIsXCJBXCI6MjU1LFwiUlwiOjIzNCxcIkdcIjoyMixcIkJcIjozMH19LFwiTGluZVdlaWdodFwiOjAuMCxcIkxpbmVUeXBlXCI6MH0sXCJJc1Zpc2libGVcIjpmYWxzZX19LFwiVGl0bGVTdHlsZVwiOntcIiRpZFwiOlwiNzIxXCIsXCJGb250U2V0dGluZ3NcIjp7XCIkaWRcIjpcIjcyMlwiLFwiRm9udFNpemVcIjoxMSxcIkZvbnROYW1lXCI6XCJCb2VocmluZ2VyIEZvcndhcmQgVGV4dFwiLFwiSXNCb2xkXCI6dHJ1ZSxcIklzSXRhbGljXCI6ZmFsc2UsXCJJc1VuZGVybGluZWRcIjpmYWxzZX0sXCJGb3JlZ3JvdW5kXCI6e1wiJGlkXCI6XCI3MjNcIixcIkNvbG9yXCI6e1wiJGlkXCI6XCI3MjRcIixcIkFcIjoyNTUsXCJSXCI6OCxcIkdcIjo0OSxcIkJcIjo0Mn19LFwiSG9yaXpvbnRhbEFsaWdubWVudFwiOjEsXCJJc1Zpc2libGVcIjp0cnVlfSxcIkRhdGVTdHlsZVwiOntcIiRpZFwiOlwiNzI1XCIsXCJGb250U2V0dGluZ3NcIjp7XCIkaWRcIjpcIjcyNlwiLFwiRm9udFNpemVcIjoxMCxcIkZvbnROYW1lXCI6XCJCb2VocmluZ2VyIEZvcndhcmQgVGV4dFwiLFwiSXNCb2xkXCI6ZmFsc2UsXCJJc0l0YWxpY1wiOmZhbHNlLFwiSXNVbmRlcmxpbmVkXCI6ZmFsc2V9LFwiRm9yZWdyb3VuZFwiOntcIiRpZFwiOlwiNzI3XCIsXCJDb2xvclwiOntcIiRpZFwiOlwiNzI4XCIsXCJBXCI6MjU1LFwiUlwiOjI1NSxcIkdcIjoyNTUsXCJCXCI6MjU1fX0sXCJIb3Jpem9udGFsQWxpZ25tZW50XCI6MixcIklzVmlzaWJsZVwiOmZhbHNlfSxcIkRhdGVGb3JtYXRcIjp7XCIkaWRcIjpcIjcyOVwiLFwiRm9ybWF0U3RyaW5nXCI6XCJNTU0gZFwiLFwiU2VwYXJhdG9yXCI6XCIvXCIsXCJVc2VJbnRlcm5hdGlvbmFsRGF0ZUZvcm1hdFwiOmZhbHNlLFwiRGF0ZUlzVmlzaWJsZVwiOnRydWUsXCJUaW1lSXNWaXNpYmxlXCI6ZmFsc2UsXCJIb3VyRGlnaXRzXCI6MSxcIkFtUG1EZXNpZ25hdG9yXCI6MixcIlRyaW0wME1pbnV0ZXNcIjpmYWxzZX0sXCJXZWVrTnVtYmVyaW5nXCI6e1wiJGlkXCI6XCI3MzBcIixcIkZvcm1hdFwiOjAsXCJJc1Zpc2libGVcIjpmYWxzZSxcIkxhc3RLbm93blZpc2liaWxpdHlTdGF0ZVwiOmZhbHNlfX19LHtcIiRpZFwiOlwiNzMxXCIsXCJTdHlsZUlkXCI6XCJlZTI3ZWVlMS1lMzM2LTRlZjUtYmE1Mi00YTQ5YWM4MTliMmZcIixcIk5hbWVcIjpcIlN3aW1sYW5lIFN0eWxlIDZcIixcIkhlYWRlclN0eWxlXCI6e1wiJGlkXCI6XCI3MzJcIixcIlRleHRTdHlsZVwiOntcIiRpZFwiOlwiNzMzXCIsXCJGb250U2V0dGluZ3NcIjp7XCIkaWRcIjpcIjczNFwiLFwiRm9udFNpemVcIjoxMixcIkZvbnROYW1lXCI6XCJCb2VocmluZ2VyIEZvcndhcmQgVGV4dFwiLFwiSXNCb2xkXCI6ZmFsc2UsXCJJc0l0YWxpY1wiOmZhbHNlLFwiSXNVbmRlcmxpbmVkXCI6ZmFsc2V9LFwiRm9yZWdyb3VuZFwiOntcIiRpZFwiOlwiNzM1XCIsXCJDb2xvclwiOntcIiRpZFwiOlwiNzM2XCIsXCJBXCI6MjU1LFwiUlwiOjgsXCJHXCI6NDksXCJCXCI6NDJ9fSxcIkhvcml6b250YWxBbGlnbm1lbnRcIjowLFwiSXNWaXNpYmxlXCI6dHJ1ZX0sXCJSZWN0YW5nbGVTdHlsZVwiOntcIiRpZFwiOlwiNzM3XCIsXCJNYXJnaW5cIjp7XCIkaWRcIjpcIjczOFwiLFwiVG9wXCI6MC4wLFwiTGVmdFwiOjAuMCxcIlJpZ2h0XCI6MC4wLFwiQm90dG9tXCI6MC4wfSxcIlBhZGRpbmdcIjp7XCIkaWRcIjpcIjczOVwiLFwiVG9wXCI6MC4wLFwiTGVmdFwiOjAuMCxcIlJpZ2h0XCI6MC4wLFwiQm90dG9tXCI6MC4wfSxcIkJhY2tncm91bmRcIjp7XCIkaWRcIjpcIjc0MFwiLFwiQ29sb3JcIjp7XCIkaWRcIjpcIjc0MVwiLFwiQVwiOjI1NSxcIlJcIjoyNDUsXCJHXCI6MTM4LFwiQlwiOjEwNH19LFwiSXNWaXNpYmxlXCI6dHJ1ZSxcIldpZHRoXCI6MC4wLFwiSGVpZ2h0XCI6MC4wLFwiQm9yZGVyU3R5bGVcIjp7XCIkaWRcIjpcIjc0MlwiLFwiTGluZVN0eWxlXCI6e1wiJGlkXCI6XCI3NDNcIixcIkxpbmVDb2xvclwiOntcIiRpZFwiOlwiNzQ0XCIsXCJDb2xvclwiOntcIiRpZFwiOlwiNzQ1XCIsXCJBXCI6MjU1LFwiUlwiOjI1NSxcIkdcIjoyNTUsXCJCXCI6MjU1fX0sXCJMaW5lV2VpZ2h0XCI6MC4wLFwiTGluZVR5cGVcIjowfSxcIklzVmlzaWJsZVwiOmZhbHNlfX19LFwiQmFja2dyb3VuZFN0eWxlXCI6e1wiJGlkXCI6XCI3NDZcIixcIk1hcmdpblwiOntcIiRpZFwiOlwiNzQ3XCIsXCJUb3BcIjowLjAsXCJMZWZ0XCI6MC4wLFwiUmlnaHRcIjowLjAsXCJCb3R0b21cIjowLjB9LFwiUGFkZGluZ1wiOntcIiRpZFwiOlwiNzQ4XCIsXCJUb3BcIjowLjAsXCJMZWZ0XCI6MC4wLFwiUmlnaHRcIjowLjAsXCJCb3R0b21cIjowLjB9LFwiQmFja2dyb3VuZFwiOntcIiRpZFwiOlwiNzQ5XCIsXCJDb2xvclwiOntcIiRpZFwiOlwiNzUwXCIsXCJBXCI6NTEsXCJSXCI6MjQ1LFwiR1wiOjEzOCxcIkJcIjoxMDR9fSxcIklzVmlzaWJsZVwiOnRydWUsXCJXaWR0aFwiOjAuMCxcIkhlaWdodFwiOjAuMCxcIkJvcmRlclN0eWxlXCI6e1wiJGlkXCI6XCI3NTFcIixcIkxpbmVTdHlsZVwiOntcIiRpZFwiOlwiNzUyXCIsXCJMaW5lQ29sb3JcIjp7XCIkaWRcIjpcIjc1M1wiLFwiQ29sb3JcIjp7XCIkaWRcIjpcIjc1NFwiLFwiQVwiOjI1NSxcIlJcIjoyMzQsXCJHXCI6MjIsXCJCXCI6MzB9fSxcIkxpbmVXZWlnaHRcIjowLjAsXCJMaW5lVHlwZVwiOjB9LFwiSXNWaXNpYmxlXCI6ZmFsc2V9fSxcIklzQWJvdmVUaW1lYmFuZFwiOmZhbHNlLFwiU3BhY2luZ1wiOjEwLFwiRGVmYXVsdFN3aW1sYW5lQWN0aXZpdHlTdHlsZVwiOntcIiRpZFwiOlwiNzU1XCIsXCJIZWFkZXJTdHlsZVwiOntcIiRpZFwiOlwiNzU2XCIsXCJUZXh0U3R5bGVcIjp7XCIkaWRcIjpcIjc1N1wiLFwiRm9udFNldHRpbmdzXCI6e1wiJGlkXCI6XCI3NThcIixcIkZvbnRTaXplXCI6MTEsXCJGb250TmFtZVwiOlwiQ2FsaWJyaVwiLFwiSXNCb2xkXCI6ZmFsc2UsXCJJc0l0YWxpY1wiOmZhbHNlLFwiSXNVbmRlcmxpbmVkXCI6ZmFsc2V9LFwiRm9yZWdyb3VuZFwiOntcIiRpZFwiOlwiNzU5XCIsXCJDb2xvclwiOntcIiRpZFwiOlwiNzYwXCIsXCJBXCI6MjU1LFwiUlwiOjAsXCJHXCI6MCxcIkJcIjowfX0sXCJIb3Jpem9udGFsQWxpZ25tZW50XCI6MCxcIklzVmlzaWJsZVwiOnRydWV9LFwiUmVjdGFuZ2xlU3R5bGVcIjp7XCIkaWRcIjpcIjc2MVwiLFwiTWFyZ2luXCI6e1wiJGlkXCI6XCI3NjJcIixcIlRvcFwiOjAuMCxcIkxlZnRcIjowLjAsXCJSaWdodFwiOjAuMCxcIkJvdHRvbVwiOjAuMH0sXCJQYWRkaW5nXCI6e1wiJGlkXCI6XCI3NjNcIixcIlRvcFwiOjAuMCxcIkxlZnRcIjowLjAsXCJSaWdodFwiOjAuMCxcIkJvdHRvbVwiOjAuMH0sXCJCYWNrZ3JvdW5kXCI6e1wiJGlkXCI6XCI3NjRcIixcIkNvbG9yXCI6e1wiJGlkXCI6XCI3NjVcIixcIkFcIjo2MyxcIlJcIjoyNDUsXCJHXCI6MTM4LFwiQlwiOjEwNH19LFwiSXNWaXNpYmxlXCI6dHJ1ZSxcIldpZHRoXCI6MC4wLFwiSGVpZ2h0XCI6MC4wLFwiQm9yZGVyU3R5bGVcIjp7XCIkaWRcIjpcIjc2NlwiLFwiTGluZVN0eWxlXCI6e1wiJGlkXCI6XCI3NjdcIixcIkxpbmVDb2xvclwiOntcIiRpZFwiOlwiNzY4XCIsXCJDb2xvclwiOntcIiRpZFwiOlwiNzY5XCIsXCJBXCI6MjU1LFwiUlwiOjI1NSxcIkdcIjowLFwiQlwiOjB9fSxcIkxpbmVXZWlnaHRcIjowLjAsXCJMaW5lVHlwZVwiOjB9LFwiSXNWaXNpYmxlXCI6ZmFsc2V9fX0sXCJCYWNrZ3JvdW5kU3R5bGVcIjp7XCIkaWRcIjpcIjc3MFwiLFwiTWFyZ2luXCI6e1wiJGlkXCI6XCI3NzFcIixcIlRvcFwiOjAuMCxcIkxlZnRcIjowLjAsXCJSaWdodFwiOjAuMCxcIkJvdHRvbVwiOjAuMH0sXCJQYWRkaW5nXCI6e1wiJGlkXCI6XCI3NzJcIixcIlRvcFwiOjAuMCxcIkxlZnRcIjowLjAsXCJSaWdodFwiOjAuMCxcIkJvdHRvbVwiOjAuMH0sXCJCYWNrZ3JvdW5kXCI6e1wiJGlkXCI6XCI3NzNcIixcIkNvbG9yXCI6e1wiJGlkXCI6XCI3NzRcIixcIkFcIjo1MSxcIlJcIjoyNDUsXCJHXCI6MTM4LFwiQlwiOjEwNH19LFwiSXNWaXNpYmxlXCI6dHJ1ZSxcIldpZHRoXCI6MC4wLFwiSGVpZ2h0XCI6MC4wLFwiQm9yZGVyU3R5bGVcIjp7XCIkaWRcIjpcIjc3NVwiLFwiTGluZVN0eWxlXCI6e1wiJGlkXCI6XCI3NzZcIixcIkxpbmVDb2xvclwiOntcIiRpZFwiOlwiNzc3XCIsXCJDb2xvclwiOntcIiRpZFwiOlwiNzc4XCIsXCJBXCI6MjU1LFwiUlwiOjIzNCxcIkdcIjoyMixcIkJcIjozMH19LFwiTGluZVdlaWdodFwiOjAuMCxcIkxpbmVUeXBlXCI6MH0sXCJJc1Zpc2libGVcIjpmYWxzZX19fSxcIkRlZmF1bHRTd2ltbGFuZU1pbGVzdG9uZVN0eWxlXCI6e1wiJGlkXCI6XCI3NzlcIixcIlRpdGxlUG9zaXRpb25cIjoyLFwiRGF0ZVBvc2l0aW9uXCI6MCxcIlNoYXBlVHlwZVwiOjEzLFwiU2hhcGVTaXplXCI6MCxcIlNwYWNpbmdcIjo1LFwiU2hhcGVTdHlsZVwiOntcIiRpZFwiOlwiNzgwXCIsXCJNYXJnaW5cIjp7XCIkaWRcIjpcIjc4MVwiLFwiVG9wXCI6MC4wLFwiTGVmdFwiOjAuMCxcIlJpZ2h0XCI6MC4wLFwiQm90dG9tXCI6MC4wfSxcIlBhZGRpbmdcIjp7XCIkaWRcIjpcIjc4MlwiLFwiVG9wXCI6MC4wLFwiTGVmdFwiOjAuMCxcIlJpZ2h0XCI6MC4wLFwiQm90dG9tXCI6MC4wfSxcIkJhY2tncm91bmRcIjp7XCIkaWRcIjpcIjc4M1wiLFwiQ29sb3JcIjp7XCIkaWRcIjpcIjc4NFwiLFwiQVwiOjI1NSxcIlJcIjoyNDUsXCJHXCI6MTM4LFwiQlwiOjEwNH19LFwiSXNWaXNpYmxlXCI6dHJ1ZSxcIldpZHRoXCI6MTIuMCxcIkhlaWdodFwiOjE0LjAsXCJCb3JkZXJTdHlsZVwiOntcIiRpZFwiOlwiNzg1XCIsXCJMaW5lU3R5bGVcIjp7XCIkaWRcIjpcIjc4NlwiLFwiTGluZUNvbG9yXCI6e1wiJGlkXCI6XCI3ODdcIixcIkNvbG9yXCI6e1wiJGlkXCI6XCI3ODhcIixcIkFcIjoyNTUsXCJSXCI6MjM0LFwiR1wiOjIyLFwiQlwiOjMwfX0sXCJMaW5lV2VpZ2h0XCI6Mi4wLFwiTGluZVR5cGVcIjowfSxcIklzVmlzaWJsZVwiOmZhbHNlfX0sXCJUaXRsZVN0eWxlXCI6e1wiJGlkXCI6XCI3ODlcIixcIkZvbnRTZXR0aW5nc1wiOntcIiRpZFwiOlwiNzkwXCIsXCJGb250U2l6ZVwiOjExLFwiRm9udE5hbWVcIjpcIkJvZWhyaW5nZXIgRm9yd2FyZCBUZXh0XCIsXCJJc0JvbGRcIjp0cnVlLFwiSXNJdGFsaWNcIjpmYWxzZSxcIklzVW5kZXJsaW5lZFwiOmZhbHNlfSxcIkZvcmVncm91bmRcIjp7XCIkaWRcIjpcIjc5MVwiLFwiQ29sb3JcIjp7XCIkaWRcIjpcIjc5MlwiLFwiQVwiOjI1NSxcIlJcIjo4LFwiR1wiOjQ5LFwiQlwiOjQyfX0sXCJIb3Jpem9udGFsQWxpZ25tZW50XCI6MCxcIklzVmlzaWJsZVwiOnRydWV9LFwiRGF0ZVN0eWxlXCI6e1wiJGlkXCI6XCI3OTNcIixcIkZvbnRTZXR0aW5nc1wiOntcIiRpZFwiOlwiNzk0XCIsXCJGb250U2l6ZVwiOjEwLFwiRm9udE5hbWVcIjpcIkJvZWhyaW5nZXIgRm9yd2FyZCBUZXh0XCIsXCJJc0JvbGRcIjpmYWxzZSxcIklzSXRhbGljXCI6ZmFsc2UsXCJJc1VuZGVybGluZWRcIjpmYWxzZX0sXCJGb3JlZ3JvdW5kXCI6e1wiJGlkXCI6XCI3OTVcIixcIkNvbG9yXCI6e1wiJGlkXCI6XCI3OTZcIixcIkFcIjoyNTUsXCJSXCI6MjU1LFwiR1wiOjI1NSxcIkJcIjoyNTV9fSxcIkhvcml6b250YWxBbGlnbm1lbnRcIjoyLFwiSXNWaXNpYmxlXCI6ZmFsc2V9LFwiRGF0ZUZvcm1hdFwiOntcIiRpZFwiOlwiNzk3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c5OFwiLFwiRm9ybWF0XCI6MCxcIklzVmlzaWJsZVwiOmZhbHNlLFwiTGFzdEtub3duVmlzaWJpbGl0eVN0YXRlXCI6ZmFsc2V9fSxcIkRlZmF1bHRTd2ltbGFuZVRhc2tTdHlsZVwiOntcIiRpZFwiOlwiNzk5XCIsXCJTaGFwZVwiOjMsXCJTaGFwZVRoaWNrbmVzc1wiOjEsXCJEdXJhdGlvbkZvcm1hdFwiOjAsXCJQZXJjZW50YWdlQ29tcGxldGVUZXh0U3R5bGVcIjp7XCIkaWRcIjpcIjgwMFwiLFwiRm9udFNldHRpbmdzXCI6e1wiJGlkXCI6XCI4MDFcIixcIkZvbnRTaXplXCI6MTAsXCJGb250TmFtZVwiOlwiQ2FsaWJyaVwiLFwiSXNCb2xkXCI6ZmFsc2UsXCJJc0l0YWxpY1wiOmZhbHNlLFwiSXNVbmRlcmxpbmVkXCI6ZmFsc2V9LFwiRm9yZWdyb3VuZFwiOntcIiRpZFwiOlwiODAyXCIsXCJDb2xvclwiOntcIiRpZFwiOlwiODAzXCIsXCJBXCI6MjU1LFwiUlwiOjE5MixcIkdcIjo4MCxcIkJcIjo3N319LFwiSG9yaXpvbnRhbEFsaWdubWVudFwiOjAsXCJJc1Zpc2libGVcIjpmYWxzZX0sXCJQZXJjZW50YWdlQ29tcGxldGVIaWdobGlnaHRTdHlsZVwiOntcIiRpZFwiOlwiODA0XCIsXCJCYWNrZ3JvdW5kXCI6e1wiJGlkXCI6XCI4MDVcIixcIkNvbG9yXCI6e1wiJGlkXCI6XCI4MDZcIixcIkFcIjo4OSxcIlJcIjowLFwiR1wiOjAsXCJCXCI6MH19fSxcIkR1cmF0aW9uU3R5bGVcIjp7XCIkaWRcIjpcIjgwN1wiLFwiRm9udFNldHRpbmdzXCI6e1wiJGlkXCI6XCI4MDhcIixcIkZvbnRTaXplXCI6MTAsXCJGb250TmFtZVwiOlwiQ2FsaWJyaVwiLFwiSXNCb2xkXCI6ZmFsc2UsXCJJc0l0YWxpY1wiOmZhbHNlLFwiSXNVbmRlcmxpbmVkXCI6ZmFsc2V9LFwiRm9yZWdyb3VuZFwiOntcIiRpZFwiOlwiODA5XCIsXCJDb2xvclwiOntcIiRpZFwiOlwiODEwXCIsXCJBXCI6MjU1LFwiUlwiOjIzNyxcIkdcIjoxMjUsXCJCXCI6NDl9fSxcIkhvcml6b250YWxBbGlnbm1lbnRcIjowLFwiSXNWaXNpYmxlXCI6ZmFsc2V9LFwiTWFyZ2luXCI6e1wiJGlkXCI6XCI4MTFcIixcIlRvcFwiOjAuMCxcIkxlZnRcIjowLjAsXCJSaWdodFwiOjAuMCxcIkJvdHRvbVwiOjAuMH0sXCJTdGFydERhdGVQb3NpdGlvblwiOjAsXCJFbmREYXRlUG9zaXRpb25cIjowLFwiVGl0bGVQb3NpdGlvblwiOjIsXCJEdXJhdGlvblBvc2l0aW9uXCI6MCxcIlBlcmNlbnRhZ2VDb21wbGV0ZWRQb3NpdGlvblwiOjAsXCJTcGFjaW5nXCI6MyxcIlNoYXBlU3R5bGVcIjp7XCIkaWRcIjpcIjgxMlwiLFwiTWFyZ2luXCI6e1wiJGlkXCI6XCI4MTNcIixcIlRvcFwiOjAuMCxcIkxlZnRcIjo0LjAsXCJSaWdodFwiOjQuMCxcIkJvdHRvbVwiOjAuMH0sXCJQYWRkaW5nXCI6e1wiJGlkXCI6XCI4MTRcIixcIlRvcFwiOjAuMCxcIkxlZnRcIjowLjAsXCJSaWdodFwiOjAuMCxcIkJvdHRvbVwiOjAuMH0sXCJCYWNrZ3JvdW5kXCI6e1wiJGlkXCI6XCI4MTVcIixcIkNvbG9yXCI6e1wiJGlkXCI6XCI4MTZcIixcIkFcIjoyNTUsXCJSXCI6OCxcIkdcIjo0OSxcIkJcIjo0Mn19LFwiSXNWaXNpYmxlXCI6dHJ1ZSxcIldpZHRoXCI6MTEzLjAsXCJIZWlnaHRcIjoxNi4wLFwiQm9yZGVyU3R5bGVcIjp7XCIkaWRcIjpcIjgxN1wiLFwiTGluZVN0eWxlXCI6e1wiJGlkXCI6XCI4MThcIixcIkxpbmVDb2xvclwiOntcIiRpZFwiOlwiODE5XCIsXCJDb2xvclwiOntcIiRpZFwiOlwiODIwXCIsXCJBXCI6MjU1LFwiUlwiOjIzNCxcIkdcIjoyMixcIkJcIjozMH19LFwiTGluZVdlaWdodFwiOjIuMCxcIkxpbmVUeXBlXCI6MH0sXCJJc1Zpc2libGVcIjpmYWxzZX19LFwiVGl0bGVTdHlsZVwiOntcIiRpZFwiOlwiODIxXCIsXCJGb250U2V0dGluZ3NcIjp7XCIkaWRcIjpcIjgyMlwiLFwiRm9udFNpemVcIjoxMSxcIkZvbnROYW1lXCI6XCJCb2VocmluZ2VyIEZvcndhcmQgVGV4dFwiLFwiSXNCb2xkXCI6ZmFsc2UsXCJJc0l0YWxpY1wiOmZhbHNlLFwiSXNVbmRlcmxpbmVkXCI6ZmFsc2V9LFwiRm9yZWdyb3VuZFwiOntcIiRpZFwiOlwiODIzXCIsXCJDb2xvclwiOntcIiRpZFwiOlwiODI0XCIsXCJBXCI6MjU1LFwiUlwiOjI1NSxcIkdcIjoyNTUsXCJCXCI6MjU1fX0sXCJIb3Jpem9udGFsQWxpZ25tZW50XCI6MSxcIklzVmlzaWJsZVwiOnRydWV9LFwiRGF0ZVN0eWxlXCI6e1wiJGlkXCI6XCI4MjVcIixcIkZvbnRTZXR0aW5nc1wiOntcIiRpZFwiOlwiODI2XCIsXCJGb250U2l6ZVwiOjEwLFwiRm9udE5hbWVcIjpcIkNhbGlicmlcIixcIklzQm9sZFwiOmZhbHNlLFwiSXNJdGFsaWNcIjpmYWxzZSxcIklzVW5kZXJsaW5lZFwiOmZhbHNlfSxcIkZvcmVncm91bmRcIjp7XCIkaWRcIjpcIjgyN1wiLFwiQ29sb3JcIjp7XCIkaWRcIjpcIjgyOFwiLFwiQVwiOjI1NSxcIlJcIjo2OCxcIkdcIjo4NCxcIkJcIjoxMDZ9fSxcIkhvcml6b250YWxBbGlnbm1lbnRcIjoyLFwiSXNWaXNpYmxlXCI6ZmFsc2V9LFwiRGF0ZUZvcm1hdFwiOntcIiRpZFwiOlwiODI5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gzMFwiLFwiRm9ybWF0XCI6MCxcIklzVmlzaWJsZVwiOmZhbHNlLFwiTGFzdEtub3duVmlzaWJpbGl0eVN0YXRlXCI6ZmFsc2V9fSxcIkRlZmF1bHRTd2ltbGFuZU1vdFN0eWxlXCI6e1wiJGlkXCI6XCI4MzFcIixcIlNoYXBlXCI6MTQsXCJTaGFwZVNpemVcIjowLFwiRGV0YWlsc1NwYWNpbmdcIjowLjAsXCJQYWRkaW5nXCI6e1wiJGlkXCI6XCI4MzJcIixcIlRvcFwiOjUuMCxcIkxlZnRcIjozLjAsXCJSaWdodFwiOjAuMCxcIkJvdHRvbVwiOjIuMH0sXCJQb3NpdGlvbk9uVGFza1wiOjIsXCJTaGFwZVN0eWxlXCI6e1wiJGlkXCI6XCI4MzNcIixcIk1hcmdpblwiOntcIiRpZFwiOlwiODM0XCIsXCJUb3BcIjowLjAsXCJMZWZ0XCI6MC4wLFwiUmlnaHRcIjowLjAsXCJCb3R0b21cIjowLjB9LFwiUGFkZGluZ1wiOntcIiRpZFwiOlwiODM1XCIsXCJUb3BcIjowLjAsXCJMZWZ0XCI6MC4wLFwiUmlnaHRcIjowLjAsXCJCb3R0b21cIjowLjB9LFwiQmFja2dyb3VuZFwiOntcIiRpZFwiOlwiODM2XCIsXCJDb2xvclwiOntcIiRpZFwiOlwiODM3XCIsXCJBXCI6MjU1LFwiUlwiOjAsXCJHXCI6MjI4LFwiQlwiOjEyNH19LFwiSXNWaXNpYmxlXCI6dHJ1ZSxcIldpZHRoXCI6MTIuMCxcIkhlaWdodFwiOjE0LjAsXCJCb3JkZXJTdHlsZVwiOntcIiRpZFwiOlwiODM4XCIsXCJMaW5lU3R5bGVcIjp7XCIkaWRcIjpcIjgzOVwiLFwiTGluZUNvbG9yXCI6e1wiJGlkXCI6XCI4NDBcIixcIkNvbG9yXCI6e1wiJGlkXCI6XCI4NDFcIixcIkFcIjoyNTUsXCJSXCI6MjM0LFwiR1wiOjIyLFwiQlwiOjMwfX0sXCJMaW5lV2VpZ2h0XCI6MC4wLFwiTGluZVR5cGVcIjowfSxcIklzVmlzaWJsZVwiOmZhbHNlfX0sXCJUaXRsZVN0eWxlXCI6e1wiJGlkXCI6XCI4NDJcIixcIkZvbnRTZXR0aW5nc1wiOntcIiRpZFwiOlwiODQzXCIsXCJGb250U2l6ZVwiOjExLFwiRm9udE5hbWVcIjpcIkJvZWhyaW5nZXIgRm9yd2FyZCBUZXh0XCIsXCJJc0JvbGRcIjp0cnVlLFwiSXNJdGFsaWNcIjpmYWxzZSxcIklzVW5kZXJsaW5lZFwiOmZhbHNlfSxcIkZvcmVncm91bmRcIjp7XCIkaWRcIjpcIjg0NFwiLFwiQ29sb3JcIjp7XCIkaWRcIjpcIjg0NVwiLFwiQVwiOjI1NSxcIlJcIjo4LFwiR1wiOjQ5LFwiQlwiOjQyfX0sXCJIb3Jpem9udGFsQWxpZ25tZW50XCI6MSxcIklzVmlzaWJsZVwiOnRydWV9LFwiRGF0ZVN0eWxlXCI6e1wiJGlkXCI6XCI4NDZcIixcIkZvbnRTZXR0aW5nc1wiOntcIiRpZFwiOlwiODQ3XCIsXCJGb250U2l6ZVwiOjEwLFwiRm9udE5hbWVcIjpcIkJvZWhyaW5nZXIgRm9yd2FyZCBUZXh0XCIsXCJJc0JvbGRcIjpmYWxzZSxcIklzSXRhbGljXCI6ZmFsc2UsXCJJc1VuZGVybGluZWRcIjpmYWxzZX0sXCJGb3JlZ3JvdW5kXCI6e1wiJGlkXCI6XCI4NDhcIixcIkNvbG9yXCI6e1wiJGlkXCI6XCI4NDlcIixcIkFcIjoyNTUsXCJSXCI6MjU1LFwiR1wiOjI1NSxcIkJcIjoyNTV9fSxcIkhvcml6b250YWxBbGlnbm1lbnRcIjoyLFwiSXNWaXNpYmxlXCI6ZmFsc2V9LFwiRGF0ZUZvcm1hdFwiOntcIiRpZFwiOlwiODUwXCIsXCJGb3JtYXRTdHJpbmdcIjpcIk1NTSBkXCIsXCJTZXBhcmF0b3JcIjpcIi9cIixcIlVzZUludGVybmF0aW9uYWxEYXRlRm9ybWF0XCI6ZmFsc2UsXCJEYXRlSXNWaXNpYmxlXCI6dHJ1ZSxcIlRpbWVJc1Zpc2libGVcIjpmYWxzZSxcIkhvdXJEaWdpdHNcIjoxLFwiQW1QbURlc2lnbmF0b3JcIjoyLFwiVHJpbTAwTWludXRlc1wiOmZhbHNlfSxcIldlZWtOdW1iZXJpbmdcIjp7XCIkaWRcIjpcIjg1MVwiLFwiRm9ybWF0XCI6MCxcIklzVmlzaWJsZVwiOmZhbHNlLFwiTGFzdEtub3duVmlzaWJpbGl0eVN0YXRlXCI6ZmFsc2V9fX1dLFwiR3JpZGxpbmVQYW5lbFN0eWxlXCI6e1wiJGlkXCI6XCI4NTJcIixcIkdyaWRsaW5lU3R5bGVcIjp7XCIkaWRcIjpcIjg1M1wiLFwiTGluZUNvbG9yXCI6e1wiJGlkXCI6XCI4NTRcIixcIkNvbG9yXCI6e1wiJGlkXCI6XCI4NTVcIixcIkFcIjozOCxcIlJcIjo5MSxcIkdcIjoxNTUsXCJCXCI6MjEzfX0sXCJMaW5lV2VpZ2h0XCI6MS4wLFwiTGluZVR5cGVcIjowfSxcIklzVmlzaWJsZVwiOnRydWV9LFwiQWN0aXZpdHlMaW5lUGFuZWxTdHlsZVwiOntcIiRpZFwiOlwiODU2XCIsXCJBY3Rpdml0eUxpbmVTdHlsZVwiOntcIiRpZFwiOlwiODU3XCIsXCJMaW5lQ29sb3JcIjp7XCIkaWRcIjpcIjg1OFwiLFwiQ29sb3JcIjp7XCIkaWRcIjpcIjg1OVwiLFwiQVwiOjM4LFwiUlwiOjY4LFwiR1wiOjExNCxcIkJcIjoxOTZ9fSxcIkxpbmVXZWlnaHRcIjoxLjAsXCJMaW5lVHlwZVwiOjB9LFwiSXNWaXNpYmxlXCI6dHJ1ZX0sXCJEZWZhdWx0RGVwZW5kZW5jeVN0eWxlXCI6e1wiJGlkXCI6XCI4NjBcIixcIkxpbmVTdHlsZVwiOntcIiRpZFwiOlwiODYxXCIsXCJMaW5lQ29sb3JcIjp7XCIkaWRcIjpcIjg2MlwiLFwiQ29sb3JcIjp7XCIkaWRcIjpcIjg2M1wiLFwiQVwiOjI1NSxcIlJcIjowLFwiR1wiOjAsXCJCXCI6MH19LFwiTGluZVdlaWdodFwiOjEuMCxcIkxpbmVUeXBlXCI6MH0sXCJFbmRBcnJvd2hlYWRMaW5lU3R5bGVcIjp7XCIkaWRcIjpcIjg2NFwiLFwiS2luZFwiOjEsXCJXaWR0aFwiOjEsXCJMZW5ndGhcIjowfSxcIkJyaW5nVG9Gcm9udFwiOnRydWUsXCJSYWRpdXNcIjowLjB9LFwiQ3JpdGljYWxQYXRoU3R5bGVcIjp7XCIkaWRcIjpcIjg2NVwiLFwiQ3JpdGljYWxQYXRoU3R5bGVPcHRpb25zXCI6MTUsXCJMaW5lU3R5bGVcIjp7XCIkaWRcIjpcIjg2NlwiLFwiTGluZUNvbG9yXCI6e1wiJGlkXCI6XCI4NjdcIixcIkNvbG9yXCI6e1wiJGlkXCI6XCI4NjhcIixcIkFcIjoyNTUsXCJSXCI6MjIyLFwiR1wiOjUwLFwiQlwiOjUwfX0sXCJMaW5lV2VpZ2h0XCI6MS4wLFwiTGluZVR5cGVcIjowfSxcIlRpdGxlRm9yZWdyb3VuZFwiOntcIiRpZFwiOlwiODY5XCIsXCJDb2xvclwiOntcIiRpZFwiOlwiODcwXCIsXCJBXCI6MjU1LFwiUlwiOjE3NixcIkdcIjoxOSxcIkJcIjoyNX19LFwiU2hhcGVzQmFja2dyb3VuZFwiOntcIiRpZFwiOlwiODcxXCIsXCJDb2xvclwiOntcIiRpZFwiOlwiODcyXCIsXCJBXCI6MjU1LFwiUlwiOjI1MyxcIkdcIjoyMDMsXCJCXCI6MjA4fX0sXCJTaGFwZXNCb3JkZXJTdHlsZVwiOntcIiRpZFwiOlwiODczXCIsXCJMaW5lQ29sb3JcIjp7XCIkaWRcIjpcIjg3NFwiLFwiQ29sb3JcIjp7XCIkaWRcIjpcIjg3NVwiLFwiQVwiOjI1NSxcIlJcIjoyMjIsXCJHXCI6NTAsXCJCXCI6NTB9fSxcIkxpbmVXZWlnaHRcIjoyLjAsXCJMaW5lVHlwZVwiOjB9fSxcIlBhbmVsc1NwYWNpbmdEZWZpbml0aW9uXCI6e1wiJGlkXCI6XCI4NzZcIixcIlNwYWNpbmdBYm92ZVRpbWViYW5kXCI6NSxcIlNwYWNpbmdCZWxvd1RpbWViYW5kXCI6NSxcIlNwYWNpbmdBYm92ZUJldHdlZW5Td2ltbGFuZXNBbmRUYXNrc1wiOjUsXCJTcGFjaW5nQmVsb3dCZXR3ZWVuU3dpbWxhbmVzQW5kVGFza3NcIjo1fSxcIl9zZWxlY3RlZFRoZW1lUHJlc2V0Q29sb3JzXCI6e1wiJGlkXCI6XCI4NzdcIixcIlRleHRMaWdodFwiOntcIiRpZFwiOlwiODc4XCIsXCJBXCI6MjU1LFwiUlwiOjI1NSxcIkdcIjoyNTUsXCJCXCI6MjU1fSxcIlRleHREYXJrXCI6e1wiJGlkXCI6XCI4NzlcIixcIkFcIjoyNTUsXCJSXCI6MCxcIkdcIjowLFwiQlwiOjB9LFwiQWNjZW50MVwiOntcIiRpZFwiOlwiODgwXCIsXCJBXCI6MjU1LFwiUlwiOjI1NSxcIkdcIjoyNTUsXCJCXCI6MjU1fSxcIkFjY2VudDJcIjp7XCIkaWRcIjpcIjg4MVwiLFwiQVwiOjI1NSxcIlJcIjo4LFwiR1wiOjQ5LFwiQlwiOjQyfSxcIkFjY2VudDNcIjp7XCIkaWRcIjpcIjg4MlwiLFwiQVwiOjI1NSxcIlJcIjo0NCxcIkdcIjoyNTUsXCJCXCI6MTU5fSxcIkFjY2VudDRcIjp7XCIkaWRcIjpcIjg4M1wiLFwiQVwiOjI1NSxcIlJcIjoyNTUsXCJHXCI6MjMwLFwiQlwiOjEwM30sXCJBY2NlbnQ1XCI6e1wiJGlkXCI6XCI4ODRcIixcIkFcIjoyNTUsXCJSXCI6MTYzLFwiR1wiOjIyOSxcIkJcIjoyMzh9LFwiQWNjZW50NlwiOntcIiRpZFwiOlwiODg1XCIsXCJBXCI6MjU1LFwiUlwiOjE5NyxcIkdcIjoxOTUsXCJCXCI6MjM4fSxcIkFjY2VudDdcIjp7XCIkaWRcIjpcIjg4NlwiLFwiQVwiOjI1NSxcIlJcIjoyNDUsXCJHXCI6MTM4LFwiQlwiOjEwNH0sXCJBY2NlbnQ4XCI6e1wiJGlkXCI6XCI4ODdcIixcIkFcIjoyNTUsXCJSXCI6NzgsXCJHXCI6MTY3LFwiQlwiOjQ2fX0sXCJfY3VzdG9tUHJlc2V0Q29sb3JzXCI6e1wiJGlkXCI6XCI4ODhcIn19fSJ9LCJTZXR0aW5ncyI6eyIkaWQiOiIzNDM2IiwiSW1wYU9wdGlvbnMiOnsiJGlkIjoiMzQzNyIsIkxlZnRUb1JpZ2h0IjpmYWxzZSwiUGF5bG9hZE9wdGlvbnMiOjJ9LCJVc2VDb21wcmVzc2lvbiI6ZmFsc2UsIkNvbXByZXNpb25QZXJjZW50YWdlIjo1MC4wLCJJbmFjdGl2ZUludGVydmFsV2lkdGhUaHJlc2hvbGQiOjMwLjAsIkluYWN0aXZlSW50ZXJ2YWxXaWR0aCI6MS4wLCJTcGxpdFRhc2tzIjpmYWxzZSwiVXNlQ2x1c3RlciI6ZmFsc2UsIkVwc2lsb24iOjUuMCwiTWluUG9pbnRzVG9Gb3JtQUNsdXN0ZXIiOjIsIkdlbmVyYXRlSW52aXNpYmxlU2hhcGVzIjpmYWxzZSwiU21hcnRUaW1lbGluZVRhc2tQZXJjZW50YWdlRml0IjpmYWxzZX0sIklzTmV3IjpmYWxzZSwiSW1wb3J0VHlwZSI6MCwiRmlsZVBhdGgiOm51bGwsIlRpbWVDb25maWd1cmF0aW9uIjp7IiRpZCI6IjM0MzgiLCJVc2VUaW1lIjp0cnVlLCJXb3JrRGF5U3RhcnQiOiIwMDowMDowMCIsIldvcmtEYXlFbmQiOiIyMzo1OTowMCJ9LCJMYXN0VXNlZFRlbXBsYXRlSWQiOiJkZjk0Y2RjNi03MmE0LTQxNGEtOTE5Yy0wYmEzZTEyYWY1NjIiLCJMYXN0VXNlZFRoZW1lRGV0YWlscyI6eyIkaWQiOiIzNDM5IiwiSWQiOiJlZDBiZTFmMy01NGQ1LTQ0NTMtOTMzYS0zM2MzMDI1MTU0YmYiLCJUaXRsZSI6IlVudGl0bGVkIHRoZW1lIiwiQ2F0ZWdvcnkiOjJ9LCJGaXJzdFdlZWtPZlllYXIiOjAsIlBsYWNlTWlsZXN0b25lQXRUaGVCZWdpbm5pbmdPZlRoZURheSI6ZmFsc2UsIkRlcGVuZGVuY3lTY2hlZHVsaW5nU2V0dGluZ3MiOnsiJGlkIjoiMzQ0MCIsIkRlcGVuZGVuY2llc1NjaGVkdWxpbmdNb2RlU2V0dGluZyI6IkZsZXhpYmxlIiwiRGVwZW5kZW5jaWVzUHJldmlvdXNTY2hlZHVsaW5nTW9kZSI6IkZsZXhpYmxlIiwiT25CcmVha2luZ0ZsZXhpYmxlU2NoZWR1bGluZ01vZGVTZXR0aW5nIjoiQXNrRXZlcnl0aW1lIiwiT25CcmVha2luZ1N0cmljdFNjaGVkdWxpbmdNb2RlU2V0dGluZyI6IkFza0V2ZXJ5dGltZSJ9LCJEZXBlbmRlbmN5TW9kdWxlRW5hYmxlZCI6ZmFsc2UsIlBsYW5uZWRNb2R1bGVFbmFibGVkIjpmYWxzZSwiT2xkRml4ZWRJbnRlcnZhbHNSZW5kZXJpbmdTdHJhdGVneVVzZWRCZWZvcmUiOmZhbHNlLCJEZXBlbmRlbmNpZXMiOnsiX2RlcGVuZGVuY2llcyI6W119fQ=="/>
</p:tagLst>
</file>

<file path=ppt/tags/tag233.xml><?xml version="1.0" encoding="utf-8"?>
<p:tagLst xmlns:a="http://schemas.openxmlformats.org/drawingml/2006/main" xmlns:r="http://schemas.openxmlformats.org/officeDocument/2006/relationships" xmlns:p="http://schemas.openxmlformats.org/presentationml/2006/main">
  <p:tag name="OTLMARKERSHAPE" val="OTL"/>
</p:tagLst>
</file>

<file path=ppt/tags/tag234.xml><?xml version="1.0" encoding="utf-8"?>
<p:tagLst xmlns:a="http://schemas.openxmlformats.org/drawingml/2006/main" xmlns:r="http://schemas.openxmlformats.org/officeDocument/2006/relationships" xmlns:p="http://schemas.openxmlformats.org/presentationml/2006/main">
  <p:tag name="OTLMARKERSHAPE" val="OTL"/>
</p:tagLst>
</file>

<file path=ppt/tags/tag235.xml><?xml version="1.0" encoding="utf-8"?>
<p:tagLst xmlns:a="http://schemas.openxmlformats.org/drawingml/2006/main" xmlns:r="http://schemas.openxmlformats.org/officeDocument/2006/relationships" xmlns:p="http://schemas.openxmlformats.org/presentationml/2006/main">
  <p:tag name="OTLMARKERSHAPE" val="OTL"/>
</p:tagLst>
</file>

<file path=ppt/tags/tag236.xml><?xml version="1.0" encoding="utf-8"?>
<p:tagLst xmlns:a="http://schemas.openxmlformats.org/drawingml/2006/main" xmlns:r="http://schemas.openxmlformats.org/officeDocument/2006/relationships" xmlns:p="http://schemas.openxmlformats.org/presentationml/2006/main">
  <p:tag name="OTLMARKERSHAPE" val="OTL"/>
</p:tagLst>
</file>

<file path=ppt/tags/tag237.xml><?xml version="1.0" encoding="utf-8"?>
<p:tagLst xmlns:a="http://schemas.openxmlformats.org/drawingml/2006/main" xmlns:r="http://schemas.openxmlformats.org/officeDocument/2006/relationships" xmlns:p="http://schemas.openxmlformats.org/presentationml/2006/main">
  <p:tag name="OTLMARKERSHAPE" val="OTL"/>
</p:tagLst>
</file>

<file path=ppt/tags/tag238.xml><?xml version="1.0" encoding="utf-8"?>
<p:tagLst xmlns:a="http://schemas.openxmlformats.org/drawingml/2006/main" xmlns:r="http://schemas.openxmlformats.org/officeDocument/2006/relationships" xmlns:p="http://schemas.openxmlformats.org/presentationml/2006/main">
  <p:tag name="OTLELAPSEDSTYLE" val="Hide"/>
  <p:tag name="OTLMARKERSHAPE" val="OTL"/>
</p:tagLst>
</file>

<file path=ppt/tags/tag239.xml><?xml version="1.0" encoding="utf-8"?>
<p:tagLst xmlns:a="http://schemas.openxmlformats.org/drawingml/2006/main" xmlns:r="http://schemas.openxmlformats.org/officeDocument/2006/relationships" xmlns:p="http://schemas.openxmlformats.org/presentationml/2006/main">
  <p:tag name="OTLMARKERSHAPE" val="OTL"/>
</p:tagLst>
</file>

<file path=ppt/tags/tag240.xml><?xml version="1.0" encoding="utf-8"?>
<p:tagLst xmlns:a="http://schemas.openxmlformats.org/drawingml/2006/main" xmlns:r="http://schemas.openxmlformats.org/officeDocument/2006/relationships" xmlns:p="http://schemas.openxmlformats.org/presentationml/2006/main">
  <p:tag name="OTLMARKERSHAPE" val="OTL"/>
</p:tagLst>
</file>

<file path=ppt/tags/tag241.xml><?xml version="1.0" encoding="utf-8"?>
<p:tagLst xmlns:a="http://schemas.openxmlformats.org/drawingml/2006/main" xmlns:r="http://schemas.openxmlformats.org/officeDocument/2006/relationships" xmlns:p="http://schemas.openxmlformats.org/presentationml/2006/main">
  <p:tag name="OTLMARKERSHAPE" val="OTL"/>
</p:tagLst>
</file>

<file path=ppt/tags/tag242.xml><?xml version="1.0" encoding="utf-8"?>
<p:tagLst xmlns:a="http://schemas.openxmlformats.org/drawingml/2006/main" xmlns:r="http://schemas.openxmlformats.org/officeDocument/2006/relationships" xmlns:p="http://schemas.openxmlformats.org/presentationml/2006/main">
  <p:tag name="OTLMARKERSHAPE" val="OTL"/>
  <p:tag name="OTLTODAYPOSITION" val="Hide"/>
</p:tagLst>
</file>

<file path=ppt/tags/tag243.xml><?xml version="1.0" encoding="utf-8"?>
<p:tagLst xmlns:a="http://schemas.openxmlformats.org/drawingml/2006/main" xmlns:r="http://schemas.openxmlformats.org/officeDocument/2006/relationships" xmlns:p="http://schemas.openxmlformats.org/presentationml/2006/main">
  <p:tag name="OTLMARKERSHAPE" val="OTL"/>
</p:tagLst>
</file>

<file path=ppt/tags/tag244.xml><?xml version="1.0" encoding="utf-8"?>
<p:tagLst xmlns:a="http://schemas.openxmlformats.org/drawingml/2006/main" xmlns:r="http://schemas.openxmlformats.org/officeDocument/2006/relationships" xmlns:p="http://schemas.openxmlformats.org/presentationml/2006/main">
  <p:tag name="OTLMARKERSHAPE" val="OTL"/>
</p:tagLst>
</file>

<file path=ppt/tags/tag245.xml><?xml version="1.0" encoding="utf-8"?>
<p:tagLst xmlns:a="http://schemas.openxmlformats.org/drawingml/2006/main" xmlns:r="http://schemas.openxmlformats.org/officeDocument/2006/relationships" xmlns:p="http://schemas.openxmlformats.org/presentationml/2006/main">
  <p:tag name="OTLMARKERSHAPE" val="OTL"/>
</p:tagLst>
</file>

<file path=ppt/tags/tag246.xml><?xml version="1.0" encoding="utf-8"?>
<p:tagLst xmlns:a="http://schemas.openxmlformats.org/drawingml/2006/main" xmlns:r="http://schemas.openxmlformats.org/officeDocument/2006/relationships" xmlns:p="http://schemas.openxmlformats.org/presentationml/2006/main">
  <p:tag name="OTLMARKERSHAPE" val="OTL"/>
</p:tagLst>
</file>

<file path=ppt/tags/tag247.xml><?xml version="1.0" encoding="utf-8"?>
<p:tagLst xmlns:a="http://schemas.openxmlformats.org/drawingml/2006/main" xmlns:r="http://schemas.openxmlformats.org/officeDocument/2006/relationships" xmlns:p="http://schemas.openxmlformats.org/presentationml/2006/main">
  <p:tag name="OTLMARKERSHAPE" val="OTL"/>
</p:tagLst>
</file>

<file path=ppt/tags/tag248.xml><?xml version="1.0" encoding="utf-8"?>
<p:tagLst xmlns:a="http://schemas.openxmlformats.org/drawingml/2006/main" xmlns:r="http://schemas.openxmlformats.org/officeDocument/2006/relationships" xmlns:p="http://schemas.openxmlformats.org/presentationml/2006/main">
  <p:tag name="OTLMARKERSHAPE" val="OTL"/>
</p:tagLst>
</file>

<file path=ppt/tags/tag249.xml><?xml version="1.0" encoding="utf-8"?>
<p:tagLst xmlns:a="http://schemas.openxmlformats.org/drawingml/2006/main" xmlns:r="http://schemas.openxmlformats.org/officeDocument/2006/relationships" xmlns:p="http://schemas.openxmlformats.org/presentationml/2006/main">
  <p:tag name="OTLMARKERSHAPE" val="OTL"/>
</p:tagLst>
</file>

<file path=ppt/tags/tag250.xml><?xml version="1.0" encoding="utf-8"?>
<p:tagLst xmlns:a="http://schemas.openxmlformats.org/drawingml/2006/main" xmlns:r="http://schemas.openxmlformats.org/officeDocument/2006/relationships" xmlns:p="http://schemas.openxmlformats.org/presentationml/2006/main">
  <p:tag name="OTLMARKERSHAPE" val="OTL"/>
</p:tagLst>
</file>

<file path=ppt/tags/tag251.xml><?xml version="1.0" encoding="utf-8"?>
<p:tagLst xmlns:a="http://schemas.openxmlformats.org/drawingml/2006/main" xmlns:r="http://schemas.openxmlformats.org/officeDocument/2006/relationships" xmlns:p="http://schemas.openxmlformats.org/presentationml/2006/main">
  <p:tag name="OTLMARKERSHAPE" val="OTL"/>
</p:tagLst>
</file>

<file path=ppt/tags/tag252.xml><?xml version="1.0" encoding="utf-8"?>
<p:tagLst xmlns:a="http://schemas.openxmlformats.org/drawingml/2006/main" xmlns:r="http://schemas.openxmlformats.org/officeDocument/2006/relationships" xmlns:p="http://schemas.openxmlformats.org/presentationml/2006/main">
  <p:tag name="OTLMARKERSHAPE" val="OTL"/>
</p:tagLst>
</file>

<file path=ppt/tags/tag253.xml><?xml version="1.0" encoding="utf-8"?>
<p:tagLst xmlns:a="http://schemas.openxmlformats.org/drawingml/2006/main" xmlns:r="http://schemas.openxmlformats.org/officeDocument/2006/relationships" xmlns:p="http://schemas.openxmlformats.org/presentationml/2006/main">
  <p:tag name="OTLMARKERSHAPE" val="OTL"/>
</p:tagLst>
</file>

<file path=ppt/tags/tag254.xml><?xml version="1.0" encoding="utf-8"?>
<p:tagLst xmlns:a="http://schemas.openxmlformats.org/drawingml/2006/main" xmlns:r="http://schemas.openxmlformats.org/officeDocument/2006/relationships" xmlns:p="http://schemas.openxmlformats.org/presentationml/2006/main">
  <p:tag name="OTLMARKERSHAPE" val="OTL"/>
</p:tagLst>
</file>

<file path=ppt/tags/tag255.xml><?xml version="1.0" encoding="utf-8"?>
<p:tagLst xmlns:a="http://schemas.openxmlformats.org/drawingml/2006/main" xmlns:r="http://schemas.openxmlformats.org/officeDocument/2006/relationships" xmlns:p="http://schemas.openxmlformats.org/presentationml/2006/main">
  <p:tag name="OTLMARKERSHAPE" val="OTL"/>
</p:tagLst>
</file>

<file path=ppt/tags/tag256.xml><?xml version="1.0" encoding="utf-8"?>
<p:tagLst xmlns:a="http://schemas.openxmlformats.org/drawingml/2006/main" xmlns:r="http://schemas.openxmlformats.org/officeDocument/2006/relationships" xmlns:p="http://schemas.openxmlformats.org/presentationml/2006/main">
  <p:tag name="OTLMARKERSHAPE" val="OTL"/>
</p:tagLst>
</file>

<file path=ppt/tags/tag257.xml><?xml version="1.0" encoding="utf-8"?>
<p:tagLst xmlns:a="http://schemas.openxmlformats.org/drawingml/2006/main" xmlns:r="http://schemas.openxmlformats.org/officeDocument/2006/relationships" xmlns:p="http://schemas.openxmlformats.org/presentationml/2006/main">
  <p:tag name="OTLMARKERSHAPE" val="OTL"/>
</p:tagLst>
</file>

<file path=ppt/tags/tag258.xml><?xml version="1.0" encoding="utf-8"?>
<p:tagLst xmlns:a="http://schemas.openxmlformats.org/drawingml/2006/main" xmlns:r="http://schemas.openxmlformats.org/officeDocument/2006/relationships" xmlns:p="http://schemas.openxmlformats.org/presentationml/2006/main">
  <p:tag name="OTLMARKERSHAPE" val="OTL"/>
</p:tagLst>
</file>

<file path=ppt/tags/tag259.xml><?xml version="1.0" encoding="utf-8"?>
<p:tagLst xmlns:a="http://schemas.openxmlformats.org/drawingml/2006/main" xmlns:r="http://schemas.openxmlformats.org/officeDocument/2006/relationships" xmlns:p="http://schemas.openxmlformats.org/presentationml/2006/main">
  <p:tag name="OTLMARKERSHAPE" val="OTL"/>
</p:tagLst>
</file>

<file path=ppt/tags/tag260.xml><?xml version="1.0" encoding="utf-8"?>
<p:tagLst xmlns:a="http://schemas.openxmlformats.org/drawingml/2006/main" xmlns:r="http://schemas.openxmlformats.org/officeDocument/2006/relationships" xmlns:p="http://schemas.openxmlformats.org/presentationml/2006/main">
  <p:tag name="OTLMARKERSHAPE" val="OTL"/>
</p:tagLst>
</file>

<file path=ppt/tags/tag261.xml><?xml version="1.0" encoding="utf-8"?>
<p:tagLst xmlns:a="http://schemas.openxmlformats.org/drawingml/2006/main" xmlns:r="http://schemas.openxmlformats.org/officeDocument/2006/relationships" xmlns:p="http://schemas.openxmlformats.org/presentationml/2006/main">
  <p:tag name="OTLMARKERSHAPE" val="OTL"/>
</p:tagLst>
</file>

<file path=ppt/tags/tag262.xml><?xml version="1.0" encoding="utf-8"?>
<p:tagLst xmlns:a="http://schemas.openxmlformats.org/drawingml/2006/main" xmlns:r="http://schemas.openxmlformats.org/officeDocument/2006/relationships" xmlns:p="http://schemas.openxmlformats.org/presentationml/2006/main">
  <p:tag name="OTLMARKERSHAPE" val="OTL"/>
</p:tagLst>
</file>

<file path=ppt/tags/tag263.xml><?xml version="1.0" encoding="utf-8"?>
<p:tagLst xmlns:a="http://schemas.openxmlformats.org/drawingml/2006/main" xmlns:r="http://schemas.openxmlformats.org/officeDocument/2006/relationships" xmlns:p="http://schemas.openxmlformats.org/presentationml/2006/main">
  <p:tag name="OTLMARKERSHAPE" val="OTL"/>
</p:tagLst>
</file>

<file path=ppt/tags/tag264.xml><?xml version="1.0" encoding="utf-8"?>
<p:tagLst xmlns:a="http://schemas.openxmlformats.org/drawingml/2006/main" xmlns:r="http://schemas.openxmlformats.org/officeDocument/2006/relationships" xmlns:p="http://schemas.openxmlformats.org/presentationml/2006/main">
  <p:tag name="OTLMARKERSHAPE" val="OTL"/>
</p:tagLst>
</file>

<file path=ppt/tags/tag265.xml><?xml version="1.0" encoding="utf-8"?>
<p:tagLst xmlns:a="http://schemas.openxmlformats.org/drawingml/2006/main" xmlns:r="http://schemas.openxmlformats.org/officeDocument/2006/relationships" xmlns:p="http://schemas.openxmlformats.org/presentationml/2006/main">
  <p:tag name="OTLMARKERSHAPE" val="OTL"/>
</p:tagLst>
</file>

<file path=ppt/tags/tag266.xml><?xml version="1.0" encoding="utf-8"?>
<p:tagLst xmlns:a="http://schemas.openxmlformats.org/drawingml/2006/main" xmlns:r="http://schemas.openxmlformats.org/officeDocument/2006/relationships" xmlns:p="http://schemas.openxmlformats.org/presentationml/2006/main">
  <p:tag name="OTLMARKERSHAPE" val="OTL"/>
</p:tagLst>
</file>

<file path=ppt/tags/tag267.xml><?xml version="1.0" encoding="utf-8"?>
<p:tagLst xmlns:a="http://schemas.openxmlformats.org/drawingml/2006/main" xmlns:r="http://schemas.openxmlformats.org/officeDocument/2006/relationships" xmlns:p="http://schemas.openxmlformats.org/presentationml/2006/main">
  <p:tag name="OTLMARKERSHAPE" val="OTL"/>
</p:tagLst>
</file>

<file path=ppt/tags/tag268.xml><?xml version="1.0" encoding="utf-8"?>
<p:tagLst xmlns:a="http://schemas.openxmlformats.org/drawingml/2006/main" xmlns:r="http://schemas.openxmlformats.org/officeDocument/2006/relationships" xmlns:p="http://schemas.openxmlformats.org/presentationml/2006/main">
  <p:tag name="OTLMARKERSHAPE" val="OTL"/>
</p:tagLst>
</file>

<file path=ppt/tags/tag269.xml><?xml version="1.0" encoding="utf-8"?>
<p:tagLst xmlns:a="http://schemas.openxmlformats.org/drawingml/2006/main" xmlns:r="http://schemas.openxmlformats.org/officeDocument/2006/relationships" xmlns:p="http://schemas.openxmlformats.org/presentationml/2006/main">
  <p:tag name="OTLMARKERSHAPE" val="OTL"/>
</p:tagLst>
</file>

<file path=ppt/tags/tag270.xml><?xml version="1.0" encoding="utf-8"?>
<p:tagLst xmlns:a="http://schemas.openxmlformats.org/drawingml/2006/main" xmlns:r="http://schemas.openxmlformats.org/officeDocument/2006/relationships" xmlns:p="http://schemas.openxmlformats.org/presentationml/2006/main">
  <p:tag name="OTLMARKERSHAPE" val="OTL"/>
</p:tagLst>
</file>

<file path=ppt/tags/tag271.xml><?xml version="1.0" encoding="utf-8"?>
<p:tagLst xmlns:a="http://schemas.openxmlformats.org/drawingml/2006/main" xmlns:r="http://schemas.openxmlformats.org/officeDocument/2006/relationships" xmlns:p="http://schemas.openxmlformats.org/presentationml/2006/main">
  <p:tag name="OTLMARKERSHAPE" val="OTL"/>
</p:tagLst>
</file>

<file path=ppt/tags/tag272.xml><?xml version="1.0" encoding="utf-8"?>
<p:tagLst xmlns:a="http://schemas.openxmlformats.org/drawingml/2006/main" xmlns:r="http://schemas.openxmlformats.org/officeDocument/2006/relationships" xmlns:p="http://schemas.openxmlformats.org/presentationml/2006/main">
  <p:tag name="OTLMARKERSHAPE" val="OTL"/>
</p:tagLst>
</file>

<file path=ppt/tags/tag273.xml><?xml version="1.0" encoding="utf-8"?>
<p:tagLst xmlns:a="http://schemas.openxmlformats.org/drawingml/2006/main" xmlns:r="http://schemas.openxmlformats.org/officeDocument/2006/relationships" xmlns:p="http://schemas.openxmlformats.org/presentationml/2006/main">
  <p:tag name="OTLMARKERSHAPE" val="OTL"/>
</p:tagLst>
</file>

<file path=ppt/tags/tag274.xml><?xml version="1.0" encoding="utf-8"?>
<p:tagLst xmlns:a="http://schemas.openxmlformats.org/drawingml/2006/main" xmlns:r="http://schemas.openxmlformats.org/officeDocument/2006/relationships" xmlns:p="http://schemas.openxmlformats.org/presentationml/2006/main">
  <p:tag name="OTLMARKERSHAPE" val="OTL"/>
</p:tagLst>
</file>

<file path=ppt/tags/tag275.xml><?xml version="1.0" encoding="utf-8"?>
<p:tagLst xmlns:a="http://schemas.openxmlformats.org/drawingml/2006/main" xmlns:r="http://schemas.openxmlformats.org/officeDocument/2006/relationships" xmlns:p="http://schemas.openxmlformats.org/presentationml/2006/main">
  <p:tag name="OTLMARKERSHAPE" val="OTL"/>
</p:tagLst>
</file>

<file path=ppt/tags/tag276.xml><?xml version="1.0" encoding="utf-8"?>
<p:tagLst xmlns:a="http://schemas.openxmlformats.org/drawingml/2006/main" xmlns:r="http://schemas.openxmlformats.org/officeDocument/2006/relationships" xmlns:p="http://schemas.openxmlformats.org/presentationml/2006/main">
  <p:tag name="OTLMARKERSHAPE" val="OTL"/>
</p:tagLst>
</file>

<file path=ppt/tags/tag277.xml><?xml version="1.0" encoding="utf-8"?>
<p:tagLst xmlns:a="http://schemas.openxmlformats.org/drawingml/2006/main" xmlns:r="http://schemas.openxmlformats.org/officeDocument/2006/relationships" xmlns:p="http://schemas.openxmlformats.org/presentationml/2006/main">
  <p:tag name="OTLMARKERSHAPE" val="OTL"/>
</p:tagLst>
</file>

<file path=ppt/tags/tag278.xml><?xml version="1.0" encoding="utf-8"?>
<p:tagLst xmlns:a="http://schemas.openxmlformats.org/drawingml/2006/main" xmlns:r="http://schemas.openxmlformats.org/officeDocument/2006/relationships" xmlns:p="http://schemas.openxmlformats.org/presentationml/2006/main">
  <p:tag name="OTLMARKERSHAPE" val="OTL"/>
</p:tagLst>
</file>

<file path=ppt/tags/tag279.xml><?xml version="1.0" encoding="utf-8"?>
<p:tagLst xmlns:a="http://schemas.openxmlformats.org/drawingml/2006/main" xmlns:r="http://schemas.openxmlformats.org/officeDocument/2006/relationships" xmlns:p="http://schemas.openxmlformats.org/presentationml/2006/main">
  <p:tag name="OTLMARKERSHAPE" val="OTL"/>
</p:tagLst>
</file>

<file path=ppt/tags/tag280.xml><?xml version="1.0" encoding="utf-8"?>
<p:tagLst xmlns:a="http://schemas.openxmlformats.org/drawingml/2006/main" xmlns:r="http://schemas.openxmlformats.org/officeDocument/2006/relationships" xmlns:p="http://schemas.openxmlformats.org/presentationml/2006/main">
  <p:tag name="OTLMARKERSHAPE" val="OTL"/>
</p:tagLst>
</file>

<file path=ppt/tags/tag281.xml><?xml version="1.0" encoding="utf-8"?>
<p:tagLst xmlns:a="http://schemas.openxmlformats.org/drawingml/2006/main" xmlns:r="http://schemas.openxmlformats.org/officeDocument/2006/relationships" xmlns:p="http://schemas.openxmlformats.org/presentationml/2006/main">
  <p:tag name="OTLMARKERSHAPE" val="OTL"/>
</p:tagLst>
</file>

<file path=ppt/tags/tag282.xml><?xml version="1.0" encoding="utf-8"?>
<p:tagLst xmlns:a="http://schemas.openxmlformats.org/drawingml/2006/main" xmlns:r="http://schemas.openxmlformats.org/officeDocument/2006/relationships" xmlns:p="http://schemas.openxmlformats.org/presentationml/2006/main">
  <p:tag name="OTLMARKERSHAPE" val="OTL"/>
</p:tagLst>
</file>

<file path=ppt/tags/tag283.xml><?xml version="1.0" encoding="utf-8"?>
<p:tagLst xmlns:a="http://schemas.openxmlformats.org/drawingml/2006/main" xmlns:r="http://schemas.openxmlformats.org/officeDocument/2006/relationships" xmlns:p="http://schemas.openxmlformats.org/presentationml/2006/main">
  <p:tag name="OTLMARKERSHAPE" val="OTL"/>
</p:tagLst>
</file>

<file path=ppt/tags/tag284.xml><?xml version="1.0" encoding="utf-8"?>
<p:tagLst xmlns:a="http://schemas.openxmlformats.org/drawingml/2006/main" xmlns:r="http://schemas.openxmlformats.org/officeDocument/2006/relationships" xmlns:p="http://schemas.openxmlformats.org/presentationml/2006/main">
  <p:tag name="OTLMARKERSHAPE" val="OTL"/>
</p:tagLst>
</file>

<file path=ppt/tags/tag285.xml><?xml version="1.0" encoding="utf-8"?>
<p:tagLst xmlns:a="http://schemas.openxmlformats.org/drawingml/2006/main" xmlns:r="http://schemas.openxmlformats.org/officeDocument/2006/relationships" xmlns:p="http://schemas.openxmlformats.org/presentationml/2006/main">
  <p:tag name="OTLMARKERSHAPE" val="OTL"/>
</p:tagLst>
</file>

<file path=ppt/tags/tag286.xml><?xml version="1.0" encoding="utf-8"?>
<p:tagLst xmlns:a="http://schemas.openxmlformats.org/drawingml/2006/main" xmlns:r="http://schemas.openxmlformats.org/officeDocument/2006/relationships" xmlns:p="http://schemas.openxmlformats.org/presentationml/2006/main">
  <p:tag name="OTLMARKERSHAPE" val="OTL"/>
</p:tagLst>
</file>

<file path=ppt/tags/tag287.xml><?xml version="1.0" encoding="utf-8"?>
<p:tagLst xmlns:a="http://schemas.openxmlformats.org/drawingml/2006/main" xmlns:r="http://schemas.openxmlformats.org/officeDocument/2006/relationships" xmlns:p="http://schemas.openxmlformats.org/presentationml/2006/main">
  <p:tag name="OTLMARKERSHAPE" val="OTL"/>
</p:tagLst>
</file>

<file path=ppt/tags/tag288.xml><?xml version="1.0" encoding="utf-8"?>
<p:tagLst xmlns:a="http://schemas.openxmlformats.org/drawingml/2006/main" xmlns:r="http://schemas.openxmlformats.org/officeDocument/2006/relationships" xmlns:p="http://schemas.openxmlformats.org/presentationml/2006/main">
  <p:tag name="OTLMARKERSHAPE" val="OTL"/>
</p:tagLst>
</file>

<file path=ppt/tags/tag289.xml><?xml version="1.0" encoding="utf-8"?>
<p:tagLst xmlns:a="http://schemas.openxmlformats.org/drawingml/2006/main" xmlns:r="http://schemas.openxmlformats.org/officeDocument/2006/relationships" xmlns:p="http://schemas.openxmlformats.org/presentationml/2006/main">
  <p:tag name="OTLMARKERSHAPE" val="OTL"/>
</p:tagLst>
</file>

<file path=ppt/tags/tag290.xml><?xml version="1.0" encoding="utf-8"?>
<p:tagLst xmlns:a="http://schemas.openxmlformats.org/drawingml/2006/main" xmlns:r="http://schemas.openxmlformats.org/officeDocument/2006/relationships" xmlns:p="http://schemas.openxmlformats.org/presentationml/2006/main">
  <p:tag name="OTLMARKERSHAPE" val="OTL"/>
</p:tagLst>
</file>

<file path=ppt/tags/tag291.xml><?xml version="1.0" encoding="utf-8"?>
<p:tagLst xmlns:a="http://schemas.openxmlformats.org/drawingml/2006/main" xmlns:r="http://schemas.openxmlformats.org/officeDocument/2006/relationships" xmlns:p="http://schemas.openxmlformats.org/presentationml/2006/main">
  <p:tag name="OTLMARKERSHAPE" val="OTL"/>
</p:tagLst>
</file>

<file path=ppt/tags/tag292.xml><?xml version="1.0" encoding="utf-8"?>
<p:tagLst xmlns:a="http://schemas.openxmlformats.org/drawingml/2006/main" xmlns:r="http://schemas.openxmlformats.org/officeDocument/2006/relationships" xmlns:p="http://schemas.openxmlformats.org/presentationml/2006/main">
  <p:tag name="OTLMARKERSHAPE" val="OTL"/>
</p:tagLst>
</file>

<file path=ppt/tags/tag293.xml><?xml version="1.0" encoding="utf-8"?>
<p:tagLst xmlns:a="http://schemas.openxmlformats.org/drawingml/2006/main" xmlns:r="http://schemas.openxmlformats.org/officeDocument/2006/relationships" xmlns:p="http://schemas.openxmlformats.org/presentationml/2006/main">
  <p:tag name="OTLMARKERSHAPE" val="OTL"/>
</p:tagLst>
</file>

<file path=ppt/tags/tag294.xml><?xml version="1.0" encoding="utf-8"?>
<p:tagLst xmlns:a="http://schemas.openxmlformats.org/drawingml/2006/main" xmlns:r="http://schemas.openxmlformats.org/officeDocument/2006/relationships" xmlns:p="http://schemas.openxmlformats.org/presentationml/2006/main">
  <p:tag name="OTLMARKERSHAPE" val="OTL"/>
</p:tagLst>
</file>

<file path=ppt/tags/tag295.xml><?xml version="1.0" encoding="utf-8"?>
<p:tagLst xmlns:a="http://schemas.openxmlformats.org/drawingml/2006/main" xmlns:r="http://schemas.openxmlformats.org/officeDocument/2006/relationships" xmlns:p="http://schemas.openxmlformats.org/presentationml/2006/main">
  <p:tag name="OTLMARKERSHAPE" val="OTL"/>
</p:tagLst>
</file>

<file path=ppt/tags/tag296.xml><?xml version="1.0" encoding="utf-8"?>
<p:tagLst xmlns:a="http://schemas.openxmlformats.org/drawingml/2006/main" xmlns:r="http://schemas.openxmlformats.org/officeDocument/2006/relationships" xmlns:p="http://schemas.openxmlformats.org/presentationml/2006/main">
  <p:tag name="OTLMARKERSHAPE" val="OTL"/>
</p:tagLst>
</file>

<file path=ppt/tags/tag297.xml><?xml version="1.0" encoding="utf-8"?>
<p:tagLst xmlns:a="http://schemas.openxmlformats.org/drawingml/2006/main" xmlns:r="http://schemas.openxmlformats.org/officeDocument/2006/relationships" xmlns:p="http://schemas.openxmlformats.org/presentationml/2006/main">
  <p:tag name="OTLMARKERSHAPE" val="OTL"/>
</p:tagLst>
</file>

<file path=ppt/tags/tag298.xml><?xml version="1.0" encoding="utf-8"?>
<p:tagLst xmlns:a="http://schemas.openxmlformats.org/drawingml/2006/main" xmlns:r="http://schemas.openxmlformats.org/officeDocument/2006/relationships" xmlns:p="http://schemas.openxmlformats.org/presentationml/2006/main">
  <p:tag name="OTLMARKERSHAPE" val="OTL"/>
</p:tagLst>
</file>

<file path=ppt/tags/tag299.xml><?xml version="1.0" encoding="utf-8"?>
<p:tagLst xmlns:a="http://schemas.openxmlformats.org/drawingml/2006/main" xmlns:r="http://schemas.openxmlformats.org/officeDocument/2006/relationships" xmlns:p="http://schemas.openxmlformats.org/presentationml/2006/main">
  <p:tag name="OTLMARKERSHAPE" val="OTL"/>
</p:tagLst>
</file>

<file path=ppt/tags/tag300.xml><?xml version="1.0" encoding="utf-8"?>
<p:tagLst xmlns:a="http://schemas.openxmlformats.org/drawingml/2006/main" xmlns:r="http://schemas.openxmlformats.org/officeDocument/2006/relationships" xmlns:p="http://schemas.openxmlformats.org/presentationml/2006/main">
  <p:tag name="OTLMARKERSHAPE" val="OTL"/>
</p:tagLst>
</file>

<file path=ppt/tags/tag301.xml><?xml version="1.0" encoding="utf-8"?>
<p:tagLst xmlns:a="http://schemas.openxmlformats.org/drawingml/2006/main" xmlns:r="http://schemas.openxmlformats.org/officeDocument/2006/relationships" xmlns:p="http://schemas.openxmlformats.org/presentationml/2006/main">
  <p:tag name="OTLMARKERSHAPE" val="OTL"/>
</p:tagLst>
</file>

<file path=ppt/tags/tag302.xml><?xml version="1.0" encoding="utf-8"?>
<p:tagLst xmlns:a="http://schemas.openxmlformats.org/drawingml/2006/main" xmlns:r="http://schemas.openxmlformats.org/officeDocument/2006/relationships" xmlns:p="http://schemas.openxmlformats.org/presentationml/2006/main">
  <p:tag name="OTLMARKERSHAPE" val="OTL"/>
</p:tagLst>
</file>

<file path=ppt/tags/tag303.xml><?xml version="1.0" encoding="utf-8"?>
<p:tagLst xmlns:a="http://schemas.openxmlformats.org/drawingml/2006/main" xmlns:r="http://schemas.openxmlformats.org/officeDocument/2006/relationships" xmlns:p="http://schemas.openxmlformats.org/presentationml/2006/main">
  <p:tag name="OTLMARKERSHAPE" val="OTL"/>
</p:tagLst>
</file>

<file path=ppt/tags/tag304.xml><?xml version="1.0" encoding="utf-8"?>
<p:tagLst xmlns:a="http://schemas.openxmlformats.org/drawingml/2006/main" xmlns:r="http://schemas.openxmlformats.org/officeDocument/2006/relationships" xmlns:p="http://schemas.openxmlformats.org/presentationml/2006/main">
  <p:tag name="OTLMARKERSHAPE" val="OTL"/>
</p:tagLst>
</file>

<file path=ppt/tags/tag305.xml><?xml version="1.0" encoding="utf-8"?>
<p:tagLst xmlns:a="http://schemas.openxmlformats.org/drawingml/2006/main" xmlns:r="http://schemas.openxmlformats.org/officeDocument/2006/relationships" xmlns:p="http://schemas.openxmlformats.org/presentationml/2006/main">
  <p:tag name="OTLMARKERSHAPE" val="OTL"/>
</p:tagLst>
</file>

<file path=ppt/tags/tag306.xml><?xml version="1.0" encoding="utf-8"?>
<p:tagLst xmlns:a="http://schemas.openxmlformats.org/drawingml/2006/main" xmlns:r="http://schemas.openxmlformats.org/officeDocument/2006/relationships" xmlns:p="http://schemas.openxmlformats.org/presentationml/2006/main">
  <p:tag name="OTLMARKERSHAPE" val="OTL"/>
</p:tagLst>
</file>

<file path=ppt/tags/tag307.xml><?xml version="1.0" encoding="utf-8"?>
<p:tagLst xmlns:a="http://schemas.openxmlformats.org/drawingml/2006/main" xmlns:r="http://schemas.openxmlformats.org/officeDocument/2006/relationships" xmlns:p="http://schemas.openxmlformats.org/presentationml/2006/main">
  <p:tag name="OTLMARKERSHAPE" val="OTL"/>
</p:tagLst>
</file>

<file path=ppt/tags/tag308.xml><?xml version="1.0" encoding="utf-8"?>
<p:tagLst xmlns:a="http://schemas.openxmlformats.org/drawingml/2006/main" xmlns:r="http://schemas.openxmlformats.org/officeDocument/2006/relationships" xmlns:p="http://schemas.openxmlformats.org/presentationml/2006/main">
  <p:tag name="OTLMARKERSHAPE" val="OTL"/>
</p:tagLst>
</file>

<file path=ppt/tags/tag309.xml><?xml version="1.0" encoding="utf-8"?>
<p:tagLst xmlns:a="http://schemas.openxmlformats.org/drawingml/2006/main" xmlns:r="http://schemas.openxmlformats.org/officeDocument/2006/relationships" xmlns:p="http://schemas.openxmlformats.org/presentationml/2006/main">
  <p:tag name="OTLMARKERSHAPE" val="OTL"/>
</p:tagLst>
</file>

<file path=ppt/tags/tag310.xml><?xml version="1.0" encoding="utf-8"?>
<p:tagLst xmlns:a="http://schemas.openxmlformats.org/drawingml/2006/main" xmlns:r="http://schemas.openxmlformats.org/officeDocument/2006/relationships" xmlns:p="http://schemas.openxmlformats.org/presentationml/2006/main">
  <p:tag name="OTLMARKERSHAPE" val="OTL"/>
</p:tagLst>
</file>

<file path=ppt/tags/tag311.xml><?xml version="1.0" encoding="utf-8"?>
<p:tagLst xmlns:a="http://schemas.openxmlformats.org/drawingml/2006/main" xmlns:r="http://schemas.openxmlformats.org/officeDocument/2006/relationships" xmlns:p="http://schemas.openxmlformats.org/presentationml/2006/main">
  <p:tag name="OTLMARKERSHAPE" val="OTL"/>
</p:tagLst>
</file>

<file path=ppt/tags/tag312.xml><?xml version="1.0" encoding="utf-8"?>
<p:tagLst xmlns:a="http://schemas.openxmlformats.org/drawingml/2006/main" xmlns:r="http://schemas.openxmlformats.org/officeDocument/2006/relationships" xmlns:p="http://schemas.openxmlformats.org/presentationml/2006/main">
  <p:tag name="OTLMARKERSHAPE" val="OTL"/>
</p:tagLst>
</file>

<file path=ppt/tags/tag313.xml><?xml version="1.0" encoding="utf-8"?>
<p:tagLst xmlns:a="http://schemas.openxmlformats.org/drawingml/2006/main" xmlns:r="http://schemas.openxmlformats.org/officeDocument/2006/relationships" xmlns:p="http://schemas.openxmlformats.org/presentationml/2006/main">
  <p:tag name="OTLMARKERSHAPE" val="OTL"/>
</p:tagLst>
</file>

<file path=ppt/tags/tag314.xml><?xml version="1.0" encoding="utf-8"?>
<p:tagLst xmlns:a="http://schemas.openxmlformats.org/drawingml/2006/main" xmlns:r="http://schemas.openxmlformats.org/officeDocument/2006/relationships" xmlns:p="http://schemas.openxmlformats.org/presentationml/2006/main">
  <p:tag name="OTLMARKERSHAPE" val="OTL"/>
</p:tagLst>
</file>

<file path=ppt/tags/tag315.xml><?xml version="1.0" encoding="utf-8"?>
<p:tagLst xmlns:a="http://schemas.openxmlformats.org/drawingml/2006/main" xmlns:r="http://schemas.openxmlformats.org/officeDocument/2006/relationships" xmlns:p="http://schemas.openxmlformats.org/presentationml/2006/main">
  <p:tag name="OTLMARKERSHAPE" val="OTL"/>
</p:tagLst>
</file>

<file path=ppt/tags/tag316.xml><?xml version="1.0" encoding="utf-8"?>
<p:tagLst xmlns:a="http://schemas.openxmlformats.org/drawingml/2006/main" xmlns:r="http://schemas.openxmlformats.org/officeDocument/2006/relationships" xmlns:p="http://schemas.openxmlformats.org/presentationml/2006/main">
  <p:tag name="OTLMARKERSHAPE" val="OTL"/>
</p:tagLst>
</file>

<file path=ppt/tags/tag317.xml><?xml version="1.0" encoding="utf-8"?>
<p:tagLst xmlns:a="http://schemas.openxmlformats.org/drawingml/2006/main" xmlns:r="http://schemas.openxmlformats.org/officeDocument/2006/relationships" xmlns:p="http://schemas.openxmlformats.org/presentationml/2006/main">
  <p:tag name="OTLMARKERSHAPE" val="OTL"/>
</p:tagLst>
</file>

<file path=ppt/tags/tag318.xml><?xml version="1.0" encoding="utf-8"?>
<p:tagLst xmlns:a="http://schemas.openxmlformats.org/drawingml/2006/main" xmlns:r="http://schemas.openxmlformats.org/officeDocument/2006/relationships" xmlns:p="http://schemas.openxmlformats.org/presentationml/2006/main">
  <p:tag name="OTLMARKERSHAPE" val="OTL"/>
</p:tagLst>
</file>

<file path=ppt/tags/tag319.xml><?xml version="1.0" encoding="utf-8"?>
<p:tagLst xmlns:a="http://schemas.openxmlformats.org/drawingml/2006/main" xmlns:r="http://schemas.openxmlformats.org/officeDocument/2006/relationships" xmlns:p="http://schemas.openxmlformats.org/presentationml/2006/main">
  <p:tag name="OTLMARKERSHAPE" val="OTL"/>
</p:tagLst>
</file>

<file path=ppt/tags/tag320.xml><?xml version="1.0" encoding="utf-8"?>
<p:tagLst xmlns:a="http://schemas.openxmlformats.org/drawingml/2006/main" xmlns:r="http://schemas.openxmlformats.org/officeDocument/2006/relationships" xmlns:p="http://schemas.openxmlformats.org/presentationml/2006/main">
  <p:tag name="OTLMARKERSHAPE" val="OTL"/>
</p:tagLst>
</file>

<file path=ppt/tags/tag321.xml><?xml version="1.0" encoding="utf-8"?>
<p:tagLst xmlns:a="http://schemas.openxmlformats.org/drawingml/2006/main" xmlns:r="http://schemas.openxmlformats.org/officeDocument/2006/relationships" xmlns:p="http://schemas.openxmlformats.org/presentationml/2006/main">
  <p:tag name="OTLMARKERSHAPE" val="OTL"/>
</p:tagLst>
</file>

<file path=ppt/tags/tag322.xml><?xml version="1.0" encoding="utf-8"?>
<p:tagLst xmlns:a="http://schemas.openxmlformats.org/drawingml/2006/main" xmlns:r="http://schemas.openxmlformats.org/officeDocument/2006/relationships" xmlns:p="http://schemas.openxmlformats.org/presentationml/2006/main">
  <p:tag name="OTLMARKERSHAPE" val="OTL"/>
</p:tagLst>
</file>

<file path=ppt/tags/tag323.xml><?xml version="1.0" encoding="utf-8"?>
<p:tagLst xmlns:a="http://schemas.openxmlformats.org/drawingml/2006/main" xmlns:r="http://schemas.openxmlformats.org/officeDocument/2006/relationships" xmlns:p="http://schemas.openxmlformats.org/presentationml/2006/main">
  <p:tag name="OTLMARKERSHAPE" val="OTL"/>
</p:tagLst>
</file>

<file path=ppt/tags/tag324.xml><?xml version="1.0" encoding="utf-8"?>
<p:tagLst xmlns:a="http://schemas.openxmlformats.org/drawingml/2006/main" xmlns:r="http://schemas.openxmlformats.org/officeDocument/2006/relationships" xmlns:p="http://schemas.openxmlformats.org/presentationml/2006/main">
  <p:tag name="OTLMARKERSHAPE" val="OTL"/>
</p:tagLst>
</file>

<file path=ppt/tags/tag325.xml><?xml version="1.0" encoding="utf-8"?>
<p:tagLst xmlns:a="http://schemas.openxmlformats.org/drawingml/2006/main" xmlns:r="http://schemas.openxmlformats.org/officeDocument/2006/relationships" xmlns:p="http://schemas.openxmlformats.org/presentationml/2006/main">
  <p:tag name="OTLMARKERSHAPE" val="OTL"/>
</p:tagLst>
</file>

<file path=ppt/tags/tag326.xml><?xml version="1.0" encoding="utf-8"?>
<p:tagLst xmlns:a="http://schemas.openxmlformats.org/drawingml/2006/main" xmlns:r="http://schemas.openxmlformats.org/officeDocument/2006/relationships" xmlns:p="http://schemas.openxmlformats.org/presentationml/2006/main">
  <p:tag name="OTLMARKERSHAPE" val="OTL"/>
</p:tagLst>
</file>

<file path=ppt/tags/tag327.xml><?xml version="1.0" encoding="utf-8"?>
<p:tagLst xmlns:a="http://schemas.openxmlformats.org/drawingml/2006/main" xmlns:r="http://schemas.openxmlformats.org/officeDocument/2006/relationships" xmlns:p="http://schemas.openxmlformats.org/presentationml/2006/main">
  <p:tag name="OTLMARKERSHAPE" val="OTL"/>
</p:tagLst>
</file>

<file path=ppt/tags/tag328.xml><?xml version="1.0" encoding="utf-8"?>
<p:tagLst xmlns:a="http://schemas.openxmlformats.org/drawingml/2006/main" xmlns:r="http://schemas.openxmlformats.org/officeDocument/2006/relationships" xmlns:p="http://schemas.openxmlformats.org/presentationml/2006/main">
  <p:tag name="OTLMARKERSHAPE" val="OTL"/>
</p:tagLst>
</file>

<file path=ppt/tags/tag329.xml><?xml version="1.0" encoding="utf-8"?>
<p:tagLst xmlns:a="http://schemas.openxmlformats.org/drawingml/2006/main" xmlns:r="http://schemas.openxmlformats.org/officeDocument/2006/relationships" xmlns:p="http://schemas.openxmlformats.org/presentationml/2006/main">
  <p:tag name="OTLMARKERSHAPE" val="OTL"/>
</p:tagLst>
</file>

<file path=ppt/tags/tag330.xml><?xml version="1.0" encoding="utf-8"?>
<p:tagLst xmlns:a="http://schemas.openxmlformats.org/drawingml/2006/main" xmlns:r="http://schemas.openxmlformats.org/officeDocument/2006/relationships" xmlns:p="http://schemas.openxmlformats.org/presentationml/2006/main">
  <p:tag name="OTLMARKERSHAPE" val="OTL"/>
</p:tagLst>
</file>

<file path=ppt/tags/tag331.xml><?xml version="1.0" encoding="utf-8"?>
<p:tagLst xmlns:a="http://schemas.openxmlformats.org/drawingml/2006/main" xmlns:r="http://schemas.openxmlformats.org/officeDocument/2006/relationships" xmlns:p="http://schemas.openxmlformats.org/presentationml/2006/main">
  <p:tag name="OTLMARKERSHAPE" val="OTL"/>
</p:tagLst>
</file>

<file path=ppt/tags/tag332.xml><?xml version="1.0" encoding="utf-8"?>
<p:tagLst xmlns:a="http://schemas.openxmlformats.org/drawingml/2006/main" xmlns:r="http://schemas.openxmlformats.org/officeDocument/2006/relationships" xmlns:p="http://schemas.openxmlformats.org/presentationml/2006/main">
  <p:tag name="OTLMARKERSHAPE" val="OTL"/>
</p:tagLst>
</file>

<file path=ppt/tags/tag333.xml><?xml version="1.0" encoding="utf-8"?>
<p:tagLst xmlns:a="http://schemas.openxmlformats.org/drawingml/2006/main" xmlns:r="http://schemas.openxmlformats.org/officeDocument/2006/relationships" xmlns:p="http://schemas.openxmlformats.org/presentationml/2006/main">
  <p:tag name="OTLMARKERSHAPE" val="OTL"/>
</p:tagLst>
</file>

<file path=ppt/tags/tag334.xml><?xml version="1.0" encoding="utf-8"?>
<p:tagLst xmlns:a="http://schemas.openxmlformats.org/drawingml/2006/main" xmlns:r="http://schemas.openxmlformats.org/officeDocument/2006/relationships" xmlns:p="http://schemas.openxmlformats.org/presentationml/2006/main">
  <p:tag name="OTLMARKERSHAPE" val="OTL"/>
</p:tagLst>
</file>

<file path=ppt/tags/tag335.xml><?xml version="1.0" encoding="utf-8"?>
<p:tagLst xmlns:a="http://schemas.openxmlformats.org/drawingml/2006/main" xmlns:r="http://schemas.openxmlformats.org/officeDocument/2006/relationships" xmlns:p="http://schemas.openxmlformats.org/presentationml/2006/main">
  <p:tag name="OTLMARKERSHAPE" val="OTL"/>
</p:tagLst>
</file>

<file path=ppt/tags/tag336.xml><?xml version="1.0" encoding="utf-8"?>
<p:tagLst xmlns:a="http://schemas.openxmlformats.org/drawingml/2006/main" xmlns:r="http://schemas.openxmlformats.org/officeDocument/2006/relationships" xmlns:p="http://schemas.openxmlformats.org/presentationml/2006/main">
  <p:tag name="OTLMARKERSHAPE" val="OTL"/>
</p:tagLst>
</file>

<file path=ppt/tags/tag337.xml><?xml version="1.0" encoding="utf-8"?>
<p:tagLst xmlns:a="http://schemas.openxmlformats.org/drawingml/2006/main" xmlns:r="http://schemas.openxmlformats.org/officeDocument/2006/relationships" xmlns:p="http://schemas.openxmlformats.org/presentationml/2006/main">
  <p:tag name="OTLMARKERSHAPE" val="OTL"/>
</p:tagLst>
</file>

<file path=ppt/tags/tag338.xml><?xml version="1.0" encoding="utf-8"?>
<p:tagLst xmlns:a="http://schemas.openxmlformats.org/drawingml/2006/main" xmlns:r="http://schemas.openxmlformats.org/officeDocument/2006/relationships" xmlns:p="http://schemas.openxmlformats.org/presentationml/2006/main">
  <p:tag name="OTLMARKERSHAPE" val="OTL"/>
</p:tagLst>
</file>

<file path=ppt/tags/tag339.xml><?xml version="1.0" encoding="utf-8"?>
<p:tagLst xmlns:a="http://schemas.openxmlformats.org/drawingml/2006/main" xmlns:r="http://schemas.openxmlformats.org/officeDocument/2006/relationships" xmlns:p="http://schemas.openxmlformats.org/presentationml/2006/main">
  <p:tag name="OTLMARKERSHAPE" val="OTL"/>
</p:tagLst>
</file>

<file path=ppt/tags/tag340.xml><?xml version="1.0" encoding="utf-8"?>
<p:tagLst xmlns:a="http://schemas.openxmlformats.org/drawingml/2006/main" xmlns:r="http://schemas.openxmlformats.org/officeDocument/2006/relationships" xmlns:p="http://schemas.openxmlformats.org/presentationml/2006/main">
  <p:tag name="OTLMARKERSHAPE" val="OTL"/>
</p:tagLst>
</file>

<file path=ppt/tags/tag341.xml><?xml version="1.0" encoding="utf-8"?>
<p:tagLst xmlns:a="http://schemas.openxmlformats.org/drawingml/2006/main" xmlns:r="http://schemas.openxmlformats.org/officeDocument/2006/relationships" xmlns:p="http://schemas.openxmlformats.org/presentationml/2006/main">
  <p:tag name="OTLMARKERSHAPE" val="OTL"/>
</p:tagLst>
</file>

<file path=ppt/tags/tag342.xml><?xml version="1.0" encoding="utf-8"?>
<p:tagLst xmlns:a="http://schemas.openxmlformats.org/drawingml/2006/main" xmlns:r="http://schemas.openxmlformats.org/officeDocument/2006/relationships" xmlns:p="http://schemas.openxmlformats.org/presentationml/2006/main">
  <p:tag name="OTLMARKERSHAPE" val="OTL"/>
</p:tagLst>
</file>

<file path=ppt/tags/tag343.xml><?xml version="1.0" encoding="utf-8"?>
<p:tagLst xmlns:a="http://schemas.openxmlformats.org/drawingml/2006/main" xmlns:r="http://schemas.openxmlformats.org/officeDocument/2006/relationships" xmlns:p="http://schemas.openxmlformats.org/presentationml/2006/main">
  <p:tag name="OTLMARKERSHAPE" val="OTL"/>
</p:tagLst>
</file>

<file path=ppt/tags/tag344.xml><?xml version="1.0" encoding="utf-8"?>
<p:tagLst xmlns:a="http://schemas.openxmlformats.org/drawingml/2006/main" xmlns:r="http://schemas.openxmlformats.org/officeDocument/2006/relationships" xmlns:p="http://schemas.openxmlformats.org/presentationml/2006/main">
  <p:tag name="OTLMARKERSHAPE" val="OTL"/>
</p:tagLst>
</file>

<file path=ppt/tags/tag345.xml><?xml version="1.0" encoding="utf-8"?>
<p:tagLst xmlns:a="http://schemas.openxmlformats.org/drawingml/2006/main" xmlns:r="http://schemas.openxmlformats.org/officeDocument/2006/relationships" xmlns:p="http://schemas.openxmlformats.org/presentationml/2006/main">
  <p:tag name="OTLMARKERSHAPE" val="OTL"/>
</p:tagLst>
</file>

<file path=ppt/tags/tag346.xml><?xml version="1.0" encoding="utf-8"?>
<p:tagLst xmlns:a="http://schemas.openxmlformats.org/drawingml/2006/main" xmlns:r="http://schemas.openxmlformats.org/officeDocument/2006/relationships" xmlns:p="http://schemas.openxmlformats.org/presentationml/2006/main">
  <p:tag name="OTLMARKERSHAPE" val="OTL"/>
</p:tagLst>
</file>

<file path=ppt/tags/tag347.xml><?xml version="1.0" encoding="utf-8"?>
<p:tagLst xmlns:a="http://schemas.openxmlformats.org/drawingml/2006/main" xmlns:r="http://schemas.openxmlformats.org/officeDocument/2006/relationships" xmlns:p="http://schemas.openxmlformats.org/presentationml/2006/main">
  <p:tag name="OTLMARKERSHAPE" val="OTL"/>
</p:tagLst>
</file>

<file path=ppt/tags/tag348.xml><?xml version="1.0" encoding="utf-8"?>
<p:tagLst xmlns:a="http://schemas.openxmlformats.org/drawingml/2006/main" xmlns:r="http://schemas.openxmlformats.org/officeDocument/2006/relationships" xmlns:p="http://schemas.openxmlformats.org/presentationml/2006/main">
  <p:tag name="OTLMARKERSHAPE" val="OTL"/>
</p:tagLst>
</file>

<file path=ppt/tags/tag349.xml><?xml version="1.0" encoding="utf-8"?>
<p:tagLst xmlns:a="http://schemas.openxmlformats.org/drawingml/2006/main" xmlns:r="http://schemas.openxmlformats.org/officeDocument/2006/relationships" xmlns:p="http://schemas.openxmlformats.org/presentationml/2006/main">
  <p:tag name="OTLMARKERSHAPE" val="OTL"/>
</p:tagLst>
</file>

<file path=ppt/tags/tag350.xml><?xml version="1.0" encoding="utf-8"?>
<p:tagLst xmlns:a="http://schemas.openxmlformats.org/drawingml/2006/main" xmlns:r="http://schemas.openxmlformats.org/officeDocument/2006/relationships" xmlns:p="http://schemas.openxmlformats.org/presentationml/2006/main">
  <p:tag name="OTLMARKERSHAPE" val="OTL"/>
</p:tagLst>
</file>

<file path=ppt/tags/tag351.xml><?xml version="1.0" encoding="utf-8"?>
<p:tagLst xmlns:a="http://schemas.openxmlformats.org/drawingml/2006/main" xmlns:r="http://schemas.openxmlformats.org/officeDocument/2006/relationships" xmlns:p="http://schemas.openxmlformats.org/presentationml/2006/main">
  <p:tag name="OTLMARKERSHAPE" val="OTL"/>
</p:tagLst>
</file>

<file path=ppt/tags/tag352.xml><?xml version="1.0" encoding="utf-8"?>
<p:tagLst xmlns:a="http://schemas.openxmlformats.org/drawingml/2006/main" xmlns:r="http://schemas.openxmlformats.org/officeDocument/2006/relationships" xmlns:p="http://schemas.openxmlformats.org/presentationml/2006/main">
  <p:tag name="OTLMARKERSHAPE" val="OTL"/>
</p:tagLst>
</file>

<file path=ppt/tags/tag353.xml><?xml version="1.0" encoding="utf-8"?>
<p:tagLst xmlns:a="http://schemas.openxmlformats.org/drawingml/2006/main" xmlns:r="http://schemas.openxmlformats.org/officeDocument/2006/relationships" xmlns:p="http://schemas.openxmlformats.org/presentationml/2006/main">
  <p:tag name="OTLMARKERSHAPE" val="OTL"/>
</p:tagLst>
</file>

<file path=ppt/tags/tag354.xml><?xml version="1.0" encoding="utf-8"?>
<p:tagLst xmlns:a="http://schemas.openxmlformats.org/drawingml/2006/main" xmlns:r="http://schemas.openxmlformats.org/officeDocument/2006/relationships" xmlns:p="http://schemas.openxmlformats.org/presentationml/2006/main">
  <p:tag name="OTLMARKERSHAPE" val="OTL"/>
</p:tagLst>
</file>

<file path=ppt/tags/tag355.xml><?xml version="1.0" encoding="utf-8"?>
<p:tagLst xmlns:a="http://schemas.openxmlformats.org/drawingml/2006/main" xmlns:r="http://schemas.openxmlformats.org/officeDocument/2006/relationships" xmlns:p="http://schemas.openxmlformats.org/presentationml/2006/main">
  <p:tag name="OTLMARKERSHAPE" val="OTL"/>
</p:tagLst>
</file>

<file path=ppt/tags/tag356.xml><?xml version="1.0" encoding="utf-8"?>
<p:tagLst xmlns:a="http://schemas.openxmlformats.org/drawingml/2006/main" xmlns:r="http://schemas.openxmlformats.org/officeDocument/2006/relationships" xmlns:p="http://schemas.openxmlformats.org/presentationml/2006/main">
  <p:tag name="OTLMARKERSHAPE" val="OTL"/>
</p:tagLst>
</file>

<file path=ppt/tags/tag357.xml><?xml version="1.0" encoding="utf-8"?>
<p:tagLst xmlns:a="http://schemas.openxmlformats.org/drawingml/2006/main" xmlns:r="http://schemas.openxmlformats.org/officeDocument/2006/relationships" xmlns:p="http://schemas.openxmlformats.org/presentationml/2006/main">
  <p:tag name="OTLMARKERSHAPE" val="OTL"/>
</p:tagLst>
</file>

<file path=ppt/tags/tag358.xml><?xml version="1.0" encoding="utf-8"?>
<p:tagLst xmlns:a="http://schemas.openxmlformats.org/drawingml/2006/main" xmlns:r="http://schemas.openxmlformats.org/officeDocument/2006/relationships" xmlns:p="http://schemas.openxmlformats.org/presentationml/2006/main">
  <p:tag name="OTLMARKERSHAPE" val="OTL"/>
</p:tagLst>
</file>

<file path=ppt/tags/tag359.xml><?xml version="1.0" encoding="utf-8"?>
<p:tagLst xmlns:a="http://schemas.openxmlformats.org/drawingml/2006/main" xmlns:r="http://schemas.openxmlformats.org/officeDocument/2006/relationships" xmlns:p="http://schemas.openxmlformats.org/presentationml/2006/main">
  <p:tag name="OTLMARKERSHAPE" val="OTL"/>
</p:tagLst>
</file>

<file path=ppt/tags/tag360.xml><?xml version="1.0" encoding="utf-8"?>
<p:tagLst xmlns:a="http://schemas.openxmlformats.org/drawingml/2006/main" xmlns:r="http://schemas.openxmlformats.org/officeDocument/2006/relationships" xmlns:p="http://schemas.openxmlformats.org/presentationml/2006/main">
  <p:tag name="OTLMARKERSHAPE" val="OTL"/>
</p:tagLst>
</file>

<file path=ppt/tags/tag361.xml><?xml version="1.0" encoding="utf-8"?>
<p:tagLst xmlns:a="http://schemas.openxmlformats.org/drawingml/2006/main" xmlns:r="http://schemas.openxmlformats.org/officeDocument/2006/relationships" xmlns:p="http://schemas.openxmlformats.org/presentationml/2006/main">
  <p:tag name="OTLMARKERSHAPE" val="OTL"/>
</p:tagLst>
</file>

<file path=ppt/tags/tag362.xml><?xml version="1.0" encoding="utf-8"?>
<p:tagLst xmlns:a="http://schemas.openxmlformats.org/drawingml/2006/main" xmlns:r="http://schemas.openxmlformats.org/officeDocument/2006/relationships" xmlns:p="http://schemas.openxmlformats.org/presentationml/2006/main">
  <p:tag name="OTLMARKERSHAPE" val="OTL"/>
</p:tagLst>
</file>

<file path=ppt/tags/tag363.xml><?xml version="1.0" encoding="utf-8"?>
<p:tagLst xmlns:a="http://schemas.openxmlformats.org/drawingml/2006/main" xmlns:r="http://schemas.openxmlformats.org/officeDocument/2006/relationships" xmlns:p="http://schemas.openxmlformats.org/presentationml/2006/main">
  <p:tag name="OTLMARKERSHAPE" val="OTL"/>
</p:tagLst>
</file>

<file path=ppt/tags/tag364.xml><?xml version="1.0" encoding="utf-8"?>
<p:tagLst xmlns:a="http://schemas.openxmlformats.org/drawingml/2006/main" xmlns:r="http://schemas.openxmlformats.org/officeDocument/2006/relationships" xmlns:p="http://schemas.openxmlformats.org/presentationml/2006/main">
  <p:tag name="OTLMARKERSHAPE" val="OTL"/>
</p:tagLst>
</file>

<file path=ppt/tags/tag365.xml><?xml version="1.0" encoding="utf-8"?>
<p:tagLst xmlns:a="http://schemas.openxmlformats.org/drawingml/2006/main" xmlns:r="http://schemas.openxmlformats.org/officeDocument/2006/relationships" xmlns:p="http://schemas.openxmlformats.org/presentationml/2006/main">
  <p:tag name="OTLMARKERSHAPE" val="OTL"/>
</p:tagLst>
</file>

<file path=ppt/tags/tag366.xml><?xml version="1.0" encoding="utf-8"?>
<p:tagLst xmlns:a="http://schemas.openxmlformats.org/drawingml/2006/main" xmlns:r="http://schemas.openxmlformats.org/officeDocument/2006/relationships" xmlns:p="http://schemas.openxmlformats.org/presentationml/2006/main">
  <p:tag name="OTLMARKERSHAPE" val="OTL"/>
</p:tagLst>
</file>

<file path=ppt/tags/tag367.xml><?xml version="1.0" encoding="utf-8"?>
<p:tagLst xmlns:a="http://schemas.openxmlformats.org/drawingml/2006/main" xmlns:r="http://schemas.openxmlformats.org/officeDocument/2006/relationships" xmlns:p="http://schemas.openxmlformats.org/presentationml/2006/main">
  <p:tag name="OTLMARKERSHAPE" val="OTL"/>
</p:tagLst>
</file>

<file path=ppt/tags/tag368.xml><?xml version="1.0" encoding="utf-8"?>
<p:tagLst xmlns:a="http://schemas.openxmlformats.org/drawingml/2006/main" xmlns:r="http://schemas.openxmlformats.org/officeDocument/2006/relationships" xmlns:p="http://schemas.openxmlformats.org/presentationml/2006/main">
  <p:tag name="OTLMARKERSHAPE" val="OTL"/>
</p:tagLst>
</file>

<file path=ppt/tags/tag369.xml><?xml version="1.0" encoding="utf-8"?>
<p:tagLst xmlns:a="http://schemas.openxmlformats.org/drawingml/2006/main" xmlns:r="http://schemas.openxmlformats.org/officeDocument/2006/relationships" xmlns:p="http://schemas.openxmlformats.org/presentationml/2006/main">
  <p:tag name="OTLMARKERSHAPE" val="OTL"/>
</p:tagLst>
</file>

<file path=ppt/tags/tag370.xml><?xml version="1.0" encoding="utf-8"?>
<p:tagLst xmlns:a="http://schemas.openxmlformats.org/drawingml/2006/main" xmlns:r="http://schemas.openxmlformats.org/officeDocument/2006/relationships" xmlns:p="http://schemas.openxmlformats.org/presentationml/2006/main">
  <p:tag name="OTLMARKERSHAPE" val="OTL"/>
</p:tagLst>
</file>

<file path=ppt/tags/tag371.xml><?xml version="1.0" encoding="utf-8"?>
<p:tagLst xmlns:a="http://schemas.openxmlformats.org/drawingml/2006/main" xmlns:r="http://schemas.openxmlformats.org/officeDocument/2006/relationships" xmlns:p="http://schemas.openxmlformats.org/presentationml/2006/main">
  <p:tag name="OTLMARKERSHAPE" val="OTL"/>
</p:tagLst>
</file>

<file path=ppt/tags/tag372.xml><?xml version="1.0" encoding="utf-8"?>
<p:tagLst xmlns:a="http://schemas.openxmlformats.org/drawingml/2006/main" xmlns:r="http://schemas.openxmlformats.org/officeDocument/2006/relationships" xmlns:p="http://schemas.openxmlformats.org/presentationml/2006/main">
  <p:tag name="OTLMARKERSHAPE" val="OTL"/>
  <p:tag name="OTLSWIMLANESPACING" val="10"/>
</p:tagLst>
</file>

<file path=ppt/tags/tag373.xml><?xml version="1.0" encoding="utf-8"?>
<p:tagLst xmlns:a="http://schemas.openxmlformats.org/drawingml/2006/main" xmlns:r="http://schemas.openxmlformats.org/officeDocument/2006/relationships" xmlns:p="http://schemas.openxmlformats.org/presentationml/2006/main">
  <p:tag name="OTLMARKERSHAPE" val="OTL"/>
  <p:tag name="OTLSWIMLANESPACING" val="2"/>
</p:tagLst>
</file>

<file path=ppt/tags/tag374.xml><?xml version="1.0" encoding="utf-8"?>
<p:tagLst xmlns:a="http://schemas.openxmlformats.org/drawingml/2006/main" xmlns:r="http://schemas.openxmlformats.org/officeDocument/2006/relationships" xmlns:p="http://schemas.openxmlformats.org/presentationml/2006/main">
  <p:tag name="OTLMARKERSHAPE" val="OTL"/>
  <p:tag name="OTLSWIMLANESPACING" val="10"/>
</p:tagLst>
</file>

<file path=ppt/tags/tag375.xml><?xml version="1.0" encoding="utf-8"?>
<p:tagLst xmlns:a="http://schemas.openxmlformats.org/drawingml/2006/main" xmlns:r="http://schemas.openxmlformats.org/officeDocument/2006/relationships" xmlns:p="http://schemas.openxmlformats.org/presentationml/2006/main">
  <p:tag name="OTLDATEFORMATAMPMDESIGNATOR" val="AmPmLowerCase"/>
  <p:tag name="OTLDATEFORMATDATEISVISIBLE" val="True"/>
  <p:tag name="OTLDATEFORMATHOURDIGITS" val="H"/>
  <p:tag name="OTLDATEFORMATSEPARATOR" val="/"/>
  <p:tag name="OTLDATEFORMATSTRING" val="MMM d"/>
  <p:tag name="OTLDATEFORMATTIMEISVISIBLE" val="False"/>
  <p:tag name="OTLDATEFORMATTRIM00MINUTES" val="False"/>
  <p:tag name="OTLDATEFORMATUSEUS" val="True"/>
  <p:tag name="OTLDURATIONFORMAT" val="day"/>
  <p:tag name="OTLENDDATE" val="2027-07-25T10:00:00.0000000"/>
  <p:tag name="OTLMARKERSHAPE" val="OTL"/>
  <p:tag name="OTLSHAPETHICKNESSTYPE" val="Thin"/>
  <p:tag name="OTLSPACING" val="3"/>
  <p:tag name="OTLSTARTDATE" val="2024-06-10T10:00:00.0000000"/>
  <p:tag name="OTLWEEKNUMBERINGFORMAT" val="WNFormat1"/>
  <p:tag name="OTLWEEKNUMBERINGISVISIBLE" val="False"/>
</p:tagLst>
</file>

<file path=ppt/tags/tag376.xml><?xml version="1.0" encoding="utf-8"?>
<p:tagLst xmlns:a="http://schemas.openxmlformats.org/drawingml/2006/main" xmlns:r="http://schemas.openxmlformats.org/officeDocument/2006/relationships" xmlns:p="http://schemas.openxmlformats.org/presentationml/2006/main">
  <p:tag name="OTLDATEFORMATAMPMDESIGNATOR" val="AmPmLowerCase"/>
  <p:tag name="OTLDATEFORMATDATEISVISIBLE" val="True"/>
  <p:tag name="OTLDATEFORMATHOURDIGITS" val="H"/>
  <p:tag name="OTLDATEFORMATSEPARATOR" val="/"/>
  <p:tag name="OTLDATEFORMATSTRING" val="MMM d"/>
  <p:tag name="OTLDATEFORMATTIMEISVISIBLE" val="False"/>
  <p:tag name="OTLDATEFORMATTRIM00MINUTES" val="False"/>
  <p:tag name="OTLDATEFORMATUSEUS" val="True"/>
  <p:tag name="OTLDURATIONFORMAT" val="day"/>
  <p:tag name="OTLENDDATE" val="2031-08-04T10:00:00.0000000Z"/>
  <p:tag name="OTLMARKERSHAPE" val="OTL"/>
  <p:tag name="OTLSHAPETHICKNESSTYPE" val="Thin"/>
  <p:tag name="OTLSPACING" val="3"/>
  <p:tag name="OTLSTARTDATE" val="2028-03-11T10:00:00.0000000Z"/>
  <p:tag name="OTLWEEKNUMBERINGFORMAT" val="WNFormat1"/>
  <p:tag name="OTLWEEKNUMBERINGISVISIBLE" val="False"/>
</p:tagLst>
</file>

<file path=ppt/tags/tag377.xml><?xml version="1.0" encoding="utf-8"?>
<p:tagLst xmlns:a="http://schemas.openxmlformats.org/drawingml/2006/main" xmlns:r="http://schemas.openxmlformats.org/officeDocument/2006/relationships" xmlns:p="http://schemas.openxmlformats.org/presentationml/2006/main">
  <p:tag name="OTLDATEFORMATAMPMDESIGNATOR" val="AmPmLowerCase"/>
  <p:tag name="OTLDATEFORMATDATEISVISIBLE" val="True"/>
  <p:tag name="OTLDATEFORMATHOURDIGITS" val="H"/>
  <p:tag name="OTLDATEFORMATSEPARATOR" val="/"/>
  <p:tag name="OTLDATEFORMATSTRING" val="MMM d"/>
  <p:tag name="OTLDATEFORMATTIMEISVISIBLE" val="False"/>
  <p:tag name="OTLDATEFORMATTRIM00MINUTES" val="False"/>
  <p:tag name="OTLDATEFORMATUSEUS" val="True"/>
  <p:tag name="OTLDURATIONFORMAT" val="day"/>
  <p:tag name="OTLENDDATE" val="2032-11-22T10:00:00.0000000"/>
  <p:tag name="OTLMARKERSHAPE" val="OTL"/>
  <p:tag name="OTLSHAPETHICKNESSTYPE" val="Thin"/>
  <p:tag name="OTLSPACING" val="3"/>
  <p:tag name="OTLSTARTDATE" val="2028-07-15T10:00:00.0000000"/>
  <p:tag name="OTLWEEKNUMBERINGFORMAT" val="WNFormat1"/>
  <p:tag name="OTLWEEKNUMBERINGISVISIBLE" val="False"/>
</p:tagLst>
</file>

<file path=ppt/tags/tag378.xml><?xml version="1.0" encoding="utf-8"?>
<p:tagLst xmlns:a="http://schemas.openxmlformats.org/drawingml/2006/main" xmlns:r="http://schemas.openxmlformats.org/officeDocument/2006/relationships" xmlns:p="http://schemas.openxmlformats.org/presentationml/2006/main">
  <p:tag name="OTLDATEFORMATAMPMDESIGNATOR" val="AmPmLowerCase"/>
  <p:tag name="OTLDATEFORMATDATEISVISIBLE" val="True"/>
  <p:tag name="OTLDATEFORMATHOURDIGITS" val="H"/>
  <p:tag name="OTLDATEFORMATSEPARATOR" val="/"/>
  <p:tag name="OTLDATEFORMATSTRING" val="MMM d"/>
  <p:tag name="OTLDATEFORMATTIMEISVISIBLE" val="False"/>
  <p:tag name="OTLDATEFORMATTRIM00MINUTES" val="False"/>
  <p:tag name="OTLDATEFORMATUSEUS" val="True"/>
  <p:tag name="OTLDURATIONFORMAT" val="day"/>
  <p:tag name="OTLENDDATE" val="2031-11-07T10:00:00.0000000"/>
  <p:tag name="OTLMARKERSHAPE" val="OTL"/>
  <p:tag name="OTLSHAPETHICKNESSTYPE" val="Thin"/>
  <p:tag name="OTLSPACING" val="3"/>
  <p:tag name="OTLSTARTDATE" val="2027-05-16T10:00:00.0000000"/>
  <p:tag name="OTLWEEKNUMBERINGFORMAT" val="WNFormat1"/>
  <p:tag name="OTLWEEKNUMBERINGISVISIBLE" val="False"/>
</p:tagLst>
</file>

<file path=ppt/tags/tag379.xml><?xml version="1.0" encoding="utf-8"?>
<p:tagLst xmlns:a="http://schemas.openxmlformats.org/drawingml/2006/main" xmlns:r="http://schemas.openxmlformats.org/officeDocument/2006/relationships" xmlns:p="http://schemas.openxmlformats.org/presentationml/2006/main">
  <p:tag name="OTLDATEFORMATAMPMDESIGNATOR" val="AmPmLowerCase"/>
  <p:tag name="OTLDATEFORMATDATEISVISIBLE" val="True"/>
  <p:tag name="OTLDATEFORMATHOURDIGITS" val="H"/>
  <p:tag name="OTLDATEFORMATSEPARATOR" val="/"/>
  <p:tag name="OTLDATEFORMATSTRING" val="MMM d"/>
  <p:tag name="OTLDATEFORMATTIMEISVISIBLE" val="False"/>
  <p:tag name="OTLDATEFORMATTRIM00MINUTES" val="False"/>
  <p:tag name="OTLDATEFORMATUSEUS" val="True"/>
  <p:tag name="OTLDURATIONFORMAT" val="day"/>
  <p:tag name="OTLENDDATE" val="2032-06-27T10:00:00.0000000"/>
  <p:tag name="OTLMARKERSHAPE" val="OTL"/>
  <p:tag name="OTLSHAPETHICKNESSTYPE" val="Thin"/>
  <p:tag name="OTLSPACING" val="3"/>
  <p:tag name="OTLSTARTDATE" val="2028-03-14T10:00:00.0000000"/>
  <p:tag name="OTLWEEKNUMBERINGFORMAT" val="WNFormat1"/>
  <p:tag name="OTLWEEKNUMBERINGISVISIBLE" val="False"/>
</p:tagLst>
</file>

<file path=ppt/tags/tag380.xml><?xml version="1.0" encoding="utf-8"?>
<p:tagLst xmlns:a="http://schemas.openxmlformats.org/drawingml/2006/main" xmlns:r="http://schemas.openxmlformats.org/officeDocument/2006/relationships" xmlns:p="http://schemas.openxmlformats.org/presentationml/2006/main">
  <p:tag name="OTLDATEFORMATAMPMDESIGNATOR" val="AmPmLowerCase"/>
  <p:tag name="OTLDATEFORMATDATEISVISIBLE" val="True"/>
  <p:tag name="OTLDATEFORMATHOURDIGITS" val="H"/>
  <p:tag name="OTLDATEFORMATSEPARATOR" val="/"/>
  <p:tag name="OTLDATEFORMATSTRING" val="MMM d"/>
  <p:tag name="OTLDATEFORMATTIMEISVISIBLE" val="False"/>
  <p:tag name="OTLDATEFORMATTRIM00MINUTES" val="False"/>
  <p:tag name="OTLDATEFORMATUSEUS" val="True"/>
  <p:tag name="OTLDURATIONFORMAT" val="day"/>
  <p:tag name="OTLENDDATE" val="2030-01-27T10:00:00.0000000"/>
  <p:tag name="OTLMARKERSHAPE" val="OTL"/>
  <p:tag name="OTLSHAPETHICKNESSTYPE" val="Thin"/>
  <p:tag name="OTLSPACING" val="3"/>
  <p:tag name="OTLSTARTDATE" val="2028-01-09T10:00:00.0000000"/>
  <p:tag name="OTLWEEKNUMBERINGFORMAT" val="WNFormat1"/>
  <p:tag name="OTLWEEKNUMBERINGISVISIBLE" val="False"/>
</p:tagLst>
</file>

<file path=ppt/tags/tag381.xml><?xml version="1.0" encoding="utf-8"?>
<p:tagLst xmlns:a="http://schemas.openxmlformats.org/drawingml/2006/main" xmlns:r="http://schemas.openxmlformats.org/officeDocument/2006/relationships" xmlns:p="http://schemas.openxmlformats.org/presentationml/2006/main">
  <p:tag name="OTLDATE" val="2032-08-30T08:00:00.0000000"/>
  <p:tag name="OTLDATEFORMATAMPMDESIGNATOR" val="AmPmLowerCase"/>
  <p:tag name="OTLDATEFORMATDATEISVISIBLE" val="True"/>
  <p:tag name="OTLDATEFORMATHOURDIGITS" val="H"/>
  <p:tag name="OTLDATEFORMATSEPARATOR" val="/"/>
  <p:tag name="OTLDATEFORMATSTRING" val="MMM d"/>
  <p:tag name="OTLDATEFORMATTIMEISVISIBLE" val="False"/>
  <p:tag name="OTLDATEFORMATTRIM00MINUTES" val="False"/>
  <p:tag name="OTLDATEFORMATUSEUS" val="True"/>
  <p:tag name="OTLMARKERSHAPE" val="OTL"/>
  <p:tag name="OTLMILESTONESPACING" val="5"/>
  <p:tag name="OTLMTITLE" val="1L CRC HER2+ AA US"/>
  <p:tag name="OTLPOSITIONONTASK" val="None"/>
  <p:tag name="OTLRELATEDTASKID" val="00000000-0000-0000-0000-000000000000"/>
  <p:tag name="OTLWEEKNUMBERINGFORMAT" val="WNFormat1"/>
  <p:tag name="OTLWEEKNUMBERINGISVISIBLE" val="False"/>
</p:tagLst>
</file>

<file path=ppt/tags/tag382.xml><?xml version="1.0" encoding="utf-8"?>
<p:tagLst xmlns:a="http://schemas.openxmlformats.org/drawingml/2006/main" xmlns:r="http://schemas.openxmlformats.org/officeDocument/2006/relationships" xmlns:p="http://schemas.openxmlformats.org/presentationml/2006/main">
  <p:tag name="OTLMARKERSHAPE" val="OTL"/>
</p:tagLst>
</file>

<file path=ppt/tags/tag383.xml><?xml version="1.0" encoding="utf-8"?>
<p:tagLst xmlns:a="http://schemas.openxmlformats.org/drawingml/2006/main" xmlns:r="http://schemas.openxmlformats.org/officeDocument/2006/relationships" xmlns:p="http://schemas.openxmlformats.org/presentationml/2006/main">
  <p:tag name="OTLMARKERSHAPE" val="OTL"/>
</p:tagLst>
</file>

<file path=ppt/tags/tag384.xml><?xml version="1.0" encoding="utf-8"?>
<p:tagLst xmlns:a="http://schemas.openxmlformats.org/drawingml/2006/main" xmlns:r="http://schemas.openxmlformats.org/officeDocument/2006/relationships" xmlns:p="http://schemas.openxmlformats.org/presentationml/2006/main">
  <p:tag name="OTLMARKERSHAPE" val="OTL"/>
</p:tagLst>
</file>

<file path=ppt/tags/tag385.xml><?xml version="1.0" encoding="utf-8"?>
<p:tagLst xmlns:a="http://schemas.openxmlformats.org/drawingml/2006/main" xmlns:r="http://schemas.openxmlformats.org/officeDocument/2006/relationships" xmlns:p="http://schemas.openxmlformats.org/presentationml/2006/main">
  <p:tag name="OTLMARKERSHAPE" val="OTL"/>
</p:tagLst>
</file>

<file path=ppt/tags/tag386.xml><?xml version="1.0" encoding="utf-8"?>
<p:tagLst xmlns:a="http://schemas.openxmlformats.org/drawingml/2006/main" xmlns:r="http://schemas.openxmlformats.org/officeDocument/2006/relationships" xmlns:p="http://schemas.openxmlformats.org/presentationml/2006/main">
  <p:tag name="OTLMARKERSHAPE" val="OTL"/>
</p:tagLst>
</file>

<file path=ppt/tags/tag387.xml><?xml version="1.0" encoding="utf-8"?>
<p:tagLst xmlns:a="http://schemas.openxmlformats.org/drawingml/2006/main" xmlns:r="http://schemas.openxmlformats.org/officeDocument/2006/relationships" xmlns:p="http://schemas.openxmlformats.org/presentationml/2006/main">
  <p:tag name="OTLMARKERSHAPE" val="OTL"/>
</p:tagLst>
</file>

<file path=ppt/tags/tag388.xml><?xml version="1.0" encoding="utf-8"?>
<p:tagLst xmlns:a="http://schemas.openxmlformats.org/drawingml/2006/main" xmlns:r="http://schemas.openxmlformats.org/officeDocument/2006/relationships" xmlns:p="http://schemas.openxmlformats.org/presentationml/2006/main">
  <p:tag name="OTLMARKERSHAPE" val="OTL"/>
</p:tagLst>
</file>

<file path=ppt/tags/tag389.xml><?xml version="1.0" encoding="utf-8"?>
<p:tagLst xmlns:a="http://schemas.openxmlformats.org/drawingml/2006/main" xmlns:r="http://schemas.openxmlformats.org/officeDocument/2006/relationships" xmlns:p="http://schemas.openxmlformats.org/presentationml/2006/main">
  <p:tag name="OTLMARKERSHAPE" val="OTL"/>
</p:tagLst>
</file>

<file path=ppt/tags/tag390.xml><?xml version="1.0" encoding="utf-8"?>
<p:tagLst xmlns:a="http://schemas.openxmlformats.org/drawingml/2006/main" xmlns:r="http://schemas.openxmlformats.org/officeDocument/2006/relationships" xmlns:p="http://schemas.openxmlformats.org/presentationml/2006/main">
  <p:tag name="OTLMARKERSHAPE" val="OTL"/>
</p:tagLst>
</file>

<file path=ppt/tags/tag391.xml><?xml version="1.0" encoding="utf-8"?>
<p:tagLst xmlns:a="http://schemas.openxmlformats.org/drawingml/2006/main" xmlns:r="http://schemas.openxmlformats.org/officeDocument/2006/relationships" xmlns:p="http://schemas.openxmlformats.org/presentationml/2006/main">
  <p:tag name="OTLMARKERSHAPE" val="OTL"/>
</p:tagLst>
</file>

<file path=ppt/tags/tag392.xml><?xml version="1.0" encoding="utf-8"?>
<p:tagLst xmlns:a="http://schemas.openxmlformats.org/drawingml/2006/main" xmlns:r="http://schemas.openxmlformats.org/officeDocument/2006/relationships" xmlns:p="http://schemas.openxmlformats.org/presentationml/2006/main">
  <p:tag name="OTLDATE" val="2032-04-22T08:00:00.0000000"/>
  <p:tag name="OTLDATEFORMATAMPMDESIGNATOR" val="AmPmLowerCase"/>
  <p:tag name="OTLDATEFORMATDATEISVISIBLE" val="True"/>
  <p:tag name="OTLDATEFORMATHOURDIGITS" val="H"/>
  <p:tag name="OTLDATEFORMATSEPARATOR" val="/"/>
  <p:tag name="OTLDATEFORMATSTRING" val="MMM d"/>
  <p:tag name="OTLDATEFORMATTIMEISVISIBLE" val="False"/>
  <p:tag name="OTLDATEFORMATTRIM00MINUTES" val="False"/>
  <p:tag name="OTLDATEFORMATUSEUS" val="True"/>
  <p:tag name="OTLMARKERSHAPE" val="OTL"/>
  <p:tag name="OTLMTITLE" val="2L FA US"/>
  <p:tag name="OTLPOSITIONONTASK" val="Below"/>
  <p:tag name="OTLRELATEDTASKID" val="4935c5fc-5de2-42bc-9e38-59782e94a8e7"/>
  <p:tag name="OTLWEEKNUMBERINGFORMAT" val="WNFormat1"/>
  <p:tag name="OTLWEEKNUMBERINGISVISIBLE" val="False"/>
</p:tagLst>
</file>

<file path=ppt/tags/tag393.xml><?xml version="1.0" encoding="utf-8"?>
<p:tagLst xmlns:a="http://schemas.openxmlformats.org/drawingml/2006/main" xmlns:r="http://schemas.openxmlformats.org/officeDocument/2006/relationships" xmlns:p="http://schemas.openxmlformats.org/presentationml/2006/main">
  <p:tag name="OTLDATE" val="2031-04-06T08:00:00.0000000"/>
  <p:tag name="OTLDATEFORMATAMPMDESIGNATOR" val="AmPmLowerCase"/>
  <p:tag name="OTLDATEFORMATDATEISVISIBLE" val="True"/>
  <p:tag name="OTLDATEFORMATHOURDIGITS" val="H"/>
  <p:tag name="OTLDATEFORMATSEPARATOR" val="/"/>
  <p:tag name="OTLDATEFORMATSTRING" val="MMM d"/>
  <p:tag name="OTLDATEFORMATTIMEISVISIBLE" val="False"/>
  <p:tag name="OTLDATEFORMATTRIM00MINUTES" val="False"/>
  <p:tag name="OTLDATEFORMATUSEUS" val="True"/>
  <p:tag name="OTLMARKERSHAPE" val="OTL"/>
  <p:tag name="OTLMTITLE" val="FA US"/>
  <p:tag name="OTLPOSITIONONTASK" val="Below"/>
  <p:tag name="OTLRELATEDTASKID" val="82b5b28a-8c4d-4bfe-b53d-bc183af7d84a"/>
  <p:tag name="OTLWEEKNUMBERINGFORMAT" val="WNFormat1"/>
  <p:tag name="OTLWEEKNUMBERINGISVISIBLE" val="False"/>
</p:tagLst>
</file>

<file path=ppt/tags/tag394.xml><?xml version="1.0" encoding="utf-8"?>
<p:tagLst xmlns:a="http://schemas.openxmlformats.org/drawingml/2006/main" xmlns:r="http://schemas.openxmlformats.org/officeDocument/2006/relationships" xmlns:p="http://schemas.openxmlformats.org/presentationml/2006/main">
  <p:tag name="OTLMARKERSHAPE" val="OTL"/>
</p:tagLst>
</file>

<file path=ppt/tags/tag395.xml><?xml version="1.0" encoding="utf-8"?>
<p:tagLst xmlns:a="http://schemas.openxmlformats.org/drawingml/2006/main" xmlns:r="http://schemas.openxmlformats.org/officeDocument/2006/relationships" xmlns:p="http://schemas.openxmlformats.org/presentationml/2006/main">
  <p:tag name="OTLMARKERSHAPE" val="OTL"/>
</p:tagLst>
</file>

<file path=ppt/tags/tag396.xml><?xml version="1.0" encoding="utf-8"?>
<p:tagLst xmlns:a="http://schemas.openxmlformats.org/drawingml/2006/main" xmlns:r="http://schemas.openxmlformats.org/officeDocument/2006/relationships" xmlns:p="http://schemas.openxmlformats.org/presentationml/2006/main">
  <p:tag name="OTLMARKERSHAPE" val="OTL"/>
</p:tagLst>
</file>

<file path=ppt/tags/tag397.xml><?xml version="1.0" encoding="utf-8"?>
<p:tagLst xmlns:a="http://schemas.openxmlformats.org/drawingml/2006/main" xmlns:r="http://schemas.openxmlformats.org/officeDocument/2006/relationships" xmlns:p="http://schemas.openxmlformats.org/presentationml/2006/main">
  <p:tag name="OTLMARKERSHAPE" val="OTL"/>
</p:tagLst>
</file>

<file path=ppt/tags/tag398.xml><?xml version="1.0" encoding="utf-8"?>
<p:tagLst xmlns:a="http://schemas.openxmlformats.org/drawingml/2006/main" xmlns:r="http://schemas.openxmlformats.org/officeDocument/2006/relationships" xmlns:p="http://schemas.openxmlformats.org/presentationml/2006/main">
  <p:tag name="OTLMARKERSHAPE" val="OTL"/>
</p:tagLst>
</file>

<file path=ppt/tags/tag399.xml><?xml version="1.0" encoding="utf-8"?>
<p:tagLst xmlns:a="http://schemas.openxmlformats.org/drawingml/2006/main" xmlns:r="http://schemas.openxmlformats.org/officeDocument/2006/relationships" xmlns:p="http://schemas.openxmlformats.org/presentationml/2006/main">
  <p:tag name="OTLMARKERSHAPE" val="OTL"/>
</p:tagLst>
</file>

<file path=ppt/tags/tag400.xml><?xml version="1.0" encoding="utf-8"?>
<p:tagLst xmlns:a="http://schemas.openxmlformats.org/drawingml/2006/main" xmlns:r="http://schemas.openxmlformats.org/officeDocument/2006/relationships" xmlns:p="http://schemas.openxmlformats.org/presentationml/2006/main">
  <p:tag name="OTLMARKERSHAPE" val="OTL"/>
</p:tagLst>
</file>

<file path=ppt/tags/tag401.xml><?xml version="1.0" encoding="utf-8"?>
<p:tagLst xmlns:a="http://schemas.openxmlformats.org/drawingml/2006/main" xmlns:r="http://schemas.openxmlformats.org/officeDocument/2006/relationships" xmlns:p="http://schemas.openxmlformats.org/presentationml/2006/main">
  <p:tag name="OTLMARKERSHAPE" val="OTL"/>
</p:tagLst>
</file>

<file path=ppt/tags/tag402.xml><?xml version="1.0" encoding="utf-8"?>
<p:tagLst xmlns:a="http://schemas.openxmlformats.org/drawingml/2006/main" xmlns:r="http://schemas.openxmlformats.org/officeDocument/2006/relationships" xmlns:p="http://schemas.openxmlformats.org/presentationml/2006/main">
  <p:tag name="OTLMARKERSHAPE" val="OTL"/>
</p:tagLst>
</file>

<file path=ppt/tags/tag403.xml><?xml version="1.0" encoding="utf-8"?>
<p:tagLst xmlns:a="http://schemas.openxmlformats.org/drawingml/2006/main" xmlns:r="http://schemas.openxmlformats.org/officeDocument/2006/relationships" xmlns:p="http://schemas.openxmlformats.org/presentationml/2006/main">
  <p:tag name="OTLMARKERSHAPE" val="OTL"/>
</p:tagLst>
</file>

<file path=ppt/tags/tag404.xml><?xml version="1.0" encoding="utf-8"?>
<p:tagLst xmlns:a="http://schemas.openxmlformats.org/drawingml/2006/main" xmlns:r="http://schemas.openxmlformats.org/officeDocument/2006/relationships" xmlns:p="http://schemas.openxmlformats.org/presentationml/2006/main">
  <p:tag name="OTLMARKERSHAPE" val="OTL"/>
</p:tagLst>
</file>

<file path=ppt/tags/tag405.xml><?xml version="1.0" encoding="utf-8"?>
<p:tagLst xmlns:a="http://schemas.openxmlformats.org/drawingml/2006/main" xmlns:r="http://schemas.openxmlformats.org/officeDocument/2006/relationships" xmlns:p="http://schemas.openxmlformats.org/presentationml/2006/main">
  <p:tag name="OTLMARKERSHAPE" val="OTL"/>
</p:tagLst>
</file>

<file path=ppt/tags/tag406.xml><?xml version="1.0" encoding="utf-8"?>
<p:tagLst xmlns:a="http://schemas.openxmlformats.org/drawingml/2006/main" xmlns:r="http://schemas.openxmlformats.org/officeDocument/2006/relationships" xmlns:p="http://schemas.openxmlformats.org/presentationml/2006/main">
  <p:tag name="OTLMARKERSHAPE" val="OTL"/>
</p:tagLst>
</file>

<file path=ppt/tags/tag407.xml><?xml version="1.0" encoding="utf-8"?>
<p:tagLst xmlns:a="http://schemas.openxmlformats.org/drawingml/2006/main" xmlns:r="http://schemas.openxmlformats.org/officeDocument/2006/relationships" xmlns:p="http://schemas.openxmlformats.org/presentationml/2006/main">
  <p:tag name="OTLMARKERSHAPE" val="OTL"/>
</p:tagLst>
</file>

<file path=ppt/tags/tag408.xml><?xml version="1.0" encoding="utf-8"?>
<p:tagLst xmlns:a="http://schemas.openxmlformats.org/drawingml/2006/main" xmlns:r="http://schemas.openxmlformats.org/officeDocument/2006/relationships" xmlns:p="http://schemas.openxmlformats.org/presentationml/2006/main">
  <p:tag name="OTLMARKERSHAPE" val="OTL"/>
</p:tagLst>
</file>

<file path=ppt/tags/tag409.xml><?xml version="1.0" encoding="utf-8"?>
<p:tagLst xmlns:a="http://schemas.openxmlformats.org/drawingml/2006/main" xmlns:r="http://schemas.openxmlformats.org/officeDocument/2006/relationships" xmlns:p="http://schemas.openxmlformats.org/presentationml/2006/main">
  <p:tag name="OTLDATE" val="2026-04-01T23:59:00.0000000Z"/>
  <p:tag name="OTLDATEFORMATAMPMDESIGNATOR" val="AmPmLowerCase"/>
  <p:tag name="OTLDATEFORMATDATEISVISIBLE" val="True"/>
  <p:tag name="OTLDATEFORMATHOURDIGITS" val="H"/>
  <p:tag name="OTLDATEFORMATSEPARATOR" val="/"/>
  <p:tag name="OTLDATEFORMATSTRING" val="MMM yyyy"/>
  <p:tag name="OTLDATEFORMATTIMEISVISIBLE" val="False"/>
  <p:tag name="OTLDATEFORMATTRIM00MINUTES" val="False"/>
  <p:tag name="OTLDATEFORMATUSEUS" val="True"/>
  <p:tag name="OTLMARKERSHAPE" val="OTL"/>
  <p:tag name="OTLMTITLE" val="SLE- gPh2 (1509-0004))"/>
  <p:tag name="OTLPOSITIONONTASK" val="None"/>
  <p:tag name="OTLRELATEDTASKID" val="00000000-0000-0000-0000-000000000000"/>
  <p:tag name="OTLWEEKNUMBERINGFORMAT" val="WNFormat1"/>
  <p:tag name="OTLWEEKNUMBERINGISVISIBLE" val="False"/>
</p:tagLst>
</file>

<file path=ppt/tags/tag410.xml><?xml version="1.0" encoding="utf-8"?>
<p:tagLst xmlns:a="http://schemas.openxmlformats.org/drawingml/2006/main" xmlns:r="http://schemas.openxmlformats.org/officeDocument/2006/relationships" xmlns:p="http://schemas.openxmlformats.org/presentationml/2006/main">
  <p:tag name="OTLDATE" val="2028-01-27T23:59:00.0000000"/>
  <p:tag name="OTLDATEFORMATAMPMDESIGNATOR" val="AmPmLowerCase"/>
  <p:tag name="OTLDATEFORMATDATEISVISIBLE" val="True"/>
  <p:tag name="OTLDATEFORMATHOURDIGITS" val="H"/>
  <p:tag name="OTLDATEFORMATSEPARATOR" val="/"/>
  <p:tag name="OTLDATEFORMATSTRING" val="MMM yyyy"/>
  <p:tag name="OTLDATEFORMATTIMEISVISIBLE" val="False"/>
  <p:tag name="OTLDATEFORMATTRIM00MINUTES" val="False"/>
  <p:tag name="OTLDATEFORMATUSEUS" val="True"/>
  <p:tag name="OTLMARKERSHAPE" val="OTL"/>
  <p:tag name="OTLMTITLE" val="MASH- gPh2b (1517-0018)"/>
  <p:tag name="OTLPOSITIONONTASK" val="None"/>
  <p:tag name="OTLRELATEDTASKID" val="00000000-0000-0000-0000-000000000000"/>
  <p:tag name="OTLWEEKNUMBERINGFORMAT" val="WNFormat1"/>
  <p:tag name="OTLWEEKNUMBERINGISVISIBLE" val="False"/>
</p:tagLst>
</file>

<file path=ppt/tags/tag411.xml><?xml version="1.0" encoding="utf-8"?>
<p:tagLst xmlns:a="http://schemas.openxmlformats.org/drawingml/2006/main" xmlns:r="http://schemas.openxmlformats.org/officeDocument/2006/relationships" xmlns:p="http://schemas.openxmlformats.org/presentationml/2006/main">
  <p:tag name="OTLDATE" val="2027-01-01T23:59:00.0000000Z"/>
  <p:tag name="OTLDATEFORMATAMPMDESIGNATOR" val="AmPmLowerCase"/>
  <p:tag name="OTLDATEFORMATDATEISVISIBLE" val="True"/>
  <p:tag name="OTLDATEFORMATHOURDIGITS" val="H"/>
  <p:tag name="OTLDATEFORMATSEPARATOR" val="/"/>
  <p:tag name="OTLDATEFORMATSTRING" val="MMM yyyy"/>
  <p:tag name="OTLDATEFORMATTIMEISVISIBLE" val="False"/>
  <p:tag name="OTLDATEFORMATTRIM00MINUTES" val="False"/>
  <p:tag name="OTLDATEFORMATUSEUS" val="True"/>
  <p:tag name="OTLMARKERSHAPE" val="OTL"/>
  <p:tag name="OTLMTITLE" val="UC- gPh2b (1486-0030)"/>
  <p:tag name="OTLPOSITIONONTASK" val="None"/>
  <p:tag name="OTLRELATEDTASKID" val="00000000-0000-0000-0000-000000000000"/>
  <p:tag name="OTLWEEKNUMBERINGFORMAT" val="WNFormat1"/>
  <p:tag name="OTLWEEKNUMBERINGISVISIBLE" val="False"/>
</p:tagLst>
</file>

<file path=ppt/tags/tag412.xml><?xml version="1.0" encoding="utf-8"?>
<p:tagLst xmlns:a="http://schemas.openxmlformats.org/drawingml/2006/main" xmlns:r="http://schemas.openxmlformats.org/officeDocument/2006/relationships" xmlns:p="http://schemas.openxmlformats.org/presentationml/2006/main">
  <p:tag name="OTLDATE" val="2027-08-31T23:59:00.0000000"/>
  <p:tag name="OTLDATEFORMATAMPMDESIGNATOR" val="AmPmLowerCase"/>
  <p:tag name="OTLDATEFORMATDATEISVISIBLE" val="True"/>
  <p:tag name="OTLDATEFORMATHOURDIGITS" val="H"/>
  <p:tag name="OTLDATEFORMATSEPARATOR" val="/"/>
  <p:tag name="OTLDATEFORMATSTRING" val="MMM yyyy"/>
  <p:tag name="OTLDATEFORMATTIMEISVISIBLE" val="False"/>
  <p:tag name="OTLDATEFORMATTRIM00MINUTES" val="False"/>
  <p:tag name="OTLDATEFORMATUSEUS" val="True"/>
  <p:tag name="OTLMARKERSHAPE" val="OTL"/>
  <p:tag name="OTLMTITLE" val="obesity- gPh2b (1516-0025)"/>
  <p:tag name="OTLPOSITIONONTASK" val="None"/>
  <p:tag name="OTLRELATEDTASKID" val="00000000-0000-0000-0000-000000000000"/>
  <p:tag name="OTLWEEKNUMBERINGFORMAT" val="WNFormat1"/>
  <p:tag name="OTLWEEKNUMBERINGISVISIBLE" val="False"/>
</p:tagLst>
</file>

<file path=ppt/tags/tag413.xml><?xml version="1.0" encoding="utf-8"?>
<p:tagLst xmlns:a="http://schemas.openxmlformats.org/drawingml/2006/main" xmlns:r="http://schemas.openxmlformats.org/officeDocument/2006/relationships" xmlns:p="http://schemas.openxmlformats.org/presentationml/2006/main">
  <p:tag name="OTLDATE" val="2027-05-31T23:59:00.0000000"/>
  <p:tag name="OTLDATEFORMATAMPMDESIGNATOR" val="AmPmLowerCase"/>
  <p:tag name="OTLDATEFORMATDATEISVISIBLE" val="True"/>
  <p:tag name="OTLDATEFORMATHOURDIGITS" val="H"/>
  <p:tag name="OTLDATEFORMATSEPARATOR" val="/"/>
  <p:tag name="OTLDATEFORMATSTRING" val="MMMM yyyy"/>
  <p:tag name="OTLDATEFORMATTIMEISVISIBLE" val="False"/>
  <p:tag name="OTLDATEFORMATTRIM00MINUTES" val="False"/>
  <p:tag name="OTLDATEFORMATUSEUS" val="True"/>
  <p:tag name="OTLMARKERSHAPE" val="OTL"/>
  <p:tag name="OTLMTITLE" val="Asia PK- Ph1"/>
  <p:tag name="OTLPOSITIONONTASK" val="None"/>
  <p:tag name="OTLRELATEDTASKID" val="00000000-0000-0000-0000-000000000000"/>
  <p:tag name="OTLWEEKNUMBERINGFORMAT" val="WNFormat1"/>
  <p:tag name="OTLWEEKNUMBERINGISVISIBLE" val="False"/>
</p:tagLst>
</file>

<file path=ppt/tags/tag414.xml><?xml version="1.0" encoding="utf-8"?>
<p:tagLst xmlns:a="http://schemas.openxmlformats.org/drawingml/2006/main" xmlns:r="http://schemas.openxmlformats.org/officeDocument/2006/relationships" xmlns:p="http://schemas.openxmlformats.org/presentationml/2006/main">
  <p:tag name="OTLMARKERSHAPE" val="OTL"/>
</p:tagLst>
</file>

<file path=ppt/tags/tag415.xml><?xml version="1.0" encoding="utf-8"?>
<p:tagLst xmlns:a="http://schemas.openxmlformats.org/drawingml/2006/main" xmlns:r="http://schemas.openxmlformats.org/officeDocument/2006/relationships" xmlns:p="http://schemas.openxmlformats.org/presentationml/2006/main">
  <p:tag name="OTLMARKERSHAPE" val="OTL"/>
</p:tagLst>
</file>

<file path=ppt/tags/tag416.xml><?xml version="1.0" encoding="utf-8"?>
<p:tagLst xmlns:a="http://schemas.openxmlformats.org/drawingml/2006/main" xmlns:r="http://schemas.openxmlformats.org/officeDocument/2006/relationships" xmlns:p="http://schemas.openxmlformats.org/presentationml/2006/main">
  <p:tag name="OTLMARKERSHAPE" val="OTL"/>
</p:tagLst>
</file>

<file path=ppt/tags/tag417.xml><?xml version="1.0" encoding="utf-8"?>
<p:tagLst xmlns:a="http://schemas.openxmlformats.org/drawingml/2006/main" xmlns:r="http://schemas.openxmlformats.org/officeDocument/2006/relationships" xmlns:p="http://schemas.openxmlformats.org/presentationml/2006/main">
  <p:tag name="OTLMARKERSHAPE" val="OTL"/>
</p:tagLst>
</file>

<file path=ppt/tags/tag418.xml><?xml version="1.0" encoding="utf-8"?>
<p:tagLst xmlns:a="http://schemas.openxmlformats.org/drawingml/2006/main" xmlns:r="http://schemas.openxmlformats.org/officeDocument/2006/relationships" xmlns:p="http://schemas.openxmlformats.org/presentationml/2006/main">
  <p:tag name="OTLMARKERSHAPE" val="OTL"/>
</p:tagLst>
</file>

<file path=ppt/tags/tag419.xml><?xml version="1.0" encoding="utf-8"?>
<p:tagLst xmlns:a="http://schemas.openxmlformats.org/drawingml/2006/main" xmlns:r="http://schemas.openxmlformats.org/officeDocument/2006/relationships" xmlns:p="http://schemas.openxmlformats.org/presentationml/2006/main">
  <p:tag name="OTLMARKERSHAPE" val="OTL"/>
</p:tagLst>
</file>

<file path=ppt/tags/tag420.xml><?xml version="1.0" encoding="utf-8"?>
<p:tagLst xmlns:a="http://schemas.openxmlformats.org/drawingml/2006/main" xmlns:r="http://schemas.openxmlformats.org/officeDocument/2006/relationships" xmlns:p="http://schemas.openxmlformats.org/presentationml/2006/main">
  <p:tag name="OTLMARKERSHAPE" val="OTL"/>
</p:tagLst>
</file>

<file path=ppt/tags/tag421.xml><?xml version="1.0" encoding="utf-8"?>
<p:tagLst xmlns:a="http://schemas.openxmlformats.org/drawingml/2006/main" xmlns:r="http://schemas.openxmlformats.org/officeDocument/2006/relationships" xmlns:p="http://schemas.openxmlformats.org/presentationml/2006/main">
  <p:tag name="OTLMARKERSHAPE" val="OTL"/>
</p:tagLst>
</file>

<file path=ppt/tags/tag422.xml><?xml version="1.0" encoding="utf-8"?>
<p:tagLst xmlns:a="http://schemas.openxmlformats.org/drawingml/2006/main" xmlns:r="http://schemas.openxmlformats.org/officeDocument/2006/relationships" xmlns:p="http://schemas.openxmlformats.org/presentationml/2006/main">
  <p:tag name="OTLMARKERSHAPE" val="OTL"/>
</p:tagLst>
</file>

<file path=ppt/tags/tag423.xml><?xml version="1.0" encoding="utf-8"?>
<p:tagLst xmlns:a="http://schemas.openxmlformats.org/drawingml/2006/main" xmlns:r="http://schemas.openxmlformats.org/officeDocument/2006/relationships" xmlns:p="http://schemas.openxmlformats.org/presentationml/2006/main">
  <p:tag name="OTLMARKERSHAPE" val="OTL"/>
</p:tagLst>
</file>

<file path=ppt/tags/tag424.xml><?xml version="1.0" encoding="utf-8"?>
<p:tagLst xmlns:a="http://schemas.openxmlformats.org/drawingml/2006/main" xmlns:r="http://schemas.openxmlformats.org/officeDocument/2006/relationships" xmlns:p="http://schemas.openxmlformats.org/presentationml/2006/main">
  <p:tag name="OTLMARKERSHAPE" val="OTL"/>
</p:tagLst>
</file>

<file path=ppt/tags/tag425.xml><?xml version="1.0" encoding="utf-8"?>
<p:tagLst xmlns:a="http://schemas.openxmlformats.org/drawingml/2006/main" xmlns:r="http://schemas.openxmlformats.org/officeDocument/2006/relationships" xmlns:p="http://schemas.openxmlformats.org/presentationml/2006/main">
  <p:tag name="OTLMARKERSHAPE" val="OTL"/>
</p:tagLst>
</file>

<file path=ppt/tags/tag426.xml><?xml version="1.0" encoding="utf-8"?>
<p:tagLst xmlns:a="http://schemas.openxmlformats.org/drawingml/2006/main" xmlns:r="http://schemas.openxmlformats.org/officeDocument/2006/relationships" xmlns:p="http://schemas.openxmlformats.org/presentationml/2006/main">
  <p:tag name="OTLMARKERSHAPE" val="OTL"/>
</p:tagLst>
</file>

<file path=ppt/tags/tag427.xml><?xml version="1.0" encoding="utf-8"?>
<p:tagLst xmlns:a="http://schemas.openxmlformats.org/drawingml/2006/main" xmlns:r="http://schemas.openxmlformats.org/officeDocument/2006/relationships" xmlns:p="http://schemas.openxmlformats.org/presentationml/2006/main">
  <p:tag name="OTLMARKERSHAPE" val="OTL"/>
</p:tagLst>
</file>

<file path=ppt/tags/tag428.xml><?xml version="1.0" encoding="utf-8"?>
<p:tagLst xmlns:a="http://schemas.openxmlformats.org/drawingml/2006/main" xmlns:r="http://schemas.openxmlformats.org/officeDocument/2006/relationships" xmlns:p="http://schemas.openxmlformats.org/presentationml/2006/main">
  <p:tag name="OTLMARKERSHAPE" val="OTL"/>
</p:tagLst>
</file>

<file path=ppt/tags/tag429.xml><?xml version="1.0" encoding="utf-8"?>
<p:tagLst xmlns:a="http://schemas.openxmlformats.org/drawingml/2006/main" xmlns:r="http://schemas.openxmlformats.org/officeDocument/2006/relationships" xmlns:p="http://schemas.openxmlformats.org/presentationml/2006/main">
  <p:tag name="OTLDATE" val="2027-01-01T23:59:00.0000000Z"/>
  <p:tag name="OTLDATEFORMATAMPMDESIGNATOR" val="AmPmLowerCase"/>
  <p:tag name="OTLDATEFORMATDATEISVISIBLE" val="True"/>
  <p:tag name="OTLDATEFORMATHOURDIGITS" val="H"/>
  <p:tag name="OTLDATEFORMATSEPARATOR" val="/"/>
  <p:tag name="OTLDATEFORMATSTRING" val="MMM yyyy"/>
  <p:tag name="OTLDATEFORMATTIMEISVISIBLE" val="False"/>
  <p:tag name="OTLDATEFORMATTRIM00MINUTES" val="False"/>
  <p:tag name="OTLDATEFORMATUSEUS" val="True"/>
  <p:tag name="OTLMARKERSHAPE" val="OTL"/>
  <p:tag name="OTLMTITLE" val="UC- gPh2b (1486-0030)"/>
  <p:tag name="OTLPOSITIONONTASK" val="None"/>
  <p:tag name="OTLRELATEDTASKID" val="00000000-0000-0000-0000-000000000000"/>
  <p:tag name="OTLWEEKNUMBERINGFORMAT" val="WNFormat1"/>
  <p:tag name="OTLWEEKNUMBERINGISVISIBLE" val="False"/>
</p:tagLst>
</file>

<file path=ppt/tags/tag430.xml><?xml version="1.0" encoding="utf-8"?>
<p:tagLst xmlns:a="http://schemas.openxmlformats.org/drawingml/2006/main" xmlns:r="http://schemas.openxmlformats.org/officeDocument/2006/relationships" xmlns:p="http://schemas.openxmlformats.org/presentationml/2006/main">
  <p:tag name="OTLMARKERSHAPE" val="OTL"/>
</p:tagLst>
</file>

<file path=ppt/tags/tag431.xml><?xml version="1.0" encoding="utf-8"?>
<p:tagLst xmlns:a="http://schemas.openxmlformats.org/drawingml/2006/main" xmlns:r="http://schemas.openxmlformats.org/officeDocument/2006/relationships" xmlns:p="http://schemas.openxmlformats.org/presentationml/2006/main">
  <p:tag name="OTLMARKERSHAPE" val="OTL"/>
</p:tagLst>
</file>

<file path=ppt/tags/tag432.xml><?xml version="1.0" encoding="utf-8"?>
<p:tagLst xmlns:a="http://schemas.openxmlformats.org/drawingml/2006/main" xmlns:r="http://schemas.openxmlformats.org/officeDocument/2006/relationships" xmlns:p="http://schemas.openxmlformats.org/presentationml/2006/main">
  <p:tag name="OTLMARKERSHAPE" val="OTL"/>
</p:tagLst>
</file>

<file path=ppt/tags/tag433.xml><?xml version="1.0" encoding="utf-8"?>
<p:tagLst xmlns:a="http://schemas.openxmlformats.org/drawingml/2006/main" xmlns:r="http://schemas.openxmlformats.org/officeDocument/2006/relationships" xmlns:p="http://schemas.openxmlformats.org/presentationml/2006/main">
  <p:tag name="OTLDATE" val="2026-04-01T23:59:00.0000000Z"/>
  <p:tag name="OTLDATEFORMATAMPMDESIGNATOR" val="AmPmLowerCase"/>
  <p:tag name="OTLDATEFORMATDATEISVISIBLE" val="True"/>
  <p:tag name="OTLDATEFORMATHOURDIGITS" val="H"/>
  <p:tag name="OTLDATEFORMATSEPARATOR" val="/"/>
  <p:tag name="OTLDATEFORMATSTRING" val="MMM yyyy"/>
  <p:tag name="OTLDATEFORMATTIMEISVISIBLE" val="False"/>
  <p:tag name="OTLDATEFORMATTRIM00MINUTES" val="False"/>
  <p:tag name="OTLDATEFORMATUSEUS" val="True"/>
  <p:tag name="OTLMARKERSHAPE" val="OTL"/>
  <p:tag name="OTLMTITLE" val="SLE- gPh2 (1509-0004))"/>
  <p:tag name="OTLPOSITIONONTASK" val="None"/>
  <p:tag name="OTLRELATEDTASKID" val="00000000-0000-0000-0000-000000000000"/>
  <p:tag name="OTLWEEKNUMBERINGFORMAT" val="WNFormat1"/>
  <p:tag name="OTLWEEKNUMBERINGISVISIBLE" val="False"/>
</p:tagLst>
</file>

<file path=ppt/tags/tag434.xml><?xml version="1.0" encoding="utf-8"?>
<p:tagLst xmlns:a="http://schemas.openxmlformats.org/drawingml/2006/main" xmlns:r="http://schemas.openxmlformats.org/officeDocument/2006/relationships" xmlns:p="http://schemas.openxmlformats.org/presentationml/2006/main">
  <p:tag name="OTLMARKERSHAPE" val="OTL"/>
</p:tagLst>
</file>

<file path=ppt/tags/tag435.xml><?xml version="1.0" encoding="utf-8"?>
<p:tagLst xmlns:a="http://schemas.openxmlformats.org/drawingml/2006/main" xmlns:r="http://schemas.openxmlformats.org/officeDocument/2006/relationships" xmlns:p="http://schemas.openxmlformats.org/presentationml/2006/main">
  <p:tag name="OTLMARKERSHAPE" val="OTL"/>
</p:tagLst>
</file>

<file path=ppt/tags/tag436.xml><?xml version="1.0" encoding="utf-8"?>
<p:tagLst xmlns:a="http://schemas.openxmlformats.org/drawingml/2006/main" xmlns:r="http://schemas.openxmlformats.org/officeDocument/2006/relationships" xmlns:p="http://schemas.openxmlformats.org/presentationml/2006/main">
  <p:tag name="OTLMARKERSHAPE" val="OTL"/>
</p:tagLst>
</file>

<file path=ppt/tags/tag437.xml><?xml version="1.0" encoding="utf-8"?>
<p:tagLst xmlns:a="http://schemas.openxmlformats.org/drawingml/2006/main" xmlns:r="http://schemas.openxmlformats.org/officeDocument/2006/relationships" xmlns:p="http://schemas.openxmlformats.org/presentationml/2006/main">
  <p:tag name="OTLMARKERSHAPE" val="OTL"/>
</p:tagLst>
</file>

<file path=ppt/tags/tag438.xml><?xml version="1.0" encoding="utf-8"?>
<p:tagLst xmlns:a="http://schemas.openxmlformats.org/drawingml/2006/main" xmlns:r="http://schemas.openxmlformats.org/officeDocument/2006/relationships" xmlns:p="http://schemas.openxmlformats.org/presentationml/2006/main">
  <p:tag name="OTLMARKERSHAPE" val="OTL"/>
</p:tagLst>
</file>

<file path=ppt/tags/tag439.xml><?xml version="1.0" encoding="utf-8"?>
<p:tagLst xmlns:a="http://schemas.openxmlformats.org/drawingml/2006/main" xmlns:r="http://schemas.openxmlformats.org/officeDocument/2006/relationships" xmlns:p="http://schemas.openxmlformats.org/presentationml/2006/main">
  <p:tag name="OTLDATE" val="2027-05-31T23:59:00.0000000"/>
  <p:tag name="OTLDATEFORMATAMPMDESIGNATOR" val="AmPmLowerCase"/>
  <p:tag name="OTLDATEFORMATDATEISVISIBLE" val="True"/>
  <p:tag name="OTLDATEFORMATHOURDIGITS" val="H"/>
  <p:tag name="OTLDATEFORMATSEPARATOR" val="/"/>
  <p:tag name="OTLDATEFORMATSTRING" val="MMMM yyyy"/>
  <p:tag name="OTLDATEFORMATTIMEISVISIBLE" val="False"/>
  <p:tag name="OTLDATEFORMATTRIM00MINUTES" val="False"/>
  <p:tag name="OTLDATEFORMATUSEUS" val="True"/>
  <p:tag name="OTLMARKERSHAPE" val="OTL"/>
  <p:tag name="OTLMTITLE" val="Asia PK- Ph1"/>
  <p:tag name="OTLPOSITIONONTASK" val="None"/>
  <p:tag name="OTLRELATEDTASKID" val="00000000-0000-0000-0000-000000000000"/>
  <p:tag name="OTLWEEKNUMBERINGFORMAT" val="WNFormat1"/>
  <p:tag name="OTLWEEKNUMBERINGISVISIBLE" val="False"/>
</p:tagLst>
</file>

<file path=ppt/tags/tag440.xml><?xml version="1.0" encoding="utf-8"?>
<p:tagLst xmlns:a="http://schemas.openxmlformats.org/drawingml/2006/main" xmlns:r="http://schemas.openxmlformats.org/officeDocument/2006/relationships" xmlns:p="http://schemas.openxmlformats.org/presentationml/2006/main">
  <p:tag name="OTLMARKERSHAPE" val="OTL"/>
</p:tagLst>
</file>

<file path=ppt/tags/tag441.xml><?xml version="1.0" encoding="utf-8"?>
<p:tagLst xmlns:a="http://schemas.openxmlformats.org/drawingml/2006/main" xmlns:r="http://schemas.openxmlformats.org/officeDocument/2006/relationships" xmlns:p="http://schemas.openxmlformats.org/presentationml/2006/main">
  <p:tag name="OTLMARKERSHAPE" val="OTL"/>
</p:tagLst>
</file>

<file path=ppt/tags/tag442.xml><?xml version="1.0" encoding="utf-8"?>
<p:tagLst xmlns:a="http://schemas.openxmlformats.org/drawingml/2006/main" xmlns:r="http://schemas.openxmlformats.org/officeDocument/2006/relationships" xmlns:p="http://schemas.openxmlformats.org/presentationml/2006/main">
  <p:tag name="OTLMARKERSHAPE" val="OTL"/>
</p:tagLst>
</file>

<file path=ppt/tags/tag4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5.xml><?xml version="1.0" encoding="utf-8"?>
<p:tagLst xmlns:a="http://schemas.openxmlformats.org/drawingml/2006/main" xmlns:r="http://schemas.openxmlformats.org/officeDocument/2006/relationships" xmlns:p="http://schemas.openxmlformats.org/presentationml/2006/main">
  <p:tag name="OTLMARKERSHAPE" val="OTL"/>
</p:tagLst>
</file>

<file path=ppt/tags/tag446.xml><?xml version="1.0" encoding="utf-8"?>
<p:tagLst xmlns:a="http://schemas.openxmlformats.org/drawingml/2006/main" xmlns:r="http://schemas.openxmlformats.org/officeDocument/2006/relationships" xmlns:p="http://schemas.openxmlformats.org/presentationml/2006/main">
  <p:tag name="OTLMARKERSHAPE" val="OTL"/>
</p:tagLst>
</file>

<file path=ppt/theme/theme1.xml><?xml version="1.0" encoding="utf-8"?>
<a:theme xmlns:a="http://schemas.openxmlformats.org/drawingml/2006/main" name="1_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Boehringer_Ingelheim_Slide_library_1.0.pptx" id="{5908B920-57D7-4ED1-928D-C904C10EC231}" vid="{29E26ED5-3A1A-4603-9964-4C266823EF94}"/>
    </a:ext>
  </a:extLst>
</a:theme>
</file>

<file path=ppt/theme/theme2.xml><?xml version="1.0" encoding="utf-8"?>
<a:theme xmlns:a="http://schemas.openxmlformats.org/drawingml/2006/main" name="4_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Boehringer_Ingelheim_Slide_library_1.0.pptx" id="{5908B920-57D7-4ED1-928D-C904C10EC231}" vid="{29E26ED5-3A1A-4603-9964-4C266823EF94}"/>
    </a:ext>
  </a:extLst>
</a:theme>
</file>

<file path=ppt/theme/theme3.xml><?xml version="1.0" encoding="utf-8"?>
<a:theme xmlns:a="http://schemas.openxmlformats.org/drawingml/2006/main" name="9_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K16_Boehringer-Ingelheim_Master_2023-10-27.potx" id="{2C6D375D-DD9D-4CF0-B688-7F4CCBA49DFF}" vid="{6088006B-833E-4326-9B9C-8EE8922CBC59}"/>
    </a:ext>
  </a:extLst>
</a:theme>
</file>

<file path=ppt/theme/theme4.xml><?xml version="1.0" encoding="utf-8"?>
<a:theme xmlns:a="http://schemas.openxmlformats.org/drawingml/2006/main" name="2_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K16_Boehringer-Ingelheim_Master_2023-10-27.potx" id="{2C6D375D-DD9D-4CF0-B688-7F4CCBA49DFF}" vid="{6088006B-833E-4326-9B9C-8EE8922CBC59}"/>
    </a:ext>
  </a:extLst>
</a:theme>
</file>

<file path=ppt/theme/theme5.xml><?xml version="1.0" encoding="utf-8"?>
<a:theme xmlns:a="http://schemas.openxmlformats.org/drawingml/2006/main" name="5_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Boehringer_Ingelheim_Slide_library_1.0.pptx" id="{5908B920-57D7-4ED1-928D-C904C10EC231}" vid="{29E26ED5-3A1A-4603-9964-4C266823EF94}"/>
    </a:ext>
  </a:extLst>
</a:theme>
</file>

<file path=ppt/theme/theme6.xml><?xml version="1.0" encoding="utf-8"?>
<a:theme xmlns:a="http://schemas.openxmlformats.org/drawingml/2006/main" name="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K16_Boehringer-Ingelheim_Master_2023-10-27.potx" id="{2C6D375D-DD9D-4CF0-B688-7F4CCBA49DFF}" vid="{6088006B-833E-4326-9B9C-8EE8922CBC59}"/>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38988128-37ab-443d-bda8-e0f28155c68c">
      <UserInfo>
        <DisplayName/>
        <AccountId xsi:nil="true"/>
        <AccountType/>
      </UserInfo>
    </SharedWithUsers>
    <lcf76f155ced4ddcb4097134ff3c332f xmlns="abec3d6c-dc49-43d8-9f5f-fe75434a2497">
      <Terms xmlns="http://schemas.microsoft.com/office/infopath/2007/PartnerControls"/>
    </lcf76f155ced4ddcb4097134ff3c332f>
    <TaxCatchAll xmlns="e47812bf-c8f0-415c-9dc6-756594725798"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9242DF3D1D04D43AAE539FB642C880D" ma:contentTypeVersion="19" ma:contentTypeDescription="Create a new document." ma:contentTypeScope="" ma:versionID="216cf6b9bc403f004b8b7e86d8e72cfc">
  <xsd:schema xmlns:xsd="http://www.w3.org/2001/XMLSchema" xmlns:xs="http://www.w3.org/2001/XMLSchema" xmlns:p="http://schemas.microsoft.com/office/2006/metadata/properties" xmlns:ns2="abec3d6c-dc49-43d8-9f5f-fe75434a2497" xmlns:ns3="38988128-37ab-443d-bda8-e0f28155c68c" xmlns:ns4="e47812bf-c8f0-415c-9dc6-756594725798" targetNamespace="http://schemas.microsoft.com/office/2006/metadata/properties" ma:root="true" ma:fieldsID="22e1a6cbe640582aedff401e2d7c7a09" ns2:_="" ns3:_="" ns4:_="">
    <xsd:import namespace="abec3d6c-dc49-43d8-9f5f-fe75434a2497"/>
    <xsd:import namespace="38988128-37ab-443d-bda8-e0f28155c68c"/>
    <xsd:import namespace="e47812bf-c8f0-415c-9dc6-756594725798"/>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LengthInSeconds" minOccurs="0"/>
                <xsd:element ref="ns2:MediaServiceAutoKeyPoints" minOccurs="0"/>
                <xsd:element ref="ns2:MediaServiceKeyPoints" minOccurs="0"/>
                <xsd:element ref="ns2:lcf76f155ced4ddcb4097134ff3c332f" minOccurs="0"/>
                <xsd:element ref="ns4:TaxCatchAll" minOccurs="0"/>
                <xsd:element ref="ns2:MediaServiceObjectDetectorVersions" minOccurs="0"/>
                <xsd:element ref="ns2:MediaServiceLocation"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bec3d6c-dc49-43d8-9f5f-fe75434a249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LengthInSeconds" ma:index="17" nillable="true" ma:displayName="Length (seconds)" ma:internalName="MediaLengthInSeconds" ma:readOnly="true">
      <xsd:simpleType>
        <xsd:restriction base="dms:Unknown"/>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798f3110-b2b7-48bc-b5f0-a137367be0c9"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Location" ma:index="24" nillable="true" ma:displayName="Location" ma:indexed="true" ma:internalName="MediaServiceLocation"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8988128-37ab-443d-bda8-e0f28155c68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47812bf-c8f0-415c-9dc6-756594725798" elementFormDefault="qualified">
    <xsd:import namespace="http://schemas.microsoft.com/office/2006/documentManagement/types"/>
    <xsd:import namespace="http://schemas.microsoft.com/office/infopath/2007/PartnerControls"/>
    <xsd:element name="TaxCatchAll" ma:index="22" nillable="true" ma:displayName="Taxonomy Catch All Column" ma:hidden="true" ma:list="{289bc802-be5d-4ad1-8fa5-936a0ef32c64}" ma:internalName="TaxCatchAll" ma:showField="CatchAllData" ma:web="38988128-37ab-443d-bda8-e0f28155c68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D0452D6-F2D9-4FC2-9863-71052AA7BDFA}">
  <ds:schemaRefs>
    <ds:schemaRef ds:uri="http://purl.org/dc/elements/1.1/"/>
    <ds:schemaRef ds:uri="http://schemas.microsoft.com/office/2006/metadata/properties"/>
    <ds:schemaRef ds:uri="6105e471-a007-4c69-b034-cfd36128fabd"/>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545a336c-45ba-4242-ba8b-2a24159e5b92"/>
    <ds:schemaRef ds:uri="http://www.w3.org/XML/1998/namespace"/>
    <ds:schemaRef ds:uri="http://purl.org/dc/dcmitype/"/>
  </ds:schemaRefs>
</ds:datastoreItem>
</file>

<file path=customXml/itemProps2.xml><?xml version="1.0" encoding="utf-8"?>
<ds:datastoreItem xmlns:ds="http://schemas.openxmlformats.org/officeDocument/2006/customXml" ds:itemID="{60E89AE9-096C-4008-8F14-FF16F0553995}">
  <ds:schemaRefs>
    <ds:schemaRef ds:uri="http://schemas.microsoft.com/sharepoint/v3/contenttype/forms"/>
  </ds:schemaRefs>
</ds:datastoreItem>
</file>

<file path=customXml/itemProps3.xml><?xml version="1.0" encoding="utf-8"?>
<ds:datastoreItem xmlns:ds="http://schemas.openxmlformats.org/officeDocument/2006/customXml" ds:itemID="{4B24268E-E521-45F5-86EA-AB0C5A16D38D}"/>
</file>

<file path=docMetadata/LabelInfo.xml><?xml version="1.0" encoding="utf-8"?>
<clbl:labelList xmlns:clbl="http://schemas.microsoft.com/office/2020/mipLabelMetadata">
  <clbl:label id="{bfd0b529-4a04-4616-88d2-531082d94bb8}" enabled="1" method="Standard" siteId="{e1f8af86-ee95-4718-bd0d-375b37366c83}" removed="0"/>
</clbl:labelList>
</file>

<file path=docProps/app.xml><?xml version="1.0" encoding="utf-8"?>
<Properties xmlns="http://schemas.openxmlformats.org/officeDocument/2006/extended-properties" xmlns:vt="http://schemas.openxmlformats.org/officeDocument/2006/docPropsVTypes">
  <TotalTime>49</TotalTime>
  <Words>10528</Words>
  <Application>Microsoft Office PowerPoint</Application>
  <PresentationFormat>Widescreen</PresentationFormat>
  <Paragraphs>2591</Paragraphs>
  <Slides>67</Slides>
  <Notes>27</Notes>
  <HiddenSlides>29</HiddenSlides>
  <MMClips>0</MMClips>
  <ScaleCrop>false</ScaleCrop>
  <HeadingPairs>
    <vt:vector size="8" baseType="variant">
      <vt:variant>
        <vt:lpstr>Fonts Used</vt:lpstr>
      </vt:variant>
      <vt:variant>
        <vt:i4>18</vt:i4>
      </vt:variant>
      <vt:variant>
        <vt:lpstr>Theme</vt:lpstr>
      </vt:variant>
      <vt:variant>
        <vt:i4>6</vt:i4>
      </vt:variant>
      <vt:variant>
        <vt:lpstr>Embedded OLE Servers</vt:lpstr>
      </vt:variant>
      <vt:variant>
        <vt:i4>4</vt:i4>
      </vt:variant>
      <vt:variant>
        <vt:lpstr>Slide Titles</vt:lpstr>
      </vt:variant>
      <vt:variant>
        <vt:i4>67</vt:i4>
      </vt:variant>
    </vt:vector>
  </HeadingPairs>
  <TitlesOfParts>
    <vt:vector size="95" baseType="lpstr">
      <vt:lpstr>Arial,Sans-Serif</vt:lpstr>
      <vt:lpstr>等线</vt:lpstr>
      <vt:lpstr>等线</vt:lpstr>
      <vt:lpstr>OPPOSans M</vt:lpstr>
      <vt:lpstr>SimSun</vt:lpstr>
      <vt:lpstr>Aptos</vt:lpstr>
      <vt:lpstr>Arial</vt:lpstr>
      <vt:lpstr>BISans</vt:lpstr>
      <vt:lpstr>BISansCond</vt:lpstr>
      <vt:lpstr>BISansOpti</vt:lpstr>
      <vt:lpstr>Boehringer Forward Head</vt:lpstr>
      <vt:lpstr>Boehringer Forward Text</vt:lpstr>
      <vt:lpstr>Calibri</vt:lpstr>
      <vt:lpstr>Courier New</vt:lpstr>
      <vt:lpstr>Segoe UI</vt:lpstr>
      <vt:lpstr>Symbol</vt:lpstr>
      <vt:lpstr>Verdana</vt:lpstr>
      <vt:lpstr>Wingdings</vt:lpstr>
      <vt:lpstr>1_Boehringer Ingelheim 16:9</vt:lpstr>
      <vt:lpstr>4_Boehringer Ingelheim 16:9</vt:lpstr>
      <vt:lpstr>9_Boehringer Ingelheim 16:9</vt:lpstr>
      <vt:lpstr>2_Boehringer Ingelheim 16:9</vt:lpstr>
      <vt:lpstr>5_Boehringer Ingelheim 16:9</vt:lpstr>
      <vt:lpstr>Boehringer Ingelheim 16:9</vt:lpstr>
      <vt:lpstr>think-cell 幻灯片</vt:lpstr>
      <vt:lpstr>think-cell Folie</vt:lpstr>
      <vt:lpstr>think-cell Slide</vt:lpstr>
      <vt:lpstr>Worksheet</vt:lpstr>
      <vt:lpstr>Portfolio Executive Committee (PEC) Review Meeting  TA INFL</vt:lpstr>
      <vt:lpstr>Part II: Pipeline Update</vt:lpstr>
      <vt:lpstr>PowerPoint Presentation</vt:lpstr>
      <vt:lpstr>TA INFL Portfolio Summary - PMS Studies</vt:lpstr>
      <vt:lpstr>Study Status</vt:lpstr>
      <vt:lpstr>Mature Product/PMS Overview – INFL(Neradomilast)</vt:lpstr>
      <vt:lpstr>Mature Product/PMS Overview – INFL(OFEV)</vt:lpstr>
      <vt:lpstr>Follow-up action</vt:lpstr>
      <vt:lpstr>Mature Product Overview – INFL</vt:lpstr>
      <vt:lpstr>Mature Product Overview – INFL</vt:lpstr>
      <vt:lpstr>Update Nerandomilast</vt:lpstr>
      <vt:lpstr>Overview: China Development Plan - Nerandomilast</vt:lpstr>
      <vt:lpstr>CCDS/China LPI update</vt:lpstr>
      <vt:lpstr>Nerandomilast (PDE4b inhibitor): Idiopathic Pulmonary Fibrosis(IPF) and Progressive Pulmonary Fibrosis (PPF) Development Plan</vt:lpstr>
      <vt:lpstr>PowerPoint Presentation</vt:lpstr>
      <vt:lpstr>China Level Report: recruitment</vt:lpstr>
      <vt:lpstr>PowerPoint Presentation</vt:lpstr>
      <vt:lpstr>PowerPoint Presentation</vt:lpstr>
      <vt:lpstr>Ongoing: Nerandomilast (PDE4b inhibitor): Systemic Sclerosis (SSc) Development Plan</vt:lpstr>
      <vt:lpstr>Ongoing: Nerandomilast (PDE4b inhibitor): Idiopathic Inflammatory Myopathies (IIM) Development Plan</vt:lpstr>
      <vt:lpstr>Summary of HAI feedbacks, risks and mitigation plan</vt:lpstr>
      <vt:lpstr>Summary of HAI feedbacks from FDA/EMA/PMDA</vt:lpstr>
      <vt:lpstr>Update Verducatib</vt:lpstr>
      <vt:lpstr>Verducatib/BI 1291583 (DPP-1 inhibitor): Bronchiectasis</vt:lpstr>
      <vt:lpstr>Global Recruitment (by Apr 20th, 2026)</vt:lpstr>
      <vt:lpstr>Local Recruitment (by Apr 20th, 2026)</vt:lpstr>
      <vt:lpstr>Status Update:  New Indication(s) Evaluation for Verducatib Ongoing</vt:lpstr>
      <vt:lpstr>Update Spesolimab</vt:lpstr>
      <vt:lpstr>Overview: China Development Plan - Spesolimab</vt:lpstr>
      <vt:lpstr>PowerPoint Presentation</vt:lpstr>
      <vt:lpstr>Spesolimab (Anti-IL36R): Pyoderma Gangrenosum (PG) </vt:lpstr>
      <vt:lpstr>Spesolimab (Anti-IL36R): Pyoderma Gangrenosum (PG) </vt:lpstr>
      <vt:lpstr>Global Recruitment Curve</vt:lpstr>
      <vt:lpstr>China recruitment Curve</vt:lpstr>
      <vt:lpstr>Challenges and actions for PG Ph III study enrollment </vt:lpstr>
      <vt:lpstr>Update Early Pipeline</vt:lpstr>
      <vt:lpstr>Early Assets Overview   </vt:lpstr>
      <vt:lpstr>cGASi in SLE Ph2 (1509-0004) Global and China Timeline</vt:lpstr>
      <vt:lpstr>PowerPoint Presentation</vt:lpstr>
      <vt:lpstr>PowerPoint Presentation</vt:lpstr>
      <vt:lpstr>Ongoing: BI 1819479 (Autotaxin inhibitor): IPF/ PPF </vt:lpstr>
      <vt:lpstr>BI 3000202 (cGASi): Program Overview</vt:lpstr>
      <vt:lpstr>Overview of the Early Assets for China Integration -Studies to initiate by 2028</vt:lpstr>
      <vt:lpstr>Back-up</vt:lpstr>
      <vt:lpstr>SPEVIGO® (Spesolimab): - License out</vt:lpstr>
      <vt:lpstr>PowerPoint Presentation</vt:lpstr>
      <vt:lpstr>PowerPoint Presentation</vt:lpstr>
      <vt:lpstr>PowerPoint Presentation</vt:lpstr>
      <vt:lpstr>PowerPoint Presentation</vt:lpstr>
      <vt:lpstr>China is the current Top 1 recruiter  (cut-off date: Sep 15, 2025)</vt:lpstr>
      <vt:lpstr>1397-0014 Amendment for the inclusion of adolescents LCI</vt:lpstr>
      <vt:lpstr>1397-0018 trial (OLE) design (tbd Airtivity-on) Long term safety and efficacy of BI 1291583 in patients with bronchiectasis </vt:lpstr>
      <vt:lpstr>Key assessments AIRTIVITY  vs OLE trial comparison</vt:lpstr>
      <vt:lpstr>NDA Submission Strategy Snapshot</vt:lpstr>
      <vt:lpstr>BI 1291583/verducatib (CatC/DPP-1 inhibitor): Bronchiectasis</vt:lpstr>
      <vt:lpstr>Verducatib – Approval timeline in focus countries (adults + adols) (not finalized for socialization)</vt:lpstr>
      <vt:lpstr>PowerPoint Presentation</vt:lpstr>
      <vt:lpstr>NDA scenario analysis</vt:lpstr>
      <vt:lpstr>Next step actions – mitagation plan To support global adolescent (and CF) recruitment</vt:lpstr>
      <vt:lpstr>In-Class Competitor landscape in NCFBE/ ‘One’ BE</vt:lpstr>
      <vt:lpstr>Competitor landscape beyond DPP1 inhibitors in NCFBE/ ‘One’ BE</vt:lpstr>
      <vt:lpstr>PowerPoint Presentation</vt:lpstr>
      <vt:lpstr>Local strategy to move forward… (draft)</vt:lpstr>
      <vt:lpstr>BI 3000202 (cGAS inhi) in SLE (1509-0004, ph2) Timeline / Current status_7Jan2026</vt:lpstr>
      <vt:lpstr>Interaction to align with CDE on China participating in the Global Phase II trial of BI 3000202 in SLE – submitted on 27 May 2025</vt:lpstr>
      <vt:lpstr>Leading PI  endorsed by ad hoc PEC (9th Oct) </vt:lpstr>
      <vt:lpstr>BI 3000202 (cGASi) in SLE (slide under preparation)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Zhu,Julia (HP Medicine) BII-CN-S</dc:creator>
  <cp:lastModifiedBy>Li,Yuting (HP Medicine) BII-CN-S</cp:lastModifiedBy>
  <cp:revision>1</cp:revision>
  <dcterms:created xsi:type="dcterms:W3CDTF">2023-11-09T09:11:57Z</dcterms:created>
  <dcterms:modified xsi:type="dcterms:W3CDTF">2026-05-13T06:31:06Z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0x010100B9242DF3D1D04D43AAE539FB642C880D</vt:lpwstr>
  </property>
  <property fmtid="{D5CDD505-2E9C-101B-9397-08002B2CF9AE}" pid="3" name="MediaServiceImageTags">
    <vt:lpwstr/>
  </property>
  <property fmtid="{D5CDD505-2E9C-101B-9397-08002B2CF9AE}" pid="4" name="Order">
    <vt:r8>210300</vt:r8>
  </property>
  <property fmtid="{D5CDD505-2E9C-101B-9397-08002B2CF9AE}" pid="5" name="xd_Signature">
    <vt:bool>false</vt:bool>
  </property>
  <property fmtid="{D5CDD505-2E9C-101B-9397-08002B2CF9AE}" pid="6" name="xd_ProgID">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ies>
</file>