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6.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theme/theme7.xml" ContentType="application/vnd.openxmlformats-officedocument.theme+xml"/>
  <Override PartName="/ppt/tags/tag8.xml" ContentType="application/vnd.openxmlformats-officedocument.presentationml.tags+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8.xml" ContentType="application/vnd.openxmlformats-officedocument.theme+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theme/theme9.xml" ContentType="application/vnd.openxmlformats-officedocument.theme+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theme/theme10.xml" ContentType="application/vnd.openxmlformats-officedocument.theme+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11.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12.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theme/theme13.xml" ContentType="application/vnd.openxmlformats-officedocument.theme+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14.xml" ContentType="application/vnd.openxmlformats-officedocument.theme+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4"/>
    <p:sldMasterId id="2147483715" r:id="rId5"/>
    <p:sldMasterId id="2147483756" r:id="rId6"/>
    <p:sldMasterId id="2147483872" r:id="rId7"/>
    <p:sldMasterId id="2147484010" r:id="rId8"/>
    <p:sldMasterId id="2147484468" r:id="rId9"/>
    <p:sldMasterId id="2147484496" r:id="rId10"/>
    <p:sldMasterId id="2147484529" r:id="rId11"/>
    <p:sldMasterId id="2147484595" r:id="rId12"/>
    <p:sldMasterId id="2147484618" r:id="rId13"/>
    <p:sldMasterId id="2147484641" r:id="rId14"/>
    <p:sldMasterId id="2147484701" r:id="rId15"/>
    <p:sldMasterId id="2147484724" r:id="rId16"/>
    <p:sldMasterId id="2147485141" r:id="rId17"/>
    <p:sldMasterId id="2147485180" r:id="rId18"/>
  </p:sldMasterIdLst>
  <p:notesMasterIdLst>
    <p:notesMasterId r:id="rId30"/>
  </p:notesMasterIdLst>
  <p:sldIdLst>
    <p:sldId id="9860" r:id="rId19"/>
    <p:sldId id="2147482554" r:id="rId20"/>
    <p:sldId id="2147482548" r:id="rId21"/>
    <p:sldId id="2147479844" r:id="rId22"/>
    <p:sldId id="2147482549" r:id="rId23"/>
    <p:sldId id="2147482550" r:id="rId24"/>
    <p:sldId id="9846" r:id="rId25"/>
    <p:sldId id="2147482555" r:id="rId26"/>
    <p:sldId id="2147479944" r:id="rId27"/>
    <p:sldId id="287" r:id="rId28"/>
    <p:sldId id="2147474058"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u,Julia (HP Medicine) BII-CN-S" initials="Z(MB" lastIdx="1" clrIdx="0">
    <p:extLst>
      <p:ext uri="{19B8F6BF-5375-455C-9EA6-DF929625EA0E}">
        <p15:presenceInfo xmlns:p15="http://schemas.microsoft.com/office/powerpoint/2012/main" userId="S-1-5-21-606747145-789336058-1417001333-156937" providerId="AD"/>
      </p:ext>
    </p:extLst>
  </p:cmAuthor>
  <p:cmAuthor id="2" name="Dai,Dr.,Chris (HP Medicine) BII-CN-S" initials="D(MBCS" lastIdx="1" clrIdx="1">
    <p:extLst>
      <p:ext uri="{19B8F6BF-5375-455C-9EA6-DF929625EA0E}">
        <p15:presenceInfo xmlns:p15="http://schemas.microsoft.com/office/powerpoint/2012/main" userId="S::chris.dai@boehringer-ingelheim.com::3e58a745-3dd4-4a16-bba7-0132b90feb2d" providerId="AD"/>
      </p:ext>
    </p:extLst>
  </p:cmAuthor>
  <p:cmAuthor id="3" name="Rong,Anne (MED CD&amp;O) BII-CN-S" initials="RB" lastIdx="2" clrIdx="2">
    <p:extLst>
      <p:ext uri="{19B8F6BF-5375-455C-9EA6-DF929625EA0E}">
        <p15:presenceInfo xmlns:p15="http://schemas.microsoft.com/office/powerpoint/2012/main" userId="S::anne.rong@boehringer-ingelheim.com::b3ae8519-173b-4255-a343-2058dd6eeda3" providerId="AD"/>
      </p:ext>
    </p:extLst>
  </p:cmAuthor>
  <p:cmAuthor id="4" name="Lu,Dr.,Jiaqi (HP Medicine) BII-CN-S" initials="L(MBCS" lastIdx="5" clrIdx="3">
    <p:extLst>
      <p:ext uri="{19B8F6BF-5375-455C-9EA6-DF929625EA0E}">
        <p15:presenceInfo xmlns:p15="http://schemas.microsoft.com/office/powerpoint/2012/main" userId="S::jiaqi.lu@boehringer-ingelheim.com::8b183601-9cff-443d-8730-90ebdb48edb2" providerId="AD"/>
      </p:ext>
    </p:extLst>
  </p:cmAuthor>
  <p:cmAuthor id="5" name="Wang,Ellen (HP Med RA) BII-CN-S" initials="W(MRBCS" lastIdx="2" clrIdx="4">
    <p:extLst>
      <p:ext uri="{19B8F6BF-5375-455C-9EA6-DF929625EA0E}">
        <p15:presenceInfo xmlns:p15="http://schemas.microsoft.com/office/powerpoint/2012/main" userId="S::ellen.wang@boehringer-ingelheim.com::5967afe9-bd19-43f0-8cd6-72ce80b7474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E6CF"/>
    <a:srgbClr val="E6E6E6"/>
    <a:srgbClr val="000000"/>
    <a:srgbClr val="4573C4"/>
    <a:srgbClr val="FBEBDF"/>
    <a:srgbClr val="EBF1DE"/>
    <a:srgbClr val="E9EBF5"/>
    <a:srgbClr val="009644"/>
    <a:srgbClr val="0000CC"/>
    <a:srgbClr val="649A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r.,Jiaqi (HP Medicine) BII-CN-S" userId="8b183601-9cff-443d-8730-90ebdb48edb2" providerId="ADAL" clId="{9D4FB8D2-97BC-4F73-85B3-A37F17D3DA60}"/>
    <pc:docChg chg="undo redo custSel addSld delSld modSld sldOrd delMainMaster">
      <pc:chgData name="Lu,Dr.,Jiaqi (HP Medicine) BII-CN-S" userId="8b183601-9cff-443d-8730-90ebdb48edb2" providerId="ADAL" clId="{9D4FB8D2-97BC-4F73-85B3-A37F17D3DA60}" dt="2024-01-12T01:03:18.874" v="479" actId="20577"/>
      <pc:docMkLst>
        <pc:docMk/>
      </pc:docMkLst>
      <pc:sldChg chg="modSp mod">
        <pc:chgData name="Lu,Dr.,Jiaqi (HP Medicine) BII-CN-S" userId="8b183601-9cff-443d-8730-90ebdb48edb2" providerId="ADAL" clId="{9D4FB8D2-97BC-4F73-85B3-A37F17D3DA60}" dt="2024-01-11T06:56:00.573" v="433" actId="20577"/>
        <pc:sldMkLst>
          <pc:docMk/>
          <pc:sldMk cId="2320999191" sldId="9846"/>
        </pc:sldMkLst>
      </pc:sldChg>
      <pc:sldChg chg="modSp mod">
        <pc:chgData name="Lu,Dr.,Jiaqi (HP Medicine) BII-CN-S" userId="8b183601-9cff-443d-8730-90ebdb48edb2" providerId="ADAL" clId="{9D4FB8D2-97BC-4F73-85B3-A37F17D3DA60}" dt="2024-01-10T07:46:21.901" v="4" actId="20577"/>
        <pc:sldMkLst>
          <pc:docMk/>
          <pc:sldMk cId="2133848475" sldId="9860"/>
        </pc:sldMkLst>
      </pc:sldChg>
      <pc:sldChg chg="del">
        <pc:chgData name="Lu,Dr.,Jiaqi (HP Medicine) BII-CN-S" userId="8b183601-9cff-443d-8730-90ebdb48edb2" providerId="ADAL" clId="{9D4FB8D2-97BC-4F73-85B3-A37F17D3DA60}" dt="2024-01-10T07:54:09.503" v="323" actId="47"/>
        <pc:sldMkLst>
          <pc:docMk/>
          <pc:sldMk cId="2033588695" sldId="9861"/>
        </pc:sldMkLst>
      </pc:sldChg>
      <pc:sldChg chg="del">
        <pc:chgData name="Lu,Dr.,Jiaqi (HP Medicine) BII-CN-S" userId="8b183601-9cff-443d-8730-90ebdb48edb2" providerId="ADAL" clId="{9D4FB8D2-97BC-4F73-85B3-A37F17D3DA60}" dt="2024-01-10T07:54:09.503" v="323" actId="47"/>
        <pc:sldMkLst>
          <pc:docMk/>
          <pc:sldMk cId="1841352628" sldId="9863"/>
        </pc:sldMkLst>
      </pc:sldChg>
      <pc:sldChg chg="del">
        <pc:chgData name="Lu,Dr.,Jiaqi (HP Medicine) BII-CN-S" userId="8b183601-9cff-443d-8730-90ebdb48edb2" providerId="ADAL" clId="{9D4FB8D2-97BC-4F73-85B3-A37F17D3DA60}" dt="2024-01-10T07:54:09.503" v="323" actId="47"/>
        <pc:sldMkLst>
          <pc:docMk/>
          <pc:sldMk cId="86456766" sldId="9868"/>
        </pc:sldMkLst>
      </pc:sldChg>
      <pc:sldChg chg="del">
        <pc:chgData name="Lu,Dr.,Jiaqi (HP Medicine) BII-CN-S" userId="8b183601-9cff-443d-8730-90ebdb48edb2" providerId="ADAL" clId="{9D4FB8D2-97BC-4F73-85B3-A37F17D3DA60}" dt="2024-01-10T07:54:09.503" v="323" actId="47"/>
        <pc:sldMkLst>
          <pc:docMk/>
          <pc:sldMk cId="327487348" sldId="9872"/>
        </pc:sldMkLst>
      </pc:sldChg>
      <pc:sldChg chg="del">
        <pc:chgData name="Lu,Dr.,Jiaqi (HP Medicine) BII-CN-S" userId="8b183601-9cff-443d-8730-90ebdb48edb2" providerId="ADAL" clId="{9D4FB8D2-97BC-4F73-85B3-A37F17D3DA60}" dt="2024-01-10T07:54:09.503" v="323" actId="47"/>
        <pc:sldMkLst>
          <pc:docMk/>
          <pc:sldMk cId="1382235640" sldId="9873"/>
        </pc:sldMkLst>
      </pc:sldChg>
      <pc:sldChg chg="del">
        <pc:chgData name="Lu,Dr.,Jiaqi (HP Medicine) BII-CN-S" userId="8b183601-9cff-443d-8730-90ebdb48edb2" providerId="ADAL" clId="{9D4FB8D2-97BC-4F73-85B3-A37F17D3DA60}" dt="2024-01-10T07:54:09.503" v="323" actId="47"/>
        <pc:sldMkLst>
          <pc:docMk/>
          <pc:sldMk cId="2382500558" sldId="9874"/>
        </pc:sldMkLst>
      </pc:sldChg>
      <pc:sldChg chg="add del ord">
        <pc:chgData name="Lu,Dr.,Jiaqi (HP Medicine) BII-CN-S" userId="8b183601-9cff-443d-8730-90ebdb48edb2" providerId="ADAL" clId="{9D4FB8D2-97BC-4F73-85B3-A37F17D3DA60}" dt="2024-01-10T07:54:25.091" v="329"/>
        <pc:sldMkLst>
          <pc:docMk/>
          <pc:sldMk cId="1346445457" sldId="2147473494"/>
        </pc:sldMkLst>
      </pc:sldChg>
      <pc:sldChg chg="addSp delSp modSp mod">
        <pc:chgData name="Lu,Dr.,Jiaqi (HP Medicine) BII-CN-S" userId="8b183601-9cff-443d-8730-90ebdb48edb2" providerId="ADAL" clId="{9D4FB8D2-97BC-4F73-85B3-A37F17D3DA60}" dt="2024-01-11T00:54:54.354" v="401" actId="20577"/>
        <pc:sldMkLst>
          <pc:docMk/>
          <pc:sldMk cId="4065766333" sldId="2147473496"/>
        </pc:sldMkLst>
      </pc:sldChg>
      <pc:sldChg chg="modSp add del mod">
        <pc:chgData name="Lu,Dr.,Jiaqi (HP Medicine) BII-CN-S" userId="8b183601-9cff-443d-8730-90ebdb48edb2" providerId="ADAL" clId="{9D4FB8D2-97BC-4F73-85B3-A37F17D3DA60}" dt="2024-01-12T01:03:18.874" v="479" actId="20577"/>
        <pc:sldMkLst>
          <pc:docMk/>
          <pc:sldMk cId="4139571931" sldId="2147473976"/>
        </pc:sldMkLst>
      </pc:sldChg>
      <pc:sldChg chg="del">
        <pc:chgData name="Lu,Dr.,Jiaqi (HP Medicine) BII-CN-S" userId="8b183601-9cff-443d-8730-90ebdb48edb2" providerId="ADAL" clId="{9D4FB8D2-97BC-4F73-85B3-A37F17D3DA60}" dt="2024-01-10T07:52:52.563" v="322" actId="47"/>
        <pc:sldMkLst>
          <pc:docMk/>
          <pc:sldMk cId="845624564" sldId="2147474040"/>
        </pc:sldMkLst>
      </pc:sldChg>
      <pc:sldChg chg="add del">
        <pc:chgData name="Lu,Dr.,Jiaqi (HP Medicine) BII-CN-S" userId="8b183601-9cff-443d-8730-90ebdb48edb2" providerId="ADAL" clId="{9D4FB8D2-97BC-4F73-85B3-A37F17D3DA60}" dt="2024-01-10T07:52:50.980" v="321" actId="47"/>
        <pc:sldMkLst>
          <pc:docMk/>
          <pc:sldMk cId="2669330181" sldId="2147474045"/>
        </pc:sldMkLst>
      </pc:sldChg>
      <pc:sldChg chg="del">
        <pc:chgData name="Lu,Dr.,Jiaqi (HP Medicine) BII-CN-S" userId="8b183601-9cff-443d-8730-90ebdb48edb2" providerId="ADAL" clId="{9D4FB8D2-97BC-4F73-85B3-A37F17D3DA60}" dt="2024-01-10T07:54:09.503" v="323" actId="47"/>
        <pc:sldMkLst>
          <pc:docMk/>
          <pc:sldMk cId="4156434101" sldId="2147474046"/>
        </pc:sldMkLst>
      </pc:sldChg>
      <pc:sldChg chg="add del">
        <pc:chgData name="Lu,Dr.,Jiaqi (HP Medicine) BII-CN-S" userId="8b183601-9cff-443d-8730-90ebdb48edb2" providerId="ADAL" clId="{9D4FB8D2-97BC-4F73-85B3-A37F17D3DA60}" dt="2024-01-10T07:47:19.097" v="7"/>
        <pc:sldMkLst>
          <pc:docMk/>
          <pc:sldMk cId="3383806524" sldId="2147474050"/>
        </pc:sldMkLst>
      </pc:sldChg>
      <pc:sldChg chg="add del">
        <pc:chgData name="Lu,Dr.,Jiaqi (HP Medicine) BII-CN-S" userId="8b183601-9cff-443d-8730-90ebdb48edb2" providerId="ADAL" clId="{9D4FB8D2-97BC-4F73-85B3-A37F17D3DA60}" dt="2024-01-10T07:47:39.843" v="11"/>
        <pc:sldMkLst>
          <pc:docMk/>
          <pc:sldMk cId="842653239" sldId="2147474051"/>
        </pc:sldMkLst>
      </pc:sldChg>
      <pc:sldChg chg="addSp delSp modSp add mod modShow">
        <pc:chgData name="Lu,Dr.,Jiaqi (HP Medicine) BII-CN-S" userId="8b183601-9cff-443d-8730-90ebdb48edb2" providerId="ADAL" clId="{9D4FB8D2-97BC-4F73-85B3-A37F17D3DA60}" dt="2024-01-11T06:55:06.663" v="432" actId="20577"/>
        <pc:sldMkLst>
          <pc:docMk/>
          <pc:sldMk cId="1220441037" sldId="2147474051"/>
        </pc:sldMkLst>
      </pc:sldChg>
      <pc:sldMasterChg chg="del delSldLayout">
        <pc:chgData name="Lu,Dr.,Jiaqi (HP Medicine) BII-CN-S" userId="8b183601-9cff-443d-8730-90ebdb48edb2" providerId="ADAL" clId="{9D4FB8D2-97BC-4F73-85B3-A37F17D3DA60}" dt="2024-01-10T07:54:09.503" v="323" actId="47"/>
        <pc:sldMasterMkLst>
          <pc:docMk/>
          <pc:sldMasterMk cId="150826861" sldId="2147484760"/>
        </pc:sldMasterMkLst>
        <pc:sldLayoutChg chg="del">
          <pc:chgData name="Lu,Dr.,Jiaqi (HP Medicine) BII-CN-S" userId="8b183601-9cff-443d-8730-90ebdb48edb2" providerId="ADAL" clId="{9D4FB8D2-97BC-4F73-85B3-A37F17D3DA60}" dt="2024-01-10T07:54:09.503" v="323" actId="47"/>
          <pc:sldLayoutMkLst>
            <pc:docMk/>
            <pc:sldMasterMk cId="150826861" sldId="2147484760"/>
            <pc:sldLayoutMk cId="3302933225" sldId="2147484761"/>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491639294" sldId="2147484762"/>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125251567" sldId="2147484763"/>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4098979314" sldId="2147484764"/>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58585056" sldId="2147484765"/>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483877725" sldId="2147484766"/>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264907829" sldId="2147484767"/>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936990286" sldId="2147484768"/>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502773830" sldId="2147484769"/>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511537035" sldId="2147484770"/>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104396756" sldId="2147484771"/>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4200128706" sldId="2147484772"/>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150518600" sldId="2147484773"/>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403119640" sldId="2147484774"/>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965015947" sldId="2147484775"/>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721497458" sldId="2147484776"/>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4162895927" sldId="2147484777"/>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78108909" sldId="2147484778"/>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189632887" sldId="2147484779"/>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188637960" sldId="2147484780"/>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986919526" sldId="2147484781"/>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61669064" sldId="2147484782"/>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441929734" sldId="2147484783"/>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13766955" sldId="2147484784"/>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58908411" sldId="2147484785"/>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993833753" sldId="2147484786"/>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984473329" sldId="2147484787"/>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749363806" sldId="2147484788"/>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887565799" sldId="2147484789"/>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9167376" sldId="2147484790"/>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355295423" sldId="2147484791"/>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591087181" sldId="2147484792"/>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830094185" sldId="2147484793"/>
          </pc:sldLayoutMkLst>
        </pc:sldLayoutChg>
        <pc:sldLayoutChg chg="del">
          <pc:chgData name="Lu,Dr.,Jiaqi (HP Medicine) BII-CN-S" userId="8b183601-9cff-443d-8730-90ebdb48edb2" providerId="ADAL" clId="{9D4FB8D2-97BC-4F73-85B3-A37F17D3DA60}" dt="2024-01-10T07:52:52.563" v="322" actId="47"/>
          <pc:sldLayoutMkLst>
            <pc:docMk/>
            <pc:sldMasterMk cId="150826861" sldId="2147484760"/>
            <pc:sldLayoutMk cId="3100341554" sldId="2147484794"/>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610806733" sldId="2147484795"/>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749272060" sldId="2147484796"/>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577572613" sldId="2147484797"/>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881584131" sldId="2147484798"/>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4078176356" sldId="2147484799"/>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361684661" sldId="2147484800"/>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418301054" sldId="2147484801"/>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597279598" sldId="2147484802"/>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315255306" sldId="2147484803"/>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2684339976" sldId="2147484804"/>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3128560459" sldId="2147484805"/>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836573413" sldId="2147484806"/>
          </pc:sldLayoutMkLst>
        </pc:sldLayoutChg>
        <pc:sldLayoutChg chg="del">
          <pc:chgData name="Lu,Dr.,Jiaqi (HP Medicine) BII-CN-S" userId="8b183601-9cff-443d-8730-90ebdb48edb2" providerId="ADAL" clId="{9D4FB8D2-97BC-4F73-85B3-A37F17D3DA60}" dt="2024-01-10T07:54:09.503" v="323" actId="47"/>
          <pc:sldLayoutMkLst>
            <pc:docMk/>
            <pc:sldMasterMk cId="150826861" sldId="2147484760"/>
            <pc:sldLayoutMk cId="102132809" sldId="2147484807"/>
          </pc:sldLayoutMkLst>
        </pc:sldLayoutChg>
      </pc:sldMasterChg>
      <pc:sldMasterChg chg="del delSldLayout">
        <pc:chgData name="Lu,Dr.,Jiaqi (HP Medicine) BII-CN-S" userId="8b183601-9cff-443d-8730-90ebdb48edb2" providerId="ADAL" clId="{9D4FB8D2-97BC-4F73-85B3-A37F17D3DA60}" dt="2024-01-10T07:54:22.121" v="326" actId="47"/>
        <pc:sldMasterMkLst>
          <pc:docMk/>
          <pc:sldMasterMk cId="3928979351" sldId="2147484808"/>
        </pc:sldMasterMkLst>
        <pc:sldLayoutChg chg="del">
          <pc:chgData name="Lu,Dr.,Jiaqi (HP Medicine) BII-CN-S" userId="8b183601-9cff-443d-8730-90ebdb48edb2" providerId="ADAL" clId="{9D4FB8D2-97BC-4F73-85B3-A37F17D3DA60}" dt="2024-01-10T07:54:22.121" v="326" actId="47"/>
          <pc:sldLayoutMkLst>
            <pc:docMk/>
            <pc:sldMasterMk cId="3928979351" sldId="2147484808"/>
            <pc:sldLayoutMk cId="101962197" sldId="2147484809"/>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511142699" sldId="2147484810"/>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156042134" sldId="2147484811"/>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851975325" sldId="2147484812"/>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017306885" sldId="2147484813"/>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212350447" sldId="2147484814"/>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603384011" sldId="2147484815"/>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363520" sldId="2147484816"/>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960723417" sldId="2147484817"/>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655133804" sldId="2147484818"/>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56201747" sldId="2147484819"/>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238716479" sldId="2147484820"/>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598595733" sldId="2147484821"/>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20502044" sldId="2147484822"/>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114799787" sldId="2147484823"/>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566886844" sldId="2147484824"/>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239933539" sldId="2147484825"/>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105630709" sldId="2147484826"/>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234718338" sldId="2147484827"/>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203387037" sldId="2147484828"/>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784046770" sldId="2147484829"/>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347336835" sldId="2147484830"/>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525108706" sldId="2147484831"/>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843555146" sldId="2147484832"/>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256140301" sldId="2147484833"/>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754525208" sldId="2147484834"/>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004378963" sldId="2147484835"/>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155113856" sldId="2147484836"/>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822405378" sldId="2147484837"/>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762597766" sldId="2147484838"/>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096651688" sldId="2147484839"/>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2525377323" sldId="2147484840"/>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3721564073" sldId="2147484841"/>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1067770733" sldId="2147484842"/>
          </pc:sldLayoutMkLst>
        </pc:sldLayoutChg>
        <pc:sldLayoutChg chg="del">
          <pc:chgData name="Lu,Dr.,Jiaqi (HP Medicine) BII-CN-S" userId="8b183601-9cff-443d-8730-90ebdb48edb2" providerId="ADAL" clId="{9D4FB8D2-97BC-4F73-85B3-A37F17D3DA60}" dt="2024-01-10T07:54:22.121" v="326" actId="47"/>
          <pc:sldLayoutMkLst>
            <pc:docMk/>
            <pc:sldMasterMk cId="3928979351" sldId="2147484808"/>
            <pc:sldLayoutMk cId="469584618" sldId="2147484843"/>
          </pc:sldLayoutMkLst>
        </pc:sldLayoutChg>
      </pc:sldMasterChg>
    </pc:docChg>
  </pc:docChgLst>
  <pc:docChgLst>
    <pc:chgData name="Bao,Leo (HP Medicine) BII-CN-S" userId="S::leo_2.bao@boehringer-ingelheim.com::304d67f6-22b5-442d-b505-93f46686c546" providerId="AD" clId="Web-{A24E479B-978B-C8C8-4539-026F04FDF7D5}"/>
    <pc:docChg chg="modSld">
      <pc:chgData name="Bao,Leo (HP Medicine) BII-CN-S" userId="S::leo_2.bao@boehringer-ingelheim.com::304d67f6-22b5-442d-b505-93f46686c546" providerId="AD" clId="Web-{A24E479B-978B-C8C8-4539-026F04FDF7D5}" dt="2024-04-24T11:25:00.048" v="7" actId="20577"/>
      <pc:docMkLst>
        <pc:docMk/>
      </pc:docMkLst>
      <pc:sldChg chg="modSp">
        <pc:chgData name="Bao,Leo (HP Medicine) BII-CN-S" userId="S::leo_2.bao@boehringer-ingelheim.com::304d67f6-22b5-442d-b505-93f46686c546" providerId="AD" clId="Web-{A24E479B-978B-C8C8-4539-026F04FDF7D5}" dt="2024-04-24T11:25:00.048" v="7" actId="20577"/>
        <pc:sldMkLst>
          <pc:docMk/>
          <pc:sldMk cId="687388245" sldId="2147482555"/>
        </pc:sldMkLst>
      </pc:sldChg>
    </pc:docChg>
  </pc:docChgLst>
  <pc:docChgLst>
    <pc:chgData name="Sun,Gloria (HP Medicine) BII-CN-S" userId="S::gloria.sun@boehringer-ingelheim.com::4691641c-d30d-434b-a83d-ab861776dcd2" providerId="AD" clId="Web-{EC6B8CD0-6CAA-C0D8-DCB6-A1A1B77F8184}"/>
    <pc:docChg chg="modSld">
      <pc:chgData name="Sun,Gloria (HP Medicine) BII-CN-S" userId="S::gloria.sun@boehringer-ingelheim.com::4691641c-d30d-434b-a83d-ab861776dcd2" providerId="AD" clId="Web-{EC6B8CD0-6CAA-C0D8-DCB6-A1A1B77F8184}" dt="2024-03-20T09:53:55.049" v="533"/>
      <pc:docMkLst>
        <pc:docMk/>
      </pc:docMkLst>
      <pc:sldChg chg="modSp">
        <pc:chgData name="Sun,Gloria (HP Medicine) BII-CN-S" userId="S::gloria.sun@boehringer-ingelheim.com::4691641c-d30d-434b-a83d-ab861776dcd2" providerId="AD" clId="Web-{EC6B8CD0-6CAA-C0D8-DCB6-A1A1B77F8184}" dt="2024-03-20T09:53:55.049" v="533"/>
        <pc:sldMkLst>
          <pc:docMk/>
          <pc:sldMk cId="2391408898" sldId="2147479943"/>
        </pc:sldMkLst>
      </pc:sldChg>
    </pc:docChg>
  </pc:docChgLst>
  <pc:docChgLst>
    <pc:chgData name="Sun,Gloria (HP Medicine) BII-CN-S" userId="4691641c-d30d-434b-a83d-ab861776dcd2" providerId="ADAL" clId="{4F99910C-EBD2-4272-9EAD-C88DF6E21A0A}"/>
    <pc:docChg chg="undo custSel addSld delSld">
      <pc:chgData name="Sun,Gloria (HP Medicine) BII-CN-S" userId="4691641c-d30d-434b-a83d-ab861776dcd2" providerId="ADAL" clId="{4F99910C-EBD2-4272-9EAD-C88DF6E21A0A}" dt="2023-11-15T02:25:58.256" v="2" actId="2696"/>
      <pc:docMkLst>
        <pc:docMk/>
      </pc:docMkLst>
      <pc:sldChg chg="del">
        <pc:chgData name="Sun,Gloria (HP Medicine) BII-CN-S" userId="4691641c-d30d-434b-a83d-ab861776dcd2" providerId="ADAL" clId="{4F99910C-EBD2-4272-9EAD-C88DF6E21A0A}" dt="2023-11-15T02:25:58.256" v="2" actId="2696"/>
        <pc:sldMkLst>
          <pc:docMk/>
          <pc:sldMk cId="3526969181" sldId="2147473497"/>
        </pc:sldMkLst>
      </pc:sldChg>
      <pc:sldChg chg="new del">
        <pc:chgData name="Sun,Gloria (HP Medicine) BII-CN-S" userId="4691641c-d30d-434b-a83d-ab861776dcd2" providerId="ADAL" clId="{4F99910C-EBD2-4272-9EAD-C88DF6E21A0A}" dt="2023-11-15T02:17:31.359" v="1" actId="680"/>
        <pc:sldMkLst>
          <pc:docMk/>
          <pc:sldMk cId="4060098378" sldId="2147473498"/>
        </pc:sldMkLst>
      </pc:sldChg>
    </pc:docChg>
  </pc:docChgLst>
  <pc:docChgLst>
    <pc:chgData name="Zhu,Julia (HP Medicine) BII-CN-S" userId="S::julia_2.zhu@boehringer-ingelheim.com::03b5dd03-9d84-43b3-85a3-94d8f7e7e050" providerId="AD" clId="Web-{64F97F32-5F17-CD74-B5C4-FC3A8BF9C038}"/>
    <pc:docChg chg="sldOrd">
      <pc:chgData name="Zhu,Julia (HP Medicine) BII-CN-S" userId="S::julia_2.zhu@boehringer-ingelheim.com::03b5dd03-9d84-43b3-85a3-94d8f7e7e050" providerId="AD" clId="Web-{64F97F32-5F17-CD74-B5C4-FC3A8BF9C038}" dt="2023-12-19T10:00:54.148" v="0"/>
      <pc:docMkLst>
        <pc:docMk/>
      </pc:docMkLst>
      <pc:sldChg chg="ord">
        <pc:chgData name="Zhu,Julia (HP Medicine) BII-CN-S" userId="S::julia_2.zhu@boehringer-ingelheim.com::03b5dd03-9d84-43b3-85a3-94d8f7e7e050" providerId="AD" clId="Web-{64F97F32-5F17-CD74-B5C4-FC3A8BF9C038}" dt="2023-12-19T10:00:54.148" v="0"/>
        <pc:sldMkLst>
          <pc:docMk/>
          <pc:sldMk cId="1841352628" sldId="9863"/>
        </pc:sldMkLst>
      </pc:sldChg>
    </pc:docChg>
  </pc:docChgLst>
  <pc:docChgLst>
    <pc:chgData name="Lu,Dr.,Jiaqi (HP Medicine) BII-CN-S" userId="8b183601-9cff-443d-8730-90ebdb48edb2" providerId="ADAL" clId="{B05D8DEA-DC4A-42B0-B98B-ABC1A7110CDE}"/>
    <pc:docChg chg="undo custSel addSld delSld modSld">
      <pc:chgData name="Lu,Dr.,Jiaqi (HP Medicine) BII-CN-S" userId="8b183601-9cff-443d-8730-90ebdb48edb2" providerId="ADAL" clId="{B05D8DEA-DC4A-42B0-B98B-ABC1A7110CDE}" dt="2023-12-18T00:38:04.850" v="138" actId="729"/>
      <pc:docMkLst>
        <pc:docMk/>
      </pc:docMkLst>
      <pc:sldChg chg="add mod modShow">
        <pc:chgData name="Lu,Dr.,Jiaqi (HP Medicine) BII-CN-S" userId="8b183601-9cff-443d-8730-90ebdb48edb2" providerId="ADAL" clId="{B05D8DEA-DC4A-42B0-B98B-ABC1A7110CDE}" dt="2023-12-18T00:38:04.850" v="138" actId="729"/>
        <pc:sldMkLst>
          <pc:docMk/>
          <pc:sldMk cId="2033588695" sldId="9861"/>
        </pc:sldMkLst>
      </pc:sldChg>
      <pc:sldChg chg="add mod modShow">
        <pc:chgData name="Lu,Dr.,Jiaqi (HP Medicine) BII-CN-S" userId="8b183601-9cff-443d-8730-90ebdb48edb2" providerId="ADAL" clId="{B05D8DEA-DC4A-42B0-B98B-ABC1A7110CDE}" dt="2023-12-18T00:38:04.850" v="138" actId="729"/>
        <pc:sldMkLst>
          <pc:docMk/>
          <pc:sldMk cId="1841352628" sldId="9863"/>
        </pc:sldMkLst>
      </pc:sldChg>
      <pc:sldChg chg="add mod modShow">
        <pc:chgData name="Lu,Dr.,Jiaqi (HP Medicine) BII-CN-S" userId="8b183601-9cff-443d-8730-90ebdb48edb2" providerId="ADAL" clId="{B05D8DEA-DC4A-42B0-B98B-ABC1A7110CDE}" dt="2023-12-18T00:38:04.850" v="138" actId="729"/>
        <pc:sldMkLst>
          <pc:docMk/>
          <pc:sldMk cId="86456766" sldId="9868"/>
        </pc:sldMkLst>
      </pc:sldChg>
      <pc:sldChg chg="add mod modShow">
        <pc:chgData name="Lu,Dr.,Jiaqi (HP Medicine) BII-CN-S" userId="8b183601-9cff-443d-8730-90ebdb48edb2" providerId="ADAL" clId="{B05D8DEA-DC4A-42B0-B98B-ABC1A7110CDE}" dt="2023-12-18T00:38:04.850" v="138" actId="729"/>
        <pc:sldMkLst>
          <pc:docMk/>
          <pc:sldMk cId="327487348" sldId="9872"/>
        </pc:sldMkLst>
      </pc:sldChg>
      <pc:sldChg chg="add mod modShow">
        <pc:chgData name="Lu,Dr.,Jiaqi (HP Medicine) BII-CN-S" userId="8b183601-9cff-443d-8730-90ebdb48edb2" providerId="ADAL" clId="{B05D8DEA-DC4A-42B0-B98B-ABC1A7110CDE}" dt="2023-12-18T00:38:04.850" v="138" actId="729"/>
        <pc:sldMkLst>
          <pc:docMk/>
          <pc:sldMk cId="1382235640" sldId="9873"/>
        </pc:sldMkLst>
      </pc:sldChg>
      <pc:sldChg chg="add mod modShow">
        <pc:chgData name="Lu,Dr.,Jiaqi (HP Medicine) BII-CN-S" userId="8b183601-9cff-443d-8730-90ebdb48edb2" providerId="ADAL" clId="{B05D8DEA-DC4A-42B0-B98B-ABC1A7110CDE}" dt="2023-12-18T00:38:04.850" v="138" actId="729"/>
        <pc:sldMkLst>
          <pc:docMk/>
          <pc:sldMk cId="2382500558" sldId="9874"/>
        </pc:sldMkLst>
      </pc:sldChg>
      <pc:sldChg chg="mod modShow">
        <pc:chgData name="Lu,Dr.,Jiaqi (HP Medicine) BII-CN-S" userId="8b183601-9cff-443d-8730-90ebdb48edb2" providerId="ADAL" clId="{B05D8DEA-DC4A-42B0-B98B-ABC1A7110CDE}" dt="2023-12-17T12:43:06.780" v="137" actId="729"/>
        <pc:sldMkLst>
          <pc:docMk/>
          <pc:sldMk cId="1346445457" sldId="2147473494"/>
        </pc:sldMkLst>
      </pc:sldChg>
      <pc:sldChg chg="modSp mod">
        <pc:chgData name="Lu,Dr.,Jiaqi (HP Medicine) BII-CN-S" userId="8b183601-9cff-443d-8730-90ebdb48edb2" providerId="ADAL" clId="{B05D8DEA-DC4A-42B0-B98B-ABC1A7110CDE}" dt="2023-12-15T05:52:48.733" v="127" actId="1076"/>
        <pc:sldMkLst>
          <pc:docMk/>
          <pc:sldMk cId="845624564" sldId="2147474040"/>
        </pc:sldMkLst>
      </pc:sldChg>
      <pc:sldChg chg="new del">
        <pc:chgData name="Lu,Dr.,Jiaqi (HP Medicine) BII-CN-S" userId="8b183601-9cff-443d-8730-90ebdb48edb2" providerId="ADAL" clId="{B05D8DEA-DC4A-42B0-B98B-ABC1A7110CDE}" dt="2023-12-14T07:11:03.198" v="3" actId="680"/>
        <pc:sldMkLst>
          <pc:docMk/>
          <pc:sldMk cId="2333944871" sldId="2147474046"/>
        </pc:sldMkLst>
      </pc:sldChg>
      <pc:sldChg chg="new del">
        <pc:chgData name="Lu,Dr.,Jiaqi (HP Medicine) BII-CN-S" userId="8b183601-9cff-443d-8730-90ebdb48edb2" providerId="ADAL" clId="{B05D8DEA-DC4A-42B0-B98B-ABC1A7110CDE}" dt="2023-12-14T05:28:21.696" v="1" actId="680"/>
        <pc:sldMkLst>
          <pc:docMk/>
          <pc:sldMk cId="2602988811" sldId="2147474046"/>
        </pc:sldMkLst>
      </pc:sldChg>
      <pc:sldChg chg="delSp modSp new mod">
        <pc:chgData name="Lu,Dr.,Jiaqi (HP Medicine) BII-CN-S" userId="8b183601-9cff-443d-8730-90ebdb48edb2" providerId="ADAL" clId="{B05D8DEA-DC4A-42B0-B98B-ABC1A7110CDE}" dt="2023-12-17T12:42:13.391" v="136" actId="1076"/>
        <pc:sldMkLst>
          <pc:docMk/>
          <pc:sldMk cId="4156434101" sldId="2147474046"/>
        </pc:sldMkLst>
      </pc:sldChg>
    </pc:docChg>
  </pc:docChgLst>
  <pc:docChgLst>
    <pc:chgData name="Bao,Leo (HP Med Affairs) BII-CN-S" userId="304d67f6-22b5-442d-b505-93f46686c546" providerId="ADAL" clId="{9081ABFF-93A2-4ED1-96B0-08C8DB44B40E}"/>
    <pc:docChg chg="addSld delSld modSld">
      <pc:chgData name="Bao,Leo (HP Med Affairs) BII-CN-S" userId="304d67f6-22b5-442d-b505-93f46686c546" providerId="ADAL" clId="{9081ABFF-93A2-4ED1-96B0-08C8DB44B40E}" dt="2024-04-23T14:24:22.119" v="5" actId="47"/>
      <pc:docMkLst>
        <pc:docMk/>
      </pc:docMkLst>
      <pc:sldChg chg="del">
        <pc:chgData name="Bao,Leo (HP Med Affairs) BII-CN-S" userId="304d67f6-22b5-442d-b505-93f46686c546" providerId="ADAL" clId="{9081ABFF-93A2-4ED1-96B0-08C8DB44B40E}" dt="2024-04-23T14:24:22.119" v="5" actId="47"/>
        <pc:sldMkLst>
          <pc:docMk/>
          <pc:sldMk cId="431003635" sldId="2147479940"/>
        </pc:sldMkLst>
      </pc:sldChg>
      <pc:sldChg chg="new del">
        <pc:chgData name="Bao,Leo (HP Med Affairs) BII-CN-S" userId="304d67f6-22b5-442d-b505-93f46686c546" providerId="ADAL" clId="{9081ABFF-93A2-4ED1-96B0-08C8DB44B40E}" dt="2024-04-23T08:06:20.247" v="1" actId="47"/>
        <pc:sldMkLst>
          <pc:docMk/>
          <pc:sldMk cId="3291150810" sldId="2147479944"/>
        </pc:sldMkLst>
      </pc:sldChg>
      <pc:sldChg chg="add">
        <pc:chgData name="Bao,Leo (HP Med Affairs) BII-CN-S" userId="304d67f6-22b5-442d-b505-93f46686c546" providerId="ADAL" clId="{9081ABFF-93A2-4ED1-96B0-08C8DB44B40E}" dt="2024-04-23T14:24:16.996" v="4"/>
        <pc:sldMkLst>
          <pc:docMk/>
          <pc:sldMk cId="687388245" sldId="2147482555"/>
        </pc:sldMkLst>
      </pc:sldChg>
      <pc:sldChg chg="add del">
        <pc:chgData name="Bao,Leo (HP Med Affairs) BII-CN-S" userId="304d67f6-22b5-442d-b505-93f46686c546" providerId="ADAL" clId="{9081ABFF-93A2-4ED1-96B0-08C8DB44B40E}" dt="2024-04-23T14:24:16.912" v="3"/>
        <pc:sldMkLst>
          <pc:docMk/>
          <pc:sldMk cId="2836364390" sldId="2147482555"/>
        </pc:sldMkLst>
      </pc:sldChg>
    </pc:docChg>
  </pc:docChgLst>
  <pc:docChgLst>
    <pc:chgData name="Lu,Dr.,Jiaqi (HP Medicine) BII-CN-S" userId="8b183601-9cff-443d-8730-90ebdb48edb2" providerId="ADAL" clId="{5D201557-16E1-4377-9AFA-C500F27D556E}"/>
    <pc:docChg chg="undo custSel addSld delSld modSld sldOrd delMainMaster">
      <pc:chgData name="Lu,Dr.,Jiaqi (HP Medicine) BII-CN-S" userId="8b183601-9cff-443d-8730-90ebdb48edb2" providerId="ADAL" clId="{5D201557-16E1-4377-9AFA-C500F27D556E}" dt="2024-04-25T00:24:02.986" v="231" actId="1076"/>
      <pc:docMkLst>
        <pc:docMk/>
      </pc:docMkLst>
      <pc:sldChg chg="modSp mod">
        <pc:chgData name="Lu,Dr.,Jiaqi (HP Medicine) BII-CN-S" userId="8b183601-9cff-443d-8730-90ebdb48edb2" providerId="ADAL" clId="{5D201557-16E1-4377-9AFA-C500F27D556E}" dt="2024-04-24T14:44:12.786" v="228" actId="20577"/>
        <pc:sldMkLst>
          <pc:docMk/>
          <pc:sldMk cId="2133848475" sldId="9860"/>
        </pc:sldMkLst>
      </pc:sldChg>
      <pc:sldChg chg="del">
        <pc:chgData name="Lu,Dr.,Jiaqi (HP Medicine) BII-CN-S" userId="8b183601-9cff-443d-8730-90ebdb48edb2" providerId="ADAL" clId="{5D201557-16E1-4377-9AFA-C500F27D556E}" dt="2024-04-23T08:45:37.720" v="13" actId="47"/>
        <pc:sldMkLst>
          <pc:docMk/>
          <pc:sldMk cId="744445281" sldId="9862"/>
        </pc:sldMkLst>
      </pc:sldChg>
      <pc:sldChg chg="del">
        <pc:chgData name="Lu,Dr.,Jiaqi (HP Medicine) BII-CN-S" userId="8b183601-9cff-443d-8730-90ebdb48edb2" providerId="ADAL" clId="{5D201557-16E1-4377-9AFA-C500F27D556E}" dt="2024-04-23T08:45:37.720" v="13" actId="47"/>
        <pc:sldMkLst>
          <pc:docMk/>
          <pc:sldMk cId="4051916761" sldId="2147474056"/>
        </pc:sldMkLst>
      </pc:sldChg>
      <pc:sldChg chg="add del ord">
        <pc:chgData name="Lu,Dr.,Jiaqi (HP Medicine) BII-CN-S" userId="8b183601-9cff-443d-8730-90ebdb48edb2" providerId="ADAL" clId="{5D201557-16E1-4377-9AFA-C500F27D556E}" dt="2024-04-23T09:42:44.175" v="206"/>
        <pc:sldMkLst>
          <pc:docMk/>
          <pc:sldMk cId="134141758" sldId="2147479844"/>
        </pc:sldMkLst>
      </pc:sldChg>
      <pc:sldChg chg="delSp modSp mod">
        <pc:chgData name="Lu,Dr.,Jiaqi (HP Medicine) BII-CN-S" userId="8b183601-9cff-443d-8730-90ebdb48edb2" providerId="ADAL" clId="{5D201557-16E1-4377-9AFA-C500F27D556E}" dt="2024-04-23T08:57:52.846" v="204" actId="1076"/>
        <pc:sldMkLst>
          <pc:docMk/>
          <pc:sldMk cId="431003635" sldId="2147479940"/>
        </pc:sldMkLst>
      </pc:sldChg>
      <pc:sldChg chg="del">
        <pc:chgData name="Lu,Dr.,Jiaqi (HP Medicine) BII-CN-S" userId="8b183601-9cff-443d-8730-90ebdb48edb2" providerId="ADAL" clId="{5D201557-16E1-4377-9AFA-C500F27D556E}" dt="2024-04-23T08:45:37.720" v="13" actId="47"/>
        <pc:sldMkLst>
          <pc:docMk/>
          <pc:sldMk cId="376491428" sldId="2147479942"/>
        </pc:sldMkLst>
      </pc:sldChg>
      <pc:sldChg chg="del">
        <pc:chgData name="Lu,Dr.,Jiaqi (HP Medicine) BII-CN-S" userId="8b183601-9cff-443d-8730-90ebdb48edb2" providerId="ADAL" clId="{5D201557-16E1-4377-9AFA-C500F27D556E}" dt="2024-04-23T08:45:37.720" v="13" actId="47"/>
        <pc:sldMkLst>
          <pc:docMk/>
          <pc:sldMk cId="2391408898" sldId="2147479943"/>
        </pc:sldMkLst>
      </pc:sldChg>
      <pc:sldChg chg="add del">
        <pc:chgData name="Lu,Dr.,Jiaqi (HP Medicine) BII-CN-S" userId="8b183601-9cff-443d-8730-90ebdb48edb2" providerId="ADAL" clId="{5D201557-16E1-4377-9AFA-C500F27D556E}" dt="2024-04-23T08:49:32.767" v="62"/>
        <pc:sldMkLst>
          <pc:docMk/>
          <pc:sldMk cId="1064662787" sldId="2147482548"/>
        </pc:sldMkLst>
      </pc:sldChg>
      <pc:sldChg chg="addSp delSp modSp add del mod ord modClrScheme modShow chgLayout">
        <pc:chgData name="Lu,Dr.,Jiaqi (HP Medicine) BII-CN-S" userId="8b183601-9cff-443d-8730-90ebdb48edb2" providerId="ADAL" clId="{5D201557-16E1-4377-9AFA-C500F27D556E}" dt="2024-04-23T09:43:15.376" v="211"/>
        <pc:sldMkLst>
          <pc:docMk/>
          <pc:sldMk cId="2162962246" sldId="2147482549"/>
        </pc:sldMkLst>
      </pc:sldChg>
      <pc:sldChg chg="modSp add del mod">
        <pc:chgData name="Lu,Dr.,Jiaqi (HP Medicine) BII-CN-S" userId="8b183601-9cff-443d-8730-90ebdb48edb2" providerId="ADAL" clId="{5D201557-16E1-4377-9AFA-C500F27D556E}" dt="2024-04-25T00:24:02.986" v="231" actId="1076"/>
        <pc:sldMkLst>
          <pc:docMk/>
          <pc:sldMk cId="2908632969" sldId="2147482550"/>
        </pc:sldMkLst>
      </pc:sldChg>
      <pc:sldChg chg="addSp delSp modSp add del mod">
        <pc:chgData name="Lu,Dr.,Jiaqi (HP Medicine) BII-CN-S" userId="8b183601-9cff-443d-8730-90ebdb48edb2" providerId="ADAL" clId="{5D201557-16E1-4377-9AFA-C500F27D556E}" dt="2024-04-23T08:48:07.480" v="59"/>
        <pc:sldMkLst>
          <pc:docMk/>
          <pc:sldMk cId="820778735" sldId="2147482554"/>
        </pc:sldMkLst>
      </pc:sldChg>
      <pc:sldChg chg="modSp mod">
        <pc:chgData name="Lu,Dr.,Jiaqi (HP Medicine) BII-CN-S" userId="8b183601-9cff-443d-8730-90ebdb48edb2" providerId="ADAL" clId="{5D201557-16E1-4377-9AFA-C500F27D556E}" dt="2024-04-24T02:50:51.898" v="217" actId="207"/>
        <pc:sldMkLst>
          <pc:docMk/>
          <pc:sldMk cId="687388245" sldId="2147482555"/>
        </pc:sldMkLst>
      </pc:sldChg>
      <pc:sldMasterChg chg="del delSldLayout">
        <pc:chgData name="Lu,Dr.,Jiaqi (HP Medicine) BII-CN-S" userId="8b183601-9cff-443d-8730-90ebdb48edb2" providerId="ADAL" clId="{5D201557-16E1-4377-9AFA-C500F27D556E}" dt="2024-04-23T08:45:37.720" v="13" actId="47"/>
        <pc:sldMasterMkLst>
          <pc:docMk/>
          <pc:sldMasterMk cId="1751766101" sldId="2147485000"/>
        </pc:sldMasterMkLst>
        <pc:sldLayoutChg chg="del">
          <pc:chgData name="Lu,Dr.,Jiaqi (HP Medicine) BII-CN-S" userId="8b183601-9cff-443d-8730-90ebdb48edb2" providerId="ADAL" clId="{5D201557-16E1-4377-9AFA-C500F27D556E}" dt="2024-04-23T08:45:37.720" v="13" actId="47"/>
          <pc:sldLayoutMkLst>
            <pc:docMk/>
            <pc:sldMasterMk cId="1751766101" sldId="2147485000"/>
            <pc:sldLayoutMk cId="2640008429" sldId="2147485001"/>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368931944" sldId="2147485002"/>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851558180" sldId="2147485003"/>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975459131" sldId="2147485004"/>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424139202" sldId="2147485005"/>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604825641" sldId="2147485006"/>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163949229" sldId="2147485007"/>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263200" sldId="2147485008"/>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293080754" sldId="2147485009"/>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11694338" sldId="2147485010"/>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484874615" sldId="2147485011"/>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352584944" sldId="2147485012"/>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265954291" sldId="2147485013"/>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818275811" sldId="2147485014"/>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72440179" sldId="2147485015"/>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79841970" sldId="2147485016"/>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049188145" sldId="2147485017"/>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379315418" sldId="2147485018"/>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418826331" sldId="2147485019"/>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590186594" sldId="2147485020"/>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754886499" sldId="2147485021"/>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443107513" sldId="2147485022"/>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425347852" sldId="2147485023"/>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755169479" sldId="2147485024"/>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105093079" sldId="2147485025"/>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096739381" sldId="2147485026"/>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507436217" sldId="2147485027"/>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000139740" sldId="2147485028"/>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753781567" sldId="2147485029"/>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4258050926" sldId="2147485030"/>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662161014" sldId="2147485031"/>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954244194" sldId="2147485032"/>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633722115" sldId="2147485033"/>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3320864039" sldId="2147485034"/>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2033053291" sldId="2147485035"/>
          </pc:sldLayoutMkLst>
        </pc:sldLayoutChg>
        <pc:sldLayoutChg chg="del">
          <pc:chgData name="Lu,Dr.,Jiaqi (HP Medicine) BII-CN-S" userId="8b183601-9cff-443d-8730-90ebdb48edb2" providerId="ADAL" clId="{5D201557-16E1-4377-9AFA-C500F27D556E}" dt="2024-04-23T08:45:37.720" v="13" actId="47"/>
          <pc:sldLayoutMkLst>
            <pc:docMk/>
            <pc:sldMasterMk cId="1751766101" sldId="2147485000"/>
            <pc:sldLayoutMk cId="1202813885" sldId="2147485036"/>
          </pc:sldLayoutMkLst>
        </pc:sldLayoutChg>
      </pc:sldMasterChg>
    </pc:docChg>
  </pc:docChgLst>
  <pc:docChgLst>
    <pc:chgData name="Bao,Leo (HP Med Affairs) BII-CN-S" userId="304d67f6-22b5-442d-b505-93f46686c546" providerId="ADAL" clId="{6E9B3C24-CDA9-48FF-B33A-D33A5BED71F9}"/>
    <pc:docChg chg="custSel addSld delSld modSld sldOrd">
      <pc:chgData name="Bao,Leo (HP Med Affairs) BII-CN-S" userId="304d67f6-22b5-442d-b505-93f46686c546" providerId="ADAL" clId="{6E9B3C24-CDA9-48FF-B33A-D33A5BED71F9}" dt="2024-04-24T08:43:27.457" v="112"/>
      <pc:docMkLst>
        <pc:docMk/>
      </pc:docMkLst>
      <pc:sldChg chg="add del">
        <pc:chgData name="Bao,Leo (HP Med Affairs) BII-CN-S" userId="304d67f6-22b5-442d-b505-93f46686c546" providerId="ADAL" clId="{6E9B3C24-CDA9-48FF-B33A-D33A5BED71F9}" dt="2024-04-24T08:43:27.457" v="112"/>
        <pc:sldMkLst>
          <pc:docMk/>
          <pc:sldMk cId="3681688059" sldId="2147479944"/>
        </pc:sldMkLst>
      </pc:sldChg>
      <pc:sldChg chg="ord">
        <pc:chgData name="Bao,Leo (HP Med Affairs) BII-CN-S" userId="304d67f6-22b5-442d-b505-93f46686c546" providerId="ADAL" clId="{6E9B3C24-CDA9-48FF-B33A-D33A5BED71F9}" dt="2024-04-24T07:49:29.571" v="0" actId="20578"/>
        <pc:sldMkLst>
          <pc:docMk/>
          <pc:sldMk cId="1064662787" sldId="2147482548"/>
        </pc:sldMkLst>
      </pc:sldChg>
      <pc:sldChg chg="modSp mod">
        <pc:chgData name="Bao,Leo (HP Med Affairs) BII-CN-S" userId="304d67f6-22b5-442d-b505-93f46686c546" providerId="ADAL" clId="{6E9B3C24-CDA9-48FF-B33A-D33A5BED71F9}" dt="2024-04-24T08:09:45.824" v="109" actId="14100"/>
        <pc:sldMkLst>
          <pc:docMk/>
          <pc:sldMk cId="687388245" sldId="2147482555"/>
        </pc:sldMkLst>
      </pc:sldChg>
    </pc:docChg>
  </pc:docChgLst>
  <pc:docChgLst>
    <pc:chgData name="Lu,Dr.,Jiaqi (HP Medicine) BII-CN-S" userId="8b183601-9cff-443d-8730-90ebdb48edb2" providerId="ADAL" clId="{D476ADB3-7100-4B26-BD09-E8EC02DF19B5}"/>
    <pc:docChg chg="undo custSel addSld delSld modSld delMainMaster">
      <pc:chgData name="Lu,Dr.,Jiaqi (HP Medicine) BII-CN-S" userId="8b183601-9cff-443d-8730-90ebdb48edb2" providerId="ADAL" clId="{D476ADB3-7100-4B26-BD09-E8EC02DF19B5}" dt="2023-12-14T03:43:42.392" v="340" actId="13926"/>
      <pc:docMkLst>
        <pc:docMk/>
      </pc:docMkLst>
      <pc:sldChg chg="del">
        <pc:chgData name="Lu,Dr.,Jiaqi (HP Medicine) BII-CN-S" userId="8b183601-9cff-443d-8730-90ebdb48edb2" providerId="ADAL" clId="{D476ADB3-7100-4B26-BD09-E8EC02DF19B5}" dt="2023-12-08T01:47:59.311" v="32" actId="47"/>
        <pc:sldMkLst>
          <pc:docMk/>
          <pc:sldMk cId="4285145770" sldId="314"/>
        </pc:sldMkLst>
      </pc:sldChg>
      <pc:sldChg chg="modSp mod">
        <pc:chgData name="Lu,Dr.,Jiaqi (HP Medicine) BII-CN-S" userId="8b183601-9cff-443d-8730-90ebdb48edb2" providerId="ADAL" clId="{D476ADB3-7100-4B26-BD09-E8EC02DF19B5}" dt="2023-12-08T01:44:47.745" v="2" actId="20577"/>
        <pc:sldMkLst>
          <pc:docMk/>
          <pc:sldMk cId="2133848475" sldId="9860"/>
        </pc:sldMkLst>
      </pc:sldChg>
      <pc:sldChg chg="del">
        <pc:chgData name="Lu,Dr.,Jiaqi (HP Medicine) BII-CN-S" userId="8b183601-9cff-443d-8730-90ebdb48edb2" providerId="ADAL" clId="{D476ADB3-7100-4B26-BD09-E8EC02DF19B5}" dt="2023-12-08T01:45:34.307" v="3" actId="47"/>
        <pc:sldMkLst>
          <pc:docMk/>
          <pc:sldMk cId="2040571242" sldId="2147473493"/>
        </pc:sldMkLst>
      </pc:sldChg>
      <pc:sldChg chg="add del">
        <pc:chgData name="Lu,Dr.,Jiaqi (HP Medicine) BII-CN-S" userId="8b183601-9cff-443d-8730-90ebdb48edb2" providerId="ADAL" clId="{D476ADB3-7100-4B26-BD09-E8EC02DF19B5}" dt="2023-12-08T01:45:57.628" v="14"/>
        <pc:sldMkLst>
          <pc:docMk/>
          <pc:sldMk cId="1346445457" sldId="2147473494"/>
        </pc:sldMkLst>
      </pc:sldChg>
      <pc:sldChg chg="del">
        <pc:chgData name="Lu,Dr.,Jiaqi (HP Medicine) BII-CN-S" userId="8b183601-9cff-443d-8730-90ebdb48edb2" providerId="ADAL" clId="{D476ADB3-7100-4B26-BD09-E8EC02DF19B5}" dt="2023-12-08T01:45:54.560" v="11" actId="47"/>
        <pc:sldMkLst>
          <pc:docMk/>
          <pc:sldMk cId="3299318466" sldId="2147473494"/>
        </pc:sldMkLst>
      </pc:sldChg>
      <pc:sldChg chg="del">
        <pc:chgData name="Lu,Dr.,Jiaqi (HP Medicine) BII-CN-S" userId="8b183601-9cff-443d-8730-90ebdb48edb2" providerId="ADAL" clId="{D476ADB3-7100-4B26-BD09-E8EC02DF19B5}" dt="2023-12-08T01:45:43.443" v="7" actId="47"/>
        <pc:sldMkLst>
          <pc:docMk/>
          <pc:sldMk cId="3232436828" sldId="2147473495"/>
        </pc:sldMkLst>
      </pc:sldChg>
      <pc:sldChg chg="addSp delSp modSp mod">
        <pc:chgData name="Lu,Dr.,Jiaqi (HP Medicine) BII-CN-S" userId="8b183601-9cff-443d-8730-90ebdb48edb2" providerId="ADAL" clId="{D476ADB3-7100-4B26-BD09-E8EC02DF19B5}" dt="2023-12-08T08:12:34.058" v="339" actId="20577"/>
        <pc:sldMkLst>
          <pc:docMk/>
          <pc:sldMk cId="4065766333" sldId="2147473496"/>
        </pc:sldMkLst>
      </pc:sldChg>
      <pc:sldChg chg="addSp delSp modSp add del mod">
        <pc:chgData name="Lu,Dr.,Jiaqi (HP Medicine) BII-CN-S" userId="8b183601-9cff-443d-8730-90ebdb48edb2" providerId="ADAL" clId="{D476ADB3-7100-4B26-BD09-E8EC02DF19B5}" dt="2023-12-14T03:43:42.392" v="340" actId="13926"/>
        <pc:sldMkLst>
          <pc:docMk/>
          <pc:sldMk cId="845624564" sldId="2147474040"/>
        </pc:sldMkLst>
      </pc:sldChg>
      <pc:sldChg chg="add del">
        <pc:chgData name="Lu,Dr.,Jiaqi (HP Medicine) BII-CN-S" userId="8b183601-9cff-443d-8730-90ebdb48edb2" providerId="ADAL" clId="{D476ADB3-7100-4B26-BD09-E8EC02DF19B5}" dt="2023-12-08T01:45:37.470" v="6"/>
        <pc:sldMkLst>
          <pc:docMk/>
          <pc:sldMk cId="2669330181" sldId="2147474045"/>
        </pc:sldMkLst>
      </pc:sldChg>
      <pc:sldMasterChg chg="del delSldLayout">
        <pc:chgData name="Lu,Dr.,Jiaqi (HP Medicine) BII-CN-S" userId="8b183601-9cff-443d-8730-90ebdb48edb2" providerId="ADAL" clId="{D476ADB3-7100-4B26-BD09-E8EC02DF19B5}" dt="2023-12-08T01:47:59.311" v="32" actId="47"/>
        <pc:sldMasterMkLst>
          <pc:docMk/>
          <pc:sldMasterMk cId="1777399031" sldId="2147484678"/>
        </pc:sldMasterMkLst>
        <pc:sldLayoutChg chg="del">
          <pc:chgData name="Lu,Dr.,Jiaqi (HP Medicine) BII-CN-S" userId="8b183601-9cff-443d-8730-90ebdb48edb2" providerId="ADAL" clId="{D476ADB3-7100-4B26-BD09-E8EC02DF19B5}" dt="2023-12-08T01:47:59.311" v="32" actId="47"/>
          <pc:sldLayoutMkLst>
            <pc:docMk/>
            <pc:sldMasterMk cId="1777399031" sldId="2147484678"/>
            <pc:sldLayoutMk cId="2301281991" sldId="2147484679"/>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959240562" sldId="2147484680"/>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405163613" sldId="2147484681"/>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845045052" sldId="2147484682"/>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681211676" sldId="2147484683"/>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117747931" sldId="2147484684"/>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560626965" sldId="2147484685"/>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2725235544" sldId="2147484686"/>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2427322799" sldId="2147484687"/>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64618190" sldId="2147484688"/>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598064636" sldId="2147484689"/>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354061138" sldId="2147484690"/>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573329123" sldId="2147484691"/>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944244695" sldId="2147484693"/>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585832106" sldId="2147484694"/>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738638003" sldId="2147484695"/>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827062613" sldId="2147484696"/>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776249790" sldId="2147484697"/>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78774037" sldId="2147484698"/>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1029832017" sldId="2147484699"/>
          </pc:sldLayoutMkLst>
        </pc:sldLayoutChg>
        <pc:sldLayoutChg chg="del">
          <pc:chgData name="Lu,Dr.,Jiaqi (HP Medicine) BII-CN-S" userId="8b183601-9cff-443d-8730-90ebdb48edb2" providerId="ADAL" clId="{D476ADB3-7100-4B26-BD09-E8EC02DF19B5}" dt="2023-12-08T01:47:59.311" v="32" actId="47"/>
          <pc:sldLayoutMkLst>
            <pc:docMk/>
            <pc:sldMasterMk cId="1777399031" sldId="2147484678"/>
            <pc:sldLayoutMk cId="3619365610" sldId="2147484700"/>
          </pc:sldLayoutMkLst>
        </pc:sldLayoutChg>
      </pc:sldMasterChg>
      <pc:sldMasterChg chg="delSldLayout">
        <pc:chgData name="Lu,Dr.,Jiaqi (HP Medicine) BII-CN-S" userId="8b183601-9cff-443d-8730-90ebdb48edb2" providerId="ADAL" clId="{D476ADB3-7100-4B26-BD09-E8EC02DF19B5}" dt="2023-12-08T01:45:54.560" v="11" actId="47"/>
        <pc:sldMasterMkLst>
          <pc:docMk/>
          <pc:sldMasterMk cId="2672616616" sldId="2147484724"/>
        </pc:sldMasterMkLst>
        <pc:sldLayoutChg chg="del">
          <pc:chgData name="Lu,Dr.,Jiaqi (HP Medicine) BII-CN-S" userId="8b183601-9cff-443d-8730-90ebdb48edb2" providerId="ADAL" clId="{D476ADB3-7100-4B26-BD09-E8EC02DF19B5}" dt="2023-12-08T01:45:54.560" v="11" actId="47"/>
          <pc:sldLayoutMkLst>
            <pc:docMk/>
            <pc:sldMasterMk cId="2672616616" sldId="2147484724"/>
            <pc:sldLayoutMk cId="467695526" sldId="2147484759"/>
          </pc:sldLayoutMkLst>
        </pc:sldLayoutChg>
      </pc:sldMasterChg>
    </pc:docChg>
  </pc:docChgLst>
  <pc:docChgLst>
    <pc:chgData name="Li,Yuting (HP Medicine) BII-CN-S" userId="ce8fbb54-122c-426d-b8da-fdcc5e1b5022" providerId="ADAL" clId="{AC3CE9F8-61C2-4053-9B56-37DEF1F3E740}"/>
    <pc:docChg chg="sldOrd">
      <pc:chgData name="Li,Yuting (HP Medicine) BII-CN-S" userId="ce8fbb54-122c-426d-b8da-fdcc5e1b5022" providerId="ADAL" clId="{AC3CE9F8-61C2-4053-9B56-37DEF1F3E740}" dt="2025-07-24T06:56:32.353" v="0" actId="20578"/>
      <pc:docMkLst>
        <pc:docMk/>
      </pc:docMkLst>
      <pc:sldChg chg="ord">
        <pc:chgData name="Li,Yuting (HP Medicine) BII-CN-S" userId="ce8fbb54-122c-426d-b8da-fdcc5e1b5022" providerId="ADAL" clId="{AC3CE9F8-61C2-4053-9B56-37DEF1F3E740}" dt="2025-07-24T06:56:32.353" v="0" actId="20578"/>
        <pc:sldMkLst>
          <pc:docMk/>
          <pc:sldMk cId="1064662787" sldId="2147482548"/>
        </pc:sldMkLst>
      </pc:sldChg>
    </pc:docChg>
  </pc:docChgLst>
  <pc:docChgLst>
    <pc:chgData name="Sun,Gloria (HP Medicine) BII-CN-S" userId="4691641c-d30d-434b-a83d-ab861776dcd2" providerId="ADAL" clId="{3444C460-F4AD-4A7E-A133-66845F98A3AF}"/>
    <pc:docChg chg="custSel modSld">
      <pc:chgData name="Sun,Gloria (HP Medicine) BII-CN-S" userId="4691641c-d30d-434b-a83d-ab861776dcd2" providerId="ADAL" clId="{3444C460-F4AD-4A7E-A133-66845F98A3AF}" dt="2023-12-16T16:40:32.322" v="1356" actId="20577"/>
      <pc:docMkLst>
        <pc:docMk/>
      </pc:docMkLst>
      <pc:sldChg chg="addSp modSp mod">
        <pc:chgData name="Sun,Gloria (HP Medicine) BII-CN-S" userId="4691641c-d30d-434b-a83d-ab861776dcd2" providerId="ADAL" clId="{3444C460-F4AD-4A7E-A133-66845F98A3AF}" dt="2023-12-16T16:40:32.322" v="1356" actId="20577"/>
        <pc:sldMkLst>
          <pc:docMk/>
          <pc:sldMk cId="4156434101" sldId="2147474046"/>
        </pc:sldMkLst>
      </pc:sldChg>
    </pc:docChg>
  </pc:docChgLst>
  <pc:docChgLst>
    <pc:chgData name="Sun,Gloria (HP Medicine) BII-CN-S" userId="4691641c-d30d-434b-a83d-ab861776dcd2" providerId="ADAL" clId="{E9C98FE7-61F5-42B3-9A9B-3465C998C722}"/>
    <pc:docChg chg="undo custSel delSld modSld">
      <pc:chgData name="Sun,Gloria (HP Medicine) BII-CN-S" userId="4691641c-d30d-434b-a83d-ab861776dcd2" providerId="ADAL" clId="{E9C98FE7-61F5-42B3-9A9B-3465C998C722}" dt="2024-02-27T15:32:52.125" v="797" actId="1076"/>
      <pc:docMkLst>
        <pc:docMk/>
      </pc:docMkLst>
      <pc:sldChg chg="modSp mod">
        <pc:chgData name="Sun,Gloria (HP Medicine) BII-CN-S" userId="4691641c-d30d-434b-a83d-ab861776dcd2" providerId="ADAL" clId="{E9C98FE7-61F5-42B3-9A9B-3465C998C722}" dt="2024-02-27T15:32:04.225" v="796" actId="14100"/>
        <pc:sldMkLst>
          <pc:docMk/>
          <pc:sldMk cId="637022567" sldId="3140"/>
        </pc:sldMkLst>
      </pc:sldChg>
      <pc:sldChg chg="addSp modSp mod">
        <pc:chgData name="Sun,Gloria (HP Medicine) BII-CN-S" userId="4691641c-d30d-434b-a83d-ab861776dcd2" providerId="ADAL" clId="{E9C98FE7-61F5-42B3-9A9B-3465C998C722}" dt="2024-02-27T15:28:26.814" v="754"/>
        <pc:sldMkLst>
          <pc:docMk/>
          <pc:sldMk cId="3476575184" sldId="2147479920"/>
        </pc:sldMkLst>
      </pc:sldChg>
      <pc:sldChg chg="modSp mod">
        <pc:chgData name="Sun,Gloria (HP Medicine) BII-CN-S" userId="4691641c-d30d-434b-a83d-ab861776dcd2" providerId="ADAL" clId="{E9C98FE7-61F5-42B3-9A9B-3465C998C722}" dt="2024-02-27T15:32:52.125" v="797" actId="1076"/>
        <pc:sldMkLst>
          <pc:docMk/>
          <pc:sldMk cId="2658491363" sldId="2147479921"/>
        </pc:sldMkLst>
      </pc:sldChg>
      <pc:sldChg chg="del">
        <pc:chgData name="Sun,Gloria (HP Medicine) BII-CN-S" userId="4691641c-d30d-434b-a83d-ab861776dcd2" providerId="ADAL" clId="{E9C98FE7-61F5-42B3-9A9B-3465C998C722}" dt="2024-02-27T15:15:50.245" v="613" actId="2696"/>
        <pc:sldMkLst>
          <pc:docMk/>
          <pc:sldMk cId="199647471" sldId="2147479939"/>
        </pc:sldMkLst>
      </pc:sldChg>
    </pc:docChg>
  </pc:docChgLst>
  <pc:docChgLst>
    <pc:chgData name="Sun,Gloria (HP Medicine) BII-CN-S" userId="S::gloria.sun@boehringer-ingelheim.com::4691641c-d30d-434b-a83d-ab861776dcd2" providerId="AD" clId="Web-{D2687BB6-E35A-BC63-7B1F-35058A6C9722}"/>
    <pc:docChg chg="modSld">
      <pc:chgData name="Sun,Gloria (HP Medicine) BII-CN-S" userId="S::gloria.sun@boehringer-ingelheim.com::4691641c-d30d-434b-a83d-ab861776dcd2" providerId="AD" clId="Web-{D2687BB6-E35A-BC63-7B1F-35058A6C9722}" dt="2024-03-20T10:02:53.325" v="269" actId="20577"/>
      <pc:docMkLst>
        <pc:docMk/>
      </pc:docMkLst>
      <pc:sldChg chg="modSp">
        <pc:chgData name="Sun,Gloria (HP Medicine) BII-CN-S" userId="S::gloria.sun@boehringer-ingelheim.com::4691641c-d30d-434b-a83d-ab861776dcd2" providerId="AD" clId="Web-{D2687BB6-E35A-BC63-7B1F-35058A6C9722}" dt="2024-03-20T10:02:53.325" v="269" actId="20577"/>
        <pc:sldMkLst>
          <pc:docMk/>
          <pc:sldMk cId="2391408898" sldId="2147479943"/>
        </pc:sldMkLst>
      </pc:sldChg>
    </pc:docChg>
  </pc:docChgLst>
  <pc:docChgLst>
    <pc:chgData name="Lu,Dr.,Jiaqi (HP Medicine) BII-CN-S" userId="8b183601-9cff-443d-8730-90ebdb48edb2" providerId="ADAL" clId="{BE69EDF6-33FB-4BDB-B4FF-14739FAA94DF}"/>
    <pc:docChg chg="undo redo custSel addSld delSld modSld delMainMaster">
      <pc:chgData name="Lu,Dr.,Jiaqi (HP Medicine) BII-CN-S" userId="8b183601-9cff-443d-8730-90ebdb48edb2" providerId="ADAL" clId="{BE69EDF6-33FB-4BDB-B4FF-14739FAA94DF}" dt="2024-03-22T07:17:13.845" v="702"/>
      <pc:docMkLst>
        <pc:docMk/>
      </pc:docMkLst>
      <pc:sldChg chg="del">
        <pc:chgData name="Lu,Dr.,Jiaqi (HP Medicine) BII-CN-S" userId="8b183601-9cff-443d-8730-90ebdb48edb2" providerId="ADAL" clId="{BE69EDF6-33FB-4BDB-B4FF-14739FAA94DF}" dt="2024-03-19T03:09:37.813" v="11" actId="47"/>
        <pc:sldMkLst>
          <pc:docMk/>
          <pc:sldMk cId="637022567" sldId="3140"/>
        </pc:sldMkLst>
      </pc:sldChg>
      <pc:sldChg chg="del">
        <pc:chgData name="Lu,Dr.,Jiaqi (HP Medicine) BII-CN-S" userId="8b183601-9cff-443d-8730-90ebdb48edb2" providerId="ADAL" clId="{BE69EDF6-33FB-4BDB-B4FF-14739FAA94DF}" dt="2024-03-19T03:17:21.576" v="154" actId="47"/>
        <pc:sldMkLst>
          <pc:docMk/>
          <pc:sldMk cId="1429912873" sldId="9801"/>
        </pc:sldMkLst>
      </pc:sldChg>
      <pc:sldChg chg="del">
        <pc:chgData name="Lu,Dr.,Jiaqi (HP Medicine) BII-CN-S" userId="8b183601-9cff-443d-8730-90ebdb48edb2" providerId="ADAL" clId="{BE69EDF6-33FB-4BDB-B4FF-14739FAA94DF}" dt="2024-03-19T03:17:21.576" v="154" actId="47"/>
        <pc:sldMkLst>
          <pc:docMk/>
          <pc:sldMk cId="1650148750" sldId="9811"/>
        </pc:sldMkLst>
      </pc:sldChg>
      <pc:sldChg chg="del">
        <pc:chgData name="Lu,Dr.,Jiaqi (HP Medicine) BII-CN-S" userId="8b183601-9cff-443d-8730-90ebdb48edb2" providerId="ADAL" clId="{BE69EDF6-33FB-4BDB-B4FF-14739FAA94DF}" dt="2024-03-19T03:09:50.378" v="12" actId="47"/>
        <pc:sldMkLst>
          <pc:docMk/>
          <pc:sldMk cId="1153074413" sldId="9827"/>
        </pc:sldMkLst>
      </pc:sldChg>
      <pc:sldChg chg="modSp mod">
        <pc:chgData name="Lu,Dr.,Jiaqi (HP Medicine) BII-CN-S" userId="8b183601-9cff-443d-8730-90ebdb48edb2" providerId="ADAL" clId="{BE69EDF6-33FB-4BDB-B4FF-14739FAA94DF}" dt="2024-03-19T05:06:56.140" v="353" actId="20577"/>
        <pc:sldMkLst>
          <pc:docMk/>
          <pc:sldMk cId="2133848475" sldId="9860"/>
        </pc:sldMkLst>
      </pc:sldChg>
      <pc:sldChg chg="addSp delSp modSp add mod modAnim">
        <pc:chgData name="Lu,Dr.,Jiaqi (HP Medicine) BII-CN-S" userId="8b183601-9cff-443d-8730-90ebdb48edb2" providerId="ADAL" clId="{BE69EDF6-33FB-4BDB-B4FF-14739FAA94DF}" dt="2024-03-20T14:45:11.784" v="686" actId="1035"/>
        <pc:sldMkLst>
          <pc:docMk/>
          <pc:sldMk cId="744445281" sldId="9862"/>
        </pc:sldMkLst>
      </pc:sldChg>
      <pc:sldChg chg="del">
        <pc:chgData name="Lu,Dr.,Jiaqi (HP Medicine) BII-CN-S" userId="8b183601-9cff-443d-8730-90ebdb48edb2" providerId="ADAL" clId="{BE69EDF6-33FB-4BDB-B4FF-14739FAA94DF}" dt="2024-03-19T03:17:21.576" v="154" actId="47"/>
        <pc:sldMkLst>
          <pc:docMk/>
          <pc:sldMk cId="3060315566" sldId="9881"/>
        </pc:sldMkLst>
      </pc:sldChg>
      <pc:sldChg chg="del">
        <pc:chgData name="Lu,Dr.,Jiaqi (HP Medicine) BII-CN-S" userId="8b183601-9cff-443d-8730-90ebdb48edb2" providerId="ADAL" clId="{BE69EDF6-33FB-4BDB-B4FF-14739FAA94DF}" dt="2024-03-19T03:17:21.576" v="154" actId="47"/>
        <pc:sldMkLst>
          <pc:docMk/>
          <pc:sldMk cId="509754814" sldId="9883"/>
        </pc:sldMkLst>
      </pc:sldChg>
      <pc:sldChg chg="del">
        <pc:chgData name="Lu,Dr.,Jiaqi (HP Medicine) BII-CN-S" userId="8b183601-9cff-443d-8730-90ebdb48edb2" providerId="ADAL" clId="{BE69EDF6-33FB-4BDB-B4FF-14739FAA94DF}" dt="2024-03-19T03:17:21.576" v="154" actId="47"/>
        <pc:sldMkLst>
          <pc:docMk/>
          <pc:sldMk cId="1713376423" sldId="9885"/>
        </pc:sldMkLst>
      </pc:sldChg>
      <pc:sldChg chg="del">
        <pc:chgData name="Lu,Dr.,Jiaqi (HP Medicine) BII-CN-S" userId="8b183601-9cff-443d-8730-90ebdb48edb2" providerId="ADAL" clId="{BE69EDF6-33FB-4BDB-B4FF-14739FAA94DF}" dt="2024-03-19T03:17:21.576" v="154" actId="47"/>
        <pc:sldMkLst>
          <pc:docMk/>
          <pc:sldMk cId="3189648945" sldId="9886"/>
        </pc:sldMkLst>
      </pc:sldChg>
      <pc:sldChg chg="del">
        <pc:chgData name="Lu,Dr.,Jiaqi (HP Medicine) BII-CN-S" userId="8b183601-9cff-443d-8730-90ebdb48edb2" providerId="ADAL" clId="{BE69EDF6-33FB-4BDB-B4FF-14739FAA94DF}" dt="2024-03-19T03:09:53.985" v="13" actId="47"/>
        <pc:sldMkLst>
          <pc:docMk/>
          <pc:sldMk cId="3546421518" sldId="9887"/>
        </pc:sldMkLst>
      </pc:sldChg>
      <pc:sldChg chg="addSp delSp modSp mod addAnim delAnim modAnim">
        <pc:chgData name="Lu,Dr.,Jiaqi (HP Medicine) BII-CN-S" userId="8b183601-9cff-443d-8730-90ebdb48edb2" providerId="ADAL" clId="{BE69EDF6-33FB-4BDB-B4FF-14739FAA94DF}" dt="2024-03-20T14:29:29.762" v="632"/>
        <pc:sldMkLst>
          <pc:docMk/>
          <pc:sldMk cId="4051916761" sldId="2147474056"/>
        </pc:sldMkLst>
      </pc:sldChg>
      <pc:sldChg chg="add del">
        <pc:chgData name="Lu,Dr.,Jiaqi (HP Medicine) BII-CN-S" userId="8b183601-9cff-443d-8730-90ebdb48edb2" providerId="ADAL" clId="{BE69EDF6-33FB-4BDB-B4FF-14739FAA94DF}" dt="2024-03-22T07:17:13.845" v="702"/>
        <pc:sldMkLst>
          <pc:docMk/>
          <pc:sldMk cId="3679862289" sldId="2147474058"/>
        </pc:sldMkLst>
      </pc:sldChg>
      <pc:sldChg chg="del">
        <pc:chgData name="Lu,Dr.,Jiaqi (HP Medicine) BII-CN-S" userId="8b183601-9cff-443d-8730-90ebdb48edb2" providerId="ADAL" clId="{BE69EDF6-33FB-4BDB-B4FF-14739FAA94DF}" dt="2024-03-19T03:09:53.985" v="13" actId="47"/>
        <pc:sldMkLst>
          <pc:docMk/>
          <pc:sldMk cId="954102557" sldId="2147479843"/>
        </pc:sldMkLst>
      </pc:sldChg>
      <pc:sldChg chg="del">
        <pc:chgData name="Lu,Dr.,Jiaqi (HP Medicine) BII-CN-S" userId="8b183601-9cff-443d-8730-90ebdb48edb2" providerId="ADAL" clId="{BE69EDF6-33FB-4BDB-B4FF-14739FAA94DF}" dt="2024-03-19T03:09:50.378" v="12" actId="47"/>
        <pc:sldMkLst>
          <pc:docMk/>
          <pc:sldMk cId="3978713612" sldId="2147479918"/>
        </pc:sldMkLst>
      </pc:sldChg>
      <pc:sldChg chg="del">
        <pc:chgData name="Lu,Dr.,Jiaqi (HP Medicine) BII-CN-S" userId="8b183601-9cff-443d-8730-90ebdb48edb2" providerId="ADAL" clId="{BE69EDF6-33FB-4BDB-B4FF-14739FAA94DF}" dt="2024-03-19T03:09:50.378" v="12" actId="47"/>
        <pc:sldMkLst>
          <pc:docMk/>
          <pc:sldMk cId="3476575184" sldId="2147479920"/>
        </pc:sldMkLst>
      </pc:sldChg>
      <pc:sldChg chg="del">
        <pc:chgData name="Lu,Dr.,Jiaqi (HP Medicine) BII-CN-S" userId="8b183601-9cff-443d-8730-90ebdb48edb2" providerId="ADAL" clId="{BE69EDF6-33FB-4BDB-B4FF-14739FAA94DF}" dt="2024-03-19T03:09:50.378" v="12" actId="47"/>
        <pc:sldMkLst>
          <pc:docMk/>
          <pc:sldMk cId="2658491363" sldId="2147479921"/>
        </pc:sldMkLst>
      </pc:sldChg>
      <pc:sldChg chg="del">
        <pc:chgData name="Lu,Dr.,Jiaqi (HP Medicine) BII-CN-S" userId="8b183601-9cff-443d-8730-90ebdb48edb2" providerId="ADAL" clId="{BE69EDF6-33FB-4BDB-B4FF-14739FAA94DF}" dt="2024-03-19T03:09:50.378" v="12" actId="47"/>
        <pc:sldMkLst>
          <pc:docMk/>
          <pc:sldMk cId="1832782770" sldId="2147479922"/>
        </pc:sldMkLst>
      </pc:sldChg>
      <pc:sldChg chg="del">
        <pc:chgData name="Lu,Dr.,Jiaqi (HP Medicine) BII-CN-S" userId="8b183601-9cff-443d-8730-90ebdb48edb2" providerId="ADAL" clId="{BE69EDF6-33FB-4BDB-B4FF-14739FAA94DF}" dt="2024-03-19T03:09:50.378" v="12" actId="47"/>
        <pc:sldMkLst>
          <pc:docMk/>
          <pc:sldMk cId="921021543" sldId="2147479937"/>
        </pc:sldMkLst>
      </pc:sldChg>
      <pc:sldChg chg="delSp modSp add del mod">
        <pc:chgData name="Lu,Dr.,Jiaqi (HP Medicine) BII-CN-S" userId="8b183601-9cff-443d-8730-90ebdb48edb2" providerId="ADAL" clId="{BE69EDF6-33FB-4BDB-B4FF-14739FAA94DF}" dt="2024-03-19T03:19:20.702" v="165" actId="47"/>
        <pc:sldMkLst>
          <pc:docMk/>
          <pc:sldMk cId="3320483944" sldId="2147479937"/>
        </pc:sldMkLst>
      </pc:sldChg>
      <pc:sldChg chg="del">
        <pc:chgData name="Lu,Dr.,Jiaqi (HP Medicine) BII-CN-S" userId="8b183601-9cff-443d-8730-90ebdb48edb2" providerId="ADAL" clId="{BE69EDF6-33FB-4BDB-B4FF-14739FAA94DF}" dt="2024-03-19T03:09:50.378" v="12" actId="47"/>
        <pc:sldMkLst>
          <pc:docMk/>
          <pc:sldMk cId="2473392684" sldId="2147479938"/>
        </pc:sldMkLst>
      </pc:sldChg>
      <pc:sldChg chg="addSp delSp add del mod modShow">
        <pc:chgData name="Lu,Dr.,Jiaqi (HP Medicine) BII-CN-S" userId="8b183601-9cff-443d-8730-90ebdb48edb2" providerId="ADAL" clId="{BE69EDF6-33FB-4BDB-B4FF-14739FAA94DF}" dt="2024-03-19T03:19:58.892" v="176" actId="47"/>
        <pc:sldMkLst>
          <pc:docMk/>
          <pc:sldMk cId="524595500" sldId="2147479939"/>
        </pc:sldMkLst>
      </pc:sldChg>
      <pc:sldChg chg="addSp delSp modSp mod">
        <pc:chgData name="Lu,Dr.,Jiaqi (HP Medicine) BII-CN-S" userId="8b183601-9cff-443d-8730-90ebdb48edb2" providerId="ADAL" clId="{BE69EDF6-33FB-4BDB-B4FF-14739FAA94DF}" dt="2024-03-21T00:58:58.810" v="699" actId="20577"/>
        <pc:sldMkLst>
          <pc:docMk/>
          <pc:sldMk cId="431003635" sldId="2147479940"/>
        </pc:sldMkLst>
      </pc:sldChg>
      <pc:sldChg chg="addSp delSp new del mod">
        <pc:chgData name="Lu,Dr.,Jiaqi (HP Medicine) BII-CN-S" userId="8b183601-9cff-443d-8730-90ebdb48edb2" providerId="ADAL" clId="{BE69EDF6-33FB-4BDB-B4FF-14739FAA94DF}" dt="2024-03-19T03:22:33.268" v="192" actId="47"/>
        <pc:sldMkLst>
          <pc:docMk/>
          <pc:sldMk cId="1452326588" sldId="2147479941"/>
        </pc:sldMkLst>
      </pc:sldChg>
      <pc:sldChg chg="addSp delSp modSp new mod modShow">
        <pc:chgData name="Lu,Dr.,Jiaqi (HP Medicine) BII-CN-S" userId="8b183601-9cff-443d-8730-90ebdb48edb2" providerId="ADAL" clId="{BE69EDF6-33FB-4BDB-B4FF-14739FAA94DF}" dt="2024-03-19T03:22:27.816" v="191" actId="729"/>
        <pc:sldMkLst>
          <pc:docMk/>
          <pc:sldMk cId="376491428" sldId="2147479942"/>
        </pc:sldMkLst>
      </pc:sldChg>
      <pc:sldChg chg="addSp delSp modSp add mod">
        <pc:chgData name="Lu,Dr.,Jiaqi (HP Medicine) BII-CN-S" userId="8b183601-9cff-443d-8730-90ebdb48edb2" providerId="ADAL" clId="{BE69EDF6-33FB-4BDB-B4FF-14739FAA94DF}" dt="2024-03-20T14:27:22.521" v="589" actId="6549"/>
        <pc:sldMkLst>
          <pc:docMk/>
          <pc:sldMk cId="2391408898" sldId="2147479943"/>
        </pc:sldMkLst>
      </pc:sldChg>
      <pc:sldChg chg="add del">
        <pc:chgData name="Lu,Dr.,Jiaqi (HP Medicine) BII-CN-S" userId="8b183601-9cff-443d-8730-90ebdb48edb2" providerId="ADAL" clId="{BE69EDF6-33FB-4BDB-B4FF-14739FAA94DF}" dt="2024-03-19T03:20:30.863" v="180" actId="47"/>
        <pc:sldMkLst>
          <pc:docMk/>
          <pc:sldMk cId="2486140187" sldId="2147479944"/>
        </pc:sldMkLst>
      </pc:sldChg>
      <pc:sldChg chg="add del">
        <pc:chgData name="Lu,Dr.,Jiaqi (HP Medicine) BII-CN-S" userId="8b183601-9cff-443d-8730-90ebdb48edb2" providerId="ADAL" clId="{BE69EDF6-33FB-4BDB-B4FF-14739FAA94DF}" dt="2024-03-19T03:26:26.699" v="322" actId="47"/>
        <pc:sldMkLst>
          <pc:docMk/>
          <pc:sldMk cId="2284347038" sldId="2147479945"/>
        </pc:sldMkLst>
      </pc:sldChg>
      <pc:sldMasterChg chg="del delSldLayout">
        <pc:chgData name="Lu,Dr.,Jiaqi (HP Medicine) BII-CN-S" userId="8b183601-9cff-443d-8730-90ebdb48edb2" providerId="ADAL" clId="{BE69EDF6-33FB-4BDB-B4FF-14739FAA94DF}" dt="2024-03-19T03:17:21.576" v="154" actId="47"/>
        <pc:sldMasterMkLst>
          <pc:docMk/>
          <pc:sldMasterMk cId="1388162330" sldId="2147485038"/>
        </pc:sldMasterMkLst>
        <pc:sldLayoutChg chg="del">
          <pc:chgData name="Lu,Dr.,Jiaqi (HP Medicine) BII-CN-S" userId="8b183601-9cff-443d-8730-90ebdb48edb2" providerId="ADAL" clId="{BE69EDF6-33FB-4BDB-B4FF-14739FAA94DF}" dt="2024-03-19T03:17:21.576" v="154" actId="47"/>
          <pc:sldLayoutMkLst>
            <pc:docMk/>
            <pc:sldMasterMk cId="1388162330" sldId="2147485038"/>
            <pc:sldLayoutMk cId="995517555" sldId="2147485039"/>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570046109" sldId="2147485040"/>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947466914" sldId="2147485041"/>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690538971" sldId="2147485042"/>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190145880" sldId="2147485043"/>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015811474" sldId="2147485044"/>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971391763" sldId="2147485045"/>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295762318" sldId="2147485046"/>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574434561" sldId="2147485047"/>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760032843" sldId="2147485048"/>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960532301" sldId="2147485049"/>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246623502" sldId="2147485050"/>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762159355" sldId="2147485051"/>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26099016" sldId="2147485052"/>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414180137" sldId="2147485053"/>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152668980" sldId="2147485054"/>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626408941" sldId="2147485055"/>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16532707" sldId="2147485056"/>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185867722" sldId="2147485057"/>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541443426" sldId="2147485058"/>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4242797125" sldId="2147485059"/>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944367951" sldId="2147485060"/>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828420332" sldId="2147485061"/>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70434406" sldId="2147485062"/>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982179929" sldId="2147485063"/>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618058169" sldId="2147485064"/>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679111782" sldId="2147485065"/>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769093689" sldId="2147485066"/>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888802067" sldId="2147485067"/>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2399712315" sldId="2147485068"/>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182099565" sldId="2147485069"/>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822660138" sldId="2147485070"/>
          </pc:sldLayoutMkLst>
        </pc:sldLayoutChg>
        <pc:sldLayoutChg chg="del">
          <pc:chgData name="Lu,Dr.,Jiaqi (HP Medicine) BII-CN-S" userId="8b183601-9cff-443d-8730-90ebdb48edb2" providerId="ADAL" clId="{BE69EDF6-33FB-4BDB-B4FF-14739FAA94DF}" dt="2024-03-19T03:17:21.576" v="154" actId="47"/>
          <pc:sldLayoutMkLst>
            <pc:docMk/>
            <pc:sldMasterMk cId="1388162330" sldId="2147485038"/>
            <pc:sldLayoutMk cId="3007684110" sldId="2147485071"/>
          </pc:sldLayoutMkLst>
        </pc:sldLayoutChg>
      </pc:sldMasterChg>
      <pc:sldMasterChg chg="del delSldLayout">
        <pc:chgData name="Lu,Dr.,Jiaqi (HP Medicine) BII-CN-S" userId="8b183601-9cff-443d-8730-90ebdb48edb2" providerId="ADAL" clId="{BE69EDF6-33FB-4BDB-B4FF-14739FAA94DF}" dt="2024-03-19T03:09:50.378" v="12" actId="47"/>
        <pc:sldMasterMkLst>
          <pc:docMk/>
          <pc:sldMasterMk cId="505733226" sldId="2147485072"/>
        </pc:sldMasterMkLst>
        <pc:sldLayoutChg chg="del">
          <pc:chgData name="Lu,Dr.,Jiaqi (HP Medicine) BII-CN-S" userId="8b183601-9cff-443d-8730-90ebdb48edb2" providerId="ADAL" clId="{BE69EDF6-33FB-4BDB-B4FF-14739FAA94DF}" dt="2024-03-19T03:09:50.378" v="12" actId="47"/>
          <pc:sldLayoutMkLst>
            <pc:docMk/>
            <pc:sldMasterMk cId="505733226" sldId="2147485072"/>
            <pc:sldLayoutMk cId="1660515975" sldId="2147485073"/>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555158106" sldId="214748507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363009185" sldId="214748507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548488412" sldId="2147485076"/>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689291582" sldId="214748507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603835636" sldId="214748507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303163128" sldId="214748507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4234150492" sldId="214748508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935156904" sldId="214748508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113074445" sldId="2147485082"/>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707650219" sldId="2147485083"/>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118138281" sldId="214748508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050229394" sldId="214748508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926452849" sldId="2147485086"/>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737375308" sldId="214748508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232986683" sldId="214748508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241582962" sldId="214748508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463528557" sldId="214748509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898478117" sldId="214748509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424842434" sldId="2147485092"/>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77122988" sldId="2147485093"/>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977102617" sldId="214748509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312449222" sldId="214748509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207038444" sldId="2147485096"/>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662805964" sldId="214748509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080260823" sldId="214748509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68887878" sldId="214748509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728180618" sldId="214748510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187253319" sldId="214748510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672791460" sldId="2147485102"/>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771643631" sldId="2147485103"/>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4009162252" sldId="214748510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351147154" sldId="214748510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340681143" sldId="214748510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822004950" sldId="214748510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06372838" sldId="214748511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676244425" sldId="214748511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652375518" sldId="214748511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422272533" sldId="214748511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1849214224" sldId="214748511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786625462" sldId="214748511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127600167" sldId="214748512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715869240" sldId="214748512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332186126" sldId="214748512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913081069" sldId="2147485125"/>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89779739" sldId="2147485126"/>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928287688" sldId="214748512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613434367" sldId="2147485128"/>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284923368" sldId="214748512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067716592" sldId="2147485130"/>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307272755" sldId="2147485131"/>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557330637" sldId="2147485132"/>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568432798" sldId="2147485133"/>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631700937" sldId="2147485134"/>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603679134" sldId="2147485137"/>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2111828704" sldId="2147485139"/>
          </pc:sldLayoutMkLst>
        </pc:sldLayoutChg>
        <pc:sldLayoutChg chg="del">
          <pc:chgData name="Lu,Dr.,Jiaqi (HP Medicine) BII-CN-S" userId="8b183601-9cff-443d-8730-90ebdb48edb2" providerId="ADAL" clId="{BE69EDF6-33FB-4BDB-B4FF-14739FAA94DF}" dt="2024-03-19T03:09:50.378" v="12" actId="47"/>
          <pc:sldLayoutMkLst>
            <pc:docMk/>
            <pc:sldMasterMk cId="505733226" sldId="2147485072"/>
            <pc:sldLayoutMk cId="3236040762" sldId="2147485141"/>
          </pc:sldLayoutMkLst>
        </pc:sldLayoutChg>
      </pc:sldMasterChg>
      <pc:sldMasterChg chg="del delSldLayout">
        <pc:chgData name="Lu,Dr.,Jiaqi (HP Medicine) BII-CN-S" userId="8b183601-9cff-443d-8730-90ebdb48edb2" providerId="ADAL" clId="{BE69EDF6-33FB-4BDB-B4FF-14739FAA94DF}" dt="2024-03-19T03:22:33.268" v="192" actId="47"/>
        <pc:sldMasterMkLst>
          <pc:docMk/>
          <pc:sldMasterMk cId="1401880491" sldId="2147485141"/>
        </pc:sldMasterMkLst>
        <pc:sldLayoutChg chg="del">
          <pc:chgData name="Lu,Dr.,Jiaqi (HP Medicine) BII-CN-S" userId="8b183601-9cff-443d-8730-90ebdb48edb2" providerId="ADAL" clId="{BE69EDF6-33FB-4BDB-B4FF-14739FAA94DF}" dt="2024-03-19T03:22:33.268" v="192" actId="47"/>
          <pc:sldLayoutMkLst>
            <pc:docMk/>
            <pc:sldMasterMk cId="1401880491" sldId="2147485141"/>
            <pc:sldLayoutMk cId="4154640281" sldId="2147485142"/>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344148559" sldId="2147485143"/>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422167388" sldId="2147485144"/>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368440382" sldId="2147485145"/>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819456625" sldId="2147485146"/>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435495121" sldId="2147485147"/>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618252971" sldId="2147485148"/>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954429546" sldId="2147485149"/>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432746462" sldId="2147485150"/>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390329769" sldId="2147485151"/>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088366045" sldId="2147485152"/>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4094963147" sldId="2147485153"/>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898875687" sldId="2147485154"/>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203422480" sldId="2147485155"/>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880188024" sldId="2147485156"/>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595820570" sldId="2147485157"/>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488467847" sldId="2147485158"/>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565435173" sldId="2147485159"/>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973793495" sldId="2147485160"/>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623633456" sldId="2147485161"/>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053659143" sldId="2147485162"/>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974846604" sldId="2147485163"/>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500699232" sldId="2147485164"/>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461840173" sldId="2147485165"/>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65255259" sldId="2147485166"/>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33148327" sldId="2147485167"/>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459830104" sldId="2147485168"/>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380496216" sldId="2147485169"/>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057005085" sldId="2147485170"/>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1439731757" sldId="2147485171"/>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149925772" sldId="2147485172"/>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491254256" sldId="2147485173"/>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900100142" sldId="2147485174"/>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838013767" sldId="2147485175"/>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406405125" sldId="2147485176"/>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3416054699" sldId="2147485177"/>
          </pc:sldLayoutMkLst>
        </pc:sldLayoutChg>
        <pc:sldLayoutChg chg="del">
          <pc:chgData name="Lu,Dr.,Jiaqi (HP Medicine) BII-CN-S" userId="8b183601-9cff-443d-8730-90ebdb48edb2" providerId="ADAL" clId="{BE69EDF6-33FB-4BDB-B4FF-14739FAA94DF}" dt="2024-03-19T03:22:33.268" v="192" actId="47"/>
          <pc:sldLayoutMkLst>
            <pc:docMk/>
            <pc:sldMasterMk cId="1401880491" sldId="2147485141"/>
            <pc:sldLayoutMk cId="2095911391" sldId="2147485178"/>
          </pc:sldLayoutMkLst>
        </pc:sldLayoutChg>
      </pc:sldMasterChg>
    </pc:docChg>
  </pc:docChgLst>
  <pc:docChgLst>
    <pc:chgData name="Sun,Gloria (HP Medicine) BII-CN-S" userId="S::gloria.sun@boehringer-ingelheim.com::4691641c-d30d-434b-a83d-ab861776dcd2" providerId="AD" clId="Web-{A6CAFB58-3436-44BB-B7B1-FAA066A15E3A}"/>
    <pc:docChg chg="modSld">
      <pc:chgData name="Sun,Gloria (HP Medicine) BII-CN-S" userId="S::gloria.sun@boehringer-ingelheim.com::4691641c-d30d-434b-a83d-ab861776dcd2" providerId="AD" clId="Web-{A6CAFB58-3436-44BB-B7B1-FAA066A15E3A}" dt="2023-12-16T15:41:28.709" v="6" actId="20577"/>
      <pc:docMkLst>
        <pc:docMk/>
      </pc:docMkLst>
      <pc:sldChg chg="modSp">
        <pc:chgData name="Sun,Gloria (HP Medicine) BII-CN-S" userId="S::gloria.sun@boehringer-ingelheim.com::4691641c-d30d-434b-a83d-ab861776dcd2" providerId="AD" clId="Web-{A6CAFB58-3436-44BB-B7B1-FAA066A15E3A}" dt="2023-12-16T15:41:28.709" v="6" actId="20577"/>
        <pc:sldMkLst>
          <pc:docMk/>
          <pc:sldMk cId="1382235640" sldId="9873"/>
        </pc:sldMkLst>
      </pc:sldChg>
    </pc:docChg>
  </pc:docChgLst>
  <pc:docChgLst>
    <pc:chgData name="Lu,Dr.,Jiaqi (HP Medicine) BII-CN-S" userId="8b183601-9cff-443d-8730-90ebdb48edb2" providerId="ADAL" clId="{8C954BA9-DAC6-4C22-94A1-DC16278597AC}"/>
    <pc:docChg chg="modSld">
      <pc:chgData name="Lu,Dr.,Jiaqi (HP Medicine) BII-CN-S" userId="8b183601-9cff-443d-8730-90ebdb48edb2" providerId="ADAL" clId="{8C954BA9-DAC6-4C22-94A1-DC16278597AC}" dt="2023-12-14T05:25:17.618" v="5" actId="20577"/>
      <pc:docMkLst>
        <pc:docMk/>
      </pc:docMkLst>
      <pc:sldChg chg="modSp mod">
        <pc:chgData name="Lu,Dr.,Jiaqi (HP Medicine) BII-CN-S" userId="8b183601-9cff-443d-8730-90ebdb48edb2" providerId="ADAL" clId="{8C954BA9-DAC6-4C22-94A1-DC16278597AC}" dt="2023-12-14T05:25:17.618" v="5" actId="20577"/>
        <pc:sldMkLst>
          <pc:docMk/>
          <pc:sldMk cId="2133848475" sldId="9860"/>
        </pc:sldMkLst>
      </pc:sldChg>
    </pc:docChg>
  </pc:docChgLst>
  <pc:docChgLst>
    <pc:chgData name="Lu,Dr.,Jiaqi (HP Medicine) BII-CN-S" userId="8b183601-9cff-443d-8730-90ebdb48edb2" providerId="ADAL" clId="{49FF3B67-6A91-4DE2-BE65-ABB3680E2812}"/>
    <pc:docChg chg="undo redo custSel addSld delSld modSld delMainMaster">
      <pc:chgData name="Lu,Dr.,Jiaqi (HP Medicine) BII-CN-S" userId="8b183601-9cff-443d-8730-90ebdb48edb2" providerId="ADAL" clId="{49FF3B67-6A91-4DE2-BE65-ABB3680E2812}" dt="2024-02-28T00:24:17.798" v="609"/>
      <pc:docMkLst>
        <pc:docMk/>
      </pc:docMkLst>
      <pc:sldChg chg="add del">
        <pc:chgData name="Lu,Dr.,Jiaqi (HP Medicine) BII-CN-S" userId="8b183601-9cff-443d-8730-90ebdb48edb2" providerId="ADAL" clId="{49FF3B67-6A91-4DE2-BE65-ABB3680E2812}" dt="2024-02-25T15:13:21.689" v="471"/>
        <pc:sldMkLst>
          <pc:docMk/>
          <pc:sldMk cId="637022567" sldId="3140"/>
        </pc:sldMkLst>
      </pc:sldChg>
      <pc:sldChg chg="add del">
        <pc:chgData name="Lu,Dr.,Jiaqi (HP Medicine) BII-CN-S" userId="8b183601-9cff-443d-8730-90ebdb48edb2" providerId="ADAL" clId="{49FF3B67-6A91-4DE2-BE65-ABB3680E2812}" dt="2024-02-25T15:07:38.404" v="380"/>
        <pc:sldMkLst>
          <pc:docMk/>
          <pc:sldMk cId="1429912873" sldId="9801"/>
        </pc:sldMkLst>
      </pc:sldChg>
      <pc:sldChg chg="add del">
        <pc:chgData name="Lu,Dr.,Jiaqi (HP Medicine) BII-CN-S" userId="8b183601-9cff-443d-8730-90ebdb48edb2" providerId="ADAL" clId="{49FF3B67-6A91-4DE2-BE65-ABB3680E2812}" dt="2024-02-25T15:07:38.404" v="380"/>
        <pc:sldMkLst>
          <pc:docMk/>
          <pc:sldMk cId="1650148750" sldId="9811"/>
        </pc:sldMkLst>
      </pc:sldChg>
      <pc:sldChg chg="modSp mod modShow">
        <pc:chgData name="Lu,Dr.,Jiaqi (HP Medicine) BII-CN-S" userId="8b183601-9cff-443d-8730-90ebdb48edb2" providerId="ADAL" clId="{49FF3B67-6A91-4DE2-BE65-ABB3680E2812}" dt="2024-02-28T00:24:17.798" v="609"/>
        <pc:sldMkLst>
          <pc:docMk/>
          <pc:sldMk cId="1153074413" sldId="9827"/>
        </pc:sldMkLst>
      </pc:sldChg>
      <pc:sldChg chg="modSp mod">
        <pc:chgData name="Lu,Dr.,Jiaqi (HP Medicine) BII-CN-S" userId="8b183601-9cff-443d-8730-90ebdb48edb2" providerId="ADAL" clId="{49FF3B67-6A91-4DE2-BE65-ABB3680E2812}" dt="2024-02-27T23:59:12.808" v="590" actId="20577"/>
        <pc:sldMkLst>
          <pc:docMk/>
          <pc:sldMk cId="2133848475" sldId="9860"/>
        </pc:sldMkLst>
      </pc:sldChg>
      <pc:sldChg chg="add del">
        <pc:chgData name="Lu,Dr.,Jiaqi (HP Medicine) BII-CN-S" userId="8b183601-9cff-443d-8730-90ebdb48edb2" providerId="ADAL" clId="{49FF3B67-6A91-4DE2-BE65-ABB3680E2812}" dt="2024-02-25T15:07:38.404" v="380"/>
        <pc:sldMkLst>
          <pc:docMk/>
          <pc:sldMk cId="3060315566" sldId="9881"/>
        </pc:sldMkLst>
      </pc:sldChg>
      <pc:sldChg chg="add del">
        <pc:chgData name="Lu,Dr.,Jiaqi (HP Medicine) BII-CN-S" userId="8b183601-9cff-443d-8730-90ebdb48edb2" providerId="ADAL" clId="{49FF3B67-6A91-4DE2-BE65-ABB3680E2812}" dt="2024-02-25T15:07:38.404" v="380"/>
        <pc:sldMkLst>
          <pc:docMk/>
          <pc:sldMk cId="509754814" sldId="9883"/>
        </pc:sldMkLst>
      </pc:sldChg>
      <pc:sldChg chg="add del">
        <pc:chgData name="Lu,Dr.,Jiaqi (HP Medicine) BII-CN-S" userId="8b183601-9cff-443d-8730-90ebdb48edb2" providerId="ADAL" clId="{49FF3B67-6A91-4DE2-BE65-ABB3680E2812}" dt="2024-02-25T15:07:38.404" v="380"/>
        <pc:sldMkLst>
          <pc:docMk/>
          <pc:sldMk cId="1713376423" sldId="9885"/>
        </pc:sldMkLst>
      </pc:sldChg>
      <pc:sldChg chg="add del">
        <pc:chgData name="Lu,Dr.,Jiaqi (HP Medicine) BII-CN-S" userId="8b183601-9cff-443d-8730-90ebdb48edb2" providerId="ADAL" clId="{49FF3B67-6A91-4DE2-BE65-ABB3680E2812}" dt="2024-02-25T15:07:38.404" v="380"/>
        <pc:sldMkLst>
          <pc:docMk/>
          <pc:sldMk cId="3189648945" sldId="9886"/>
        </pc:sldMkLst>
      </pc:sldChg>
      <pc:sldChg chg="addSp delSp modSp add del mod">
        <pc:chgData name="Lu,Dr.,Jiaqi (HP Medicine) BII-CN-S" userId="8b183601-9cff-443d-8730-90ebdb48edb2" providerId="ADAL" clId="{49FF3B67-6A91-4DE2-BE65-ABB3680E2812}" dt="2024-02-25T15:12:24.389" v="468" actId="1076"/>
        <pc:sldMkLst>
          <pc:docMk/>
          <pc:sldMk cId="3546421518" sldId="9887"/>
        </pc:sldMkLst>
      </pc:sldChg>
      <pc:sldChg chg="del">
        <pc:chgData name="Lu,Dr.,Jiaqi (HP Medicine) BII-CN-S" userId="8b183601-9cff-443d-8730-90ebdb48edb2" providerId="ADAL" clId="{49FF3B67-6A91-4DE2-BE65-ABB3680E2812}" dt="2024-02-25T15:07:34.867" v="377" actId="47"/>
        <pc:sldMkLst>
          <pc:docMk/>
          <pc:sldMk cId="1346445457" sldId="2147473494"/>
        </pc:sldMkLst>
      </pc:sldChg>
      <pc:sldChg chg="delSp modSp del mod">
        <pc:chgData name="Lu,Dr.,Jiaqi (HP Medicine) BII-CN-S" userId="8b183601-9cff-443d-8730-90ebdb48edb2" providerId="ADAL" clId="{49FF3B67-6A91-4DE2-BE65-ABB3680E2812}" dt="2024-02-26T09:32:39.093" v="528" actId="47"/>
        <pc:sldMkLst>
          <pc:docMk/>
          <pc:sldMk cId="4065766333" sldId="2147473496"/>
        </pc:sldMkLst>
      </pc:sldChg>
      <pc:sldChg chg="del">
        <pc:chgData name="Lu,Dr.,Jiaqi (HP Medicine) BII-CN-S" userId="8b183601-9cff-443d-8730-90ebdb48edb2" providerId="ADAL" clId="{49FF3B67-6A91-4DE2-BE65-ABB3680E2812}" dt="2024-02-25T15:11:04.701" v="435" actId="47"/>
        <pc:sldMkLst>
          <pc:docMk/>
          <pc:sldMk cId="4139571931" sldId="2147473976"/>
        </pc:sldMkLst>
      </pc:sldChg>
      <pc:sldChg chg="del">
        <pc:chgData name="Lu,Dr.,Jiaqi (HP Medicine) BII-CN-S" userId="8b183601-9cff-443d-8730-90ebdb48edb2" providerId="ADAL" clId="{49FF3B67-6A91-4DE2-BE65-ABB3680E2812}" dt="2024-02-25T15:00:26.974" v="38" actId="47"/>
        <pc:sldMkLst>
          <pc:docMk/>
          <pc:sldMk cId="3383806524" sldId="2147474050"/>
        </pc:sldMkLst>
      </pc:sldChg>
      <pc:sldChg chg="del">
        <pc:chgData name="Lu,Dr.,Jiaqi (HP Medicine) BII-CN-S" userId="8b183601-9cff-443d-8730-90ebdb48edb2" providerId="ADAL" clId="{49FF3B67-6A91-4DE2-BE65-ABB3680E2812}" dt="2024-02-25T15:00:19.738" v="34" actId="47"/>
        <pc:sldMkLst>
          <pc:docMk/>
          <pc:sldMk cId="1220441037" sldId="2147474051"/>
        </pc:sldMkLst>
      </pc:sldChg>
      <pc:sldChg chg="addSp delSp add del">
        <pc:chgData name="Lu,Dr.,Jiaqi (HP Medicine) BII-CN-S" userId="8b183601-9cff-443d-8730-90ebdb48edb2" providerId="ADAL" clId="{49FF3B67-6A91-4DE2-BE65-ABB3680E2812}" dt="2024-02-25T15:01:45.232" v="52"/>
        <pc:sldMkLst>
          <pc:docMk/>
          <pc:sldMk cId="4051916761" sldId="2147474056"/>
        </pc:sldMkLst>
      </pc:sldChg>
      <pc:sldChg chg="addSp delSp modSp add del mod">
        <pc:chgData name="Lu,Dr.,Jiaqi (HP Medicine) BII-CN-S" userId="8b183601-9cff-443d-8730-90ebdb48edb2" providerId="ADAL" clId="{49FF3B67-6A91-4DE2-BE65-ABB3680E2812}" dt="2024-02-26T09:32:02.114" v="498" actId="47"/>
        <pc:sldMkLst>
          <pc:docMk/>
          <pc:sldMk cId="2139537508" sldId="2147479842"/>
        </pc:sldMkLst>
      </pc:sldChg>
      <pc:sldChg chg="modSp add del mod">
        <pc:chgData name="Lu,Dr.,Jiaqi (HP Medicine) BII-CN-S" userId="8b183601-9cff-443d-8730-90ebdb48edb2" providerId="ADAL" clId="{49FF3B67-6A91-4DE2-BE65-ABB3680E2812}" dt="2024-02-28T00:07:09.884" v="607" actId="20577"/>
        <pc:sldMkLst>
          <pc:docMk/>
          <pc:sldMk cId="954102557" sldId="2147479843"/>
        </pc:sldMkLst>
      </pc:sldChg>
      <pc:sldChg chg="modSp mod modShow">
        <pc:chgData name="Lu,Dr.,Jiaqi (HP Medicine) BII-CN-S" userId="8b183601-9cff-443d-8730-90ebdb48edb2" providerId="ADAL" clId="{49FF3B67-6A91-4DE2-BE65-ABB3680E2812}" dt="2024-02-28T00:02:32.106" v="592" actId="729"/>
        <pc:sldMkLst>
          <pc:docMk/>
          <pc:sldMk cId="3978713612" sldId="2147479918"/>
        </pc:sldMkLst>
      </pc:sldChg>
      <pc:sldChg chg="modSp mod">
        <pc:chgData name="Lu,Dr.,Jiaqi (HP Medicine) BII-CN-S" userId="8b183601-9cff-443d-8730-90ebdb48edb2" providerId="ADAL" clId="{49FF3B67-6A91-4DE2-BE65-ABB3680E2812}" dt="2024-02-27T23:59:54.026" v="591" actId="1076"/>
        <pc:sldMkLst>
          <pc:docMk/>
          <pc:sldMk cId="3476575184" sldId="2147479920"/>
        </pc:sldMkLst>
      </pc:sldChg>
      <pc:sldChg chg="mod modShow">
        <pc:chgData name="Lu,Dr.,Jiaqi (HP Medicine) BII-CN-S" userId="8b183601-9cff-443d-8730-90ebdb48edb2" providerId="ADAL" clId="{49FF3B67-6A91-4DE2-BE65-ABB3680E2812}" dt="2024-02-28T00:02:32.106" v="592" actId="729"/>
        <pc:sldMkLst>
          <pc:docMk/>
          <pc:sldMk cId="2658491363" sldId="2147479921"/>
        </pc:sldMkLst>
      </pc:sldChg>
      <pc:sldChg chg="modSp mod modShow">
        <pc:chgData name="Lu,Dr.,Jiaqi (HP Medicine) BII-CN-S" userId="8b183601-9cff-443d-8730-90ebdb48edb2" providerId="ADAL" clId="{49FF3B67-6A91-4DE2-BE65-ABB3680E2812}" dt="2024-02-28T00:02:32.106" v="592" actId="729"/>
        <pc:sldMkLst>
          <pc:docMk/>
          <pc:sldMk cId="1832782770" sldId="2147479922"/>
        </pc:sldMkLst>
      </pc:sldChg>
      <pc:sldChg chg="delSp modSp add del mod">
        <pc:chgData name="Lu,Dr.,Jiaqi (HP Medicine) BII-CN-S" userId="8b183601-9cff-443d-8730-90ebdb48edb2" providerId="ADAL" clId="{49FF3B67-6A91-4DE2-BE65-ABB3680E2812}" dt="2024-02-26T09:31:45.568" v="493" actId="47"/>
        <pc:sldMkLst>
          <pc:docMk/>
          <pc:sldMk cId="3304302679" sldId="2147479936"/>
        </pc:sldMkLst>
      </pc:sldChg>
      <pc:sldChg chg="addSp delSp modSp add mod">
        <pc:chgData name="Lu,Dr.,Jiaqi (HP Medicine) BII-CN-S" userId="8b183601-9cff-443d-8730-90ebdb48edb2" providerId="ADAL" clId="{49FF3B67-6A91-4DE2-BE65-ABB3680E2812}" dt="2024-02-26T09:31:41.703" v="492"/>
        <pc:sldMkLst>
          <pc:docMk/>
          <pc:sldMk cId="921021543" sldId="2147479937"/>
        </pc:sldMkLst>
      </pc:sldChg>
      <pc:sldChg chg="new del">
        <pc:chgData name="Lu,Dr.,Jiaqi (HP Medicine) BII-CN-S" userId="8b183601-9cff-443d-8730-90ebdb48edb2" providerId="ADAL" clId="{49FF3B67-6A91-4DE2-BE65-ABB3680E2812}" dt="2024-02-26T09:31:17.446" v="487" actId="47"/>
        <pc:sldMkLst>
          <pc:docMk/>
          <pc:sldMk cId="1279438139" sldId="2147479937"/>
        </pc:sldMkLst>
      </pc:sldChg>
      <pc:sldChg chg="addSp delSp modSp new mod">
        <pc:chgData name="Lu,Dr.,Jiaqi (HP Medicine) BII-CN-S" userId="8b183601-9cff-443d-8730-90ebdb48edb2" providerId="ADAL" clId="{49FF3B67-6A91-4DE2-BE65-ABB3680E2812}" dt="2024-02-28T00:06:30.865" v="606" actId="20577"/>
        <pc:sldMkLst>
          <pc:docMk/>
          <pc:sldMk cId="2473392684" sldId="2147479938"/>
        </pc:sldMkLst>
      </pc:sldChg>
      <pc:sldChg chg="modSp add mod">
        <pc:chgData name="Lu,Dr.,Jiaqi (HP Medicine) BII-CN-S" userId="8b183601-9cff-443d-8730-90ebdb48edb2" providerId="ADAL" clId="{49FF3B67-6A91-4DE2-BE65-ABB3680E2812}" dt="2024-02-26T09:32:12.236" v="520" actId="20577"/>
        <pc:sldMkLst>
          <pc:docMk/>
          <pc:sldMk cId="199647471" sldId="2147479939"/>
        </pc:sldMkLst>
      </pc:sldChg>
      <pc:sldChg chg="addSp delSp modSp add mod">
        <pc:chgData name="Lu,Dr.,Jiaqi (HP Medicine) BII-CN-S" userId="8b183601-9cff-443d-8730-90ebdb48edb2" providerId="ADAL" clId="{49FF3B67-6A91-4DE2-BE65-ABB3680E2812}" dt="2024-02-26T09:32:33.819" v="527"/>
        <pc:sldMkLst>
          <pc:docMk/>
          <pc:sldMk cId="431003635" sldId="2147479940"/>
        </pc:sldMkLst>
      </pc:sldChg>
      <pc:sldMasterChg chg="delSldLayout">
        <pc:chgData name="Lu,Dr.,Jiaqi (HP Medicine) BII-CN-S" userId="8b183601-9cff-443d-8730-90ebdb48edb2" providerId="ADAL" clId="{49FF3B67-6A91-4DE2-BE65-ABB3680E2812}" dt="2024-02-26T09:32:39.093" v="528" actId="47"/>
        <pc:sldMasterMkLst>
          <pc:docMk/>
          <pc:sldMasterMk cId="2672616616" sldId="2147484724"/>
        </pc:sldMasterMkLst>
        <pc:sldLayoutChg chg="del">
          <pc:chgData name="Lu,Dr.,Jiaqi (HP Medicine) BII-CN-S" userId="8b183601-9cff-443d-8730-90ebdb48edb2" providerId="ADAL" clId="{49FF3B67-6A91-4DE2-BE65-ABB3680E2812}" dt="2024-02-26T09:32:39.093" v="528" actId="47"/>
          <pc:sldLayoutMkLst>
            <pc:docMk/>
            <pc:sldMasterMk cId="2672616616" sldId="2147484724"/>
            <pc:sldLayoutMk cId="34495356" sldId="2147484758"/>
          </pc:sldLayoutMkLst>
        </pc:sldLayoutChg>
      </pc:sldMasterChg>
      <pc:sldMasterChg chg="del delSldLayout">
        <pc:chgData name="Lu,Dr.,Jiaqi (HP Medicine) BII-CN-S" userId="8b183601-9cff-443d-8730-90ebdb48edb2" providerId="ADAL" clId="{49FF3B67-6A91-4DE2-BE65-ABB3680E2812}" dt="2024-02-25T15:00:19.738" v="34" actId="47"/>
        <pc:sldMasterMkLst>
          <pc:docMk/>
          <pc:sldMasterMk cId="2619971277" sldId="2147484844"/>
        </pc:sldMasterMkLst>
        <pc:sldLayoutChg chg="del">
          <pc:chgData name="Lu,Dr.,Jiaqi (HP Medicine) BII-CN-S" userId="8b183601-9cff-443d-8730-90ebdb48edb2" providerId="ADAL" clId="{49FF3B67-6A91-4DE2-BE65-ABB3680E2812}" dt="2024-02-25T15:00:19.738" v="34" actId="47"/>
          <pc:sldLayoutMkLst>
            <pc:docMk/>
            <pc:sldMasterMk cId="2619971277" sldId="2147484844"/>
            <pc:sldLayoutMk cId="3112617318" sldId="2147484845"/>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914557759" sldId="2147484846"/>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023911315" sldId="2147484847"/>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007307981" sldId="2147484848"/>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4141948570" sldId="2147484849"/>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021720532" sldId="2147484850"/>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72642403" sldId="2147484851"/>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488713886" sldId="2147484852"/>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925217707" sldId="2147484853"/>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225571787" sldId="2147484854"/>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486102399" sldId="2147484855"/>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582436889" sldId="2147484856"/>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1112432" sldId="2147484857"/>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897636881" sldId="2147484858"/>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847769409" sldId="2147484859"/>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271033429" sldId="2147484860"/>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830275834" sldId="2147484861"/>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061578355" sldId="2147484862"/>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995056457" sldId="2147484863"/>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764783279" sldId="2147484864"/>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424968727" sldId="2147484865"/>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648474468" sldId="2147484866"/>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044824761" sldId="2147484867"/>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972413313" sldId="2147484868"/>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713833094" sldId="2147484869"/>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385150384" sldId="2147484870"/>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761192103" sldId="2147484871"/>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031094546" sldId="2147484872"/>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874441642" sldId="2147484873"/>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651845863" sldId="2147484874"/>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464407123" sldId="2147484875"/>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080269920" sldId="2147484876"/>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33940206" sldId="2147484877"/>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517560664" sldId="2147484878"/>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572741005" sldId="2147484879"/>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652629292" sldId="2147484880"/>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860887120" sldId="2147484881"/>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070577237" sldId="2147484882"/>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657341280" sldId="2147484883"/>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93875784" sldId="2147484884"/>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997831907" sldId="2147484885"/>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426945168" sldId="2147484886"/>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256843732" sldId="2147484887"/>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1134914160" sldId="2147484888"/>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2139138490" sldId="2147484889"/>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401693457" sldId="2147484890"/>
          </pc:sldLayoutMkLst>
        </pc:sldLayoutChg>
        <pc:sldLayoutChg chg="del">
          <pc:chgData name="Lu,Dr.,Jiaqi (HP Medicine) BII-CN-S" userId="8b183601-9cff-443d-8730-90ebdb48edb2" providerId="ADAL" clId="{49FF3B67-6A91-4DE2-BE65-ABB3680E2812}" dt="2024-02-25T15:00:19.738" v="34" actId="47"/>
          <pc:sldLayoutMkLst>
            <pc:docMk/>
            <pc:sldMasterMk cId="2619971277" sldId="2147484844"/>
            <pc:sldLayoutMk cId="3763701970" sldId="2147484891"/>
          </pc:sldLayoutMkLst>
        </pc:sldLayoutChg>
      </pc:sldMasterChg>
      <pc:sldMasterChg chg="del delSldLayout">
        <pc:chgData name="Lu,Dr.,Jiaqi (HP Medicine) BII-CN-S" userId="8b183601-9cff-443d-8730-90ebdb48edb2" providerId="ADAL" clId="{49FF3B67-6A91-4DE2-BE65-ABB3680E2812}" dt="2024-02-25T15:07:34.867" v="377" actId="47"/>
        <pc:sldMasterMkLst>
          <pc:docMk/>
          <pc:sldMasterMk cId="3047196734" sldId="2147484892"/>
        </pc:sldMasterMkLst>
        <pc:sldLayoutChg chg="del">
          <pc:chgData name="Lu,Dr.,Jiaqi (HP Medicine) BII-CN-S" userId="8b183601-9cff-443d-8730-90ebdb48edb2" providerId="ADAL" clId="{49FF3B67-6A91-4DE2-BE65-ABB3680E2812}" dt="2024-02-25T15:07:34.867" v="377" actId="47"/>
          <pc:sldLayoutMkLst>
            <pc:docMk/>
            <pc:sldMasterMk cId="3047196734" sldId="2147484892"/>
            <pc:sldLayoutMk cId="632688701" sldId="2147484893"/>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249937451" sldId="2147484894"/>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073003126" sldId="2147484895"/>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45055249" sldId="2147484896"/>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974747755" sldId="2147484897"/>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921805057" sldId="2147484898"/>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275269514" sldId="2147484899"/>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830306509" sldId="2147484900"/>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83186948" sldId="2147484901"/>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272662473" sldId="2147484902"/>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653210620" sldId="2147484903"/>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454060715" sldId="2147484904"/>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98328381" sldId="2147484905"/>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699601424" sldId="2147484906"/>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84349020" sldId="2147484907"/>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04102866" sldId="2147484908"/>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504693769" sldId="2147484909"/>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4281009855" sldId="2147484910"/>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70795627" sldId="2147484911"/>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949377830" sldId="2147484912"/>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927514190" sldId="2147484913"/>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050362296" sldId="2147484914"/>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70289256" sldId="2147484915"/>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155965134" sldId="2147484916"/>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731326609" sldId="2147484917"/>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459919554" sldId="2147484918"/>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70326213" sldId="2147484919"/>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302105165" sldId="2147484920"/>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439861966" sldId="2147484921"/>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689372026" sldId="2147484922"/>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558032783" sldId="2147484923"/>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1050949249" sldId="2147484924"/>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2703238275" sldId="2147484925"/>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372024176" sldId="2147484926"/>
          </pc:sldLayoutMkLst>
        </pc:sldLayoutChg>
        <pc:sldLayoutChg chg="del">
          <pc:chgData name="Lu,Dr.,Jiaqi (HP Medicine) BII-CN-S" userId="8b183601-9cff-443d-8730-90ebdb48edb2" providerId="ADAL" clId="{49FF3B67-6A91-4DE2-BE65-ABB3680E2812}" dt="2024-02-25T15:07:34.867" v="377" actId="47"/>
          <pc:sldLayoutMkLst>
            <pc:docMk/>
            <pc:sldMasterMk cId="3047196734" sldId="2147484892"/>
            <pc:sldLayoutMk cId="3706401948" sldId="2147484927"/>
          </pc:sldLayoutMkLst>
        </pc:sldLayoutChg>
      </pc:sldMasterChg>
      <pc:sldMasterChg chg="del delSldLayout">
        <pc:chgData name="Lu,Dr.,Jiaqi (HP Medicine) BII-CN-S" userId="8b183601-9cff-443d-8730-90ebdb48edb2" providerId="ADAL" clId="{49FF3B67-6A91-4DE2-BE65-ABB3680E2812}" dt="2024-02-25T15:11:04.701" v="435" actId="47"/>
        <pc:sldMasterMkLst>
          <pc:docMk/>
          <pc:sldMasterMk cId="1602242098" sldId="2147484928"/>
        </pc:sldMasterMkLst>
        <pc:sldLayoutChg chg="del">
          <pc:chgData name="Lu,Dr.,Jiaqi (HP Medicine) BII-CN-S" userId="8b183601-9cff-443d-8730-90ebdb48edb2" providerId="ADAL" clId="{49FF3B67-6A91-4DE2-BE65-ABB3680E2812}" dt="2024-02-25T15:11:04.701" v="435" actId="47"/>
          <pc:sldLayoutMkLst>
            <pc:docMk/>
            <pc:sldMasterMk cId="1602242098" sldId="2147484928"/>
            <pc:sldLayoutMk cId="656349055" sldId="2147484929"/>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897778009" sldId="2147484930"/>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338795272" sldId="2147484931"/>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823193734" sldId="2147484932"/>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623890001" sldId="2147484933"/>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71298581" sldId="2147484934"/>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438563914" sldId="2147484935"/>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476678897" sldId="2147484936"/>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432460699" sldId="2147484937"/>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135982033" sldId="2147484938"/>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149388131" sldId="2147484939"/>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293679690" sldId="2147484940"/>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341279572" sldId="2147484941"/>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626761183" sldId="2147484942"/>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01489612" sldId="2147484943"/>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897257462" sldId="2147484944"/>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32356163" sldId="2147484945"/>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01892641" sldId="2147484946"/>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405362328" sldId="2147484947"/>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151031853" sldId="2147484948"/>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406261611" sldId="2147484949"/>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703122161" sldId="2147484950"/>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5132565" sldId="2147484951"/>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488302092" sldId="2147484952"/>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963135670" sldId="2147484953"/>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963375999" sldId="2147484954"/>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4137590875" sldId="2147484955"/>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984134726" sldId="2147484956"/>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1209300059" sldId="2147484957"/>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225155503" sldId="2147484958"/>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3186210477" sldId="2147484959"/>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692297613" sldId="2147484960"/>
          </pc:sldLayoutMkLst>
        </pc:sldLayoutChg>
        <pc:sldLayoutChg chg="del">
          <pc:chgData name="Lu,Dr.,Jiaqi (HP Medicine) BII-CN-S" userId="8b183601-9cff-443d-8730-90ebdb48edb2" providerId="ADAL" clId="{49FF3B67-6A91-4DE2-BE65-ABB3680E2812}" dt="2024-02-25T15:11:04.701" v="435" actId="47"/>
          <pc:sldLayoutMkLst>
            <pc:docMk/>
            <pc:sldMasterMk cId="1602242098" sldId="2147484928"/>
            <pc:sldLayoutMk cId="2962528238" sldId="2147484961"/>
          </pc:sldLayoutMkLst>
        </pc:sldLayoutChg>
      </pc:sldMasterChg>
      <pc:sldMasterChg chg="del delSldLayout">
        <pc:chgData name="Lu,Dr.,Jiaqi (HP Medicine) BII-CN-S" userId="8b183601-9cff-443d-8730-90ebdb48edb2" providerId="ADAL" clId="{49FF3B67-6A91-4DE2-BE65-ABB3680E2812}" dt="2024-02-26T09:32:02.114" v="498" actId="47"/>
        <pc:sldMasterMkLst>
          <pc:docMk/>
          <pc:sldMasterMk cId="3400542969" sldId="2147484962"/>
        </pc:sldMasterMkLst>
        <pc:sldLayoutChg chg="del">
          <pc:chgData name="Lu,Dr.,Jiaqi (HP Medicine) BII-CN-S" userId="8b183601-9cff-443d-8730-90ebdb48edb2" providerId="ADAL" clId="{49FF3B67-6A91-4DE2-BE65-ABB3680E2812}" dt="2024-02-26T09:32:02.114" v="498" actId="47"/>
          <pc:sldLayoutMkLst>
            <pc:docMk/>
            <pc:sldMasterMk cId="3400542969" sldId="2147484962"/>
            <pc:sldLayoutMk cId="2852272247" sldId="2147484963"/>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97708117" sldId="2147484964"/>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284948840" sldId="2147484965"/>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667050543" sldId="2147484966"/>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594703593" sldId="2147484967"/>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871178007" sldId="2147484968"/>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587945272" sldId="2147484969"/>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518952453" sldId="2147484970"/>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899520674" sldId="2147484971"/>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464234776" sldId="2147484972"/>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09862718" sldId="2147484973"/>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500843132" sldId="2147484974"/>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738474315" sldId="2147484975"/>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957336526" sldId="2147484976"/>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298525041" sldId="2147484977"/>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494477488" sldId="2147484978"/>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017221945" sldId="2147484979"/>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378375518" sldId="2147484980"/>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4173294277" sldId="2147484981"/>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984459808" sldId="2147484982"/>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699319850" sldId="2147484983"/>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356531016" sldId="2147484984"/>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241027117" sldId="2147484985"/>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066838046" sldId="2147484986"/>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739002932" sldId="2147484987"/>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4202049920" sldId="2147484988"/>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572417887" sldId="2147484989"/>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165968255" sldId="2147484990"/>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254944548" sldId="2147484991"/>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508983236" sldId="2147484992"/>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731958524" sldId="2147484993"/>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949096994" sldId="2147484994"/>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072924218" sldId="2147484995"/>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114015640" sldId="2147484996"/>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1793114394" sldId="2147484997"/>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3158183704" sldId="2147484998"/>
          </pc:sldLayoutMkLst>
        </pc:sldLayoutChg>
        <pc:sldLayoutChg chg="del">
          <pc:chgData name="Lu,Dr.,Jiaqi (HP Medicine) BII-CN-S" userId="8b183601-9cff-443d-8730-90ebdb48edb2" providerId="ADAL" clId="{49FF3B67-6A91-4DE2-BE65-ABB3680E2812}" dt="2024-02-26T09:31:45.568" v="493" actId="47"/>
          <pc:sldLayoutMkLst>
            <pc:docMk/>
            <pc:sldMasterMk cId="3400542969" sldId="2147484962"/>
            <pc:sldLayoutMk cId="3992878373" sldId="2147484999"/>
          </pc:sldLayoutMkLst>
        </pc:sldLayoutChg>
        <pc:sldLayoutChg chg="del">
          <pc:chgData name="Lu,Dr.,Jiaqi (HP Medicine) BII-CN-S" userId="8b183601-9cff-443d-8730-90ebdb48edb2" providerId="ADAL" clId="{49FF3B67-6A91-4DE2-BE65-ABB3680E2812}" dt="2024-02-26T09:32:02.114" v="498" actId="47"/>
          <pc:sldLayoutMkLst>
            <pc:docMk/>
            <pc:sldMasterMk cId="3400542969" sldId="2147484962"/>
            <pc:sldLayoutMk cId="2225405714" sldId="214748503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8E6401-E193-4AEF-B67D-D15220CCFB17}" type="datetimeFigureOut">
              <a:rPr lang="en-US" smtClean="0"/>
              <a:t>7/24/2025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E67DE-5FB7-4559-9814-A2C84A92479C}" type="slidenum">
              <a:rPr lang="en-US" smtClean="0"/>
              <a:t>‹#›</a:t>
            </a:fld>
            <a:endParaRPr lang="en-US"/>
          </a:p>
        </p:txBody>
      </p:sp>
    </p:spTree>
    <p:extLst>
      <p:ext uri="{BB962C8B-B14F-4D97-AF65-F5344CB8AC3E}">
        <p14:creationId xmlns:p14="http://schemas.microsoft.com/office/powerpoint/2010/main" val="887707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9703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bildplatzhalter 6">
            <a:extLst>
              <a:ext uri="{FF2B5EF4-FFF2-40B4-BE49-F238E27FC236}">
                <a16:creationId xmlns:a16="http://schemas.microsoft.com/office/drawing/2014/main" id="{9D30DC11-E462-277E-8FAA-23EBB3813AF4}"/>
              </a:ext>
            </a:extLst>
          </p:cNvPr>
          <p:cNvSpPr>
            <a:spLocks noGrp="1" noRot="1" noChangeAspect="1"/>
          </p:cNvSpPr>
          <p:nvPr>
            <p:ph type="sldImg"/>
          </p:nvPr>
        </p:nvSpPr>
        <p:spPr>
          <a:xfrm>
            <a:off x="476250" y="611188"/>
            <a:ext cx="5903913" cy="3321050"/>
          </a:xfrm>
        </p:spPr>
      </p:sp>
      <p:sp>
        <p:nvSpPr>
          <p:cNvPr id="8" name="Notizenplatzhalter 7">
            <a:extLst>
              <a:ext uri="{FF2B5EF4-FFF2-40B4-BE49-F238E27FC236}">
                <a16:creationId xmlns:a16="http://schemas.microsoft.com/office/drawing/2014/main" id="{A5149A69-06B1-D6F2-43F2-F8C1377CDF1B}"/>
              </a:ext>
            </a:extLst>
          </p:cNvPr>
          <p:cNvSpPr>
            <a:spLocks noGrp="1"/>
          </p:cNvSpPr>
          <p:nvPr>
            <p:ph type="body" idx="1"/>
          </p:nvPr>
        </p:nvSpPr>
        <p:spPr/>
        <p:txBody>
          <a:bodyPr/>
          <a:lstStyle/>
          <a:p>
            <a:endParaRPr lang="de-DE"/>
          </a:p>
        </p:txBody>
      </p:sp>
      <p:sp>
        <p:nvSpPr>
          <p:cNvPr id="9" name="Fußzeilenplatzhalter 3">
            <a:extLst>
              <a:ext uri="{FF2B5EF4-FFF2-40B4-BE49-F238E27FC236}">
                <a16:creationId xmlns:a16="http://schemas.microsoft.com/office/drawing/2014/main" id="{0FCB5869-2713-E5EF-AC9B-F673C182D45F}"/>
              </a:ext>
            </a:extLst>
          </p:cNvPr>
          <p:cNvSpPr>
            <a:spLocks noGrp="1"/>
          </p:cNvSpPr>
          <p:nvPr>
            <p:ph type="ftr" sz="quarter" idx="4"/>
          </p:nvPr>
        </p:nvSpPr>
        <p:spPr>
          <a:xfrm>
            <a:off x="483022" y="8640452"/>
            <a:ext cx="5148000" cy="216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Calibri" panose="020F0502020204030204"/>
                <a:ea typeface="+mn-ea"/>
                <a:cs typeface="+mn-cs"/>
              </a:rPr>
              <a:t>Presentation title    |    ONLY FOR INTERNAL USE</a:t>
            </a:r>
          </a:p>
        </p:txBody>
      </p:sp>
      <p:sp>
        <p:nvSpPr>
          <p:cNvPr id="10" name="Foliennummernplatzhalter 4">
            <a:extLst>
              <a:ext uri="{FF2B5EF4-FFF2-40B4-BE49-F238E27FC236}">
                <a16:creationId xmlns:a16="http://schemas.microsoft.com/office/drawing/2014/main" id="{D8E4090B-BBBB-D2C6-63AB-1F0DAAFF4928}"/>
              </a:ext>
            </a:extLst>
          </p:cNvPr>
          <p:cNvSpPr>
            <a:spLocks noGrp="1"/>
          </p:cNvSpPr>
          <p:nvPr>
            <p:ph type="sldNum" sz="quarter" idx="5"/>
          </p:nvPr>
        </p:nvSpPr>
        <p:spPr>
          <a:xfrm>
            <a:off x="6026812" y="8640452"/>
            <a:ext cx="360040" cy="21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E7E6E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377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929915-843E-442A-B30B-111B71099F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597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7A110B-102C-4575-92CE-380A88B0F361}"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6077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254018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21D018-2401-4689-97C8-A084A48DE48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80305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7A110B-102C-4575-92CE-380A88B0F361}"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SG"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345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1.xml"/><Relationship Id="rId4" Type="http://schemas.openxmlformats.org/officeDocument/2006/relationships/image" Target="../media/image13.emf"/></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3.xml"/><Relationship Id="rId5" Type="http://schemas.openxmlformats.org/officeDocument/2006/relationships/image" Target="../media/image15.png"/><Relationship Id="rId4" Type="http://schemas.openxmlformats.org/officeDocument/2006/relationships/image" Target="../media/image14.emf"/></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4.xml"/><Relationship Id="rId4" Type="http://schemas.openxmlformats.org/officeDocument/2006/relationships/image" Target="../media/image14.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xml"/><Relationship Id="rId4" Type="http://schemas.openxmlformats.org/officeDocument/2006/relationships/image" Target="../media/image14.emf"/></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6.xml"/><Relationship Id="rId4" Type="http://schemas.openxmlformats.org/officeDocument/2006/relationships/image" Target="../media/image14.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5.xml"/><Relationship Id="rId1" Type="http://schemas.openxmlformats.org/officeDocument/2006/relationships/tags" Target="../tags/tag7.xml"/><Relationship Id="rId4" Type="http://schemas.openxmlformats.org/officeDocument/2006/relationships/image" Target="../media/image14.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8.xml"/><Relationship Id="rId4" Type="http://schemas.openxmlformats.org/officeDocument/2006/relationships/image" Target="../media/image13.emf"/></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3.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3.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3.xml"/><Relationship Id="rId6" Type="http://schemas.openxmlformats.org/officeDocument/2006/relationships/image" Target="../media/image35.png"/><Relationship Id="rId5" Type="http://schemas.openxmlformats.org/officeDocument/2006/relationships/image" Target="../media/image36.svg"/><Relationship Id="rId4" Type="http://schemas.openxmlformats.org/officeDocument/2006/relationships/image" Target="../media/image25.png"/></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 Id="rId6" Type="http://schemas.openxmlformats.org/officeDocument/2006/relationships/image" Target="../media/image35.png"/><Relationship Id="rId5" Type="http://schemas.openxmlformats.org/officeDocument/2006/relationships/image" Target="../media/image39.svg"/><Relationship Id="rId4" Type="http://schemas.openxmlformats.org/officeDocument/2006/relationships/image" Target="../media/image38.png"/></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27.png"/><Relationship Id="rId1" Type="http://schemas.openxmlformats.org/officeDocument/2006/relationships/slideMaster" Target="../slideMasters/slideMaster13.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23.png"/><Relationship Id="rId1" Type="http://schemas.openxmlformats.org/officeDocument/2006/relationships/slideMaster" Target="../slideMasters/slideMaster13.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3.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3.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3.xml"/></Relationships>
</file>

<file path=ppt/slideLayouts/_rels/slideLayout33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3.xml"/><Relationship Id="rId4" Type="http://schemas.openxmlformats.org/officeDocument/2006/relationships/image" Target="../media/image35.pn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23.png"/><Relationship Id="rId1" Type="http://schemas.openxmlformats.org/officeDocument/2006/relationships/slideMaster" Target="../slideMasters/slideMaster14.xml"/><Relationship Id="rId5" Type="http://schemas.openxmlformats.org/officeDocument/2006/relationships/image" Target="../media/image36.svg"/><Relationship Id="rId4" Type="http://schemas.openxmlformats.org/officeDocument/2006/relationships/image" Target="../media/image25.png"/></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4.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4.xml"/><Relationship Id="rId6" Type="http://schemas.openxmlformats.org/officeDocument/2006/relationships/image" Target="../media/image35.png"/><Relationship Id="rId5" Type="http://schemas.openxmlformats.org/officeDocument/2006/relationships/image" Target="../media/image36.svg"/><Relationship Id="rId4" Type="http://schemas.openxmlformats.org/officeDocument/2006/relationships/image" Target="../media/image25.png"/></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 Id="rId6" Type="http://schemas.openxmlformats.org/officeDocument/2006/relationships/image" Target="../media/image35.png"/><Relationship Id="rId5" Type="http://schemas.openxmlformats.org/officeDocument/2006/relationships/image" Target="../media/image39.svg"/><Relationship Id="rId4" Type="http://schemas.openxmlformats.org/officeDocument/2006/relationships/image" Target="../media/image38.pn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35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23.png"/><Relationship Id="rId1" Type="http://schemas.openxmlformats.org/officeDocument/2006/relationships/slideMaster" Target="../slideMasters/slideMaster14.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4.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4.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4.xml"/></Relationships>
</file>

<file path=ppt/slideLayouts/_rels/slideLayout36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6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6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7.png"/><Relationship Id="rId1" Type="http://schemas.openxmlformats.org/officeDocument/2006/relationships/slideMaster" Target="../slideMasters/slideMaster14.xml"/><Relationship Id="rId4" Type="http://schemas.openxmlformats.org/officeDocument/2006/relationships/image" Target="../media/image35.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4.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4.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4.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4.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4"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2"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2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554491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4228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3971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427713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81596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3"/>
            <a:ext cx="11211800" cy="553998"/>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41626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9001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14"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86461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0"/>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75677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1"/>
            <a:ext cx="6754212" cy="1231106"/>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2"/>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4191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60554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699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0" cy="553998"/>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533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174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340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2307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3563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3" y="6579126"/>
            <a:ext cx="9900129" cy="184666"/>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5892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4"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2559948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98257954"/>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837152"/>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28292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837152"/>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59872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02735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77779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39807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737E52C-13E7-4544-B37B-080AFD478AF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29918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7E2357C-9078-4CE2-A060-C9248E0BDF27}" type="datetime1">
              <a:rPr lang="en-US" smtClean="0"/>
              <a:t>7/24/2025</a:t>
            </a:fld>
            <a:endParaRPr lang="en-GB"/>
          </a:p>
        </p:txBody>
      </p:sp>
      <p:sp>
        <p:nvSpPr>
          <p:cNvPr id="5" name="Fußzeilenplatzhalter 4"/>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83553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2FB2E6CE-7CF7-4763-8D38-C124E8443AF9}" type="datetime1">
              <a:rPr lang="en-US" smtClean="0"/>
              <a:t>7/24/2025</a:t>
            </a:fld>
            <a:endParaRPr lang="en-GB"/>
          </a:p>
        </p:txBody>
      </p:sp>
      <p:sp>
        <p:nvSpPr>
          <p:cNvPr id="7" name="Fußzeilenplatzhalter 6"/>
          <p:cNvSpPr>
            <a:spLocks noGrp="1"/>
          </p:cNvSpPr>
          <p:nvPr>
            <p:ph type="ftr" sz="quarter" idx="11"/>
          </p:nvPr>
        </p:nvSpPr>
        <p:spPr/>
        <p:txBody>
          <a:bodyPr/>
          <a:lstStyle/>
          <a:p>
            <a:r>
              <a:rPr lang="en-US"/>
              <a:t>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83938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8B85F7BB-6266-4C51-94A6-270F5CCB97C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72041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CB7C1B2-0968-45B8-94EE-095402613A8F}" type="datetime1">
              <a:rPr lang="en-US" smtClean="0"/>
              <a:t>7/24/2025</a:t>
            </a:fld>
            <a:endParaRPr lang="en-GB"/>
          </a:p>
        </p:txBody>
      </p:sp>
      <p:sp>
        <p:nvSpPr>
          <p:cNvPr id="6" name="Fußzeilenplatzhalter 5"/>
          <p:cNvSpPr>
            <a:spLocks noGrp="1"/>
          </p:cNvSpPr>
          <p:nvPr>
            <p:ph type="ftr" sz="quarter" idx="11"/>
          </p:nvPr>
        </p:nvSpPr>
        <p:spPr/>
        <p:txBody>
          <a:bodyPr/>
          <a:lstStyle/>
          <a:p>
            <a:r>
              <a:rPr lang="en-US"/>
              <a:t>Confidential</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18002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0165E05A-694E-4DEA-91AD-D8B269840734}" type="datetime1">
              <a:rPr lang="en-US" smtClean="0"/>
              <a:t>7/24/2025</a:t>
            </a:fld>
            <a:endParaRPr lang="en-GB"/>
          </a:p>
        </p:txBody>
      </p:sp>
      <p:sp>
        <p:nvSpPr>
          <p:cNvPr id="5" name="Fußzeilenplatzhalter 4"/>
          <p:cNvSpPr>
            <a:spLocks noGrp="1"/>
          </p:cNvSpPr>
          <p:nvPr>
            <p:ph type="ftr" sz="quarter" idx="13"/>
          </p:nvPr>
        </p:nvSpPr>
        <p:spPr/>
        <p:txBody>
          <a:bodyPr/>
          <a:lstStyle/>
          <a:p>
            <a:r>
              <a:rPr lang="en-US"/>
              <a:t>Confidential</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18576"/>
          </a:xfrm>
        </p:spPr>
        <p:txBody>
          <a:bodyPr/>
          <a:lstStyle/>
          <a:p>
            <a:r>
              <a:rPr lang="en-GB" noProof="0"/>
              <a:t>Click to add headline</a:t>
            </a:r>
          </a:p>
        </p:txBody>
      </p:sp>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08768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6341158B-12CC-45FE-95C2-ABDE91176BE6}"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2629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46A9521D-5A84-4472-9D54-834EF8C93088}"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56186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E38A10C-3066-4CE9-A86D-296D891B7154}"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88929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fld id="{E3DEE4CE-9D9A-4804-B782-2B81EC143780}" type="datetime1">
              <a:rPr lang="en-US" smtClean="0"/>
              <a:t>7/24/2025</a:t>
            </a:fld>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Confidential</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65153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6AD62AEF-0A88-4D11-BE02-3D67B99F04B6}"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86848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29391290-1E60-4F5D-82A8-60C02A83ACE1}"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61611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184DB573-5146-453C-A648-0D3398B8A163}"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12089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7E22DF30-76B2-4B10-B00C-7388FE258C58}"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66544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7/24/2025</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244248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7D2FCB2-D38E-48E5-B289-3C641F3F9F5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63684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E74F134-301E-4F0F-B5E8-77DA2641C1E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57718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05B5DCD-FE2D-4CE2-BFE2-ACFF26C3637B}"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14959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728A356-4994-45DE-B196-68883C65C824}"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2134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F831E99-82A4-4651-A184-D064A1E395C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816141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6A40A984-815E-4C86-8EF6-9084578C022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44390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436BA60-A581-4A0D-AFBA-AAF428EA5368}"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23363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840069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12785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2"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37850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8474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1"/>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9"/>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325027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19681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56804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7463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24/07/2025</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8311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24/07/2025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3395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91891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8"/>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2" y="1600203"/>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24/07/2025</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082196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24/07/2025</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3"/>
            <a:ext cx="6754213"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827378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94667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15416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381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53449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4654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2" y="1600203"/>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5699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24/07/2025</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63531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32135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77463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97044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64361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5304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9543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93704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416058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1587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10222274" y="6547643"/>
            <a:ext cx="716543" cy="205121"/>
          </a:xfrm>
        </p:spPr>
        <p:txBody>
          <a:bodyPr/>
          <a:lstStyle/>
          <a:p>
            <a:fld id="{C16525B2-4347-4F72-BAF7-76B19438D329}" type="datetimeFigureOut">
              <a:rPr lang="en-US" smtClean="0"/>
              <a:t>7/24/2025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418329527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837152"/>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613205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837152"/>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16254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929205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847508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77737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737E52C-13E7-4544-B37B-080AFD478AF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16278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7E2357C-9078-4CE2-A060-C9248E0BDF27}" type="datetime1">
              <a:rPr lang="en-US" smtClean="0"/>
              <a:t>7/24/2025</a:t>
            </a:fld>
            <a:endParaRPr lang="en-GB"/>
          </a:p>
        </p:txBody>
      </p:sp>
      <p:sp>
        <p:nvSpPr>
          <p:cNvPr id="5" name="Fußzeilenplatzhalter 4"/>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5882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2FB2E6CE-7CF7-4763-8D38-C124E8443AF9}" type="datetime1">
              <a:rPr lang="en-US" smtClean="0"/>
              <a:t>7/24/2025</a:t>
            </a:fld>
            <a:endParaRPr lang="en-GB"/>
          </a:p>
        </p:txBody>
      </p:sp>
      <p:sp>
        <p:nvSpPr>
          <p:cNvPr id="7" name="Fußzeilenplatzhalter 6"/>
          <p:cNvSpPr>
            <a:spLocks noGrp="1"/>
          </p:cNvSpPr>
          <p:nvPr>
            <p:ph type="ftr" sz="quarter" idx="11"/>
          </p:nvPr>
        </p:nvSpPr>
        <p:spPr/>
        <p:txBody>
          <a:bodyPr/>
          <a:lstStyle/>
          <a:p>
            <a:r>
              <a:rPr lang="en-US"/>
              <a:t>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53519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8B85F7BB-6266-4C51-94A6-270F5CCB97C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87090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CB7C1B2-0968-45B8-94EE-095402613A8F}" type="datetime1">
              <a:rPr lang="en-US" smtClean="0"/>
              <a:t>7/24/2025</a:t>
            </a:fld>
            <a:endParaRPr lang="en-GB"/>
          </a:p>
        </p:txBody>
      </p:sp>
      <p:sp>
        <p:nvSpPr>
          <p:cNvPr id="6" name="Fußzeilenplatzhalter 5"/>
          <p:cNvSpPr>
            <a:spLocks noGrp="1"/>
          </p:cNvSpPr>
          <p:nvPr>
            <p:ph type="ftr" sz="quarter" idx="11"/>
          </p:nvPr>
        </p:nvSpPr>
        <p:spPr/>
        <p:txBody>
          <a:bodyPr/>
          <a:lstStyle/>
          <a:p>
            <a:r>
              <a:rPr lang="en-US"/>
              <a:t>Confidential</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45892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0165E05A-694E-4DEA-91AD-D8B269840734}" type="datetime1">
              <a:rPr lang="en-US" smtClean="0"/>
              <a:t>7/24/2025</a:t>
            </a:fld>
            <a:endParaRPr lang="en-GB"/>
          </a:p>
        </p:txBody>
      </p:sp>
      <p:sp>
        <p:nvSpPr>
          <p:cNvPr id="5" name="Fußzeilenplatzhalter 4"/>
          <p:cNvSpPr>
            <a:spLocks noGrp="1"/>
          </p:cNvSpPr>
          <p:nvPr>
            <p:ph type="ftr" sz="quarter" idx="13"/>
          </p:nvPr>
        </p:nvSpPr>
        <p:spPr/>
        <p:txBody>
          <a:bodyPr/>
          <a:lstStyle/>
          <a:p>
            <a:r>
              <a:rPr lang="en-US"/>
              <a:t>Confidential</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18576"/>
          </a:xfrm>
        </p:spPr>
        <p:txBody>
          <a:bodyPr/>
          <a:lstStyle/>
          <a:p>
            <a:r>
              <a:rPr lang="en-GB" noProof="0"/>
              <a:t>Click to add headline</a:t>
            </a:r>
          </a:p>
        </p:txBody>
      </p:sp>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979534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6341158B-12CC-45FE-95C2-ABDE91176BE6}"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37510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46A9521D-5A84-4472-9D54-834EF8C93088}"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18030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E38A10C-3066-4CE9-A86D-296D891B7154}"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150639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fld id="{E3DEE4CE-9D9A-4804-B782-2B81EC143780}" type="datetime1">
              <a:rPr lang="en-US" smtClean="0"/>
              <a:t>7/24/2025</a:t>
            </a:fld>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Confidential</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16311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6AD62AEF-0A88-4D11-BE02-3D67B99F04B6}"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565987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29391290-1E60-4F5D-82A8-60C02A83ACE1}"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69688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184DB573-5146-453C-A648-0D3398B8A163}"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441688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7E22DF30-76B2-4B10-B00C-7388FE258C58}"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2220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7/24/2025</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78284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7D2FCB2-D38E-48E5-B289-3C641F3F9F5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6915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E74F134-301E-4F0F-B5E8-77DA2641C1E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72467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05B5DCD-FE2D-4CE2-BFE2-ACFF26C3637B}"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8887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728A356-4994-45DE-B196-68883C65C824}"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53738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F831E99-82A4-4651-A184-D064A1E395C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57635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6A40A984-815E-4C86-8EF6-9084578C022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0050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436BA60-A581-4A0D-AFBA-AAF428EA5368}"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72811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421268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53812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BI_CF">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347" imgH="346" progId="TCLayout.ActiveDocument.1">
                  <p:embed/>
                </p:oleObj>
              </mc:Choice>
              <mc:Fallback>
                <p:oleObj name="think-cell Slide" r:id="rId3" imgW="347" imgH="346"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5" name="doc id" hidden="1"/>
          <p:cNvSpPr>
            <a:spLocks noChangeArrowheads="1"/>
          </p:cNvSpPr>
          <p:nvPr/>
        </p:nvSpPr>
        <p:spPr bwMode="auto">
          <a:xfrm>
            <a:off x="10995479"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1066000" fontAlgn="base">
              <a:spcBef>
                <a:spcPct val="0"/>
              </a:spcBef>
              <a:spcAft>
                <a:spcPct val="0"/>
              </a:spcAft>
            </a:pPr>
            <a:endParaRPr lang="en-GB" sz="973">
              <a:solidFill>
                <a:srgbClr val="808080"/>
              </a:solidFill>
              <a:latin typeface="Calibri" panose="020F0502020204030204" pitchFamily="34" charset="0"/>
              <a:cs typeface="Calibri" panose="020F0502020204030204" pitchFamily="34" charset="0"/>
              <a:sym typeface="Calibri" panose="020F0502020204030204" pitchFamily="34" charset="0"/>
            </a:endParaRPr>
          </a:p>
        </p:txBody>
      </p:sp>
      <p:sp>
        <p:nvSpPr>
          <p:cNvPr id="4" name="Title 3">
            <a:extLst>
              <a:ext uri="{FF2B5EF4-FFF2-40B4-BE49-F238E27FC236}">
                <a16:creationId xmlns:a16="http://schemas.microsoft.com/office/drawing/2014/main" id="{59B4D4F8-FF24-4FD3-B8CB-444FBF7167C7}"/>
              </a:ext>
            </a:extLst>
          </p:cNvPr>
          <p:cNvSpPr>
            <a:spLocks noGrp="1"/>
          </p:cNvSpPr>
          <p:nvPr>
            <p:ph type="title"/>
          </p:nvPr>
        </p:nvSpPr>
        <p:spPr/>
        <p:txBody>
          <a:bodyPr/>
          <a:lstStyle>
            <a:lvl1pPr>
              <a:defRPr/>
            </a:lvl1pPr>
          </a:lstStyle>
          <a:p>
            <a:r>
              <a:rPr lang="en-GB"/>
              <a:t>Click to edit Master title style</a:t>
            </a:r>
          </a:p>
        </p:txBody>
      </p:sp>
    </p:spTree>
    <p:extLst>
      <p:ext uri="{BB962C8B-B14F-4D97-AF65-F5344CB8AC3E}">
        <p14:creationId xmlns:p14="http://schemas.microsoft.com/office/powerpoint/2010/main" val="2632759828"/>
      </p:ext>
    </p:extLst>
  </p:cSld>
  <p:clrMapOvr>
    <a:masterClrMapping/>
  </p:clrMapOvr>
  <p:extLst>
    <p:ext uri="{DCECCB84-F9BA-43D5-87BE-67443E8EF086}">
      <p15:sldGuideLst xmlns:p15="http://schemas.microsoft.com/office/powerpoint/2012/main">
        <p15:guide id="1" pos="5617">
          <p15:clr>
            <a:srgbClr val="F26B43"/>
          </p15:clr>
        </p15:guide>
        <p15:guide id="2" pos="76">
          <p15:clr>
            <a:srgbClr val="F26B43"/>
          </p15:clr>
        </p15:guide>
        <p15:guide id="3" orient="horz" pos="583">
          <p15:clr>
            <a:srgbClr val="F26B43"/>
          </p15:clr>
        </p15:guide>
        <p15:guide id="4" orient="horz" pos="3990">
          <p15:clr>
            <a:srgbClr val="F26B43"/>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1095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4"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0"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809585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9"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01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9"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de-DE" noProof="0"/>
              <a:t>Mastertextformat bearbeiten</a:t>
            </a:r>
          </a:p>
        </p:txBody>
      </p:sp>
    </p:spTree>
    <p:extLst>
      <p:ext uri="{BB962C8B-B14F-4D97-AF65-F5344CB8AC3E}">
        <p14:creationId xmlns:p14="http://schemas.microsoft.com/office/powerpoint/2010/main" val="214570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9"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469105" y="3718148"/>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de-DE" noProof="0"/>
              <a:t>Mastertextformat bearbeiten</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de-DE" noProof="0"/>
              <a:t>Mastertextformat bearbeiten</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de-DE" noProof="0"/>
              <a:t>Bild auf Platzhalter ziehen oder durch Klicken auf Symbol hinzufügen</a:t>
            </a:r>
            <a:endParaRPr lang="en-GB" noProof="0"/>
          </a:p>
        </p:txBody>
      </p:sp>
    </p:spTree>
    <p:extLst>
      <p:ext uri="{BB962C8B-B14F-4D97-AF65-F5344CB8AC3E}">
        <p14:creationId xmlns:p14="http://schemas.microsoft.com/office/powerpoint/2010/main" val="2358545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669446438"/>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9" name="Rechteck 8"/>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7" name="Grafik 6"/>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solidFill>
                  <a:prstClr val="white">
                    <a:lumMod val="50000"/>
                  </a:prstClr>
                </a:solidFill>
              </a:rPr>
              <a:pPr/>
              <a:t>24/07/2025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3559176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9" name="Grafik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490100" y="104583"/>
            <a:ext cx="11211800" cy="553998"/>
          </a:xfrm>
        </p:spPr>
        <p:txBody>
          <a:bodyPr/>
          <a:lstStyle>
            <a:lvl1pPr>
              <a:defRPr sz="3600"/>
            </a:lvl1pPr>
          </a:lstStyle>
          <a:p>
            <a:r>
              <a:rPr lang="de-DE" noProof="0"/>
              <a:t>Mastertitelformat bearbeiten</a:t>
            </a:r>
            <a:endParaRPr lang="en-GB" noProof="0"/>
          </a:p>
        </p:txBody>
      </p:sp>
    </p:spTree>
    <p:extLst>
      <p:ext uri="{BB962C8B-B14F-4D97-AF65-F5344CB8AC3E}">
        <p14:creationId xmlns:p14="http://schemas.microsoft.com/office/powerpoint/2010/main" val="106799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4" name="Titel 3"/>
          <p:cNvSpPr>
            <a:spLocks noGrp="1"/>
          </p:cNvSpPr>
          <p:nvPr>
            <p:ph type="title"/>
          </p:nvPr>
        </p:nvSpPr>
        <p:spPr/>
        <p:txBody>
          <a:bodyPr/>
          <a:lstStyle/>
          <a:p>
            <a:r>
              <a:rPr lang="de-DE" noProof="0"/>
              <a:t>Mastertitelformat bearbeiten</a:t>
            </a:r>
            <a:endParaRPr lang="en-GB" noProof="0"/>
          </a:p>
        </p:txBody>
      </p:sp>
      <p:sp>
        <p:nvSpPr>
          <p:cNvPr id="6" name="Datumsplatzhalter 5"/>
          <p:cNvSpPr>
            <a:spLocks noGrp="1"/>
          </p:cNvSpPr>
          <p:nvPr>
            <p:ph type="dt" sz="half" idx="10"/>
          </p:nvPr>
        </p:nvSpPr>
        <p:spPr/>
        <p:txBody>
          <a:bodyPr/>
          <a:lstStyle/>
          <a:p>
            <a:fld id="{1C661359-A780-4E12-A6C3-DC4E2163D090}" type="datetime1">
              <a:rPr lang="en-GB" smtClean="0">
                <a:solidFill>
                  <a:prstClr val="white">
                    <a:lumMod val="50000"/>
                  </a:prstClr>
                </a:solidFill>
              </a:rPr>
              <a:pPr/>
              <a:t>24/07/2025</a:t>
            </a:fld>
            <a:endParaRPr lang="en-GB">
              <a:solidFill>
                <a:prstClr val="white">
                  <a:lumMod val="50000"/>
                </a:prstClr>
              </a:solidFill>
            </a:endParaRPr>
          </a:p>
        </p:txBody>
      </p:sp>
      <p:sp>
        <p:nvSpPr>
          <p:cNvPr id="7" name="Fußzeilenplatzhalter 6"/>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671490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14" name="Inhaltsplatzhalter 2"/>
          <p:cNvSpPr>
            <a:spLocks noGrp="1"/>
          </p:cNvSpPr>
          <p:nvPr>
            <p:ph idx="1"/>
          </p:nvPr>
        </p:nvSpPr>
        <p:spPr>
          <a:xfrm>
            <a:off x="2362098" y="1600202"/>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sp>
        <p:nvSpPr>
          <p:cNvPr id="3" name="Datumsplatzhalter 2"/>
          <p:cNvSpPr>
            <a:spLocks noGrp="1"/>
          </p:cNvSpPr>
          <p:nvPr>
            <p:ph type="dt" sz="half" idx="10"/>
          </p:nvPr>
        </p:nvSpPr>
        <p:spPr/>
        <p:txBody>
          <a:bodyPr/>
          <a:lstStyle/>
          <a:p>
            <a:fld id="{C111D5BD-A427-4B29-9DEE-6B9E4BFFF318}" type="datetime1">
              <a:rPr lang="en-GB" smtClean="0">
                <a:solidFill>
                  <a:prstClr val="white">
                    <a:lumMod val="50000"/>
                  </a:prstClr>
                </a:solidFill>
              </a:rPr>
              <a:pPr/>
              <a:t>24/07/2025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7" name="Titel 6"/>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145945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15" name="Rechteck 14"/>
          <p:cNvSpPr/>
          <p:nvPr/>
        </p:nvSpPr>
        <p:spPr>
          <a:xfrm>
            <a:off x="0" y="1380789"/>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a:xfrm>
            <a:off x="490101" y="1600203"/>
            <a:ext cx="3912567" cy="3710092"/>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4" name="Datumsplatzhalter 3"/>
          <p:cNvSpPr>
            <a:spLocks noGrp="1"/>
          </p:cNvSpPr>
          <p:nvPr>
            <p:ph type="dt" sz="half" idx="10"/>
          </p:nvPr>
        </p:nvSpPr>
        <p:spPr/>
        <p:txBody>
          <a:bodyPr/>
          <a:lstStyle/>
          <a:p>
            <a:fld id="{19D781AB-E714-4F09-8D28-226A45E82554}"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234175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a:xfrm>
            <a:off x="2362105" y="1935251"/>
            <a:ext cx="6754212" cy="1231106"/>
          </a:xfrm>
        </p:spPr>
        <p:txBody>
          <a:bodyPr>
            <a:spAutoFit/>
          </a:bodyPr>
          <a:lstStyle>
            <a:lvl1pPr>
              <a:defRPr sz="1600"/>
            </a:lvl1pPr>
            <a:lvl2pPr>
              <a:defRPr sz="1600"/>
            </a:lvl2pPr>
            <a:lvl3pPr>
              <a:defRPr sz="1600"/>
            </a:lvl3pPr>
            <a:lvl4pPr>
              <a:defRPr sz="1600"/>
            </a:lvl4pPr>
            <a:lvl5pPr>
              <a:defRPr sz="1600"/>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4" name="Datumsplatzhalter 3"/>
          <p:cNvSpPr>
            <a:spLocks noGrp="1"/>
          </p:cNvSpPr>
          <p:nvPr>
            <p:ph type="dt" sz="half" idx="12"/>
          </p:nvPr>
        </p:nvSpPr>
        <p:spPr/>
        <p:txBody>
          <a:bodyPr/>
          <a:lstStyle/>
          <a:p>
            <a:fld id="{EC17428A-2D47-45E0-A069-3589CCCD6CCB}"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2362100" y="879872"/>
            <a:ext cx="6754213" cy="369332"/>
          </a:xfrm>
        </p:spPr>
        <p:txBody>
          <a:bodyPr/>
          <a:lstStyle/>
          <a:p>
            <a:r>
              <a:rPr lang="de-DE" noProof="0"/>
              <a:t>Mastertitelformat bearbeiten</a:t>
            </a:r>
            <a:endParaRPr lang="en-GB" noProof="0"/>
          </a:p>
        </p:txBody>
      </p:sp>
    </p:spTree>
    <p:extLst>
      <p:ext uri="{BB962C8B-B14F-4D97-AF65-F5344CB8AC3E}">
        <p14:creationId xmlns:p14="http://schemas.microsoft.com/office/powerpoint/2010/main" val="4075743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3" name="Datumsplatzhalter 2"/>
          <p:cNvSpPr>
            <a:spLocks noGrp="1"/>
          </p:cNvSpPr>
          <p:nvPr>
            <p:ph type="dt" sz="half" idx="10"/>
          </p:nvPr>
        </p:nvSpPr>
        <p:spPr/>
        <p:txBody>
          <a:bodyPr/>
          <a:lstStyle/>
          <a:p>
            <a:fld id="{1EC6BB9B-C051-45A6-8B80-D4145CF47D8A}" type="datetime1">
              <a:rPr lang="en-GB" smtClean="0">
                <a:solidFill>
                  <a:prstClr val="white">
                    <a:lumMod val="50000"/>
                  </a:prstClr>
                </a:solidFill>
              </a:rPr>
              <a:pPr/>
              <a:t>24/07/2025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112404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14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0" cy="553998"/>
          </a:xfrm>
        </p:spPr>
        <p:txBody>
          <a:bodyPr/>
          <a:lstStyle>
            <a:lvl1pPr>
              <a:defRPr sz="36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fld id="{B97B442D-D596-4A22-B59F-2B4C559DB2B8}"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811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fld id="{98F3AA7F-89C7-4646-B972-BDD77134FD4C}"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0286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098" y="1600202"/>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4" name="Datumsplatzhalter 3"/>
          <p:cNvSpPr>
            <a:spLocks noGrp="1"/>
          </p:cNvSpPr>
          <p:nvPr>
            <p:ph type="dt" sz="half" idx="12"/>
          </p:nvPr>
        </p:nvSpPr>
        <p:spPr/>
        <p:txBody>
          <a:bodyPr/>
          <a:lstStyle/>
          <a:p>
            <a:fld id="{9C15FEBD-85B6-4A0B-9BA4-99E119B10886}"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5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1" y="1600203"/>
            <a:ext cx="3912567" cy="3710092"/>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
        <p:nvSpPr>
          <p:cNvPr id="4" name="Datumsplatzhalter 3"/>
          <p:cNvSpPr>
            <a:spLocks noGrp="1"/>
          </p:cNvSpPr>
          <p:nvPr>
            <p:ph type="dt" sz="half" idx="12"/>
          </p:nvPr>
        </p:nvSpPr>
        <p:spPr/>
        <p:txBody>
          <a:bodyPr/>
          <a:lstStyle/>
          <a:p>
            <a:fld id="{C7B72EF1-134D-476C-B146-ED8DB9215F2F}"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6"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039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smtClean="0">
                <a:solidFill>
                  <a:prstClr val="white">
                    <a:lumMod val="50000"/>
                  </a:prstClr>
                </a:solidFill>
              </a:rPr>
              <a:pPr/>
              <a:t>24/07/2025</a:t>
            </a:fld>
            <a:endParaRPr lang="en-GB">
              <a:solidFill>
                <a:prstClr val="white">
                  <a:lumMod val="50000"/>
                </a:prstClr>
              </a:solidFill>
            </a:endParaRPr>
          </a:p>
        </p:txBody>
      </p:sp>
      <p:sp>
        <p:nvSpPr>
          <p:cNvPr id="3" name="Fußzeilenplatzhalter 2"/>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402858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786674769"/>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10283190" y="6573259"/>
            <a:ext cx="655629" cy="153888"/>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24 July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4064900323"/>
      </p:ext>
    </p:extLst>
  </p:cSld>
  <p:clrMapOvr>
    <a:masterClrMapping/>
  </p:clrMapOvr>
  <p:transition spd="med">
    <p:wipe dir="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Nur Titel">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96188526"/>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2" name="Titel 1"/>
          <p:cNvSpPr>
            <a:spLocks noGrp="1"/>
          </p:cNvSpPr>
          <p:nvPr>
            <p:ph type="title"/>
          </p:nvPr>
        </p:nvSpPr>
        <p:spPr/>
        <p:txBody>
          <a:bodyPr/>
          <a:lstStyle/>
          <a:p>
            <a:r>
              <a:rPr lang="de-DE" noProof="0"/>
              <a:t>Titelmasterformat durch Klicken bearbeiten</a:t>
            </a:r>
            <a:endParaRPr lang="en-US" noProof="0"/>
          </a:p>
        </p:txBody>
      </p:sp>
      <p:sp>
        <p:nvSpPr>
          <p:cNvPr id="3" name="Datumsplatzhalter 2"/>
          <p:cNvSpPr>
            <a:spLocks noGrp="1"/>
          </p:cNvSpPr>
          <p:nvPr>
            <p:ph type="dt" sz="half" idx="10"/>
          </p:nvPr>
        </p:nvSpPr>
        <p:spPr>
          <a:xfrm>
            <a:off x="10938755" y="6573259"/>
            <a:ext cx="65" cy="153888"/>
          </a:xfrm>
        </p:spPr>
        <p:txBody>
          <a:bodyPr/>
          <a:lstStyle>
            <a:lvl1pPr fontAlgn="base">
              <a:spcBef>
                <a:spcPct val="0"/>
              </a:spcBef>
              <a:spcAft>
                <a:spcPct val="0"/>
              </a:spcAft>
              <a:defRPr/>
            </a:lvl1pPr>
          </a:lstStyle>
          <a:p>
            <a:pPr>
              <a:defRPr/>
            </a:pPr>
            <a:endParaRPr lang="de-DE">
              <a:solidFill>
                <a:prstClr val="white">
                  <a:lumMod val="50000"/>
                </a:prstClr>
              </a:solidFill>
            </a:endParaRPr>
          </a:p>
        </p:txBody>
      </p:sp>
      <p:sp>
        <p:nvSpPr>
          <p:cNvPr id="4" name="Fußzeilenplatzhalter 3"/>
          <p:cNvSpPr>
            <a:spLocks noGrp="1"/>
          </p:cNvSpPr>
          <p:nvPr>
            <p:ph type="ftr" sz="quarter" idx="11"/>
          </p:nvPr>
        </p:nvSpPr>
        <p:spPr/>
        <p:txBody>
          <a:bodyPr/>
          <a:lstStyle>
            <a:lvl1pPr fontAlgn="base">
              <a:spcBef>
                <a:spcPct val="0"/>
              </a:spcBef>
              <a:spcAft>
                <a:spcPct val="0"/>
              </a:spcAft>
              <a:defRPr/>
            </a:lvl1pPr>
          </a:lstStyle>
          <a:p>
            <a:pPr>
              <a:defRPr/>
            </a:pPr>
            <a:r>
              <a:rPr lang="de-DE">
                <a:solidFill>
                  <a:prstClr val="white">
                    <a:lumMod val="50000"/>
                  </a:prstClr>
                </a:solidFill>
              </a:rPr>
              <a:t>2015-07-02 E-EMC Mainz</a:t>
            </a:r>
          </a:p>
        </p:txBody>
      </p:sp>
      <p:sp>
        <p:nvSpPr>
          <p:cNvPr id="5" name="Foliennummernplatzhalter 4"/>
          <p:cNvSpPr>
            <a:spLocks noGrp="1"/>
          </p:cNvSpPr>
          <p:nvPr>
            <p:ph type="sldNum" sz="quarter" idx="12"/>
          </p:nvPr>
        </p:nvSpPr>
        <p:spPr/>
        <p:txBody>
          <a:bodyPr/>
          <a:lstStyle>
            <a:lvl1pPr fontAlgn="base">
              <a:spcBef>
                <a:spcPct val="0"/>
              </a:spcBef>
              <a:spcAft>
                <a:spcPct val="0"/>
              </a:spcAft>
              <a:defRPr/>
            </a:lvl1pPr>
          </a:lstStyle>
          <a:p>
            <a:pPr>
              <a:defRPr/>
            </a:pPr>
            <a:fld id="{E3722809-07C4-41E2-AFCE-9AEDF2C71FB2}" type="slidenum">
              <a:rPr lang="de-DE">
                <a:solidFill>
                  <a:prstClr val="white">
                    <a:lumMod val="50000"/>
                  </a:prstClr>
                </a:solidFill>
              </a:rPr>
              <a:pPr>
                <a:defRPr/>
              </a:pPr>
              <a:t>‹#›</a:t>
            </a:fld>
            <a:endParaRPr lang="de-DE">
              <a:solidFill>
                <a:prstClr val="white">
                  <a:lumMod val="50000"/>
                </a:prstClr>
              </a:solidFill>
            </a:endParaRPr>
          </a:p>
        </p:txBody>
      </p:sp>
    </p:spTree>
    <p:extLst>
      <p:ext uri="{BB962C8B-B14F-4D97-AF65-F5344CB8AC3E}">
        <p14:creationId xmlns:p14="http://schemas.microsoft.com/office/powerpoint/2010/main" val="3795476648"/>
      </p:ext>
    </p:extLst>
  </p:cSld>
  <p:clrMapOvr>
    <a:masterClrMapping/>
  </p:clrMapOvr>
  <p:transition spd="med">
    <p:wipe dir="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cSld name="Empty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3" name="Datumsplatzhalter 2"/>
          <p:cNvSpPr>
            <a:spLocks noGrp="1"/>
          </p:cNvSpPr>
          <p:nvPr>
            <p:ph type="dt" sz="half" idx="10"/>
          </p:nvPr>
        </p:nvSpPr>
        <p:spPr>
          <a:xfrm>
            <a:off x="10938755" y="6573259"/>
            <a:ext cx="65" cy="153888"/>
          </a:xfrm>
        </p:spPr>
        <p:txBody>
          <a:bodyPr/>
          <a:lstStyle>
            <a:lvl1pPr>
              <a:defRPr/>
            </a:lvl1p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lvl1pPr>
              <a:defRPr/>
            </a:lvl1pPr>
          </a:lstStyle>
          <a:p>
            <a:r>
              <a:rPr lang="en-GB">
                <a:solidFill>
                  <a:prstClr val="white">
                    <a:lumMod val="50000"/>
                  </a:prstClr>
                </a:solidFill>
              </a:rPr>
              <a:t>Board meeting 21.10.2013</a:t>
            </a:r>
          </a:p>
        </p:txBody>
      </p:sp>
      <p:sp>
        <p:nvSpPr>
          <p:cNvPr id="5" name="Foliennummernplatzhalter 4"/>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4137723505"/>
      </p:ext>
    </p:extLst>
  </p:cSld>
  <p:clrMapOvr>
    <a:masterClrMapping/>
  </p:clrMapOvr>
  <p:transition spd="med">
    <p:wipe dir="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422739528"/>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10283190" y="6573259"/>
            <a:ext cx="655629" cy="153888"/>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24 July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4211227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161087625"/>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10283190" y="6573259"/>
            <a:ext cx="655629" cy="153888"/>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24 July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66691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10283190" y="6573259"/>
            <a:ext cx="655629" cy="153888"/>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24 July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2892250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with leading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8983133" y="5937252"/>
            <a:ext cx="2878667" cy="665163"/>
          </a:xfrm>
          <a:prstGeom prst="rect">
            <a:avLst/>
          </a:prstGeom>
          <a:noFill/>
          <a:ln w="9525">
            <a:noFill/>
            <a:miter lim="800000"/>
            <a:headEnd/>
            <a:tailEnd/>
          </a:ln>
        </p:spPr>
      </p:pic>
      <p:sp>
        <p:nvSpPr>
          <p:cNvPr id="64530" name="Rectangle 18"/>
          <p:cNvSpPr>
            <a:spLocks noChangeArrowheads="1"/>
          </p:cNvSpPr>
          <p:nvPr/>
        </p:nvSpPr>
        <p:spPr bwMode="auto">
          <a:xfrm>
            <a:off x="0" y="1785926"/>
            <a:ext cx="12192000" cy="2500331"/>
          </a:xfrm>
          <a:prstGeom prst="rect">
            <a:avLst/>
          </a:prstGeom>
          <a:solidFill>
            <a:schemeClr val="accent4"/>
          </a:solidFill>
          <a:ln w="12700">
            <a:noFill/>
            <a:miter lim="800000"/>
            <a:headEnd/>
            <a:tailEnd/>
          </a:ln>
          <a:effectLst/>
        </p:spPr>
        <p:txBody>
          <a:bodyPr wrap="none" anchor="ctr"/>
          <a:lstStyle/>
          <a:p>
            <a:endParaRPr lang="en-GB" sz="1800">
              <a:solidFill>
                <a:srgbClr val="003366"/>
              </a:solidFill>
            </a:endParaRPr>
          </a:p>
        </p:txBody>
      </p:sp>
      <p:grpSp>
        <p:nvGrpSpPr>
          <p:cNvPr id="2" name="Group 8"/>
          <p:cNvGrpSpPr>
            <a:grpSpLocks/>
          </p:cNvGrpSpPr>
          <p:nvPr/>
        </p:nvGrpSpPr>
        <p:grpSpPr bwMode="auto">
          <a:xfrm>
            <a:off x="0" y="0"/>
            <a:ext cx="12192000" cy="68580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grpSp>
      <p:sp>
        <p:nvSpPr>
          <p:cNvPr id="12" name="Rectangle 4"/>
          <p:cNvSpPr>
            <a:spLocks noGrp="1" noChangeArrowheads="1"/>
          </p:cNvSpPr>
          <p:nvPr>
            <p:ph type="subTitle" idx="1"/>
          </p:nvPr>
        </p:nvSpPr>
        <p:spPr bwMode="white">
          <a:xfrm>
            <a:off x="4762491" y="2857498"/>
            <a:ext cx="6381795" cy="307777"/>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13" name="Rectangle 5"/>
          <p:cNvSpPr>
            <a:spLocks noGrp="1" noChangeArrowheads="1"/>
          </p:cNvSpPr>
          <p:nvPr>
            <p:ph type="ctrTitle"/>
          </p:nvPr>
        </p:nvSpPr>
        <p:spPr>
          <a:xfrm>
            <a:off x="4762492" y="2288253"/>
            <a:ext cx="6286544" cy="430887"/>
          </a:xfrm>
          <a:noFill/>
        </p:spPr>
        <p:txBody>
          <a:bodyPr wrap="square" anchor="b">
            <a:spAutoFit/>
          </a:bodyPr>
          <a:lstStyle>
            <a:lvl1pPr>
              <a:defRPr sz="2800"/>
            </a:lvl1pPr>
          </a:lstStyle>
          <a:p>
            <a:r>
              <a:rPr lang="en-US" noProof="0"/>
              <a:t>Click to edit Master title style</a:t>
            </a:r>
            <a:endParaRPr lang="en-GB" noProof="0"/>
          </a:p>
        </p:txBody>
      </p:sp>
      <p:sp>
        <p:nvSpPr>
          <p:cNvPr id="15" name="Bildplatzhalter 14"/>
          <p:cNvSpPr>
            <a:spLocks noGrp="1"/>
          </p:cNvSpPr>
          <p:nvPr>
            <p:ph type="pic" sz="quarter" idx="10"/>
          </p:nvPr>
        </p:nvSpPr>
        <p:spPr>
          <a:xfrm>
            <a:off x="0" y="1785927"/>
            <a:ext cx="4190987" cy="2500324"/>
          </a:xfrm>
        </p:spPr>
        <p:txBody>
          <a:bodyPr/>
          <a:lstStyle/>
          <a:p>
            <a:r>
              <a:rPr lang="en-US" noProof="0"/>
              <a:t>Click icon to add picture</a:t>
            </a:r>
            <a:endParaRPr lang="en-GB" noProof="0"/>
          </a:p>
        </p:txBody>
      </p:sp>
    </p:spTree>
    <p:extLst>
      <p:ext uri="{BB962C8B-B14F-4D97-AF65-F5344CB8AC3E}">
        <p14:creationId xmlns:p14="http://schemas.microsoft.com/office/powerpoint/2010/main" val="73529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Title with leading color and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8983133" y="5937252"/>
            <a:ext cx="2878667" cy="665163"/>
          </a:xfrm>
          <a:prstGeom prst="rect">
            <a:avLst/>
          </a:prstGeom>
          <a:noFill/>
          <a:ln w="9525">
            <a:noFill/>
            <a:miter lim="800000"/>
            <a:headEnd/>
            <a:tailEnd/>
          </a:ln>
        </p:spPr>
      </p:pic>
      <p:sp>
        <p:nvSpPr>
          <p:cNvPr id="64530" name="Rectangle 18"/>
          <p:cNvSpPr>
            <a:spLocks noChangeArrowheads="1"/>
          </p:cNvSpPr>
          <p:nvPr/>
        </p:nvSpPr>
        <p:spPr bwMode="auto">
          <a:xfrm>
            <a:off x="0" y="1285861"/>
            <a:ext cx="12192000" cy="4143404"/>
          </a:xfrm>
          <a:prstGeom prst="rect">
            <a:avLst/>
          </a:prstGeom>
          <a:solidFill>
            <a:schemeClr val="accent1"/>
          </a:solidFill>
          <a:ln w="12700">
            <a:noFill/>
            <a:miter lim="800000"/>
            <a:headEnd/>
            <a:tailEnd/>
          </a:ln>
          <a:effectLst/>
        </p:spPr>
        <p:txBody>
          <a:bodyPr wrap="none" anchor="ctr"/>
          <a:lstStyle/>
          <a:p>
            <a:endParaRPr lang="en-GB" sz="1800">
              <a:solidFill>
                <a:srgbClr val="003366"/>
              </a:solidFill>
            </a:endParaRPr>
          </a:p>
        </p:txBody>
      </p:sp>
      <p:sp>
        <p:nvSpPr>
          <p:cNvPr id="64516" name="Rectangle 4"/>
          <p:cNvSpPr>
            <a:spLocks noGrp="1" noChangeArrowheads="1"/>
          </p:cNvSpPr>
          <p:nvPr>
            <p:ph type="subTitle" idx="1"/>
          </p:nvPr>
        </p:nvSpPr>
        <p:spPr bwMode="white">
          <a:xfrm>
            <a:off x="4762491" y="2857498"/>
            <a:ext cx="6381795" cy="307777"/>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64517" name="Rectangle 5"/>
          <p:cNvSpPr>
            <a:spLocks noGrp="1" noChangeArrowheads="1"/>
          </p:cNvSpPr>
          <p:nvPr>
            <p:ph type="ctrTitle"/>
          </p:nvPr>
        </p:nvSpPr>
        <p:spPr>
          <a:xfrm>
            <a:off x="4762492" y="1857366"/>
            <a:ext cx="6286544" cy="861775"/>
          </a:xfrm>
          <a:noFill/>
        </p:spPr>
        <p:txBody>
          <a:bodyPr wrap="square" anchor="b">
            <a:noAutofit/>
          </a:bodyPr>
          <a:lstStyle>
            <a:lvl1pPr>
              <a:defRPr sz="2800"/>
            </a:lvl1pPr>
          </a:lstStyle>
          <a:p>
            <a:r>
              <a:rPr lang="en-US" noProof="0"/>
              <a:t>Click to edit Master title style</a:t>
            </a:r>
            <a:endParaRPr lang="en-GB" noProof="0"/>
          </a:p>
        </p:txBody>
      </p:sp>
      <p:grpSp>
        <p:nvGrpSpPr>
          <p:cNvPr id="2" name="Group 8"/>
          <p:cNvGrpSpPr>
            <a:grpSpLocks/>
          </p:cNvGrpSpPr>
          <p:nvPr/>
        </p:nvGrpSpPr>
        <p:grpSpPr bwMode="auto">
          <a:xfrm>
            <a:off x="0" y="0"/>
            <a:ext cx="12192000" cy="68580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800">
                <a:solidFill>
                  <a:srgbClr val="003366"/>
                </a:solidFill>
              </a:endParaRPr>
            </a:p>
          </p:txBody>
        </p:sp>
      </p:grpSp>
      <p:sp>
        <p:nvSpPr>
          <p:cNvPr id="13" name="Bildplatzhalter 12"/>
          <p:cNvSpPr>
            <a:spLocks noGrp="1"/>
          </p:cNvSpPr>
          <p:nvPr>
            <p:ph type="pic" sz="quarter" idx="10"/>
          </p:nvPr>
        </p:nvSpPr>
        <p:spPr>
          <a:xfrm>
            <a:off x="0" y="1285862"/>
            <a:ext cx="4286237" cy="4143391"/>
          </a:xfrm>
          <a:ln>
            <a:noFill/>
          </a:ln>
        </p:spPr>
        <p:txBody>
          <a:bodyPr/>
          <a:lstStyle/>
          <a:p>
            <a:r>
              <a:rPr lang="en-US" noProof="0"/>
              <a:t>Click icon to add picture</a:t>
            </a:r>
            <a:endParaRPr lang="en-GB" noProof="0"/>
          </a:p>
        </p:txBody>
      </p:sp>
    </p:spTree>
    <p:extLst>
      <p:ext uri="{BB962C8B-B14F-4D97-AF65-F5344CB8AC3E}">
        <p14:creationId xmlns:p14="http://schemas.microsoft.com/office/powerpoint/2010/main" val="3281378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el 1"/>
          <p:cNvSpPr>
            <a:spLocks noGrp="1"/>
          </p:cNvSpPr>
          <p:nvPr>
            <p:ph type="title"/>
          </p:nvPr>
        </p:nvSpPr>
        <p:spPr>
          <a:xfrm>
            <a:off x="478367" y="107951"/>
            <a:ext cx="9040284" cy="369332"/>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6201833" y="1258891"/>
            <a:ext cx="5522384" cy="4865687"/>
          </a:xfrm>
          <a:noFill/>
        </p:spPr>
        <p:txBody>
          <a:bodyPr lIns="0" tIns="0" rIns="0" bIns="0"/>
          <a:lstStyle>
            <a:lvl1pPr marL="0" indent="0">
              <a:spcBef>
                <a:spcPts val="1200"/>
              </a:spcBef>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AE92704B-761B-4C0E-9C7D-F7873F40C0E9}"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478367" y="1258891"/>
            <a:ext cx="5522384" cy="4865687"/>
          </a:xfrm>
          <a:noFill/>
        </p:spPr>
        <p:txBody>
          <a:bodyPr lIns="0" tIns="0" rIns="0" bIns="0"/>
          <a:lstStyle>
            <a:lvl1pPr marL="0" indent="0">
              <a:spcBef>
                <a:spcPts val="1200"/>
              </a:spcBef>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46737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Interlink with pictur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a:t>Click to edit Master title style</a:t>
            </a:r>
            <a:endParaRPr lang="en-GB" noProof="0"/>
          </a:p>
        </p:txBody>
      </p:sp>
      <p:sp>
        <p:nvSpPr>
          <p:cNvPr id="4" name="Datumsplatzhalter 3"/>
          <p:cNvSpPr>
            <a:spLocks noGrp="1"/>
          </p:cNvSpPr>
          <p:nvPr>
            <p:ph type="dt" sz="half" idx="10"/>
          </p:nvPr>
        </p:nvSpPr>
        <p:spPr/>
        <p:txBody>
          <a:bodyPr/>
          <a:lstStyle>
            <a:lvl1pPr>
              <a:defRPr/>
            </a:lvl1pPr>
          </a:lstStyle>
          <a:p>
            <a:fld id="{817EA95E-D23F-4ED9-84F9-71CD0A3FA654}"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8" name="Bildplatzhalter 7"/>
          <p:cNvSpPr>
            <a:spLocks noGrp="1"/>
          </p:cNvSpPr>
          <p:nvPr>
            <p:ph type="pic" sz="quarter" idx="13"/>
          </p:nvPr>
        </p:nvSpPr>
        <p:spPr>
          <a:xfrm>
            <a:off x="0" y="1000127"/>
            <a:ext cx="12192000" cy="5143519"/>
          </a:xfrm>
        </p:spPr>
        <p:txBody>
          <a:bodyPr/>
          <a:lstStyle/>
          <a:p>
            <a:r>
              <a:rPr lang="en-US" noProof="0"/>
              <a:t>Click icon to add picture</a:t>
            </a:r>
            <a:endParaRPr lang="en-GB" noProof="0"/>
          </a:p>
        </p:txBody>
      </p:sp>
    </p:spTree>
    <p:extLst>
      <p:ext uri="{BB962C8B-B14F-4D97-AF65-F5344CB8AC3E}">
        <p14:creationId xmlns:p14="http://schemas.microsoft.com/office/powerpoint/2010/main" val="2390399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Graphic with text">
    <p:spTree>
      <p:nvGrpSpPr>
        <p:cNvPr id="1" name=""/>
        <p:cNvGrpSpPr/>
        <p:nvPr/>
      </p:nvGrpSpPr>
      <p:grpSpPr>
        <a:xfrm>
          <a:off x="0" y="0"/>
          <a:ext cx="0" cy="0"/>
          <a:chOff x="0" y="0"/>
          <a:chExt cx="0" cy="0"/>
        </a:xfrm>
      </p:grpSpPr>
      <p:sp>
        <p:nvSpPr>
          <p:cNvPr id="14" name="Rechteck 13"/>
          <p:cNvSpPr/>
          <p:nvPr/>
        </p:nvSpPr>
        <p:spPr bwMode="auto">
          <a:xfrm>
            <a:off x="476211" y="5715017"/>
            <a:ext cx="5524539" cy="428628"/>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40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6201833" y="1258891"/>
            <a:ext cx="5522384" cy="4865687"/>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E5C5024C-5B12-4CA8-A3A9-F01BAA21DD16}"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476251" y="5786474"/>
            <a:ext cx="5524500" cy="357171"/>
          </a:xfrm>
          <a:noFill/>
        </p:spPr>
        <p:txBody>
          <a:bodyPr/>
          <a:lstStyle>
            <a:lvl1pPr marL="269875"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476252" y="1272211"/>
            <a:ext cx="5524499" cy="444279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50744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Graphic with white text">
    <p:spTree>
      <p:nvGrpSpPr>
        <p:cNvPr id="1" name=""/>
        <p:cNvGrpSpPr/>
        <p:nvPr/>
      </p:nvGrpSpPr>
      <p:grpSpPr>
        <a:xfrm>
          <a:off x="0" y="0"/>
          <a:ext cx="0" cy="0"/>
          <a:chOff x="0" y="0"/>
          <a:chExt cx="0" cy="0"/>
        </a:xfrm>
      </p:grpSpPr>
      <p:sp>
        <p:nvSpPr>
          <p:cNvPr id="14" name="Rechteck 13"/>
          <p:cNvSpPr/>
          <p:nvPr/>
        </p:nvSpPr>
        <p:spPr bwMode="auto">
          <a:xfrm>
            <a:off x="476211" y="5715017"/>
            <a:ext cx="5524539" cy="428628"/>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40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6201833" y="1258891"/>
            <a:ext cx="5522384" cy="4865687"/>
          </a:xfrm>
          <a:solidFill>
            <a:schemeClr val="bg1"/>
          </a:solidFill>
        </p:spPr>
        <p:txBody>
          <a:bodyPr lIns="180000" tIns="108000" rIns="180000" bIns="108000"/>
          <a:lstStyle>
            <a:lvl1pPr marL="0" indent="0">
              <a:spcBef>
                <a:spcPts val="1200"/>
              </a:spcBef>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A7022038-ACE0-4620-B7F9-5796CCAA55CF}"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476251" y="5786474"/>
            <a:ext cx="5524500" cy="357171"/>
          </a:xfrm>
          <a:noFill/>
        </p:spPr>
        <p:txBody>
          <a:bodyPr/>
          <a:lstStyle>
            <a:lvl1pPr marL="269875"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476252" y="1272211"/>
            <a:ext cx="5524499" cy="444279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58700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wo column white">
    <p:spTree>
      <p:nvGrpSpPr>
        <p:cNvPr id="1" name=""/>
        <p:cNvGrpSpPr/>
        <p:nvPr/>
      </p:nvGrpSpPr>
      <p:grpSpPr>
        <a:xfrm>
          <a:off x="0" y="0"/>
          <a:ext cx="0" cy="0"/>
          <a:chOff x="0" y="0"/>
          <a:chExt cx="0" cy="0"/>
        </a:xfrm>
      </p:grpSpPr>
      <p:sp>
        <p:nvSpPr>
          <p:cNvPr id="2" name="Titel 1"/>
          <p:cNvSpPr>
            <a:spLocks noGrp="1"/>
          </p:cNvSpPr>
          <p:nvPr>
            <p:ph type="title"/>
          </p:nvPr>
        </p:nvSpPr>
        <p:spPr>
          <a:xfrm>
            <a:off x="478367" y="107951"/>
            <a:ext cx="9040284" cy="369332"/>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6201833" y="1258891"/>
            <a:ext cx="5522384" cy="4865687"/>
          </a:xfrm>
          <a:solidFill>
            <a:schemeClr val="bg1"/>
          </a:solidFill>
        </p:spPr>
        <p:txBody>
          <a:bodyPr lIns="180000" tIns="108000" rIns="180000" bIns="108000"/>
          <a:lstStyle>
            <a:lvl1pPr marL="0" indent="0">
              <a:spcBef>
                <a:spcPts val="1200"/>
              </a:spcBef>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EFB71F9A-8C60-4C20-9E81-F0FD6804900F}" type="datetime1">
              <a:rPr lang="en-GB" smtClean="0">
                <a:solidFill>
                  <a:prstClr val="white">
                    <a:lumMod val="50000"/>
                  </a:prstClr>
                </a:solidFill>
              </a:rPr>
              <a:pPr/>
              <a:t>24/07/2025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478367" y="1258891"/>
            <a:ext cx="5522384" cy="4865687"/>
          </a:xfrm>
          <a:solidFill>
            <a:schemeClr val="bg1"/>
          </a:solidFill>
        </p:spPr>
        <p:txBody>
          <a:bodyPr lIns="180000" tIns="108000" rIns="180000" bIns="108000"/>
          <a:lstStyle>
            <a:lvl1pPr marL="0" indent="0">
              <a:spcBef>
                <a:spcPts val="1200"/>
              </a:spcBef>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81455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858443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204957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249091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79341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545516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26040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24/07/2025</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054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24/07/2025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979456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57306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24/07/2025</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369154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24/07/2025</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141474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925901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7979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356473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08404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42301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8941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24/07/2025</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049648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770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5949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21862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22650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981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707979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de-DE"/>
              <a:t>Bild durch Klicken auf Symbol hinzufügen</a:t>
            </a:r>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7224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en-GB" sz="1333" noProof="0">
                <a:solidFill>
                  <a:srgbClr val="1F497D"/>
                </a:solidFill>
                <a:latin typeface="BISansOpti"/>
                <a:cs typeface="BISansOpti"/>
              </a:rPr>
              <a:t>Click to add copyright-text</a:t>
            </a:r>
          </a:p>
        </p:txBody>
      </p:sp>
      <p:sp>
        <p:nvSpPr>
          <p:cNvPr id="5"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en-GB" noProof="0"/>
              <a:t>Click to add year of copyright</a:t>
            </a:r>
          </a:p>
        </p:txBody>
      </p:sp>
    </p:spTree>
    <p:extLst>
      <p:ext uri="{BB962C8B-B14F-4D97-AF65-F5344CB8AC3E}">
        <p14:creationId xmlns:p14="http://schemas.microsoft.com/office/powerpoint/2010/main" val="399373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
        <p:nvSpPr>
          <p:cNvPr id="35" name="Textplatzhalter 2"/>
          <p:cNvSpPr>
            <a:spLocks noGrp="1"/>
          </p:cNvSpPr>
          <p:nvPr>
            <p:ph type="body" sz="quarter" idx="20" hasCustomPrompt="1"/>
          </p:nvPr>
        </p:nvSpPr>
        <p:spPr>
          <a:xfrm>
            <a:off x="489600" y="5519156"/>
            <a:ext cx="6168000" cy="820737"/>
          </a:xfrm>
        </p:spPr>
        <p:txBody>
          <a:bodyPr>
            <a:noAutofit/>
          </a:bodyPr>
          <a:lstStyle>
            <a:lvl1pPr marL="0" indent="0">
              <a:lnSpc>
                <a:spcPct val="100000"/>
              </a:lnSpc>
              <a:spcBef>
                <a:spcPts val="0"/>
              </a:spcBef>
              <a:buNone/>
              <a:defRPr sz="1333" baseline="0">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algn="just"/>
            <a:r>
              <a:rPr lang="de-DE" sz="1333" noProof="0">
                <a:solidFill>
                  <a:srgbClr val="1F497D"/>
                </a:solidFill>
                <a:latin typeface="BISansOpti"/>
                <a:cs typeface="BISansOpti"/>
              </a:rPr>
              <a:t>Zum Einfügen des Copyright-Textes hier klicken</a:t>
            </a:r>
          </a:p>
        </p:txBody>
      </p:sp>
      <p:sp>
        <p:nvSpPr>
          <p:cNvPr id="37" name="Textfeld 36"/>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a:t>
            </a:r>
          </a:p>
        </p:txBody>
      </p:sp>
      <p:sp>
        <p:nvSpPr>
          <p:cNvPr id="38" name="Textplatzhalter 4"/>
          <p:cNvSpPr>
            <a:spLocks noGrp="1"/>
          </p:cNvSpPr>
          <p:nvPr>
            <p:ph type="body" sz="quarter" idx="21" hasCustomPrompt="1"/>
          </p:nvPr>
        </p:nvSpPr>
        <p:spPr>
          <a:xfrm>
            <a:off x="2291025" y="5314963"/>
            <a:ext cx="4366577" cy="205184"/>
          </a:xfrm>
        </p:spPr>
        <p:txBody>
          <a:bodyPr wrap="square">
            <a:spAutoFit/>
          </a:bodyPr>
          <a:lstStyle>
            <a:lvl1pPr marL="0" indent="0">
              <a:buNone/>
              <a:defRPr sz="1333">
                <a:solidFill>
                  <a:srgbClr val="1F497D"/>
                </a:solidFill>
              </a:defRPr>
            </a:lvl1pPr>
            <a:lvl2pPr marL="355591" indent="0">
              <a:buNone/>
              <a:defRPr sz="1333">
                <a:solidFill>
                  <a:srgbClr val="1F497D"/>
                </a:solidFill>
              </a:defRPr>
            </a:lvl2pPr>
            <a:lvl3pPr marL="601118" indent="0">
              <a:buNone/>
              <a:defRPr sz="1333">
                <a:solidFill>
                  <a:srgbClr val="1F497D"/>
                </a:solidFill>
              </a:defRPr>
            </a:lvl3pPr>
            <a:lvl4pPr marL="838179" indent="0">
              <a:buNone/>
              <a:defRPr sz="1333">
                <a:solidFill>
                  <a:srgbClr val="1F497D"/>
                </a:solidFill>
              </a:defRPr>
            </a:lvl4pPr>
            <a:lvl5pPr marL="1075240" indent="0">
              <a:buNone/>
              <a:defRPr sz="1333">
                <a:solidFill>
                  <a:srgbClr val="1F497D"/>
                </a:solidFill>
              </a:defRPr>
            </a:lvl5pPr>
          </a:lstStyle>
          <a:p>
            <a:pPr lvl="0"/>
            <a:r>
              <a:rPr lang="de-DE" noProof="0"/>
              <a:t>Zum Einfügen des Copyright-Jahres hier klicken</a:t>
            </a:r>
          </a:p>
        </p:txBody>
      </p:sp>
    </p:spTree>
    <p:extLst>
      <p:ext uri="{BB962C8B-B14F-4D97-AF65-F5344CB8AC3E}">
        <p14:creationId xmlns:p14="http://schemas.microsoft.com/office/powerpoint/2010/main" val="35003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2" y="2654884"/>
            <a:ext cx="7845825" cy="837152"/>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11362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837152"/>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2583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1"/>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9"/>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300925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73195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5783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737E52C-13E7-4544-B37B-080AFD478AF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283092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7E2357C-9078-4CE2-A060-C9248E0BDF27}" type="datetime1">
              <a:rPr lang="en-US" smtClean="0"/>
              <a:t>7/24/2025</a:t>
            </a:fld>
            <a:endParaRPr lang="en-GB"/>
          </a:p>
        </p:txBody>
      </p:sp>
      <p:sp>
        <p:nvSpPr>
          <p:cNvPr id="5" name="Fußzeilenplatzhalter 4"/>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529013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2FB2E6CE-7CF7-4763-8D38-C124E8443AF9}" type="datetime1">
              <a:rPr lang="en-US" smtClean="0"/>
              <a:t>7/24/2025</a:t>
            </a:fld>
            <a:endParaRPr lang="en-GB"/>
          </a:p>
        </p:txBody>
      </p:sp>
      <p:sp>
        <p:nvSpPr>
          <p:cNvPr id="7" name="Fußzeilenplatzhalter 6"/>
          <p:cNvSpPr>
            <a:spLocks noGrp="1"/>
          </p:cNvSpPr>
          <p:nvPr>
            <p:ph type="ftr" sz="quarter" idx="11"/>
          </p:nvPr>
        </p:nvSpPr>
        <p:spPr/>
        <p:txBody>
          <a:bodyPr/>
          <a:lstStyle/>
          <a:p>
            <a:r>
              <a:rPr lang="en-US"/>
              <a:t>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66270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8B85F7BB-6266-4C51-94A6-270F5CCB97CE}"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74488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8"/>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2" y="1600203"/>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CB7C1B2-0968-45B8-94EE-095402613A8F}" type="datetime1">
              <a:rPr lang="en-US" smtClean="0"/>
              <a:t>7/24/2025</a:t>
            </a:fld>
            <a:endParaRPr lang="en-GB"/>
          </a:p>
        </p:txBody>
      </p:sp>
      <p:sp>
        <p:nvSpPr>
          <p:cNvPr id="6" name="Fußzeilenplatzhalter 5"/>
          <p:cNvSpPr>
            <a:spLocks noGrp="1"/>
          </p:cNvSpPr>
          <p:nvPr>
            <p:ph type="ftr" sz="quarter" idx="11"/>
          </p:nvPr>
        </p:nvSpPr>
        <p:spPr/>
        <p:txBody>
          <a:bodyPr/>
          <a:lstStyle/>
          <a:p>
            <a:r>
              <a:rPr lang="en-US"/>
              <a:t>Confidential</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50693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0165E05A-694E-4DEA-91AD-D8B269840734}" type="datetime1">
              <a:rPr lang="en-US" smtClean="0"/>
              <a:t>7/24/2025</a:t>
            </a:fld>
            <a:endParaRPr lang="en-GB"/>
          </a:p>
        </p:txBody>
      </p:sp>
      <p:sp>
        <p:nvSpPr>
          <p:cNvPr id="5" name="Fußzeilenplatzhalter 4"/>
          <p:cNvSpPr>
            <a:spLocks noGrp="1"/>
          </p:cNvSpPr>
          <p:nvPr>
            <p:ph type="ftr" sz="quarter" idx="13"/>
          </p:nvPr>
        </p:nvSpPr>
        <p:spPr/>
        <p:txBody>
          <a:bodyPr/>
          <a:lstStyle/>
          <a:p>
            <a:r>
              <a:rPr lang="en-US"/>
              <a:t>Confidential</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18576"/>
          </a:xfrm>
        </p:spPr>
        <p:txBody>
          <a:bodyPr/>
          <a:lstStyle/>
          <a:p>
            <a:r>
              <a:rPr lang="en-GB" noProof="0"/>
              <a:t>Click to add headline</a:t>
            </a:r>
          </a:p>
        </p:txBody>
      </p:sp>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148145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6341158B-12CC-45FE-95C2-ABDE91176BE6}"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27907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46A9521D-5A84-4472-9D54-834EF8C93088}"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305063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E38A10C-3066-4CE9-A86D-296D891B7154}" type="datetime1">
              <a:rPr lang="en-US" noProof="0" smtClean="0"/>
              <a:t>7/24/2025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3142929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fld id="{E3DEE4CE-9D9A-4804-B782-2B81EC143780}" type="datetime1">
              <a:rPr lang="en-US" smtClean="0"/>
              <a:t>7/24/2025</a:t>
            </a:fld>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Confidential</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96302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4" y="612274"/>
            <a:ext cx="11211277" cy="348879"/>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6AD62AEF-0A88-4D11-BE02-3D67B99F04B6}"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90870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4" y="612274"/>
            <a:ext cx="11211277" cy="348879"/>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29391290-1E60-4F5D-82A8-60C02A83ACE1}" type="datetime1">
              <a:rPr lang="en-US" smtClean="0"/>
              <a:t>7/24/2025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288944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184DB573-5146-453C-A648-0D3398B8A163}"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2764948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2" y="1600203"/>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7E22DF30-76B2-4B10-B00C-7388FE258C58}" type="datetime1">
              <a:rPr lang="en-US" noProof="0" smtClean="0"/>
              <a:t>7/24/2025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84417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7/24/2025</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25206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7D2FCB2-D38E-48E5-B289-3C641F3F9F5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608009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E74F134-301E-4F0F-B5E8-77DA2641C1E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345833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05B5DCD-FE2D-4CE2-BFE2-ACFF26C3637B}"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4101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728A356-4994-45DE-B196-68883C65C824}"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423754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F831E99-82A4-4651-A184-D064A1E395C5}"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38161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6A40A984-815E-4C86-8EF6-9084578C022F}"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8747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436BA60-A581-4A0D-AFBA-AAF428EA5368}" type="datetime1">
              <a:rPr lang="en-US" smtClean="0"/>
              <a:t>7/24/2025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65418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17370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321352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BI_CF">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347" imgH="346" progId="TCLayout.ActiveDocument.1">
                  <p:embed/>
                </p:oleObj>
              </mc:Choice>
              <mc:Fallback>
                <p:oleObj name="think-cell Slide" r:id="rId3" imgW="347" imgH="346"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5" name="doc id" hidden="1"/>
          <p:cNvSpPr>
            <a:spLocks noChangeArrowheads="1"/>
          </p:cNvSpPr>
          <p:nvPr/>
        </p:nvSpPr>
        <p:spPr bwMode="auto">
          <a:xfrm>
            <a:off x="10995479" y="51833"/>
            <a:ext cx="894152"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1065973" fontAlgn="base">
              <a:spcBef>
                <a:spcPct val="0"/>
              </a:spcBef>
              <a:spcAft>
                <a:spcPct val="0"/>
              </a:spcAft>
            </a:pPr>
            <a:endParaRPr lang="en-GB" sz="973">
              <a:solidFill>
                <a:srgbClr val="808080"/>
              </a:solidFill>
              <a:latin typeface="Calibri" panose="020F0502020204030204" pitchFamily="34" charset="0"/>
              <a:cs typeface="Calibri" panose="020F0502020204030204" pitchFamily="34" charset="0"/>
              <a:sym typeface="Calibri" panose="020F0502020204030204" pitchFamily="34" charset="0"/>
            </a:endParaRPr>
          </a:p>
        </p:txBody>
      </p:sp>
      <p:sp>
        <p:nvSpPr>
          <p:cNvPr id="4" name="Title 3">
            <a:extLst>
              <a:ext uri="{FF2B5EF4-FFF2-40B4-BE49-F238E27FC236}">
                <a16:creationId xmlns:a16="http://schemas.microsoft.com/office/drawing/2014/main" id="{59B4D4F8-FF24-4FD3-B8CB-444FBF7167C7}"/>
              </a:ext>
            </a:extLst>
          </p:cNvPr>
          <p:cNvSpPr>
            <a:spLocks noGrp="1"/>
          </p:cNvSpPr>
          <p:nvPr>
            <p:ph type="title"/>
          </p:nvPr>
        </p:nvSpPr>
        <p:spPr/>
        <p:txBody>
          <a:bodyPr/>
          <a:lstStyle>
            <a:lvl1pPr>
              <a:defRPr/>
            </a:lvl1pPr>
          </a:lstStyle>
          <a:p>
            <a:r>
              <a:rPr lang="en-GB"/>
              <a:t>Click to edit Master title style</a:t>
            </a:r>
          </a:p>
        </p:txBody>
      </p:sp>
    </p:spTree>
    <p:extLst>
      <p:ext uri="{BB962C8B-B14F-4D97-AF65-F5344CB8AC3E}">
        <p14:creationId xmlns:p14="http://schemas.microsoft.com/office/powerpoint/2010/main" val="224319896"/>
      </p:ext>
    </p:extLst>
  </p:cSld>
  <p:clrMapOvr>
    <a:masterClrMapping/>
  </p:clrMapOvr>
  <p:extLst>
    <p:ext uri="{DCECCB84-F9BA-43D5-87BE-67443E8EF086}">
      <p15:sldGuideLst xmlns:p15="http://schemas.microsoft.com/office/powerpoint/2012/main">
        <p15:guide id="1" pos="5617">
          <p15:clr>
            <a:srgbClr val="F26B43"/>
          </p15:clr>
        </p15:guide>
        <p15:guide id="2" pos="76">
          <p15:clr>
            <a:srgbClr val="F26B43"/>
          </p15:clr>
        </p15:guide>
        <p15:guide id="3" orient="horz" pos="583">
          <p15:clr>
            <a:srgbClr val="F26B43"/>
          </p15:clr>
        </p15:guide>
        <p15:guide id="4" orient="horz" pos="3990">
          <p15:clr>
            <a:srgbClr val="F26B43"/>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481940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83772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18044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453927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424299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40927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24/07/2025</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924808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24/07/2025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924040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41602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24/07/2025</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497665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24/07/2025</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92439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23159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53698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472886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24/07/2025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890354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18082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24/07/2025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22605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24/07/2025</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1582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32601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03600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82469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39600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835367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96465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58732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400743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34422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10222273" y="6547642"/>
            <a:ext cx="716542" cy="205121"/>
          </a:xfrm>
        </p:spPr>
        <p:txBody>
          <a:bodyPr/>
          <a:lstStyle/>
          <a:p>
            <a:fld id="{C16525B2-4347-4F72-BAF7-76B19438D329}" type="datetimeFigureOut">
              <a:rPr lang="en-US" smtClean="0"/>
              <a:t>7/24/2025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1600335313"/>
      </p:ext>
    </p:extLst>
  </p:cSld>
  <p:clrMapOvr>
    <a:masterClrMapping/>
  </p:clrMapOvr>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24" name="Gerade Verbindung 23"/>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6"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5"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93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24" name="Gerade Verbindung 23"/>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1975655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2792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214111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55670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870414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5"/>
            <a:ext cx="11211800" cy="553999"/>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403310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6090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14" name="Inhaltsplatzhalter 2"/>
          <p:cNvSpPr>
            <a:spLocks noGrp="1"/>
          </p:cNvSpPr>
          <p:nvPr>
            <p:ph idx="1"/>
          </p:nvPr>
        </p:nvSpPr>
        <p:spPr>
          <a:xfrm>
            <a:off x="2362104" y="1600205"/>
            <a:ext cx="7488001" cy="4525963"/>
          </a:xfrm>
        </p:spPr>
        <p:txBody>
          <a:bodyPr/>
          <a:lstStyle>
            <a:lvl1pPr marL="0" indent="0">
              <a:spcBef>
                <a:spcPts val="600"/>
              </a:spcBef>
              <a:buNone/>
              <a:defRPr/>
            </a:lvl1pPr>
            <a:lvl2pPr marL="182554" indent="-182554">
              <a:spcBef>
                <a:spcPts val="600"/>
              </a:spcBef>
              <a:buFont typeface="BISans" panose="02000503040000020004" pitchFamily="2" charset="0"/>
              <a:buChar char="•"/>
              <a:defRPr/>
            </a:lvl2pPr>
            <a:lvl3pPr marL="358758" indent="-176205">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736980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2"/>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6"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48017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2"/>
            <a:ext cx="6754212" cy="1231107"/>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4"/>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53888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28593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589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5"/>
            <a:ext cx="11211800" cy="553999"/>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0603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674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4" y="1600205"/>
            <a:ext cx="7488001" cy="4525963"/>
          </a:xfrm>
        </p:spPr>
        <p:txBody>
          <a:bodyPr/>
          <a:lstStyle>
            <a:lvl1pPr marL="0" indent="0">
              <a:spcBef>
                <a:spcPts val="600"/>
              </a:spcBef>
              <a:buNone/>
              <a:defRPr/>
            </a:lvl1pPr>
            <a:lvl2pPr marL="182554" indent="-182554">
              <a:spcBef>
                <a:spcPts val="600"/>
              </a:spcBef>
              <a:buFont typeface="BISans" panose="02000503040000020004" pitchFamily="2" charset="0"/>
              <a:buChar char="•"/>
              <a:defRPr/>
            </a:lvl2pPr>
            <a:lvl3pPr marL="358758" indent="-176205">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193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6"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64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17785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6" y="6579125"/>
            <a:ext cx="9900129" cy="184667"/>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96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7"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113152623"/>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620559226"/>
      </p:ext>
    </p:extLst>
  </p:cSld>
  <p:clrMapOvr>
    <a:masterClrMapping/>
  </p:clrMapOvr>
  <p:transition spd="med">
    <p:wipe dir="r"/>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24" name="Gerade Verbindung 23"/>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6"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5"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8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24" name="Gerade Verbindung 23"/>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6"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159313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544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104954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5"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0"/>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2372447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05448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5"/>
            <a:ext cx="11211800" cy="553999"/>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20760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177550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14" name="Inhaltsplatzhalter 2"/>
          <p:cNvSpPr>
            <a:spLocks noGrp="1"/>
          </p:cNvSpPr>
          <p:nvPr>
            <p:ph idx="1"/>
          </p:nvPr>
        </p:nvSpPr>
        <p:spPr>
          <a:xfrm>
            <a:off x="2362104" y="1600205"/>
            <a:ext cx="7488001" cy="4525963"/>
          </a:xfrm>
        </p:spPr>
        <p:txBody>
          <a:bodyPr/>
          <a:lstStyle>
            <a:lvl1pPr marL="0" indent="0">
              <a:spcBef>
                <a:spcPts val="600"/>
              </a:spcBef>
              <a:buNone/>
              <a:defRPr/>
            </a:lvl1pPr>
            <a:lvl2pPr marL="182554" indent="-182554">
              <a:spcBef>
                <a:spcPts val="600"/>
              </a:spcBef>
              <a:buFont typeface="BISans" panose="02000503040000020004" pitchFamily="2" charset="0"/>
              <a:buChar char="•"/>
              <a:defRPr/>
            </a:lvl2pPr>
            <a:lvl3pPr marL="358758" indent="-176205">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16166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2"/>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6"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409517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2"/>
            <a:ext cx="6754212" cy="1231107"/>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4"/>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49830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6047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616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5"/>
            <a:ext cx="11211800" cy="553999"/>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620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424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4" y="1600205"/>
            <a:ext cx="7488001" cy="4525963"/>
          </a:xfrm>
        </p:spPr>
        <p:txBody>
          <a:bodyPr/>
          <a:lstStyle>
            <a:lvl1pPr marL="0" indent="0">
              <a:spcBef>
                <a:spcPts val="600"/>
              </a:spcBef>
              <a:buNone/>
              <a:defRPr/>
            </a:lvl1pPr>
            <a:lvl2pPr marL="182554" indent="-182554">
              <a:spcBef>
                <a:spcPts val="600"/>
              </a:spcBef>
              <a:buFont typeface="BISans" panose="02000503040000020004" pitchFamily="2" charset="0"/>
              <a:buChar char="•"/>
              <a:defRPr/>
            </a:lvl2pPr>
            <a:lvl3pPr marL="358758" indent="-176205">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850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6"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28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96735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6" y="6579125"/>
            <a:ext cx="9900129" cy="184667"/>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130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7"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2409756705"/>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80011990"/>
      </p:ext>
    </p:extLst>
  </p:cSld>
  <p:clrMapOvr>
    <a:masterClrMapping/>
  </p:clrMapOvr>
  <p:transition spd="med">
    <p:wipe dir="r"/>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24" name="Gerade Verbindung 23"/>
          <p:cNvCxnSpPr/>
          <p:nvPr/>
        </p:nvCxnSpPr>
        <p:spPr>
          <a:xfrm>
            <a:off x="5"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5"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4"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5"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88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24" name="Gerade Verbindung 23"/>
          <p:cNvCxnSpPr/>
          <p:nvPr/>
        </p:nvCxnSpPr>
        <p:spPr>
          <a:xfrm>
            <a:off x="5"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5"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60718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9"/>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537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9"/>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1832618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4"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9"/>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396772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36643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3"/>
            <a:ext cx="11211800" cy="553999"/>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415876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2717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14" name="Inhaltsplatzhalter 2"/>
          <p:cNvSpPr>
            <a:spLocks noGrp="1"/>
          </p:cNvSpPr>
          <p:nvPr>
            <p:ph idx="1"/>
          </p:nvPr>
        </p:nvSpPr>
        <p:spPr>
          <a:xfrm>
            <a:off x="2362102" y="1600205"/>
            <a:ext cx="7488001" cy="4525963"/>
          </a:xfrm>
        </p:spPr>
        <p:txBody>
          <a:bodyPr/>
          <a:lstStyle>
            <a:lvl1pPr marL="0" indent="0">
              <a:spcBef>
                <a:spcPts val="600"/>
              </a:spcBef>
              <a:buNone/>
              <a:defRPr/>
            </a:lvl1pPr>
            <a:lvl2pPr marL="182558" indent="-182558">
              <a:spcBef>
                <a:spcPts val="600"/>
              </a:spcBef>
              <a:buFont typeface="BISans" panose="02000503040000020004" pitchFamily="2" charset="0"/>
              <a:buChar char="•"/>
              <a:defRPr/>
            </a:lvl2pPr>
            <a:lvl3pPr marL="358766" indent="-176209">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72596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1"/>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5"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55308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1"/>
            <a:ext cx="6754212" cy="1231107"/>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3"/>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78176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3257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8051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0" cy="553999"/>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315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50"/>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097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2" y="1600205"/>
            <a:ext cx="7488001" cy="4525963"/>
          </a:xfrm>
        </p:spPr>
        <p:txBody>
          <a:bodyPr/>
          <a:lstStyle>
            <a:lvl1pPr marL="0" indent="0">
              <a:spcBef>
                <a:spcPts val="600"/>
              </a:spcBef>
              <a:buNone/>
              <a:defRPr/>
            </a:lvl1pPr>
            <a:lvl2pPr marL="182558" indent="-182558">
              <a:spcBef>
                <a:spcPts val="600"/>
              </a:spcBef>
              <a:buFont typeface="BISans" panose="02000503040000020004" pitchFamily="2" charset="0"/>
              <a:buChar char="•"/>
              <a:defRPr/>
            </a:lvl2pPr>
            <a:lvl3pPr marL="358766" indent="-176209">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50"/>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087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5"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50"/>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1331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3816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4" y="6579125"/>
            <a:ext cx="9900129" cy="184667"/>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644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6.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5"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1357984249"/>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43594658"/>
      </p:ext>
    </p:extLst>
  </p:cSld>
  <p:clrMapOvr>
    <a:masterClrMapping/>
  </p:clrMapOvr>
  <p:transition spd="med">
    <p:wipe dir="r"/>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77E6347-671A-4D0C-9D12-A24E03DAABEC}"/>
              </a:ext>
            </a:extLst>
          </p:cNvPr>
          <p:cNvSpPr/>
          <p:nvPr userDrawn="1"/>
        </p:nvSpPr>
        <p:spPr>
          <a:xfrm>
            <a:off x="277092" y="5781966"/>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pic>
        <p:nvPicPr>
          <p:cNvPr id="6" name="图片 5">
            <a:extLst>
              <a:ext uri="{FF2B5EF4-FFF2-40B4-BE49-F238E27FC236}">
                <a16:creationId xmlns:a16="http://schemas.microsoft.com/office/drawing/2014/main" id="{16D70B7D-B90D-4975-A0EB-DBA37B2C7D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81894" b="81021"/>
          <a:stretch/>
        </p:blipFill>
        <p:spPr>
          <a:xfrm>
            <a:off x="3" y="6086765"/>
            <a:ext cx="1308487" cy="771235"/>
          </a:xfrm>
          <a:prstGeom prst="rect">
            <a:avLst/>
          </a:prstGeom>
        </p:spPr>
      </p:pic>
      <p:sp>
        <p:nvSpPr>
          <p:cNvPr id="8" name="矩形 7">
            <a:extLst>
              <a:ext uri="{FF2B5EF4-FFF2-40B4-BE49-F238E27FC236}">
                <a16:creationId xmlns:a16="http://schemas.microsoft.com/office/drawing/2014/main" id="{51716C83-B7EF-422F-8C3D-5028F947097F}"/>
              </a:ext>
            </a:extLst>
          </p:cNvPr>
          <p:cNvSpPr/>
          <p:nvPr userDrawn="1"/>
        </p:nvSpPr>
        <p:spPr>
          <a:xfrm>
            <a:off x="9878292" y="254002"/>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
        <p:nvSpPr>
          <p:cNvPr id="5" name="矩形 4">
            <a:extLst>
              <a:ext uri="{FF2B5EF4-FFF2-40B4-BE49-F238E27FC236}">
                <a16:creationId xmlns:a16="http://schemas.microsoft.com/office/drawing/2014/main" id="{E19FFFB4-521C-4303-BFF2-445DC977F660}"/>
              </a:ext>
            </a:extLst>
          </p:cNvPr>
          <p:cNvSpPr/>
          <p:nvPr userDrawn="1"/>
        </p:nvSpPr>
        <p:spPr>
          <a:xfrm>
            <a:off x="8672947" y="4276438"/>
            <a:ext cx="3519055" cy="2581564"/>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Tree>
    <p:extLst>
      <p:ext uri="{BB962C8B-B14F-4D97-AF65-F5344CB8AC3E}">
        <p14:creationId xmlns:p14="http://schemas.microsoft.com/office/powerpoint/2010/main" val="453759815"/>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6" y="5889117"/>
            <a:ext cx="1679601" cy="508800"/>
          </a:xfrm>
          <a:prstGeom prst="rect">
            <a:avLst/>
          </a:prstGeom>
        </p:spPr>
      </p:pic>
      <p:cxnSp>
        <p:nvCxnSpPr>
          <p:cNvPr id="24" name="Gerade Verbindung 23"/>
          <p:cNvCxnSpPr/>
          <p:nvPr/>
        </p:nvCxnSpPr>
        <p:spPr>
          <a:xfrm>
            <a:off x="7"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8"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6"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7"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31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6" y="5889117"/>
            <a:ext cx="1679601" cy="508800"/>
          </a:xfrm>
          <a:prstGeom prst="rect">
            <a:avLst/>
          </a:prstGeom>
        </p:spPr>
      </p:pic>
      <p:cxnSp>
        <p:nvCxnSpPr>
          <p:cNvPr id="24" name="Gerade Verbindung 23"/>
          <p:cNvCxnSpPr/>
          <p:nvPr/>
        </p:nvCxnSpPr>
        <p:spPr>
          <a:xfrm>
            <a:off x="7"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7"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1240890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6"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1"/>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436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6"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1"/>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401458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6"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51"/>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193874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645984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6"/>
            <a:ext cx="11211800" cy="553999"/>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248492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7179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14" name="Inhaltsplatzhalter 2"/>
          <p:cNvSpPr>
            <a:spLocks noGrp="1"/>
          </p:cNvSpPr>
          <p:nvPr>
            <p:ph idx="1"/>
          </p:nvPr>
        </p:nvSpPr>
        <p:spPr>
          <a:xfrm>
            <a:off x="2362105" y="1600205"/>
            <a:ext cx="7488001" cy="4525963"/>
          </a:xfrm>
        </p:spPr>
        <p:txBody>
          <a:bodyPr/>
          <a:lstStyle>
            <a:lvl1pPr marL="0" indent="0">
              <a:spcBef>
                <a:spcPts val="600"/>
              </a:spcBef>
              <a:buNone/>
              <a:defRPr/>
            </a:lvl1pPr>
            <a:lvl2pPr marL="182550" indent="-182550">
              <a:spcBef>
                <a:spcPts val="600"/>
              </a:spcBef>
              <a:buFont typeface="BISans" panose="02000503040000020004" pitchFamily="2" charset="0"/>
              <a:buChar char="•"/>
              <a:defRPr/>
            </a:lvl2pPr>
            <a:lvl3pPr marL="358750" indent="-176201">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445354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7"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496863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3"/>
            <a:ext cx="6754212" cy="1231107"/>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5"/>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013189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54767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6576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6"/>
            <a:ext cx="11211800" cy="553999"/>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557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518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5" y="1600205"/>
            <a:ext cx="7488001" cy="4525963"/>
          </a:xfrm>
        </p:spPr>
        <p:txBody>
          <a:bodyPr/>
          <a:lstStyle>
            <a:lvl1pPr marL="0" indent="0">
              <a:spcBef>
                <a:spcPts val="600"/>
              </a:spcBef>
              <a:buNone/>
              <a:defRPr/>
            </a:lvl1pPr>
            <a:lvl2pPr marL="182550" indent="-182550">
              <a:spcBef>
                <a:spcPts val="600"/>
              </a:spcBef>
              <a:buFont typeface="BISans" panose="02000503040000020004" pitchFamily="2" charset="0"/>
              <a:buChar char="•"/>
              <a:defRPr/>
            </a:lvl2pPr>
            <a:lvl3pPr marL="358750" indent="-176201">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9919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7" y="1600203"/>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51"/>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947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37641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7" y="6579125"/>
            <a:ext cx="9900129" cy="184667"/>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4982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8"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632758888"/>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14591369"/>
      </p:ext>
    </p:extLst>
  </p:cSld>
  <p:clrMapOvr>
    <a:masterClrMapping/>
  </p:clrMapOvr>
  <p:transition spd="med">
    <p:wipe dir="r"/>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cSld name="Titel Only 20pt">
    <p:spTree>
      <p:nvGrpSpPr>
        <p:cNvPr id="1" name=""/>
        <p:cNvGrpSpPr/>
        <p:nvPr/>
      </p:nvGrpSpPr>
      <p:grpSpPr>
        <a:xfrm>
          <a:off x="0" y="0"/>
          <a:ext cx="0" cy="0"/>
          <a:chOff x="0" y="0"/>
          <a:chExt cx="0" cy="0"/>
        </a:xfrm>
      </p:grpSpPr>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4" y="550789"/>
            <a:ext cx="11211277" cy="410369"/>
          </a:xfrm>
        </p:spPr>
        <p:txBody>
          <a:bodyPr anchor="b"/>
          <a:lstStyle>
            <a:lvl1pPr>
              <a:defRPr sz="2665">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938757" y="6592905"/>
            <a:ext cx="65" cy="153888"/>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a:xfrm>
            <a:off x="2298234" y="6297808"/>
            <a:ext cx="7624759" cy="153888"/>
          </a:xfrm>
        </p:spPr>
        <p:txBody>
          <a:bodyPr/>
          <a:lstStyle>
            <a:lvl1pPr>
              <a:defRPr/>
            </a:lvl1pPr>
          </a:lstStyle>
          <a:p>
            <a:r>
              <a:rPr lang="en-US"/>
              <a:t>HP Regions - 2021 Outlook+1</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a:xfrm>
            <a:off x="11554427" y="6528376"/>
            <a:ext cx="147476" cy="153888"/>
          </a:xfrm>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9100" y="6487156"/>
            <a:ext cx="840360" cy="254013"/>
          </a:xfrm>
          <a:prstGeom prst="rect">
            <a:avLst/>
          </a:prstGeom>
        </p:spPr>
      </p:pic>
    </p:spTree>
    <p:extLst>
      <p:ext uri="{BB962C8B-B14F-4D97-AF65-F5344CB8AC3E}">
        <p14:creationId xmlns:p14="http://schemas.microsoft.com/office/powerpoint/2010/main" val="4187915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071853285"/>
      </p:ext>
    </p:extLst>
  </p:cSld>
  <p:clrMapOvr>
    <a:masterClrMapping/>
  </p:clrMapOvr>
  <p:extLst>
    <p:ext uri="{DCECCB84-F9BA-43D5-87BE-67443E8EF086}">
      <p15:sldGuideLst xmlns:p15="http://schemas.microsoft.com/office/powerpoint/2012/main"/>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790806183"/>
      </p:ext>
    </p:extLst>
  </p:cSld>
  <p:clrMapOvr>
    <a:masterClrMapping/>
  </p:clrMapOvr>
  <p:extLst>
    <p:ext uri="{DCECCB84-F9BA-43D5-87BE-67443E8EF086}">
      <p15:sldGuideLst xmlns:p15="http://schemas.microsoft.com/office/powerpoint/2012/main"/>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2045346"/>
      </p:ext>
    </p:extLst>
  </p:cSld>
  <p:clrMapOvr>
    <a:masterClrMapping/>
  </p:clrMapOvr>
  <p:extLst>
    <p:ext uri="{DCECCB84-F9BA-43D5-87BE-67443E8EF086}">
      <p15:sldGuideLst xmlns:p15="http://schemas.microsoft.com/office/powerpoint/2012/main"/>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03356093"/>
      </p:ext>
    </p:extLst>
  </p:cSld>
  <p:clrMapOvr>
    <a:masterClrMapping/>
  </p:clrMapOvr>
  <p:extLst>
    <p:ext uri="{DCECCB84-F9BA-43D5-87BE-67443E8EF086}">
      <p15:sldGuideLst xmlns:p15="http://schemas.microsoft.com/office/powerpoint/2012/main"/>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0282836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169611262"/>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2690777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105350072"/>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9287960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381597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092290465"/>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65567443"/>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753993908"/>
      </p:ext>
    </p:extLst>
  </p:cSld>
  <p:clrMapOvr>
    <a:masterClrMapping/>
  </p:clrMapOvr>
  <p:extLst>
    <p:ext uri="{DCECCB84-F9BA-43D5-87BE-67443E8EF086}">
      <p15:sldGuideLst xmlns:p15="http://schemas.microsoft.com/office/powerpoint/2012/main"/>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834936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096948"/>
      </p:ext>
    </p:extLst>
  </p:cSld>
  <p:clrMapOvr>
    <a:masterClrMapping/>
  </p:clrMapOvr>
  <p:extLst>
    <p:ext uri="{DCECCB84-F9BA-43D5-87BE-67443E8EF086}">
      <p15:sldGuideLst xmlns:p15="http://schemas.microsoft.com/office/powerpoint/2012/main"/>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57163409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2292210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6300470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1770417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0909964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697531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5025002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5884855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7516059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956902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59386646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5645231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4144805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0143444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99025521"/>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23751422"/>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6749738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289133941"/>
      </p:ext>
    </p:extLst>
  </p:cSld>
  <p:clrMapOvr>
    <a:masterClrMapping/>
  </p:clrMapOvr>
  <p:extLst>
    <p:ext uri="{DCECCB84-F9BA-43D5-87BE-67443E8EF086}">
      <p15:sldGuideLst xmlns:p15="http://schemas.microsoft.com/office/powerpoint/2012/main"/>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cSld name="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4" y="550790"/>
            <a:ext cx="11211277" cy="410369"/>
          </a:xfrm>
        </p:spPr>
        <p:txBody>
          <a:bodyPr anchor="b"/>
          <a:lstStyle>
            <a:lvl1pPr>
              <a:defRPr sz="2665">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938758" y="6592905"/>
            <a:ext cx="65" cy="153888"/>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a:xfrm>
            <a:off x="2298235" y="6297808"/>
            <a:ext cx="7624759" cy="153888"/>
          </a:xfrm>
        </p:spPr>
        <p:txBody>
          <a:bodyPr/>
          <a:lstStyle>
            <a:lvl1pPr>
              <a:defRPr/>
            </a:lvl1pPr>
          </a:lstStyle>
          <a:p>
            <a:r>
              <a:rPr lang="en-US"/>
              <a:t>HP Regions - 2021 Outlook+1</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a:xfrm>
            <a:off x="11554427" y="6528376"/>
            <a:ext cx="147476" cy="153888"/>
          </a:xfrm>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1677412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003038520"/>
      </p:ext>
    </p:extLst>
  </p:cSld>
  <p:clrMapOvr>
    <a:masterClrMapping/>
  </p:clrMapOvr>
  <p:extLst>
    <p:ext uri="{DCECCB84-F9BA-43D5-87BE-67443E8EF086}">
      <p15:sldGuideLst xmlns:p15="http://schemas.microsoft.com/office/powerpoint/2012/main"/>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714125232"/>
      </p:ext>
    </p:extLst>
  </p:cSld>
  <p:clrMapOvr>
    <a:masterClrMapping/>
  </p:clrMapOvr>
  <p:extLst>
    <p:ext uri="{DCECCB84-F9BA-43D5-87BE-67443E8EF086}">
      <p15:sldGuideLst xmlns:p15="http://schemas.microsoft.com/office/powerpoint/2012/main"/>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36956026"/>
      </p:ext>
    </p:extLst>
  </p:cSld>
  <p:clrMapOvr>
    <a:masterClrMapping/>
  </p:clrMapOvr>
  <p:extLst>
    <p:ext uri="{DCECCB84-F9BA-43D5-87BE-67443E8EF086}">
      <p15:sldGuideLst xmlns:p15="http://schemas.microsoft.com/office/powerpoint/2012/main"/>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843683"/>
      </p:ext>
    </p:extLst>
  </p:cSld>
  <p:clrMapOvr>
    <a:masterClrMapping/>
  </p:clrMapOvr>
  <p:extLst>
    <p:ext uri="{DCECCB84-F9BA-43D5-87BE-67443E8EF086}">
      <p15:sldGuideLst xmlns:p15="http://schemas.microsoft.com/office/powerpoint/2012/main"/>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822859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499992041"/>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8288490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77132417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69724375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5293271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23232924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949106942"/>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853381850"/>
      </p:ext>
    </p:extLst>
  </p:cSld>
  <p:clrMapOvr>
    <a:masterClrMapping/>
  </p:clrMapOvr>
  <p:extLst>
    <p:ext uri="{DCECCB84-F9BA-43D5-87BE-67443E8EF086}">
      <p15:sldGuideLst xmlns:p15="http://schemas.microsoft.com/office/powerpoint/2012/main"/>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529029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232768023"/>
      </p:ext>
    </p:extLst>
  </p:cSld>
  <p:clrMapOvr>
    <a:masterClrMapping/>
  </p:clrMapOvr>
  <p:extLst>
    <p:ext uri="{DCECCB84-F9BA-43D5-87BE-67443E8EF086}">
      <p15:sldGuideLst xmlns:p15="http://schemas.microsoft.com/office/powerpoint/2012/main"/>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00849483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0850124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0380819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993362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23920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7610638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411669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756589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3116128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2939185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2677550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57119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3596521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050861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7513215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38408473"/>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9724166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495832944"/>
      </p:ext>
    </p:extLst>
  </p:cSld>
  <p:clrMapOvr>
    <a:masterClrMapping/>
  </p:clrMapOvr>
  <p:extLst>
    <p:ext uri="{DCECCB84-F9BA-43D5-87BE-67443E8EF086}">
      <p15:sldGuideLst xmlns:p15="http://schemas.microsoft.com/office/powerpoint/2012/main"/>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EBB5F810-18EC-416E-914D-B943C86C3D69}" type="datetime1">
              <a:rPr lang="en-GB" altLang="zh-CN" smtClean="0"/>
              <a:t>24/07/2025</a:t>
            </a:fld>
            <a:endParaRPr lang="en-GB"/>
          </a:p>
        </p:txBody>
      </p:sp>
      <p:sp>
        <p:nvSpPr>
          <p:cNvPr id="7" name="Fußzeilenplatzhalter 6"/>
          <p:cNvSpPr>
            <a:spLocks noGrp="1"/>
          </p:cNvSpPr>
          <p:nvPr>
            <p:ph type="ftr" sz="quarter" idx="11"/>
          </p:nvPr>
        </p:nvSpPr>
        <p:spPr/>
        <p:txBody>
          <a:bodyPr/>
          <a:lstStyle/>
          <a:p>
            <a:r>
              <a:rPr lang="en-US"/>
              <a:t>China CMC Regulatory Requirements, Dec.2019, Ellen Wang/LRA CN</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981507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E524C46B-B9E3-415F-8063-2A034F494DEC}" type="datetime1">
              <a:rPr lang="en-GB" altLang="zh-CN" smtClean="0"/>
              <a:t>24/07/2025</a:t>
            </a:fld>
            <a:endParaRPr lang="en-GB"/>
          </a:p>
        </p:txBody>
      </p:sp>
      <p:sp>
        <p:nvSpPr>
          <p:cNvPr id="4" name="Fußzeilenplatzhalter 3"/>
          <p:cNvSpPr>
            <a:spLocks noGrp="1"/>
          </p:cNvSpPr>
          <p:nvPr>
            <p:ph type="ftr" sz="quarter" idx="11"/>
          </p:nvPr>
        </p:nvSpPr>
        <p:spPr/>
        <p:txBody>
          <a:bodyPr/>
          <a:lstStyle/>
          <a:p>
            <a:r>
              <a:rPr lang="en-US"/>
              <a:t>China CMC Regulatory Requirements, Dec.2019, Ellen Wang/LRA CN</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90319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2ED66A9-54CF-487F-812C-74F9EF6E78CD}" type="datetime1">
              <a:rPr lang="en-GB" altLang="zh-CN" smtClean="0"/>
              <a:t>24/07/2025</a:t>
            </a:fld>
            <a:endParaRPr lang="en-GB"/>
          </a:p>
        </p:txBody>
      </p:sp>
      <p:sp>
        <p:nvSpPr>
          <p:cNvPr id="5" name="Fußzeilenplatzhalter 4"/>
          <p:cNvSpPr>
            <a:spLocks noGrp="1"/>
          </p:cNvSpPr>
          <p:nvPr>
            <p:ph type="ftr" sz="quarter" idx="11"/>
          </p:nvPr>
        </p:nvSpPr>
        <p:spPr/>
        <p:txBody>
          <a:bodyPr/>
          <a:lstStyle/>
          <a:p>
            <a:r>
              <a:rPr lang="en-US"/>
              <a:t>China CMC Regulatory Requirements, Dec.2019, Ellen Wang/LRA CN</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17058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p:cSld name="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4" y="550790"/>
            <a:ext cx="11211277" cy="410369"/>
          </a:xfrm>
        </p:spPr>
        <p:txBody>
          <a:bodyPr anchor="b"/>
          <a:lstStyle>
            <a:lvl1pPr>
              <a:defRPr sz="2665">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938758" y="6592905"/>
            <a:ext cx="65" cy="153888"/>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a:xfrm>
            <a:off x="2298235" y="6297808"/>
            <a:ext cx="7624759" cy="153888"/>
          </a:xfrm>
        </p:spPr>
        <p:txBody>
          <a:bodyPr/>
          <a:lstStyle>
            <a:lvl1pPr>
              <a:defRPr/>
            </a:lvl1pPr>
          </a:lstStyle>
          <a:p>
            <a:r>
              <a:rPr lang="en-US"/>
              <a:t>HP Regions - 2021 Outlook+1</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a:xfrm>
            <a:off x="11554427" y="6528376"/>
            <a:ext cx="147476" cy="153888"/>
          </a:xfrm>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4009305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1"/>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9"/>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1576299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C9BD0-5225-957A-CA82-8D5B1123FCD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3FC7D6B-0B50-D178-D728-4C6EED93CF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D85DFB8-4FD6-833D-42A7-5D31D62B78F2}"/>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2412F331-44A2-2C60-8FAE-3DEA819709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2461B5-913C-3139-7AFF-D2C0415C7377}"/>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534411866"/>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B6D5A-CE69-28BD-CD7C-748539B31BA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2B043D-B9D1-BE92-7EE1-BD3BEC76770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54EF98-C64D-47CA-9D14-23B925786D41}"/>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A5CDE76E-5DC7-7A2F-7AE5-F05194003F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A2E4E7-1254-08C4-3988-2590A746A9FE}"/>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2851341367"/>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FB3B56-BF99-88EB-E328-E38416CDCFA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0FA5015-449D-CFC4-D359-E15B9A94AF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978053D-DB53-809B-94B0-F0AF55A69C2C}"/>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C873CE23-0FF2-0B5F-4C1B-70614697C1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0EAC43-7BE7-FD2D-9D79-316FD0C2D3FA}"/>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435379765"/>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8101E8-FA6D-667B-4BE2-55BD65D363B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C6FC0E-761D-BA1B-D64B-766DCA35914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9618289-3276-51B5-DF5D-FF075BA89BB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7FD25A3-F94C-B993-D366-4B2F7244C395}"/>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6" name="页脚占位符 5">
            <a:extLst>
              <a:ext uri="{FF2B5EF4-FFF2-40B4-BE49-F238E27FC236}">
                <a16:creationId xmlns:a16="http://schemas.microsoft.com/office/drawing/2014/main" id="{77D619A9-F55A-AEF8-A992-DA023E22A3B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C38FF5-2FD3-F89C-C14E-41C7A2A7ED53}"/>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09830224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6C5FF-7B80-F957-DF7A-81F82B80072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A2C1466-4740-E0DE-13F8-AEFBCDAAA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075B408-418F-C88E-9EC0-E2A2CD6DD1A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C7890D7-5CA7-C602-93FA-6DE378B4D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60891D8-6D48-D047-F0D2-A382F4C6B8A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7ED513-AB32-2A45-578C-A50230B86DCD}"/>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8" name="页脚占位符 7">
            <a:extLst>
              <a:ext uri="{FF2B5EF4-FFF2-40B4-BE49-F238E27FC236}">
                <a16:creationId xmlns:a16="http://schemas.microsoft.com/office/drawing/2014/main" id="{DE9E8D97-A3D1-2844-4A3A-ECE3A264A7C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46ACB88-8A38-417D-D77C-7E6E8FB30119}"/>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1354453"/>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9D8182-BAD6-1A48-C242-03100D24566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A2F935D-709F-F409-81CA-731650A69134}"/>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4" name="页脚占位符 3">
            <a:extLst>
              <a:ext uri="{FF2B5EF4-FFF2-40B4-BE49-F238E27FC236}">
                <a16:creationId xmlns:a16="http://schemas.microsoft.com/office/drawing/2014/main" id="{CDAF7AE9-78DB-3BA2-7057-0BF81EE5690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CDDC93F-0006-7DB5-6791-7C4EB2860090}"/>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642546654"/>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10D4494-AF9D-6E8E-A892-CD2F9111729A}"/>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3" name="页脚占位符 2">
            <a:extLst>
              <a:ext uri="{FF2B5EF4-FFF2-40B4-BE49-F238E27FC236}">
                <a16:creationId xmlns:a16="http://schemas.microsoft.com/office/drawing/2014/main" id="{E2613236-FA9E-D466-CD36-8BA453F923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15102BC-A774-E053-8A73-84C3B8F2F397}"/>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3362311532"/>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9922A4-7C0A-9D31-509F-A0EFC7CED20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D03D7B0-B144-3E04-8B2F-737D487E94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497B27B-485D-D402-B46F-C83ACB4D5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320EB70-0B0F-16EF-BCFC-EA99E06F9578}"/>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6" name="页脚占位符 5">
            <a:extLst>
              <a:ext uri="{FF2B5EF4-FFF2-40B4-BE49-F238E27FC236}">
                <a16:creationId xmlns:a16="http://schemas.microsoft.com/office/drawing/2014/main" id="{FE0A7903-F871-A853-591F-699A72020D3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B8FF6E3-6F63-2771-0CC5-4B7F74683FAC}"/>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514154003"/>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B6280F-A299-3964-4026-8D7F558882C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35A700E-F1C5-DD30-BD6B-5F61A2253B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0738294-F526-22E3-6988-CFA879D94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3BECD8-B522-528F-D7AF-DC59AE3F43D1}"/>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6" name="页脚占位符 5">
            <a:extLst>
              <a:ext uri="{FF2B5EF4-FFF2-40B4-BE49-F238E27FC236}">
                <a16:creationId xmlns:a16="http://schemas.microsoft.com/office/drawing/2014/main" id="{843E0FF3-4D17-A540-93A8-F0EE93C861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3F36CB8-AABD-8B27-2207-10FC4322FE76}"/>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269522609"/>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60A4F5-1B8B-4DE9-CDEF-8262D932F79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8DEF3D3-F1CC-D31D-C832-B3BCE507569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135C54-2D48-CE99-F49F-66613DCE0FF6}"/>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2722F2AA-AF8E-CEDE-5162-E17A4B3AC6E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467EE8-A17D-93C2-937B-7288E466205C}"/>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236356177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3D54040-4277-5ED5-11E2-6B83966F66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23638-82F9-2235-87DF-1BF368CA21D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82C193-1299-1556-173E-EA5FA6794E3E}"/>
              </a:ext>
            </a:extLst>
          </p:cNvPr>
          <p:cNvSpPr>
            <a:spLocks noGrp="1"/>
          </p:cNvSpPr>
          <p:nvPr>
            <p:ph type="dt" sz="half" idx="10"/>
          </p:nvPr>
        </p:nvSpPr>
        <p:spPr/>
        <p:txBody>
          <a:body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5AF8DC72-9432-9D60-8062-29C3EBC0BB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597906-0B7F-B56C-961F-1C2D0E1A76E9}"/>
              </a:ext>
            </a:extLst>
          </p:cNvPr>
          <p:cNvSpPr>
            <a:spLocks noGrp="1"/>
          </p:cNvSpPr>
          <p:nvPr>
            <p:ph type="sldNum" sz="quarter" idx="12"/>
          </p:nvPr>
        </p:nvSpPr>
        <p:spPr/>
        <p:txBody>
          <a:body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1037839609"/>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showMasterSp="0">
  <p:cSld name="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4" y="550790"/>
            <a:ext cx="11211277" cy="410369"/>
          </a:xfrm>
        </p:spPr>
        <p:txBody>
          <a:bodyPr anchor="b"/>
          <a:lstStyle>
            <a:lvl1pPr>
              <a:defRPr sz="2665">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10938758" y="6592905"/>
            <a:ext cx="65" cy="153888"/>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a:xfrm>
            <a:off x="2298235" y="6297808"/>
            <a:ext cx="7624759" cy="153888"/>
          </a:xfrm>
        </p:spPr>
        <p:txBody>
          <a:bodyPr/>
          <a:lstStyle>
            <a:lvl1pPr>
              <a:defRPr/>
            </a:lvl1pPr>
          </a:lstStyle>
          <a:p>
            <a:r>
              <a:rPr lang="en-US"/>
              <a:t>HP Regions - 2021 Outlook+1</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a:xfrm>
            <a:off x="11554427" y="6528376"/>
            <a:ext cx="147476" cy="153888"/>
          </a:xfrm>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6795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image" Target="../media/image5.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29" Type="http://schemas.openxmlformats.org/officeDocument/2006/relationships/theme" Target="../theme/theme3.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image" Target="../media/image9.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 Type="http://schemas.openxmlformats.org/officeDocument/2006/relationships/slideLayout" Target="../slideLayouts/slideLayout81.xml"/><Relationship Id="rId21" Type="http://schemas.openxmlformats.org/officeDocument/2006/relationships/slideLayout" Target="../slideLayouts/slideLayout99.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image" Target="../media/image10.png"/><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theme" Target="../theme/theme4.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26" Type="http://schemas.openxmlformats.org/officeDocument/2006/relationships/slideLayout" Target="../slideLayouts/slideLayout134.xml"/><Relationship Id="rId3" Type="http://schemas.openxmlformats.org/officeDocument/2006/relationships/slideLayout" Target="../slideLayouts/slideLayout111.xml"/><Relationship Id="rId21" Type="http://schemas.openxmlformats.org/officeDocument/2006/relationships/slideLayout" Target="../slideLayouts/slideLayout129.xml"/><Relationship Id="rId34" Type="http://schemas.openxmlformats.org/officeDocument/2006/relationships/oleObject" Target="../embeddings/oleObject2.bin"/><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slideLayout" Target="../slideLayouts/slideLayout133.xml"/><Relationship Id="rId33" Type="http://schemas.openxmlformats.org/officeDocument/2006/relationships/tags" Target="../tags/tag2.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slideLayout" Target="../slideLayouts/slideLayout128.xml"/><Relationship Id="rId29" Type="http://schemas.openxmlformats.org/officeDocument/2006/relationships/slideLayout" Target="../slideLayouts/slideLayout137.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24" Type="http://schemas.openxmlformats.org/officeDocument/2006/relationships/slideLayout" Target="../slideLayouts/slideLayout132.xml"/><Relationship Id="rId32" Type="http://schemas.openxmlformats.org/officeDocument/2006/relationships/theme" Target="../theme/theme5.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23" Type="http://schemas.openxmlformats.org/officeDocument/2006/relationships/slideLayout" Target="../slideLayouts/slideLayout131.xml"/><Relationship Id="rId28" Type="http://schemas.openxmlformats.org/officeDocument/2006/relationships/slideLayout" Target="../slideLayouts/slideLayout136.xml"/><Relationship Id="rId36" Type="http://schemas.openxmlformats.org/officeDocument/2006/relationships/image" Target="../media/image15.png"/><Relationship Id="rId10" Type="http://schemas.openxmlformats.org/officeDocument/2006/relationships/slideLayout" Target="../slideLayouts/slideLayout118.xml"/><Relationship Id="rId19" Type="http://schemas.openxmlformats.org/officeDocument/2006/relationships/slideLayout" Target="../slideLayouts/slideLayout127.xml"/><Relationship Id="rId31" Type="http://schemas.openxmlformats.org/officeDocument/2006/relationships/slideLayout" Target="../slideLayouts/slideLayout139.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slideLayout" Target="../slideLayouts/slideLayout130.xml"/><Relationship Id="rId27" Type="http://schemas.openxmlformats.org/officeDocument/2006/relationships/slideLayout" Target="../slideLayouts/slideLayout135.xml"/><Relationship Id="rId30" Type="http://schemas.openxmlformats.org/officeDocument/2006/relationships/slideLayout" Target="../slideLayouts/slideLayout138.xml"/><Relationship Id="rId35" Type="http://schemas.openxmlformats.org/officeDocument/2006/relationships/image" Target="../media/image14.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7.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26" Type="http://schemas.openxmlformats.org/officeDocument/2006/relationships/slideLayout" Target="../slideLayouts/slideLayout165.xml"/><Relationship Id="rId3" Type="http://schemas.openxmlformats.org/officeDocument/2006/relationships/slideLayout" Target="../slideLayouts/slideLayout142.xml"/><Relationship Id="rId21" Type="http://schemas.openxmlformats.org/officeDocument/2006/relationships/slideLayout" Target="../slideLayouts/slideLayout160.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5" Type="http://schemas.openxmlformats.org/officeDocument/2006/relationships/slideLayout" Target="../slideLayouts/slideLayout164.xml"/><Relationship Id="rId2" Type="http://schemas.openxmlformats.org/officeDocument/2006/relationships/slideLayout" Target="../slideLayouts/slideLayout141.xml"/><Relationship Id="rId16" Type="http://schemas.openxmlformats.org/officeDocument/2006/relationships/slideLayout" Target="../slideLayouts/slideLayout155.xml"/><Relationship Id="rId20" Type="http://schemas.openxmlformats.org/officeDocument/2006/relationships/slideLayout" Target="../slideLayouts/slideLayout159.xml"/><Relationship Id="rId29" Type="http://schemas.openxmlformats.org/officeDocument/2006/relationships/image" Target="../media/image9.png"/><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24" Type="http://schemas.openxmlformats.org/officeDocument/2006/relationships/slideLayout" Target="../slideLayouts/slideLayout163.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23" Type="http://schemas.openxmlformats.org/officeDocument/2006/relationships/slideLayout" Target="../slideLayouts/slideLayout162.xml"/><Relationship Id="rId28" Type="http://schemas.openxmlformats.org/officeDocument/2006/relationships/theme" Target="../theme/theme6.xml"/><Relationship Id="rId10" Type="http://schemas.openxmlformats.org/officeDocument/2006/relationships/slideLayout" Target="../slideLayouts/slideLayout149.xml"/><Relationship Id="rId19" Type="http://schemas.openxmlformats.org/officeDocument/2006/relationships/slideLayout" Target="../slideLayouts/slideLayout158.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 Id="rId22" Type="http://schemas.openxmlformats.org/officeDocument/2006/relationships/slideLayout" Target="../slideLayouts/slideLayout161.xml"/><Relationship Id="rId27" Type="http://schemas.openxmlformats.org/officeDocument/2006/relationships/slideLayout" Target="../slideLayouts/slideLayout1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74.xml"/><Relationship Id="rId13" Type="http://schemas.openxmlformats.org/officeDocument/2006/relationships/slideLayout" Target="../slideLayouts/slideLayout179.xml"/><Relationship Id="rId18" Type="http://schemas.openxmlformats.org/officeDocument/2006/relationships/slideLayout" Target="../slideLayouts/slideLayout184.xml"/><Relationship Id="rId26" Type="http://schemas.openxmlformats.org/officeDocument/2006/relationships/slideLayout" Target="../slideLayouts/slideLayout192.xml"/><Relationship Id="rId3" Type="http://schemas.openxmlformats.org/officeDocument/2006/relationships/slideLayout" Target="../slideLayouts/slideLayout169.xml"/><Relationship Id="rId21" Type="http://schemas.openxmlformats.org/officeDocument/2006/relationships/slideLayout" Target="../slideLayouts/slideLayout187.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17" Type="http://schemas.openxmlformats.org/officeDocument/2006/relationships/slideLayout" Target="../slideLayouts/slideLayout183.xml"/><Relationship Id="rId25" Type="http://schemas.openxmlformats.org/officeDocument/2006/relationships/slideLayout" Target="../slideLayouts/slideLayout191.xml"/><Relationship Id="rId2" Type="http://schemas.openxmlformats.org/officeDocument/2006/relationships/slideLayout" Target="../slideLayouts/slideLayout168.xml"/><Relationship Id="rId16" Type="http://schemas.openxmlformats.org/officeDocument/2006/relationships/slideLayout" Target="../slideLayouts/slideLayout182.xml"/><Relationship Id="rId20" Type="http://schemas.openxmlformats.org/officeDocument/2006/relationships/slideLayout" Target="../slideLayouts/slideLayout186.xml"/><Relationship Id="rId29" Type="http://schemas.openxmlformats.org/officeDocument/2006/relationships/slideLayout" Target="../slideLayouts/slideLayout195.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24" Type="http://schemas.openxmlformats.org/officeDocument/2006/relationships/slideLayout" Target="../slideLayouts/slideLayout190.xml"/><Relationship Id="rId32" Type="http://schemas.openxmlformats.org/officeDocument/2006/relationships/image" Target="../media/image10.png"/><Relationship Id="rId5" Type="http://schemas.openxmlformats.org/officeDocument/2006/relationships/slideLayout" Target="../slideLayouts/slideLayout171.xml"/><Relationship Id="rId15" Type="http://schemas.openxmlformats.org/officeDocument/2006/relationships/slideLayout" Target="../slideLayouts/slideLayout181.xml"/><Relationship Id="rId23" Type="http://schemas.openxmlformats.org/officeDocument/2006/relationships/slideLayout" Target="../slideLayouts/slideLayout189.xml"/><Relationship Id="rId28" Type="http://schemas.openxmlformats.org/officeDocument/2006/relationships/slideLayout" Target="../slideLayouts/slideLayout194.xml"/><Relationship Id="rId10" Type="http://schemas.openxmlformats.org/officeDocument/2006/relationships/slideLayout" Target="../slideLayouts/slideLayout176.xml"/><Relationship Id="rId19" Type="http://schemas.openxmlformats.org/officeDocument/2006/relationships/slideLayout" Target="../slideLayouts/slideLayout185.xml"/><Relationship Id="rId31" Type="http://schemas.openxmlformats.org/officeDocument/2006/relationships/theme" Target="../theme/theme7.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slideLayout" Target="../slideLayouts/slideLayout180.xml"/><Relationship Id="rId22" Type="http://schemas.openxmlformats.org/officeDocument/2006/relationships/slideLayout" Target="../slideLayouts/slideLayout188.xml"/><Relationship Id="rId27" Type="http://schemas.openxmlformats.org/officeDocument/2006/relationships/slideLayout" Target="../slideLayouts/slideLayout193.xml"/><Relationship Id="rId30" Type="http://schemas.openxmlformats.org/officeDocument/2006/relationships/slideLayout" Target="../slideLayouts/slideLayout19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04.xml"/><Relationship Id="rId13" Type="http://schemas.openxmlformats.org/officeDocument/2006/relationships/slideLayout" Target="../slideLayouts/slideLayout209.xml"/><Relationship Id="rId18" Type="http://schemas.openxmlformats.org/officeDocument/2006/relationships/slideLayout" Target="../slideLayouts/slideLayout214.xml"/><Relationship Id="rId26" Type="http://schemas.openxmlformats.org/officeDocument/2006/relationships/slideLayout" Target="../slideLayouts/slideLayout222.xml"/><Relationship Id="rId3" Type="http://schemas.openxmlformats.org/officeDocument/2006/relationships/slideLayout" Target="../slideLayouts/slideLayout199.xml"/><Relationship Id="rId21" Type="http://schemas.openxmlformats.org/officeDocument/2006/relationships/slideLayout" Target="../slideLayouts/slideLayout217.xml"/><Relationship Id="rId7" Type="http://schemas.openxmlformats.org/officeDocument/2006/relationships/slideLayout" Target="../slideLayouts/slideLayout203.xml"/><Relationship Id="rId12" Type="http://schemas.openxmlformats.org/officeDocument/2006/relationships/slideLayout" Target="../slideLayouts/slideLayout208.xml"/><Relationship Id="rId17" Type="http://schemas.openxmlformats.org/officeDocument/2006/relationships/slideLayout" Target="../slideLayouts/slideLayout213.xml"/><Relationship Id="rId25" Type="http://schemas.openxmlformats.org/officeDocument/2006/relationships/slideLayout" Target="../slideLayouts/slideLayout221.xml"/><Relationship Id="rId2" Type="http://schemas.openxmlformats.org/officeDocument/2006/relationships/slideLayout" Target="../slideLayouts/slideLayout198.xml"/><Relationship Id="rId16" Type="http://schemas.openxmlformats.org/officeDocument/2006/relationships/slideLayout" Target="../slideLayouts/slideLayout212.xml"/><Relationship Id="rId20" Type="http://schemas.openxmlformats.org/officeDocument/2006/relationships/slideLayout" Target="../slideLayouts/slideLayout216.xml"/><Relationship Id="rId29" Type="http://schemas.openxmlformats.org/officeDocument/2006/relationships/theme" Target="../theme/theme8.xml"/><Relationship Id="rId1" Type="http://schemas.openxmlformats.org/officeDocument/2006/relationships/slideLayout" Target="../slideLayouts/slideLayout197.xml"/><Relationship Id="rId6" Type="http://schemas.openxmlformats.org/officeDocument/2006/relationships/slideLayout" Target="../slideLayouts/slideLayout202.xml"/><Relationship Id="rId11" Type="http://schemas.openxmlformats.org/officeDocument/2006/relationships/slideLayout" Target="../slideLayouts/slideLayout207.xml"/><Relationship Id="rId24" Type="http://schemas.openxmlformats.org/officeDocument/2006/relationships/slideLayout" Target="../slideLayouts/slideLayout220.xml"/><Relationship Id="rId5" Type="http://schemas.openxmlformats.org/officeDocument/2006/relationships/slideLayout" Target="../slideLayouts/slideLayout201.xml"/><Relationship Id="rId15" Type="http://schemas.openxmlformats.org/officeDocument/2006/relationships/slideLayout" Target="../slideLayouts/slideLayout211.xml"/><Relationship Id="rId23" Type="http://schemas.openxmlformats.org/officeDocument/2006/relationships/slideLayout" Target="../slideLayouts/slideLayout219.xml"/><Relationship Id="rId28" Type="http://schemas.openxmlformats.org/officeDocument/2006/relationships/slideLayout" Target="../slideLayouts/slideLayout224.xml"/><Relationship Id="rId10" Type="http://schemas.openxmlformats.org/officeDocument/2006/relationships/slideLayout" Target="../slideLayouts/slideLayout206.xml"/><Relationship Id="rId19" Type="http://schemas.openxmlformats.org/officeDocument/2006/relationships/slideLayout" Target="../slideLayouts/slideLayout215.xml"/><Relationship Id="rId4" Type="http://schemas.openxmlformats.org/officeDocument/2006/relationships/slideLayout" Target="../slideLayouts/slideLayout200.xml"/><Relationship Id="rId9" Type="http://schemas.openxmlformats.org/officeDocument/2006/relationships/slideLayout" Target="../slideLayouts/slideLayout205.xml"/><Relationship Id="rId14" Type="http://schemas.openxmlformats.org/officeDocument/2006/relationships/slideLayout" Target="../slideLayouts/slideLayout210.xml"/><Relationship Id="rId22" Type="http://schemas.openxmlformats.org/officeDocument/2006/relationships/slideLayout" Target="../slideLayouts/slideLayout218.xml"/><Relationship Id="rId27" Type="http://schemas.openxmlformats.org/officeDocument/2006/relationships/slideLayout" Target="../slideLayouts/slideLayout223.xml"/><Relationship Id="rId30" Type="http://schemas.openxmlformats.org/officeDocument/2006/relationships/image" Target="../media/image9.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32.xml"/><Relationship Id="rId13" Type="http://schemas.openxmlformats.org/officeDocument/2006/relationships/slideLayout" Target="../slideLayouts/slideLayout237.xml"/><Relationship Id="rId18" Type="http://schemas.openxmlformats.org/officeDocument/2006/relationships/slideLayout" Target="../slideLayouts/slideLayout242.xml"/><Relationship Id="rId3" Type="http://schemas.openxmlformats.org/officeDocument/2006/relationships/slideLayout" Target="../slideLayouts/slideLayout227.xml"/><Relationship Id="rId21" Type="http://schemas.openxmlformats.org/officeDocument/2006/relationships/slideLayout" Target="../slideLayouts/slideLayout245.xml"/><Relationship Id="rId7" Type="http://schemas.openxmlformats.org/officeDocument/2006/relationships/slideLayout" Target="../slideLayouts/slideLayout231.xml"/><Relationship Id="rId12" Type="http://schemas.openxmlformats.org/officeDocument/2006/relationships/slideLayout" Target="../slideLayouts/slideLayout236.xml"/><Relationship Id="rId17" Type="http://schemas.openxmlformats.org/officeDocument/2006/relationships/slideLayout" Target="../slideLayouts/slideLayout241.xml"/><Relationship Id="rId2" Type="http://schemas.openxmlformats.org/officeDocument/2006/relationships/slideLayout" Target="../slideLayouts/slideLayout226.xml"/><Relationship Id="rId16" Type="http://schemas.openxmlformats.org/officeDocument/2006/relationships/slideLayout" Target="../slideLayouts/slideLayout240.xml"/><Relationship Id="rId20" Type="http://schemas.openxmlformats.org/officeDocument/2006/relationships/slideLayout" Target="../slideLayouts/slideLayout244.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5" Type="http://schemas.openxmlformats.org/officeDocument/2006/relationships/slideLayout" Target="../slideLayouts/slideLayout229.xml"/><Relationship Id="rId15" Type="http://schemas.openxmlformats.org/officeDocument/2006/relationships/slideLayout" Target="../slideLayouts/slideLayout239.xml"/><Relationship Id="rId23" Type="http://schemas.openxmlformats.org/officeDocument/2006/relationships/image" Target="../media/image1.png"/><Relationship Id="rId10" Type="http://schemas.openxmlformats.org/officeDocument/2006/relationships/slideLayout" Target="../slideLayouts/slideLayout234.xml"/><Relationship Id="rId19" Type="http://schemas.openxmlformats.org/officeDocument/2006/relationships/slideLayout" Target="../slideLayouts/slideLayout243.xml"/><Relationship Id="rId4" Type="http://schemas.openxmlformats.org/officeDocument/2006/relationships/slideLayout" Target="../slideLayouts/slideLayout228.xml"/><Relationship Id="rId9" Type="http://schemas.openxmlformats.org/officeDocument/2006/relationships/slideLayout" Target="../slideLayouts/slideLayout233.xml"/><Relationship Id="rId14" Type="http://schemas.openxmlformats.org/officeDocument/2006/relationships/slideLayout" Target="../slideLayouts/slideLayout238.xml"/><Relationship Id="rId2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53.xml"/><Relationship Id="rId13" Type="http://schemas.openxmlformats.org/officeDocument/2006/relationships/slideLayout" Target="../slideLayouts/slideLayout258.xml"/><Relationship Id="rId18" Type="http://schemas.openxmlformats.org/officeDocument/2006/relationships/slideLayout" Target="../slideLayouts/slideLayout263.xml"/><Relationship Id="rId3" Type="http://schemas.openxmlformats.org/officeDocument/2006/relationships/slideLayout" Target="../slideLayouts/slideLayout248.xml"/><Relationship Id="rId21" Type="http://schemas.openxmlformats.org/officeDocument/2006/relationships/slideLayout" Target="../slideLayouts/slideLayout266.xml"/><Relationship Id="rId7" Type="http://schemas.openxmlformats.org/officeDocument/2006/relationships/slideLayout" Target="../slideLayouts/slideLayout252.xml"/><Relationship Id="rId12" Type="http://schemas.openxmlformats.org/officeDocument/2006/relationships/slideLayout" Target="../slideLayouts/slideLayout257.xml"/><Relationship Id="rId17" Type="http://schemas.openxmlformats.org/officeDocument/2006/relationships/slideLayout" Target="../slideLayouts/slideLayout262.xml"/><Relationship Id="rId2" Type="http://schemas.openxmlformats.org/officeDocument/2006/relationships/slideLayout" Target="../slideLayouts/slideLayout247.xml"/><Relationship Id="rId16" Type="http://schemas.openxmlformats.org/officeDocument/2006/relationships/slideLayout" Target="../slideLayouts/slideLayout261.xml"/><Relationship Id="rId20" Type="http://schemas.openxmlformats.org/officeDocument/2006/relationships/slideLayout" Target="../slideLayouts/slideLayout265.xml"/><Relationship Id="rId1" Type="http://schemas.openxmlformats.org/officeDocument/2006/relationships/slideLayout" Target="../slideLayouts/slideLayout246.xml"/><Relationship Id="rId6" Type="http://schemas.openxmlformats.org/officeDocument/2006/relationships/slideLayout" Target="../slideLayouts/slideLayout251.xml"/><Relationship Id="rId11" Type="http://schemas.openxmlformats.org/officeDocument/2006/relationships/slideLayout" Target="../slideLayouts/slideLayout256.xml"/><Relationship Id="rId5" Type="http://schemas.openxmlformats.org/officeDocument/2006/relationships/slideLayout" Target="../slideLayouts/slideLayout250.xml"/><Relationship Id="rId15" Type="http://schemas.openxmlformats.org/officeDocument/2006/relationships/slideLayout" Target="../slideLayouts/slideLayout260.xml"/><Relationship Id="rId23" Type="http://schemas.openxmlformats.org/officeDocument/2006/relationships/image" Target="../media/image1.png"/><Relationship Id="rId10" Type="http://schemas.openxmlformats.org/officeDocument/2006/relationships/slideLayout" Target="../slideLayouts/slideLayout255.xml"/><Relationship Id="rId19" Type="http://schemas.openxmlformats.org/officeDocument/2006/relationships/slideLayout" Target="../slideLayouts/slideLayout264.xml"/><Relationship Id="rId4" Type="http://schemas.openxmlformats.org/officeDocument/2006/relationships/slideLayout" Target="../slideLayouts/slideLayout249.xml"/><Relationship Id="rId9" Type="http://schemas.openxmlformats.org/officeDocument/2006/relationships/slideLayout" Target="../slideLayouts/slideLayout254.xml"/><Relationship Id="rId14" Type="http://schemas.openxmlformats.org/officeDocument/2006/relationships/slideLayout" Target="../slideLayouts/slideLayout259.xml"/><Relationship Id="rId2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74.xml"/><Relationship Id="rId13" Type="http://schemas.openxmlformats.org/officeDocument/2006/relationships/slideLayout" Target="../slideLayouts/slideLayout279.xml"/><Relationship Id="rId18" Type="http://schemas.openxmlformats.org/officeDocument/2006/relationships/slideLayout" Target="../slideLayouts/slideLayout284.xml"/><Relationship Id="rId3" Type="http://schemas.openxmlformats.org/officeDocument/2006/relationships/slideLayout" Target="../slideLayouts/slideLayout269.xml"/><Relationship Id="rId21" Type="http://schemas.openxmlformats.org/officeDocument/2006/relationships/slideLayout" Target="../slideLayouts/slideLayout287.xml"/><Relationship Id="rId7" Type="http://schemas.openxmlformats.org/officeDocument/2006/relationships/slideLayout" Target="../slideLayouts/slideLayout273.xml"/><Relationship Id="rId12" Type="http://schemas.openxmlformats.org/officeDocument/2006/relationships/slideLayout" Target="../slideLayouts/slideLayout278.xml"/><Relationship Id="rId17" Type="http://schemas.openxmlformats.org/officeDocument/2006/relationships/slideLayout" Target="../slideLayouts/slideLayout283.xml"/><Relationship Id="rId2" Type="http://schemas.openxmlformats.org/officeDocument/2006/relationships/slideLayout" Target="../slideLayouts/slideLayout268.xml"/><Relationship Id="rId16" Type="http://schemas.openxmlformats.org/officeDocument/2006/relationships/slideLayout" Target="../slideLayouts/slideLayout282.xml"/><Relationship Id="rId20" Type="http://schemas.openxmlformats.org/officeDocument/2006/relationships/slideLayout" Target="../slideLayouts/slideLayout286.xml"/><Relationship Id="rId1" Type="http://schemas.openxmlformats.org/officeDocument/2006/relationships/slideLayout" Target="../slideLayouts/slideLayout267.xml"/><Relationship Id="rId6" Type="http://schemas.openxmlformats.org/officeDocument/2006/relationships/slideLayout" Target="../slideLayouts/slideLayout272.xml"/><Relationship Id="rId11" Type="http://schemas.openxmlformats.org/officeDocument/2006/relationships/slideLayout" Target="../slideLayouts/slideLayout277.xml"/><Relationship Id="rId24" Type="http://schemas.openxmlformats.org/officeDocument/2006/relationships/image" Target="../media/image1.png"/><Relationship Id="rId5" Type="http://schemas.openxmlformats.org/officeDocument/2006/relationships/slideLayout" Target="../slideLayouts/slideLayout271.xml"/><Relationship Id="rId15" Type="http://schemas.openxmlformats.org/officeDocument/2006/relationships/slideLayout" Target="../slideLayouts/slideLayout281.xml"/><Relationship Id="rId23" Type="http://schemas.openxmlformats.org/officeDocument/2006/relationships/theme" Target="../theme/theme11.xml"/><Relationship Id="rId10" Type="http://schemas.openxmlformats.org/officeDocument/2006/relationships/slideLayout" Target="../slideLayouts/slideLayout276.xml"/><Relationship Id="rId19" Type="http://schemas.openxmlformats.org/officeDocument/2006/relationships/slideLayout" Target="../slideLayouts/slideLayout285.xml"/><Relationship Id="rId4" Type="http://schemas.openxmlformats.org/officeDocument/2006/relationships/slideLayout" Target="../slideLayouts/slideLayout270.xml"/><Relationship Id="rId9" Type="http://schemas.openxmlformats.org/officeDocument/2006/relationships/slideLayout" Target="../slideLayouts/slideLayout275.xml"/><Relationship Id="rId14" Type="http://schemas.openxmlformats.org/officeDocument/2006/relationships/slideLayout" Target="../slideLayouts/slideLayout280.xml"/><Relationship Id="rId22" Type="http://schemas.openxmlformats.org/officeDocument/2006/relationships/slideLayout" Target="../slideLayouts/slideLayout288.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slideLayout" Target="../slideLayouts/slideLayout301.xml"/><Relationship Id="rId18" Type="http://schemas.openxmlformats.org/officeDocument/2006/relationships/slideLayout" Target="../slideLayouts/slideLayout306.xml"/><Relationship Id="rId3" Type="http://schemas.openxmlformats.org/officeDocument/2006/relationships/slideLayout" Target="../slideLayouts/slideLayout291.xml"/><Relationship Id="rId21" Type="http://schemas.openxmlformats.org/officeDocument/2006/relationships/slideLayout" Target="../slideLayouts/slideLayout309.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17" Type="http://schemas.openxmlformats.org/officeDocument/2006/relationships/slideLayout" Target="../slideLayouts/slideLayout305.xml"/><Relationship Id="rId2" Type="http://schemas.openxmlformats.org/officeDocument/2006/relationships/slideLayout" Target="../slideLayouts/slideLayout290.xml"/><Relationship Id="rId16" Type="http://schemas.openxmlformats.org/officeDocument/2006/relationships/slideLayout" Target="../slideLayouts/slideLayout304.xml"/><Relationship Id="rId20" Type="http://schemas.openxmlformats.org/officeDocument/2006/relationships/slideLayout" Target="../slideLayouts/slideLayout308.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24" Type="http://schemas.openxmlformats.org/officeDocument/2006/relationships/image" Target="../media/image1.png"/><Relationship Id="rId5" Type="http://schemas.openxmlformats.org/officeDocument/2006/relationships/slideLayout" Target="../slideLayouts/slideLayout293.xml"/><Relationship Id="rId15" Type="http://schemas.openxmlformats.org/officeDocument/2006/relationships/slideLayout" Target="../slideLayouts/slideLayout303.xml"/><Relationship Id="rId23" Type="http://schemas.openxmlformats.org/officeDocument/2006/relationships/theme" Target="../theme/theme12.xml"/><Relationship Id="rId10" Type="http://schemas.openxmlformats.org/officeDocument/2006/relationships/slideLayout" Target="../slideLayouts/slideLayout298.xml"/><Relationship Id="rId19" Type="http://schemas.openxmlformats.org/officeDocument/2006/relationships/slideLayout" Target="../slideLayouts/slideLayout307.xml"/><Relationship Id="rId4" Type="http://schemas.openxmlformats.org/officeDocument/2006/relationships/slideLayout" Target="../slideLayouts/slideLayout292.xml"/><Relationship Id="rId9" Type="http://schemas.openxmlformats.org/officeDocument/2006/relationships/slideLayout" Target="../slideLayouts/slideLayout297.xml"/><Relationship Id="rId14" Type="http://schemas.openxmlformats.org/officeDocument/2006/relationships/slideLayout" Target="../slideLayouts/slideLayout302.xml"/><Relationship Id="rId22" Type="http://schemas.openxmlformats.org/officeDocument/2006/relationships/slideLayout" Target="../slideLayouts/slideLayout31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318.xml"/><Relationship Id="rId13" Type="http://schemas.openxmlformats.org/officeDocument/2006/relationships/slideLayout" Target="../slideLayouts/slideLayout323.xml"/><Relationship Id="rId18" Type="http://schemas.openxmlformats.org/officeDocument/2006/relationships/slideLayout" Target="../slideLayouts/slideLayout328.xml"/><Relationship Id="rId26" Type="http://schemas.openxmlformats.org/officeDocument/2006/relationships/slideLayout" Target="../slideLayouts/slideLayout336.xml"/><Relationship Id="rId3" Type="http://schemas.openxmlformats.org/officeDocument/2006/relationships/slideLayout" Target="../slideLayouts/slideLayout313.xml"/><Relationship Id="rId21" Type="http://schemas.openxmlformats.org/officeDocument/2006/relationships/slideLayout" Target="../slideLayouts/slideLayout331.xml"/><Relationship Id="rId34" Type="http://schemas.openxmlformats.org/officeDocument/2006/relationships/slideLayout" Target="../slideLayouts/slideLayout344.xml"/><Relationship Id="rId7" Type="http://schemas.openxmlformats.org/officeDocument/2006/relationships/slideLayout" Target="../slideLayouts/slideLayout317.xml"/><Relationship Id="rId12" Type="http://schemas.openxmlformats.org/officeDocument/2006/relationships/slideLayout" Target="../slideLayouts/slideLayout322.xml"/><Relationship Id="rId17" Type="http://schemas.openxmlformats.org/officeDocument/2006/relationships/slideLayout" Target="../slideLayouts/slideLayout327.xml"/><Relationship Id="rId25" Type="http://schemas.openxmlformats.org/officeDocument/2006/relationships/slideLayout" Target="../slideLayouts/slideLayout335.xml"/><Relationship Id="rId33" Type="http://schemas.openxmlformats.org/officeDocument/2006/relationships/slideLayout" Target="../slideLayouts/slideLayout343.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20" Type="http://schemas.openxmlformats.org/officeDocument/2006/relationships/slideLayout" Target="../slideLayouts/slideLayout330.xml"/><Relationship Id="rId29" Type="http://schemas.openxmlformats.org/officeDocument/2006/relationships/slideLayout" Target="../slideLayouts/slideLayout339.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1" Type="http://schemas.openxmlformats.org/officeDocument/2006/relationships/slideLayout" Target="../slideLayouts/slideLayout321.xml"/><Relationship Id="rId24" Type="http://schemas.openxmlformats.org/officeDocument/2006/relationships/slideLayout" Target="../slideLayouts/slideLayout334.xml"/><Relationship Id="rId32" Type="http://schemas.openxmlformats.org/officeDocument/2006/relationships/slideLayout" Target="../slideLayouts/slideLayout342.xml"/><Relationship Id="rId37" Type="http://schemas.openxmlformats.org/officeDocument/2006/relationships/image" Target="../media/image22.svg"/><Relationship Id="rId5" Type="http://schemas.openxmlformats.org/officeDocument/2006/relationships/slideLayout" Target="../slideLayouts/slideLayout315.xml"/><Relationship Id="rId15" Type="http://schemas.openxmlformats.org/officeDocument/2006/relationships/slideLayout" Target="../slideLayouts/slideLayout325.xml"/><Relationship Id="rId23" Type="http://schemas.openxmlformats.org/officeDocument/2006/relationships/slideLayout" Target="../slideLayouts/slideLayout333.xml"/><Relationship Id="rId28" Type="http://schemas.openxmlformats.org/officeDocument/2006/relationships/slideLayout" Target="../slideLayouts/slideLayout338.xml"/><Relationship Id="rId36" Type="http://schemas.openxmlformats.org/officeDocument/2006/relationships/image" Target="../media/image21.png"/><Relationship Id="rId10" Type="http://schemas.openxmlformats.org/officeDocument/2006/relationships/slideLayout" Target="../slideLayouts/slideLayout320.xml"/><Relationship Id="rId19" Type="http://schemas.openxmlformats.org/officeDocument/2006/relationships/slideLayout" Target="../slideLayouts/slideLayout329.xml"/><Relationship Id="rId31" Type="http://schemas.openxmlformats.org/officeDocument/2006/relationships/slideLayout" Target="../slideLayouts/slideLayout341.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 Id="rId22" Type="http://schemas.openxmlformats.org/officeDocument/2006/relationships/slideLayout" Target="../slideLayouts/slideLayout332.xml"/><Relationship Id="rId27" Type="http://schemas.openxmlformats.org/officeDocument/2006/relationships/slideLayout" Target="../slideLayouts/slideLayout337.xml"/><Relationship Id="rId30" Type="http://schemas.openxmlformats.org/officeDocument/2006/relationships/slideLayout" Target="../slideLayouts/slideLayout340.xml"/><Relationship Id="rId35"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352.xml"/><Relationship Id="rId13" Type="http://schemas.openxmlformats.org/officeDocument/2006/relationships/slideLayout" Target="../slideLayouts/slideLayout357.xml"/><Relationship Id="rId18" Type="http://schemas.openxmlformats.org/officeDocument/2006/relationships/slideLayout" Target="../slideLayouts/slideLayout362.xml"/><Relationship Id="rId26" Type="http://schemas.openxmlformats.org/officeDocument/2006/relationships/slideLayout" Target="../slideLayouts/slideLayout370.xml"/><Relationship Id="rId39" Type="http://schemas.openxmlformats.org/officeDocument/2006/relationships/theme" Target="../theme/theme14.xml"/><Relationship Id="rId3" Type="http://schemas.openxmlformats.org/officeDocument/2006/relationships/slideLayout" Target="../slideLayouts/slideLayout347.xml"/><Relationship Id="rId21" Type="http://schemas.openxmlformats.org/officeDocument/2006/relationships/slideLayout" Target="../slideLayouts/slideLayout365.xml"/><Relationship Id="rId34" Type="http://schemas.openxmlformats.org/officeDocument/2006/relationships/slideLayout" Target="../slideLayouts/slideLayout378.xml"/><Relationship Id="rId7" Type="http://schemas.openxmlformats.org/officeDocument/2006/relationships/slideLayout" Target="../slideLayouts/slideLayout351.xml"/><Relationship Id="rId12" Type="http://schemas.openxmlformats.org/officeDocument/2006/relationships/slideLayout" Target="../slideLayouts/slideLayout356.xml"/><Relationship Id="rId17" Type="http://schemas.openxmlformats.org/officeDocument/2006/relationships/slideLayout" Target="../slideLayouts/slideLayout361.xml"/><Relationship Id="rId25" Type="http://schemas.openxmlformats.org/officeDocument/2006/relationships/slideLayout" Target="../slideLayouts/slideLayout369.xml"/><Relationship Id="rId33" Type="http://schemas.openxmlformats.org/officeDocument/2006/relationships/slideLayout" Target="../slideLayouts/slideLayout377.xml"/><Relationship Id="rId38" Type="http://schemas.openxmlformats.org/officeDocument/2006/relationships/slideLayout" Target="../slideLayouts/slideLayout382.xml"/><Relationship Id="rId2" Type="http://schemas.openxmlformats.org/officeDocument/2006/relationships/slideLayout" Target="../slideLayouts/slideLayout346.xml"/><Relationship Id="rId16" Type="http://schemas.openxmlformats.org/officeDocument/2006/relationships/slideLayout" Target="../slideLayouts/slideLayout360.xml"/><Relationship Id="rId20" Type="http://schemas.openxmlformats.org/officeDocument/2006/relationships/slideLayout" Target="../slideLayouts/slideLayout364.xml"/><Relationship Id="rId29" Type="http://schemas.openxmlformats.org/officeDocument/2006/relationships/slideLayout" Target="../slideLayouts/slideLayout373.xml"/><Relationship Id="rId41" Type="http://schemas.openxmlformats.org/officeDocument/2006/relationships/image" Target="../media/image22.svg"/><Relationship Id="rId1" Type="http://schemas.openxmlformats.org/officeDocument/2006/relationships/slideLayout" Target="../slideLayouts/slideLayout345.xml"/><Relationship Id="rId6" Type="http://schemas.openxmlformats.org/officeDocument/2006/relationships/slideLayout" Target="../slideLayouts/slideLayout350.xml"/><Relationship Id="rId11" Type="http://schemas.openxmlformats.org/officeDocument/2006/relationships/slideLayout" Target="../slideLayouts/slideLayout355.xml"/><Relationship Id="rId24" Type="http://schemas.openxmlformats.org/officeDocument/2006/relationships/slideLayout" Target="../slideLayouts/slideLayout368.xml"/><Relationship Id="rId32" Type="http://schemas.openxmlformats.org/officeDocument/2006/relationships/slideLayout" Target="../slideLayouts/slideLayout376.xml"/><Relationship Id="rId37" Type="http://schemas.openxmlformats.org/officeDocument/2006/relationships/slideLayout" Target="../slideLayouts/slideLayout381.xml"/><Relationship Id="rId40" Type="http://schemas.openxmlformats.org/officeDocument/2006/relationships/image" Target="../media/image21.png"/><Relationship Id="rId5" Type="http://schemas.openxmlformats.org/officeDocument/2006/relationships/slideLayout" Target="../slideLayouts/slideLayout349.xml"/><Relationship Id="rId15" Type="http://schemas.openxmlformats.org/officeDocument/2006/relationships/slideLayout" Target="../slideLayouts/slideLayout359.xml"/><Relationship Id="rId23" Type="http://schemas.openxmlformats.org/officeDocument/2006/relationships/slideLayout" Target="../slideLayouts/slideLayout367.xml"/><Relationship Id="rId28" Type="http://schemas.openxmlformats.org/officeDocument/2006/relationships/slideLayout" Target="../slideLayouts/slideLayout372.xml"/><Relationship Id="rId36" Type="http://schemas.openxmlformats.org/officeDocument/2006/relationships/slideLayout" Target="../slideLayouts/slideLayout380.xml"/><Relationship Id="rId10" Type="http://schemas.openxmlformats.org/officeDocument/2006/relationships/slideLayout" Target="../slideLayouts/slideLayout354.xml"/><Relationship Id="rId19" Type="http://schemas.openxmlformats.org/officeDocument/2006/relationships/slideLayout" Target="../slideLayouts/slideLayout363.xml"/><Relationship Id="rId31" Type="http://schemas.openxmlformats.org/officeDocument/2006/relationships/slideLayout" Target="../slideLayouts/slideLayout375.xml"/><Relationship Id="rId4" Type="http://schemas.openxmlformats.org/officeDocument/2006/relationships/slideLayout" Target="../slideLayouts/slideLayout348.xml"/><Relationship Id="rId9" Type="http://schemas.openxmlformats.org/officeDocument/2006/relationships/slideLayout" Target="../slideLayouts/slideLayout353.xml"/><Relationship Id="rId14" Type="http://schemas.openxmlformats.org/officeDocument/2006/relationships/slideLayout" Target="../slideLayouts/slideLayout358.xml"/><Relationship Id="rId22" Type="http://schemas.openxmlformats.org/officeDocument/2006/relationships/slideLayout" Target="../slideLayouts/slideLayout366.xml"/><Relationship Id="rId27" Type="http://schemas.openxmlformats.org/officeDocument/2006/relationships/slideLayout" Target="../slideLayouts/slideLayout371.xml"/><Relationship Id="rId30" Type="http://schemas.openxmlformats.org/officeDocument/2006/relationships/slideLayout" Target="../slideLayouts/slideLayout374.xml"/><Relationship Id="rId35" Type="http://schemas.openxmlformats.org/officeDocument/2006/relationships/slideLayout" Target="../slideLayouts/slideLayout379.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90.xml"/><Relationship Id="rId13" Type="http://schemas.openxmlformats.org/officeDocument/2006/relationships/theme" Target="../theme/theme15.xml"/><Relationship Id="rId3" Type="http://schemas.openxmlformats.org/officeDocument/2006/relationships/slideLayout" Target="../slideLayouts/slideLayout385.xml"/><Relationship Id="rId7" Type="http://schemas.openxmlformats.org/officeDocument/2006/relationships/slideLayout" Target="../slideLayouts/slideLayout389.xml"/><Relationship Id="rId12" Type="http://schemas.openxmlformats.org/officeDocument/2006/relationships/slideLayout" Target="../slideLayouts/slideLayout394.xml"/><Relationship Id="rId2" Type="http://schemas.openxmlformats.org/officeDocument/2006/relationships/slideLayout" Target="../slideLayouts/slideLayout384.xml"/><Relationship Id="rId1" Type="http://schemas.openxmlformats.org/officeDocument/2006/relationships/slideLayout" Target="../slideLayouts/slideLayout383.xml"/><Relationship Id="rId6" Type="http://schemas.openxmlformats.org/officeDocument/2006/relationships/slideLayout" Target="../slideLayouts/slideLayout388.xml"/><Relationship Id="rId11" Type="http://schemas.openxmlformats.org/officeDocument/2006/relationships/slideLayout" Target="../slideLayouts/slideLayout393.xml"/><Relationship Id="rId5" Type="http://schemas.openxmlformats.org/officeDocument/2006/relationships/slideLayout" Target="../slideLayouts/slideLayout387.xml"/><Relationship Id="rId10" Type="http://schemas.openxmlformats.org/officeDocument/2006/relationships/slideLayout" Target="../slideLayouts/slideLayout392.xml"/><Relationship Id="rId4" Type="http://schemas.openxmlformats.org/officeDocument/2006/relationships/slideLayout" Target="../slideLayouts/slideLayout386.xml"/><Relationship Id="rId9" Type="http://schemas.openxmlformats.org/officeDocument/2006/relationships/slideLayout" Target="../slideLayouts/slideLayout3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1"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4"/>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61122" y="6573259"/>
            <a:ext cx="47769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3"/>
          </p:nvPr>
        </p:nvSpPr>
        <p:spPr>
          <a:xfrm>
            <a:off x="1801772"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5"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1"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Tree>
    <p:extLst>
      <p:ext uri="{BB962C8B-B14F-4D97-AF65-F5344CB8AC3E}">
        <p14:creationId xmlns:p14="http://schemas.microsoft.com/office/powerpoint/2010/main" val="3274199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18576"/>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384177" y="6546765"/>
            <a:ext cx="554639"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EF614CB3-B3B2-46B0-89DA-B2EF1ABA6D7C}" type="datetime1">
              <a:rPr lang="en-US" smtClean="0"/>
              <a:t>7/24/2025</a:t>
            </a:fld>
            <a:endParaRPr lang="en-GB"/>
          </a:p>
        </p:txBody>
      </p:sp>
      <p:sp>
        <p:nvSpPr>
          <p:cNvPr id="5" name="Fußzeilenplatzhalter 4"/>
          <p:cNvSpPr>
            <a:spLocks noGrp="1"/>
          </p:cNvSpPr>
          <p:nvPr>
            <p:ph type="ftr" sz="quarter" idx="3"/>
          </p:nvPr>
        </p:nvSpPr>
        <p:spPr>
          <a:xfrm>
            <a:off x="2313139" y="654679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Confidential</a:t>
            </a:r>
            <a:endParaRPr lang="en-GB"/>
          </a:p>
        </p:txBody>
      </p:sp>
      <p:sp>
        <p:nvSpPr>
          <p:cNvPr id="6" name="Foliennummernplatzhalter 5"/>
          <p:cNvSpPr>
            <a:spLocks noGrp="1"/>
          </p:cNvSpPr>
          <p:nvPr>
            <p:ph type="sldNum" sz="quarter" idx="4"/>
          </p:nvPr>
        </p:nvSpPr>
        <p:spPr>
          <a:xfrm>
            <a:off x="11517554" y="6546765"/>
            <a:ext cx="184346"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1206700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9170" rtl="0" eaLnBrk="1" latinLnBrk="0" hangingPunct="1">
        <a:lnSpc>
          <a:spcPct val="85000"/>
        </a:lnSpc>
        <a:spcBef>
          <a:spcPct val="0"/>
        </a:spcBef>
        <a:buNone/>
        <a:defRPr sz="3200" b="0" i="0" kern="1200">
          <a:solidFill>
            <a:srgbClr val="003366"/>
          </a:solidFill>
          <a:latin typeface="BISansOptiCond"/>
          <a:ea typeface="+mj-ea"/>
          <a:cs typeface="BISansOptiCond"/>
        </a:defRPr>
      </a:lvl1pPr>
    </p:titleStyle>
    <p:bodyStyle>
      <a:lvl1pPr marL="224361" indent="-224361" algn="l" defTabSz="1219170" rtl="0" eaLnBrk="1" latinLnBrk="0" hangingPunct="1">
        <a:spcBef>
          <a:spcPts val="533"/>
        </a:spcBef>
        <a:buFont typeface="Arial" panose="020B0604020202020204" pitchFamily="34" charset="0"/>
        <a:buChar char="•"/>
        <a:tabLst>
          <a:tab pos="224361" algn="l"/>
        </a:tabLst>
        <a:defRPr sz="2667" kern="1200">
          <a:solidFill>
            <a:schemeClr val="tx1"/>
          </a:solidFill>
          <a:latin typeface="BISans" panose="02000503040000020004" pitchFamily="2" charset="0"/>
          <a:ea typeface="+mn-ea"/>
          <a:cs typeface="BISans" panose="02000503040000020004" pitchFamily="2" charset="0"/>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0"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137315" y="6547644"/>
            <a:ext cx="801501"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9FC3183C-1A43-43C0-8392-1DBE7E166C5E}" type="datetime1">
              <a:rPr lang="en-GB" noProof="0" smtClean="0"/>
              <a:pPr/>
              <a:t>24/07/2025</a:t>
            </a:fld>
            <a:endParaRPr lang="en-GB" noProof="0"/>
          </a:p>
        </p:txBody>
      </p:sp>
      <p:sp>
        <p:nvSpPr>
          <p:cNvPr id="5" name="Fußzeilenplatzhalter 4"/>
          <p:cNvSpPr>
            <a:spLocks noGrp="1"/>
          </p:cNvSpPr>
          <p:nvPr>
            <p:ph type="ftr" sz="quarter" idx="3"/>
          </p:nvPr>
        </p:nvSpPr>
        <p:spPr>
          <a:xfrm>
            <a:off x="1801772"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11504733" y="6547644"/>
            <a:ext cx="197169"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70"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8819206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 id="2147483784"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4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82" indent="-355582" algn="l" defTabSz="121914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04" indent="-245521"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58"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13"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269" indent="-237055" algn="l" defTabSz="121914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18576"/>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308835" y="6546765"/>
            <a:ext cx="629981"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EF614CB3-B3B2-46B0-89DA-B2EF1ABA6D7C}" type="datetime1">
              <a:rPr lang="en-US" smtClean="0"/>
              <a:t>7/24/2025</a:t>
            </a:fld>
            <a:endParaRPr lang="en-GB"/>
          </a:p>
        </p:txBody>
      </p:sp>
      <p:sp>
        <p:nvSpPr>
          <p:cNvPr id="5" name="Fußzeilenplatzhalter 4"/>
          <p:cNvSpPr>
            <a:spLocks noGrp="1"/>
          </p:cNvSpPr>
          <p:nvPr>
            <p:ph type="ftr" sz="quarter" idx="3"/>
          </p:nvPr>
        </p:nvSpPr>
        <p:spPr>
          <a:xfrm>
            <a:off x="2313139" y="654679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Confidential</a:t>
            </a:r>
            <a:endParaRPr lang="en-GB"/>
          </a:p>
        </p:txBody>
      </p:sp>
      <p:sp>
        <p:nvSpPr>
          <p:cNvPr id="6" name="Foliennummernplatzhalter 5"/>
          <p:cNvSpPr>
            <a:spLocks noGrp="1"/>
          </p:cNvSpPr>
          <p:nvPr>
            <p:ph type="sldNum" sz="quarter" idx="4"/>
          </p:nvPr>
        </p:nvSpPr>
        <p:spPr>
          <a:xfrm>
            <a:off x="11517554" y="6546765"/>
            <a:ext cx="184346"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238549689"/>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 id="2147483889" r:id="rId17"/>
    <p:sldLayoutId id="2147483890" r:id="rId18"/>
    <p:sldLayoutId id="2147483891" r:id="rId19"/>
    <p:sldLayoutId id="2147483892" r:id="rId20"/>
    <p:sldLayoutId id="2147483893" r:id="rId21"/>
    <p:sldLayoutId id="2147483894" r:id="rId22"/>
    <p:sldLayoutId id="2147483895" r:id="rId23"/>
    <p:sldLayoutId id="2147483896" r:id="rId24"/>
    <p:sldLayoutId id="2147483897" r:id="rId25"/>
    <p:sldLayoutId id="2147483898" r:id="rId26"/>
    <p:sldLayoutId id="2147483899" r:id="rId27"/>
    <p:sldLayoutId id="2147483900" r:id="rId28"/>
    <p:sldLayoutId id="2147483901" r:id="rId29"/>
    <p:sldLayoutId id="2147483902"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9170" rtl="0" eaLnBrk="1" latinLnBrk="0" hangingPunct="1">
        <a:lnSpc>
          <a:spcPct val="85000"/>
        </a:lnSpc>
        <a:spcBef>
          <a:spcPct val="0"/>
        </a:spcBef>
        <a:buNone/>
        <a:defRPr sz="3200" b="0" i="0" kern="1200">
          <a:solidFill>
            <a:srgbClr val="003366"/>
          </a:solidFill>
          <a:latin typeface="BISansOptiCond"/>
          <a:ea typeface="+mj-ea"/>
          <a:cs typeface="BISansOptiCond"/>
        </a:defRPr>
      </a:lvl1pPr>
    </p:titleStyle>
    <p:bodyStyle>
      <a:lvl1pPr marL="224361" indent="-224361" algn="l" defTabSz="1219170" rtl="0" eaLnBrk="1" latinLnBrk="0" hangingPunct="1">
        <a:spcBef>
          <a:spcPts val="533"/>
        </a:spcBef>
        <a:buFont typeface="Arial" panose="020B0604020202020204" pitchFamily="34" charset="0"/>
        <a:buChar char="•"/>
        <a:tabLst>
          <a:tab pos="224361" algn="l"/>
        </a:tabLst>
        <a:defRPr sz="2667" kern="1200">
          <a:solidFill>
            <a:schemeClr val="tx1"/>
          </a:solidFill>
          <a:latin typeface="BISans" panose="02000503040000020004" pitchFamily="2" charset="0"/>
          <a:ea typeface="+mn-ea"/>
          <a:cs typeface="BISans" panose="02000503040000020004" pitchFamily="2" charset="0"/>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33"/>
            </p:custDataLst>
            <p:extLst>
              <p:ext uri="{D42A27DB-BD31-4B8C-83A1-F6EECF244321}">
                <p14:modId xmlns:p14="http://schemas.microsoft.com/office/powerpoint/2010/main" val="2645690189"/>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7" name="Object 6" hidden="1"/>
                      <p:cNvPicPr/>
                      <p:nvPr/>
                    </p:nvPicPr>
                    <p:blipFill>
                      <a:blip r:embed="rId35"/>
                      <a:stretch>
                        <a:fillRect/>
                      </a:stretch>
                    </p:blipFill>
                    <p:spPr>
                      <a:xfrm>
                        <a:off x="2119" y="1590"/>
                        <a:ext cx="2116" cy="1587"/>
                      </a:xfrm>
                      <a:prstGeom prst="rect">
                        <a:avLst/>
                      </a:prstGeom>
                    </p:spPr>
                  </p:pic>
                </p:oleObj>
              </mc:Fallback>
            </mc:AlternateContent>
          </a:graphicData>
        </a:graphic>
      </p:graphicFrame>
      <p:grpSp>
        <p:nvGrpSpPr>
          <p:cNvPr id="23" name="Gruppieren 22"/>
          <p:cNvGrpSpPr/>
          <p:nvPr/>
        </p:nvGrpSpPr>
        <p:grpSpPr>
          <a:xfrm>
            <a:off x="243770"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2"/>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332884" y="6573259"/>
            <a:ext cx="60593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9FC3183C-1A43-43C0-8392-1DBE7E166C5E}" type="datetime1">
              <a:rPr lang="en-GB" smtClean="0">
                <a:solidFill>
                  <a:prstClr val="white">
                    <a:lumMod val="50000"/>
                  </a:prstClr>
                </a:solidFill>
              </a:rPr>
              <a:pPr/>
              <a:t>24/07/2025</a:t>
            </a:fld>
            <a:endParaRPr lang="en-GB">
              <a:solidFill>
                <a:prstClr val="white">
                  <a:lumMod val="50000"/>
                </a:prstClr>
              </a:solidFill>
            </a:endParaRPr>
          </a:p>
        </p:txBody>
      </p:sp>
      <p:sp>
        <p:nvSpPr>
          <p:cNvPr id="5" name="Fußzeilenplatzhalter 4"/>
          <p:cNvSpPr>
            <a:spLocks noGrp="1"/>
          </p:cNvSpPr>
          <p:nvPr>
            <p:ph type="ftr" sz="quarter" idx="3"/>
          </p:nvPr>
        </p:nvSpPr>
        <p:spPr>
          <a:xfrm>
            <a:off x="1801771"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GB">
                <a:solidFill>
                  <a:prstClr val="white">
                    <a:lumMod val="50000"/>
                  </a:prstClr>
                </a:solidFill>
              </a:rPr>
              <a:t>Presentation title, date, author</a:t>
            </a:r>
          </a:p>
        </p:txBody>
      </p:sp>
      <p:sp>
        <p:nvSpPr>
          <p:cNvPr id="6" name="Foliennummernplatzhalter 5"/>
          <p:cNvSpPr>
            <a:spLocks noGrp="1"/>
          </p:cNvSpPr>
          <p:nvPr>
            <p:ph type="sldNum" sz="quarter" idx="4"/>
          </p:nvPr>
        </p:nvSpPr>
        <p:spPr>
          <a:xfrm>
            <a:off x="11554424"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grpSp>
        <p:nvGrpSpPr>
          <p:cNvPr id="17" name="Gruppieren 16"/>
          <p:cNvGrpSpPr/>
          <p:nvPr/>
        </p:nvGrpSpPr>
        <p:grpSpPr>
          <a:xfrm>
            <a:off x="243770"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6" cstate="print">
            <a:extLst>
              <a:ext uri="{28A0092B-C50C-407E-A947-70E740481C1C}">
                <a14:useLocalDpi xmlns:a14="http://schemas.microsoft.com/office/drawing/2010/main"/>
              </a:ext>
            </a:extLst>
          </a:blip>
          <a:stretch>
            <a:fillRect/>
          </a:stretch>
        </p:blipFill>
        <p:spPr>
          <a:xfrm>
            <a:off x="485924" y="6485509"/>
            <a:ext cx="840360" cy="254013"/>
          </a:xfrm>
          <a:prstGeom prst="rect">
            <a:avLst/>
          </a:prstGeom>
        </p:spPr>
      </p:pic>
    </p:spTree>
    <p:extLst>
      <p:ext uri="{BB962C8B-B14F-4D97-AF65-F5344CB8AC3E}">
        <p14:creationId xmlns:p14="http://schemas.microsoft.com/office/powerpoint/2010/main" val="1512222439"/>
      </p:ext>
    </p:extLst>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 id="2147484027" r:id="rId17"/>
    <p:sldLayoutId id="2147484028" r:id="rId18"/>
    <p:sldLayoutId id="2147484029" r:id="rId19"/>
    <p:sldLayoutId id="2147484030" r:id="rId20"/>
    <p:sldLayoutId id="2147484031" r:id="rId21"/>
    <p:sldLayoutId id="2147484032" r:id="rId22"/>
    <p:sldLayoutId id="2147484033" r:id="rId23"/>
    <p:sldLayoutId id="2147484034" r:id="rId24"/>
    <p:sldLayoutId id="2147484035" r:id="rId25"/>
    <p:sldLayoutId id="2147484036" r:id="rId26"/>
    <p:sldLayoutId id="2147484037" r:id="rId27"/>
    <p:sldLayoutId id="2147484038" r:id="rId28"/>
    <p:sldLayoutId id="2147484039" r:id="rId29"/>
    <p:sldLayoutId id="2147484040" r:id="rId30"/>
    <p:sldLayoutId id="2147484041"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137314" y="6547642"/>
            <a:ext cx="801501"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9FC3183C-1A43-43C0-8392-1DBE7E166C5E}" type="datetime1">
              <a:rPr lang="en-GB" noProof="0" smtClean="0"/>
              <a:pPr/>
              <a:t>24/07/2025</a:t>
            </a:fld>
            <a:endParaRPr lang="en-GB" noProof="0"/>
          </a:p>
        </p:txBody>
      </p:sp>
      <p:sp>
        <p:nvSpPr>
          <p:cNvPr id="5" name="Fußzeilenplatzhalter 4"/>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11504731" y="6547642"/>
            <a:ext cx="197169"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067384523"/>
      </p:ext>
    </p:extLst>
  </p:cSld>
  <p:clrMap bg1="lt1" tx1="dk1" bg2="lt2" tx2="dk2" accent1="accent1" accent2="accent2" accent3="accent3" accent4="accent4" accent5="accent5" accent6="accent6" hlink="hlink" folHlink="folHlink"/>
  <p:sldLayoutIdLst>
    <p:sldLayoutId id="2147484469" r:id="rId1"/>
    <p:sldLayoutId id="2147484470" r:id="rId2"/>
    <p:sldLayoutId id="2147484471" r:id="rId3"/>
    <p:sldLayoutId id="2147484472" r:id="rId4"/>
    <p:sldLayoutId id="2147484473" r:id="rId5"/>
    <p:sldLayoutId id="2147484474" r:id="rId6"/>
    <p:sldLayoutId id="2147484475" r:id="rId7"/>
    <p:sldLayoutId id="2147484476" r:id="rId8"/>
    <p:sldLayoutId id="2147484477" r:id="rId9"/>
    <p:sldLayoutId id="2147484478" r:id="rId10"/>
    <p:sldLayoutId id="2147484479" r:id="rId11"/>
    <p:sldLayoutId id="2147484480" r:id="rId12"/>
    <p:sldLayoutId id="2147484481" r:id="rId13"/>
    <p:sldLayoutId id="2147484482" r:id="rId14"/>
    <p:sldLayoutId id="2147484483" r:id="rId15"/>
    <p:sldLayoutId id="2147484484" r:id="rId16"/>
    <p:sldLayoutId id="2147484485" r:id="rId17"/>
    <p:sldLayoutId id="2147484486" r:id="rId18"/>
    <p:sldLayoutId id="2147484487" r:id="rId19"/>
    <p:sldLayoutId id="2147484488" r:id="rId20"/>
    <p:sldLayoutId id="2147484489" r:id="rId21"/>
    <p:sldLayoutId id="2147484490" r:id="rId22"/>
    <p:sldLayoutId id="2147484491" r:id="rId23"/>
    <p:sldLayoutId id="2147484492" r:id="rId24"/>
    <p:sldLayoutId id="2147484493" r:id="rId25"/>
    <p:sldLayoutId id="2147484494" r:id="rId26"/>
    <p:sldLayoutId id="2147484495"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7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91" indent="-355591" algn="l" defTabSz="121917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0"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18576"/>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308836" y="6546766"/>
            <a:ext cx="629981"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EF614CB3-B3B2-46B0-89DA-B2EF1ABA6D7C}" type="datetime1">
              <a:rPr lang="en-US" smtClean="0"/>
              <a:t>7/24/2025</a:t>
            </a:fld>
            <a:endParaRPr lang="en-GB"/>
          </a:p>
        </p:txBody>
      </p:sp>
      <p:sp>
        <p:nvSpPr>
          <p:cNvPr id="5" name="Fußzeilenplatzhalter 4"/>
          <p:cNvSpPr>
            <a:spLocks noGrp="1"/>
          </p:cNvSpPr>
          <p:nvPr>
            <p:ph type="ftr" sz="quarter" idx="3"/>
          </p:nvPr>
        </p:nvSpPr>
        <p:spPr>
          <a:xfrm>
            <a:off x="2313141" y="6546798"/>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Confidential</a:t>
            </a:r>
            <a:endParaRPr lang="en-GB"/>
          </a:p>
        </p:txBody>
      </p:sp>
      <p:sp>
        <p:nvSpPr>
          <p:cNvPr id="6" name="Foliennummernplatzhalter 5"/>
          <p:cNvSpPr>
            <a:spLocks noGrp="1"/>
          </p:cNvSpPr>
          <p:nvPr>
            <p:ph type="sldNum" sz="quarter" idx="4"/>
          </p:nvPr>
        </p:nvSpPr>
        <p:spPr>
          <a:xfrm>
            <a:off x="11517553" y="6546766"/>
            <a:ext cx="184347"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243770"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1045933293"/>
      </p:ext>
    </p:extLst>
  </p:cSld>
  <p:clrMap bg1="lt1" tx1="dk1" bg2="lt2" tx2="dk2" accent1="accent1" accent2="accent2" accent3="accent3" accent4="accent4" accent5="accent5" accent6="accent6" hlink="hlink" folHlink="folHlink"/>
  <p:sldLayoutIdLst>
    <p:sldLayoutId id="2147484497" r:id="rId1"/>
    <p:sldLayoutId id="2147484498" r:id="rId2"/>
    <p:sldLayoutId id="2147484499" r:id="rId3"/>
    <p:sldLayoutId id="2147484500" r:id="rId4"/>
    <p:sldLayoutId id="2147484501" r:id="rId5"/>
    <p:sldLayoutId id="2147484502" r:id="rId6"/>
    <p:sldLayoutId id="2147484503" r:id="rId7"/>
    <p:sldLayoutId id="2147484504" r:id="rId8"/>
    <p:sldLayoutId id="2147484505" r:id="rId9"/>
    <p:sldLayoutId id="2147484506" r:id="rId10"/>
    <p:sldLayoutId id="2147484507" r:id="rId11"/>
    <p:sldLayoutId id="2147484508" r:id="rId12"/>
    <p:sldLayoutId id="2147484509" r:id="rId13"/>
    <p:sldLayoutId id="2147484510" r:id="rId14"/>
    <p:sldLayoutId id="2147484511" r:id="rId15"/>
    <p:sldLayoutId id="2147484512" r:id="rId16"/>
    <p:sldLayoutId id="2147484513" r:id="rId17"/>
    <p:sldLayoutId id="2147484514" r:id="rId18"/>
    <p:sldLayoutId id="2147484515" r:id="rId19"/>
    <p:sldLayoutId id="2147484516" r:id="rId20"/>
    <p:sldLayoutId id="2147484517" r:id="rId21"/>
    <p:sldLayoutId id="2147484518" r:id="rId22"/>
    <p:sldLayoutId id="2147484519" r:id="rId23"/>
    <p:sldLayoutId id="2147484520" r:id="rId24"/>
    <p:sldLayoutId id="2147484521" r:id="rId25"/>
    <p:sldLayoutId id="2147484522" r:id="rId26"/>
    <p:sldLayoutId id="2147484523" r:id="rId27"/>
    <p:sldLayoutId id="2147484524" r:id="rId28"/>
    <p:sldLayoutId id="2147484525" r:id="rId29"/>
    <p:sldLayoutId id="2147484526" r:id="rId3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9140" rtl="0" eaLnBrk="1" latinLnBrk="0" hangingPunct="1">
        <a:lnSpc>
          <a:spcPct val="85000"/>
        </a:lnSpc>
        <a:spcBef>
          <a:spcPct val="0"/>
        </a:spcBef>
        <a:buNone/>
        <a:defRPr sz="3200" b="0" i="0" kern="1200">
          <a:solidFill>
            <a:srgbClr val="003366"/>
          </a:solidFill>
          <a:latin typeface="BISansOptiCond"/>
          <a:ea typeface="+mj-ea"/>
          <a:cs typeface="BISansOptiCond"/>
        </a:defRPr>
      </a:lvl1pPr>
    </p:titleStyle>
    <p:bodyStyle>
      <a:lvl1pPr marL="224356" indent="-224356" algn="l" defTabSz="1219140" rtl="0" eaLnBrk="1" latinLnBrk="0" hangingPunct="1">
        <a:spcBef>
          <a:spcPts val="533"/>
        </a:spcBef>
        <a:buFont typeface="Arial" panose="020B0604020202020204" pitchFamily="34" charset="0"/>
        <a:buChar char="•"/>
        <a:tabLst>
          <a:tab pos="224356" algn="l"/>
        </a:tabLst>
        <a:defRPr sz="2667" kern="1200">
          <a:solidFill>
            <a:schemeClr val="tx1"/>
          </a:solidFill>
          <a:latin typeface="BISans" panose="02000503040000020004" pitchFamily="2" charset="0"/>
          <a:ea typeface="+mn-ea"/>
          <a:cs typeface="BISans" panose="02000503040000020004" pitchFamily="2" charset="0"/>
        </a:defRPr>
      </a:lvl1pPr>
      <a:lvl2pPr marL="601104" indent="-245521"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58"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13"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269" indent="-237055" algn="l" defTabSz="121914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137314" y="6547642"/>
            <a:ext cx="801501"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9FC3183C-1A43-43C0-8392-1DBE7E166C5E}" type="datetime1">
              <a:rPr lang="en-GB" noProof="0" smtClean="0"/>
              <a:pPr/>
              <a:t>24/07/2025</a:t>
            </a:fld>
            <a:endParaRPr lang="en-GB" noProof="0"/>
          </a:p>
        </p:txBody>
      </p:sp>
      <p:sp>
        <p:nvSpPr>
          <p:cNvPr id="5" name="Fußzeilenplatzhalter 4"/>
          <p:cNvSpPr>
            <a:spLocks noGrp="1"/>
          </p:cNvSpPr>
          <p:nvPr>
            <p:ph type="ftr" sz="quarter" idx="3"/>
          </p:nvPr>
        </p:nvSpPr>
        <p:spPr>
          <a:xfrm>
            <a:off x="1801771"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11504731" y="6547642"/>
            <a:ext cx="197169"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139343930"/>
      </p:ext>
    </p:extLst>
  </p:cSld>
  <p:clrMap bg1="lt1" tx1="dk1" bg2="lt2" tx2="dk2" accent1="accent1" accent2="accent2" accent3="accent3" accent4="accent4" accent5="accent5" accent6="accent6" hlink="hlink" folHlink="folHlink"/>
  <p:sldLayoutIdLst>
    <p:sldLayoutId id="2147484530" r:id="rId1"/>
    <p:sldLayoutId id="2147484531" r:id="rId2"/>
    <p:sldLayoutId id="2147484532" r:id="rId3"/>
    <p:sldLayoutId id="2147484533" r:id="rId4"/>
    <p:sldLayoutId id="2147484534" r:id="rId5"/>
    <p:sldLayoutId id="2147484535" r:id="rId6"/>
    <p:sldLayoutId id="2147484536" r:id="rId7"/>
    <p:sldLayoutId id="2147484537" r:id="rId8"/>
    <p:sldLayoutId id="2147484538" r:id="rId9"/>
    <p:sldLayoutId id="2147484539" r:id="rId10"/>
    <p:sldLayoutId id="2147484540" r:id="rId11"/>
    <p:sldLayoutId id="2147484541" r:id="rId12"/>
    <p:sldLayoutId id="2147484542" r:id="rId13"/>
    <p:sldLayoutId id="2147484543" r:id="rId14"/>
    <p:sldLayoutId id="2147484544" r:id="rId15"/>
    <p:sldLayoutId id="2147484545" r:id="rId16"/>
    <p:sldLayoutId id="2147484546" r:id="rId17"/>
    <p:sldLayoutId id="2147484547" r:id="rId18"/>
    <p:sldLayoutId id="2147484548" r:id="rId19"/>
    <p:sldLayoutId id="2147484549" r:id="rId20"/>
    <p:sldLayoutId id="2147484550" r:id="rId21"/>
    <p:sldLayoutId id="2147484551" r:id="rId22"/>
    <p:sldLayoutId id="2147484552" r:id="rId23"/>
    <p:sldLayoutId id="2147484553" r:id="rId24"/>
    <p:sldLayoutId id="2147484554" r:id="rId25"/>
    <p:sldLayoutId id="2147484555" r:id="rId26"/>
    <p:sldLayoutId id="2147484556" r:id="rId27"/>
    <p:sldLayoutId id="2147484557"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7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91" indent="-355591" algn="l" defTabSz="121917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4" y="48949"/>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31"/>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5"/>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61124" y="6573259"/>
            <a:ext cx="47769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3"/>
          </p:nvPr>
        </p:nvSpPr>
        <p:spPr>
          <a:xfrm>
            <a:off x="1801773"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7"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4" y="48949"/>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1252182982"/>
      </p:ext>
    </p:extLst>
  </p:cSld>
  <p:clrMap bg1="lt1" tx1="dk1" bg2="lt2" tx2="dk2" accent1="accent1" accent2="accent2" accent3="accent3" accent4="accent4" accent5="accent5" accent6="accent6" hlink="hlink" folHlink="folHlink"/>
  <p:sldLayoutIdLst>
    <p:sldLayoutId id="2147484596" r:id="rId1"/>
    <p:sldLayoutId id="2147484597" r:id="rId2"/>
    <p:sldLayoutId id="2147484598" r:id="rId3"/>
    <p:sldLayoutId id="2147484599" r:id="rId4"/>
    <p:sldLayoutId id="2147484600" r:id="rId5"/>
    <p:sldLayoutId id="2147484601" r:id="rId6"/>
    <p:sldLayoutId id="2147484602" r:id="rId7"/>
    <p:sldLayoutId id="2147484603" r:id="rId8"/>
    <p:sldLayoutId id="2147484604" r:id="rId9"/>
    <p:sldLayoutId id="2147484605" r:id="rId10"/>
    <p:sldLayoutId id="2147484606" r:id="rId11"/>
    <p:sldLayoutId id="2147484607" r:id="rId12"/>
    <p:sldLayoutId id="2147484608" r:id="rId13"/>
    <p:sldLayoutId id="2147484609" r:id="rId14"/>
    <p:sldLayoutId id="2147484610" r:id="rId15"/>
    <p:sldLayoutId id="2147484611" r:id="rId16"/>
    <p:sldLayoutId id="2147484612" r:id="rId17"/>
    <p:sldLayoutId id="2147484613" r:id="rId18"/>
    <p:sldLayoutId id="2147484614" r:id="rId19"/>
    <p:sldLayoutId id="2147484615" r:id="rId20"/>
    <p:sldLayoutId id="2147484616"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54" rtl="0" eaLnBrk="1" latinLnBrk="0" hangingPunct="1">
        <a:spcBef>
          <a:spcPct val="0"/>
        </a:spcBef>
        <a:buNone/>
        <a:defRPr sz="2400" kern="1200">
          <a:solidFill>
            <a:srgbClr val="003366"/>
          </a:solidFill>
          <a:latin typeface="+mj-lt"/>
          <a:ea typeface="+mj-ea"/>
          <a:cs typeface="+mj-cs"/>
        </a:defRPr>
      </a:lvl1pPr>
    </p:titleStyle>
    <p:bodyStyle>
      <a:lvl1pPr marL="266687" indent="-266687" algn="l" defTabSz="914354"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27" indent="-18414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19" indent="-17779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11" indent="-17779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02" indent="-177792" algn="l" defTabSz="914354"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4" y="48949"/>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31"/>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5"/>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00208" y="6573259"/>
            <a:ext cx="538611"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3"/>
          </p:nvPr>
        </p:nvSpPr>
        <p:spPr>
          <a:xfrm>
            <a:off x="1801773"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7"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4" y="48949"/>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1194689963"/>
      </p:ext>
    </p:extLst>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 id="2147484627" r:id="rId9"/>
    <p:sldLayoutId id="2147484628" r:id="rId10"/>
    <p:sldLayoutId id="2147484629" r:id="rId11"/>
    <p:sldLayoutId id="2147484630" r:id="rId12"/>
    <p:sldLayoutId id="2147484631" r:id="rId13"/>
    <p:sldLayoutId id="2147484632" r:id="rId14"/>
    <p:sldLayoutId id="2147484633" r:id="rId15"/>
    <p:sldLayoutId id="2147484634" r:id="rId16"/>
    <p:sldLayoutId id="2147484635" r:id="rId17"/>
    <p:sldLayoutId id="2147484636" r:id="rId18"/>
    <p:sldLayoutId id="2147484637" r:id="rId19"/>
    <p:sldLayoutId id="2147484638" r:id="rId20"/>
    <p:sldLayoutId id="2147484639"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54" rtl="0" eaLnBrk="1" latinLnBrk="0" hangingPunct="1">
        <a:spcBef>
          <a:spcPct val="0"/>
        </a:spcBef>
        <a:buNone/>
        <a:defRPr sz="2400" kern="1200">
          <a:solidFill>
            <a:srgbClr val="003366"/>
          </a:solidFill>
          <a:latin typeface="+mj-lt"/>
          <a:ea typeface="+mj-ea"/>
          <a:cs typeface="+mj-cs"/>
        </a:defRPr>
      </a:lvl1pPr>
    </p:titleStyle>
    <p:bodyStyle>
      <a:lvl1pPr marL="266687" indent="-266687" algn="l" defTabSz="914354"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27" indent="-18414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19" indent="-17779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11" indent="-177792" algn="l" defTabSz="914354"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02" indent="-177792" algn="l" defTabSz="914354"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474"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3"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30"/>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5"/>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332882" y="6573259"/>
            <a:ext cx="60593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3"/>
          </p:nvPr>
        </p:nvSpPr>
        <p:spPr>
          <a:xfrm>
            <a:off x="1801773"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6"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3"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1430320066"/>
      </p:ext>
    </p:extLst>
  </p:cSld>
  <p:clrMap bg1="lt1" tx1="dk1" bg2="lt2" tx2="dk2" accent1="accent1" accent2="accent2" accent3="accent3" accent4="accent4" accent5="accent5" accent6="accent6" hlink="hlink" folHlink="folHlink"/>
  <p:sldLayoutIdLst>
    <p:sldLayoutId id="2147484642" r:id="rId1"/>
    <p:sldLayoutId id="2147484643" r:id="rId2"/>
    <p:sldLayoutId id="2147484644" r:id="rId3"/>
    <p:sldLayoutId id="2147484645" r:id="rId4"/>
    <p:sldLayoutId id="2147484646" r:id="rId5"/>
    <p:sldLayoutId id="2147484647" r:id="rId6"/>
    <p:sldLayoutId id="2147484648" r:id="rId7"/>
    <p:sldLayoutId id="2147484649" r:id="rId8"/>
    <p:sldLayoutId id="2147484650" r:id="rId9"/>
    <p:sldLayoutId id="2147484651" r:id="rId10"/>
    <p:sldLayoutId id="2147484652" r:id="rId11"/>
    <p:sldLayoutId id="2147484653" r:id="rId12"/>
    <p:sldLayoutId id="2147484654" r:id="rId13"/>
    <p:sldLayoutId id="2147484655" r:id="rId14"/>
    <p:sldLayoutId id="2147484656" r:id="rId15"/>
    <p:sldLayoutId id="2147484657" r:id="rId16"/>
    <p:sldLayoutId id="2147484658" r:id="rId17"/>
    <p:sldLayoutId id="2147484659" r:id="rId18"/>
    <p:sldLayoutId id="2147484660" r:id="rId19"/>
    <p:sldLayoutId id="2147484661" r:id="rId20"/>
    <p:sldLayoutId id="2147484662" r:id="rId21"/>
    <p:sldLayoutId id="2147484663"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77" rtl="0" eaLnBrk="1" latinLnBrk="0" hangingPunct="1">
        <a:spcBef>
          <a:spcPct val="0"/>
        </a:spcBef>
        <a:buNone/>
        <a:defRPr sz="2400" kern="1200">
          <a:solidFill>
            <a:srgbClr val="003366"/>
          </a:solidFill>
          <a:latin typeface="+mj-lt"/>
          <a:ea typeface="+mj-ea"/>
          <a:cs typeface="+mj-cs"/>
        </a:defRPr>
      </a:lvl1pPr>
    </p:titleStyle>
    <p:bodyStyle>
      <a:lvl1pPr marL="266693" indent="-266693" algn="l" defTabSz="914377"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39" indent="-184146" algn="l" defTabSz="914377"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35" indent="-177796" algn="l" defTabSz="914377"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31" indent="-177796" algn="l" defTabSz="914377"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26" indent="-177796" algn="l" defTabSz="914377"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5" y="48950"/>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31"/>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5"/>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00209" y="6573259"/>
            <a:ext cx="538611"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2025/7/24</a:t>
            </a:fld>
            <a:endParaRPr lang="zh-CN" altLang="en-US"/>
          </a:p>
        </p:txBody>
      </p:sp>
      <p:sp>
        <p:nvSpPr>
          <p:cNvPr id="5" name="Fußzeilenplatzhalter 4"/>
          <p:cNvSpPr>
            <a:spLocks noGrp="1"/>
          </p:cNvSpPr>
          <p:nvPr>
            <p:ph type="ftr" sz="quarter" idx="3"/>
          </p:nvPr>
        </p:nvSpPr>
        <p:spPr>
          <a:xfrm>
            <a:off x="1801773"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7"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5" y="48950"/>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826686654"/>
      </p:ext>
    </p:extLst>
  </p:cSld>
  <p:clrMap bg1="lt1" tx1="dk1" bg2="lt2" tx2="dk2" accent1="accent1" accent2="accent2" accent3="accent3" accent4="accent4" accent5="accent5" accent6="accent6" hlink="hlink" folHlink="folHlink"/>
  <p:sldLayoutIdLst>
    <p:sldLayoutId id="2147484702" r:id="rId1"/>
    <p:sldLayoutId id="2147484703" r:id="rId2"/>
    <p:sldLayoutId id="2147484704" r:id="rId3"/>
    <p:sldLayoutId id="2147484705" r:id="rId4"/>
    <p:sldLayoutId id="2147484706" r:id="rId5"/>
    <p:sldLayoutId id="2147484707" r:id="rId6"/>
    <p:sldLayoutId id="2147484708" r:id="rId7"/>
    <p:sldLayoutId id="2147484709" r:id="rId8"/>
    <p:sldLayoutId id="2147484710" r:id="rId9"/>
    <p:sldLayoutId id="2147484711" r:id="rId10"/>
    <p:sldLayoutId id="2147484712" r:id="rId11"/>
    <p:sldLayoutId id="2147484713" r:id="rId12"/>
    <p:sldLayoutId id="2147484714" r:id="rId13"/>
    <p:sldLayoutId id="2147484715" r:id="rId14"/>
    <p:sldLayoutId id="2147484716" r:id="rId15"/>
    <p:sldLayoutId id="2147484717" r:id="rId16"/>
    <p:sldLayoutId id="2147484718" r:id="rId17"/>
    <p:sldLayoutId id="2147484719" r:id="rId18"/>
    <p:sldLayoutId id="2147484720" r:id="rId19"/>
    <p:sldLayoutId id="2147484721" r:id="rId20"/>
    <p:sldLayoutId id="2147484722" r:id="rId21"/>
    <p:sldLayoutId id="2147484723"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32" rtl="0" eaLnBrk="1" latinLnBrk="0" hangingPunct="1">
        <a:spcBef>
          <a:spcPct val="0"/>
        </a:spcBef>
        <a:buNone/>
        <a:defRPr sz="2400" kern="1200">
          <a:solidFill>
            <a:srgbClr val="003366"/>
          </a:solidFill>
          <a:latin typeface="+mj-lt"/>
          <a:ea typeface="+mj-ea"/>
          <a:cs typeface="+mj-cs"/>
        </a:defRPr>
      </a:lvl1pPr>
    </p:titleStyle>
    <p:bodyStyle>
      <a:lvl1pPr marL="266680" indent="-266680" algn="l" defTabSz="914332"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15" indent="-184138" algn="l" defTabSz="914332"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03" indent="-177788" algn="l" defTabSz="914332"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391" indent="-177788" algn="l" defTabSz="914332"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178" indent="-177788" algn="l" defTabSz="914332"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412" indent="-228584" algn="l" defTabSz="91433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78" indent="-228584" algn="l" defTabSz="91433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44" indent="-228584" algn="l" defTabSz="91433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910" indent="-228584" algn="l" defTabSz="91433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672616616"/>
      </p:ext>
    </p:extLst>
  </p:cSld>
  <p:clrMap bg1="lt1" tx1="dk1" bg2="lt2" tx2="dk2" accent1="accent1" accent2="accent2" accent3="accent3" accent4="accent4" accent5="accent5" accent6="accent6" hlink="hlink" folHlink="folHlink"/>
  <p:sldLayoutIdLst>
    <p:sldLayoutId id="2147484725" r:id="rId1"/>
    <p:sldLayoutId id="2147484726" r:id="rId2"/>
    <p:sldLayoutId id="2147484727" r:id="rId3"/>
    <p:sldLayoutId id="2147484728" r:id="rId4"/>
    <p:sldLayoutId id="2147484729" r:id="rId5"/>
    <p:sldLayoutId id="2147484730" r:id="rId6"/>
    <p:sldLayoutId id="2147484731" r:id="rId7"/>
    <p:sldLayoutId id="2147484732" r:id="rId8"/>
    <p:sldLayoutId id="2147484733" r:id="rId9"/>
    <p:sldLayoutId id="2147484734" r:id="rId10"/>
    <p:sldLayoutId id="2147484735" r:id="rId11"/>
    <p:sldLayoutId id="2147484736" r:id="rId12"/>
    <p:sldLayoutId id="2147484737" r:id="rId13"/>
    <p:sldLayoutId id="2147484738" r:id="rId14"/>
    <p:sldLayoutId id="2147484739" r:id="rId15"/>
    <p:sldLayoutId id="2147484740" r:id="rId16"/>
    <p:sldLayoutId id="2147484741" r:id="rId17"/>
    <p:sldLayoutId id="2147484742" r:id="rId18"/>
    <p:sldLayoutId id="2147484743" r:id="rId19"/>
    <p:sldLayoutId id="2147484744" r:id="rId20"/>
    <p:sldLayoutId id="2147484745" r:id="rId21"/>
    <p:sldLayoutId id="2147484746" r:id="rId22"/>
    <p:sldLayoutId id="2147484747" r:id="rId23"/>
    <p:sldLayoutId id="2147484748" r:id="rId24"/>
    <p:sldLayoutId id="2147484749" r:id="rId25"/>
    <p:sldLayoutId id="2147484750" r:id="rId26"/>
    <p:sldLayoutId id="2147484751" r:id="rId27"/>
    <p:sldLayoutId id="2147484752" r:id="rId28"/>
    <p:sldLayoutId id="2147484753" r:id="rId29"/>
    <p:sldLayoutId id="2147484754" r:id="rId30"/>
    <p:sldLayoutId id="2147484755" r:id="rId31"/>
    <p:sldLayoutId id="2147484756" r:id="rId32"/>
    <p:sldLayoutId id="2147484757" r:id="rId33"/>
    <p:sldLayoutId id="2147485140"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55219098"/>
      </p:ext>
    </p:extLst>
  </p:cSld>
  <p:clrMap bg1="lt1" tx1="dk1" bg2="lt2" tx2="dk2" accent1="accent1" accent2="accent2" accent3="accent3" accent4="accent4" accent5="accent5" accent6="accent6" hlink="hlink" folHlink="folHlink"/>
  <p:sldLayoutIdLst>
    <p:sldLayoutId id="2147485142" r:id="rId1"/>
    <p:sldLayoutId id="2147485143" r:id="rId2"/>
    <p:sldLayoutId id="2147485144" r:id="rId3"/>
    <p:sldLayoutId id="2147485145" r:id="rId4"/>
    <p:sldLayoutId id="2147485146" r:id="rId5"/>
    <p:sldLayoutId id="2147485147" r:id="rId6"/>
    <p:sldLayoutId id="2147485148" r:id="rId7"/>
    <p:sldLayoutId id="2147485149" r:id="rId8"/>
    <p:sldLayoutId id="2147485150" r:id="rId9"/>
    <p:sldLayoutId id="2147485151" r:id="rId10"/>
    <p:sldLayoutId id="2147485152" r:id="rId11"/>
    <p:sldLayoutId id="2147485153" r:id="rId12"/>
    <p:sldLayoutId id="2147485154" r:id="rId13"/>
    <p:sldLayoutId id="2147485155" r:id="rId14"/>
    <p:sldLayoutId id="2147485156" r:id="rId15"/>
    <p:sldLayoutId id="2147485157" r:id="rId16"/>
    <p:sldLayoutId id="2147485158" r:id="rId17"/>
    <p:sldLayoutId id="2147485159" r:id="rId18"/>
    <p:sldLayoutId id="2147485160" r:id="rId19"/>
    <p:sldLayoutId id="2147485161" r:id="rId20"/>
    <p:sldLayoutId id="2147485162" r:id="rId21"/>
    <p:sldLayoutId id="2147485163" r:id="rId22"/>
    <p:sldLayoutId id="2147485164" r:id="rId23"/>
    <p:sldLayoutId id="2147485165" r:id="rId24"/>
    <p:sldLayoutId id="2147485166" r:id="rId25"/>
    <p:sldLayoutId id="2147485167" r:id="rId26"/>
    <p:sldLayoutId id="2147485168" r:id="rId27"/>
    <p:sldLayoutId id="2147485169" r:id="rId28"/>
    <p:sldLayoutId id="2147485170" r:id="rId29"/>
    <p:sldLayoutId id="2147485171" r:id="rId30"/>
    <p:sldLayoutId id="2147485172" r:id="rId31"/>
    <p:sldLayoutId id="2147485173" r:id="rId32"/>
    <p:sldLayoutId id="2147485174" r:id="rId33"/>
    <p:sldLayoutId id="2147485175" r:id="rId34"/>
    <p:sldLayoutId id="2147485176" r:id="rId35"/>
    <p:sldLayoutId id="2147485177" r:id="rId36"/>
    <p:sldLayoutId id="2147485178" r:id="rId37"/>
    <p:sldLayoutId id="2147485179" r:id="rId38"/>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4547BF-619B-6975-19AC-5E97007F3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C84FD33-09C2-0654-BCB2-D6E7A21F1C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F0DB23-1614-944B-1102-F5C048F5C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E25553-B278-4F4C-B773-8A63C5458ED3}" type="datetimeFigureOut">
              <a:rPr lang="zh-CN" altLang="en-US" smtClean="0"/>
              <a:t>2025/7/24</a:t>
            </a:fld>
            <a:endParaRPr lang="zh-CN" altLang="en-US"/>
          </a:p>
        </p:txBody>
      </p:sp>
      <p:sp>
        <p:nvSpPr>
          <p:cNvPr id="5" name="页脚占位符 4">
            <a:extLst>
              <a:ext uri="{FF2B5EF4-FFF2-40B4-BE49-F238E27FC236}">
                <a16:creationId xmlns:a16="http://schemas.microsoft.com/office/drawing/2014/main" id="{6D43B460-83E2-1227-1208-D4B54C396F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69E2074-AE75-742F-909D-7F53E5678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7385EA-71E2-46F4-BABC-9B06C4952F07}" type="slidenum">
              <a:rPr lang="zh-CN" altLang="en-US" smtClean="0"/>
              <a:t>‹#›</a:t>
            </a:fld>
            <a:endParaRPr lang="zh-CN" altLang="en-US"/>
          </a:p>
        </p:txBody>
      </p:sp>
    </p:spTree>
    <p:extLst>
      <p:ext uri="{BB962C8B-B14F-4D97-AF65-F5344CB8AC3E}">
        <p14:creationId xmlns:p14="http://schemas.microsoft.com/office/powerpoint/2010/main" val="2381823990"/>
      </p:ext>
    </p:extLst>
  </p:cSld>
  <p:clrMap bg1="lt1" tx1="dk1" bg2="lt2" tx2="dk2" accent1="accent1" accent2="accent2" accent3="accent3" accent4="accent4" accent5="accent5" accent6="accent6" hlink="hlink" folHlink="folHlink"/>
  <p:sldLayoutIdLst>
    <p:sldLayoutId id="2147485181" r:id="rId1"/>
    <p:sldLayoutId id="2147485182" r:id="rId2"/>
    <p:sldLayoutId id="2147485183" r:id="rId3"/>
    <p:sldLayoutId id="2147485184" r:id="rId4"/>
    <p:sldLayoutId id="2147485185" r:id="rId5"/>
    <p:sldLayoutId id="2147485186" r:id="rId6"/>
    <p:sldLayoutId id="2147485187" r:id="rId7"/>
    <p:sldLayoutId id="2147485188" r:id="rId8"/>
    <p:sldLayoutId id="2147485189" r:id="rId9"/>
    <p:sldLayoutId id="2147485190" r:id="rId10"/>
    <p:sldLayoutId id="2147485191" r:id="rId11"/>
    <p:sldLayoutId id="21474851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2.xml"/></Relationships>
</file>

<file path=ppt/slides/_rels/slide2.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notesSlide" Target="../notesSlides/notesSlide2.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slideLayout" Target="../slideLayouts/slideLayout340.xml"/><Relationship Id="rId2" Type="http://schemas.openxmlformats.org/officeDocument/2006/relationships/tags" Target="../tags/tag10.xml"/><Relationship Id="rId16" Type="http://schemas.openxmlformats.org/officeDocument/2006/relationships/image" Target="../media/image44.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43.jpeg"/><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359.xml"/><Relationship Id="rId5" Type="http://schemas.openxmlformats.org/officeDocument/2006/relationships/image" Target="../media/image48.jpeg"/><Relationship Id="rId4" Type="http://schemas.openxmlformats.org/officeDocument/2006/relationships/image" Target="../media/image47.jpeg"/></Relationships>
</file>

<file path=ppt/slides/_rels/slide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xml"/><Relationship Id="rId1" Type="http://schemas.openxmlformats.org/officeDocument/2006/relationships/slideLayout" Target="../slideLayouts/slideLayout344.xml"/></Relationships>
</file>

<file path=ppt/slides/_rels/slide5.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35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81.xml"/><Relationship Id="rId1" Type="http://schemas.openxmlformats.org/officeDocument/2006/relationships/tags" Target="../tags/tag20.xml"/><Relationship Id="rId5" Type="http://schemas.openxmlformats.org/officeDocument/2006/relationships/image" Target="../media/image51.emf"/><Relationship Id="rId4"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8.xml"/></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tags" Target="../tags/tag23.xml"/><Relationship Id="rId7" Type="http://schemas.openxmlformats.org/officeDocument/2006/relationships/image" Target="../media/image52.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6.xml"/><Relationship Id="rId5" Type="http://schemas.openxmlformats.org/officeDocument/2006/relationships/slideLayout" Target="../slideLayouts/slideLayout394.xml"/><Relationship Id="rId4" Type="http://schemas.openxmlformats.org/officeDocument/2006/relationships/tags" Target="../tags/tag24.xml"/></Relationships>
</file>

<file path=ppt/slides/_rels/slide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9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55.png"/><Relationship Id="rId2" Type="http://schemas.openxmlformats.org/officeDocument/2006/relationships/slideLayout" Target="../slideLayouts/slideLayout344.xml"/><Relationship Id="rId1" Type="http://schemas.openxmlformats.org/officeDocument/2006/relationships/tags" Target="../tags/tag25.xml"/><Relationship Id="rId6" Type="http://schemas.openxmlformats.org/officeDocument/2006/relationships/image" Target="../media/image54.png"/><Relationship Id="rId5" Type="http://schemas.openxmlformats.org/officeDocument/2006/relationships/image" Target="../media/image51.e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371532" y="1381042"/>
            <a:ext cx="8280755" cy="2623839"/>
          </a:xfrm>
        </p:spPr>
        <p:txBody>
          <a:bodyPr/>
          <a:lstStyle/>
          <a:p>
            <a:r>
              <a:rPr lang="en-US" altLang="zh-CN" sz="3200"/>
              <a:t>Portfolio Executive Committee </a:t>
            </a:r>
            <a:r>
              <a:rPr lang="en-GB" altLang="zh-CN" sz="3200"/>
              <a:t>(PEC) </a:t>
            </a:r>
            <a:br>
              <a:rPr lang="en-GB" altLang="zh-CN" sz="3200"/>
            </a:br>
            <a:r>
              <a:rPr lang="en-GB" altLang="zh-CN" sz="3200"/>
              <a:t>Review Meeting </a:t>
            </a:r>
            <a:br>
              <a:rPr lang="en-GB" altLang="zh-CN" sz="3200"/>
            </a:br>
            <a:br>
              <a:rPr lang="en-GB" altLang="zh-CN" sz="3200"/>
            </a:br>
            <a:br>
              <a:rPr lang="en-GB" altLang="zh-CN" sz="3200"/>
            </a:br>
            <a:r>
              <a:rPr lang="en-US" altLang="zh-CN" sz="3200" err="1"/>
              <a:t>Metalyse</a:t>
            </a:r>
            <a:r>
              <a:rPr lang="en-US" altLang="zh-CN" sz="3200"/>
              <a:t> &amp; </a:t>
            </a:r>
            <a:r>
              <a:rPr lang="en-US" altLang="zh-CN" sz="3200" err="1"/>
              <a:t>Actilyse</a:t>
            </a:r>
            <a:r>
              <a:rPr lang="en-US" altLang="zh-CN" sz="3200"/>
              <a:t> Overview</a:t>
            </a:r>
            <a:endParaRPr lang="en-US" sz="320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371533" y="4447909"/>
            <a:ext cx="8281375" cy="936000"/>
          </a:xfrm>
        </p:spPr>
        <p:txBody>
          <a:bodyPr/>
          <a:lstStyle/>
          <a:p>
            <a:pPr lvl="1"/>
            <a:r>
              <a:rPr lang="en-US" sz="2133" dirty="0"/>
              <a:t>Jiaqi Lu, Leo Bao | 22</a:t>
            </a:r>
            <a:r>
              <a:rPr lang="en-US" sz="2133" baseline="30000" dirty="0"/>
              <a:t>nd</a:t>
            </a:r>
            <a:r>
              <a:rPr lang="en-US" sz="2133" dirty="0"/>
              <a:t> Apr</a:t>
            </a:r>
            <a:r>
              <a:rPr lang="en-US" altLang="zh-CN" sz="2133" dirty="0"/>
              <a:t>,</a:t>
            </a:r>
            <a:r>
              <a:rPr lang="zh-CN" altLang="en-US" sz="2133" dirty="0"/>
              <a:t> </a:t>
            </a:r>
            <a:r>
              <a:rPr lang="en-US" altLang="zh-CN" sz="2133" dirty="0"/>
              <a:t>2024</a:t>
            </a:r>
            <a:r>
              <a:rPr lang="zh-CN" altLang="en-US" sz="2133" dirty="0"/>
              <a:t> </a:t>
            </a:r>
            <a:r>
              <a:rPr lang="en-US" sz="2133" dirty="0"/>
              <a:t>| 15 min</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defTabSz="914377"/>
            <a:r>
              <a:rPr lang="en-US" dirty="0">
                <a:solidFill>
                  <a:prstClr val="white"/>
                </a:solidFill>
                <a:latin typeface="Boehringer Forward Text"/>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79996" indent="-179996" defTabSz="914377">
              <a:buFont typeface="Arial" panose="020B0604020202020204" pitchFamily="34" charset="0"/>
              <a:buChar char="•"/>
            </a:pPr>
            <a:endParaRPr lang="en-US" sz="1600">
              <a:solidFill>
                <a:prstClr val="black"/>
              </a:solidFill>
              <a:latin typeface="Boehringer Forward Text"/>
            </a:endParaRPr>
          </a:p>
        </p:txBody>
      </p:sp>
    </p:spTree>
    <p:extLst>
      <p:ext uri="{BB962C8B-B14F-4D97-AF65-F5344CB8AC3E}">
        <p14:creationId xmlns:p14="http://schemas.microsoft.com/office/powerpoint/2010/main" val="2133848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Rectangle 2" hidden="1"/>
          <p:cNvGraphicFramePr>
            <a:graphicFrameLocks/>
          </p:cNvGraphicFramePr>
          <p:nvPr>
            <p:custDataLst>
              <p:tags r:id="rId1"/>
            </p:custDataLst>
          </p:nvPr>
        </p:nvGraphicFramePr>
        <p:xfrm>
          <a:off x="1524002" y="2"/>
          <a:ext cx="158751" cy="158751"/>
        </p:xfrm>
        <a:graphic>
          <a:graphicData uri="http://schemas.openxmlformats.org/presentationml/2006/ole">
            <mc:AlternateContent xmlns:mc="http://schemas.openxmlformats.org/markup-compatibility/2006">
              <mc:Choice xmlns:v="urn:schemas-microsoft-com:vml" Requires="v">
                <p:oleObj name="think-cell Folie" r:id="rId14" imgW="0" imgH="0" progId="TCLayout.ActiveDocument.1">
                  <p:embed/>
                </p:oleObj>
              </mc:Choice>
              <mc:Fallback>
                <p:oleObj name="think-cell Folie" r:id="rId14"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2" y="2"/>
                        <a:ext cx="158751"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2" y="2"/>
            <a:ext cx="158751" cy="158751"/>
          </a:xfrm>
          <a:prstGeom prst="rect">
            <a:avLst/>
          </a:prstGeom>
          <a:solidFill>
            <a:schemeClr val="bg2"/>
          </a:solidFill>
          <a:ln w="12700" algn="ctr">
            <a:solidFill>
              <a:schemeClr val="tx1"/>
            </a:solidFill>
            <a:miter lim="800000"/>
            <a:headEnd/>
            <a:tailEnd/>
          </a:ln>
        </p:spPr>
        <p:txBody>
          <a:bodyPr wrap="none" lIns="0" tIns="0" rIns="0" bIns="0" anchor="ctr"/>
          <a:lstStyle/>
          <a:p>
            <a:pPr algn="ctr" defTabSz="914377"/>
            <a:r>
              <a:rPr lang="en-US" sz="2200">
                <a:solidFill>
                  <a:prstClr val="black"/>
                </a:solidFill>
                <a:latin typeface="Arial" pitchFamily="34" charset="0"/>
              </a:rPr>
              <a:t> </a:t>
            </a:r>
          </a:p>
        </p:txBody>
      </p:sp>
      <p:cxnSp>
        <p:nvCxnSpPr>
          <p:cNvPr id="5" name="Straight Connector 4">
            <a:extLst>
              <a:ext uri="{FF2B5EF4-FFF2-40B4-BE49-F238E27FC236}">
                <a16:creationId xmlns:a16="http://schemas.microsoft.com/office/drawing/2014/main" id="{1D951B12-3BD9-5E1C-9099-E9E63C254FF0}"/>
              </a:ext>
            </a:extLst>
          </p:cNvPr>
          <p:cNvCxnSpPr>
            <a:cxnSpLocks/>
          </p:cNvCxnSpPr>
          <p:nvPr/>
        </p:nvCxnSpPr>
        <p:spPr>
          <a:xfrm>
            <a:off x="3869771" y="1538552"/>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CC57ACE-DD58-72AA-173F-77FA35B5CFD7}"/>
              </a:ext>
            </a:extLst>
          </p:cNvPr>
          <p:cNvCxnSpPr>
            <a:cxnSpLocks/>
          </p:cNvCxnSpPr>
          <p:nvPr/>
        </p:nvCxnSpPr>
        <p:spPr>
          <a:xfrm>
            <a:off x="2053493" y="1538552"/>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4483A1B-AA10-CEBB-FD67-2294B3A00494}"/>
              </a:ext>
            </a:extLst>
          </p:cNvPr>
          <p:cNvCxnSpPr>
            <a:cxnSpLocks/>
          </p:cNvCxnSpPr>
          <p:nvPr/>
        </p:nvCxnSpPr>
        <p:spPr>
          <a:xfrm>
            <a:off x="5670904" y="1554480"/>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A963A89-05BA-45CA-040F-92EAB37D89AA}"/>
              </a:ext>
            </a:extLst>
          </p:cNvPr>
          <p:cNvCxnSpPr>
            <a:cxnSpLocks/>
          </p:cNvCxnSpPr>
          <p:nvPr/>
        </p:nvCxnSpPr>
        <p:spPr>
          <a:xfrm>
            <a:off x="7476251" y="1554480"/>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234677-7C0A-087C-7401-56F543498AA5}"/>
              </a:ext>
            </a:extLst>
          </p:cNvPr>
          <p:cNvCxnSpPr>
            <a:cxnSpLocks/>
          </p:cNvCxnSpPr>
          <p:nvPr/>
        </p:nvCxnSpPr>
        <p:spPr>
          <a:xfrm>
            <a:off x="9279443" y="1538552"/>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DAF99C-9594-CCA6-92CD-72344BE735F8}"/>
              </a:ext>
            </a:extLst>
          </p:cNvPr>
          <p:cNvCxnSpPr>
            <a:cxnSpLocks/>
          </p:cNvCxnSpPr>
          <p:nvPr/>
        </p:nvCxnSpPr>
        <p:spPr>
          <a:xfrm>
            <a:off x="10206296" y="1554480"/>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BB41989-4DE3-46BE-E75A-96779EC2FC20}"/>
              </a:ext>
            </a:extLst>
          </p:cNvPr>
          <p:cNvCxnSpPr>
            <a:cxnSpLocks/>
          </p:cNvCxnSpPr>
          <p:nvPr/>
        </p:nvCxnSpPr>
        <p:spPr>
          <a:xfrm>
            <a:off x="10680711" y="1555577"/>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82197F-42C7-21D4-6235-EE0B928A6E9E}"/>
              </a:ext>
            </a:extLst>
          </p:cNvPr>
          <p:cNvCxnSpPr/>
          <p:nvPr/>
        </p:nvCxnSpPr>
        <p:spPr>
          <a:xfrm>
            <a:off x="1279701" y="1539581"/>
            <a:ext cx="999539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9" name="Title 4">
            <a:extLst>
              <a:ext uri="{FF2B5EF4-FFF2-40B4-BE49-F238E27FC236}">
                <a16:creationId xmlns:a16="http://schemas.microsoft.com/office/drawing/2014/main" id="{8C3E89E6-7F17-6C69-3996-7B0E14E1F3B3}"/>
              </a:ext>
            </a:extLst>
          </p:cNvPr>
          <p:cNvSpPr txBox="1">
            <a:spLocks/>
          </p:cNvSpPr>
          <p:nvPr/>
        </p:nvSpPr>
        <p:spPr>
          <a:xfrm>
            <a:off x="160140" y="77428"/>
            <a:ext cx="11644637" cy="728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309">
              <a:lnSpc>
                <a:spcPct val="100000"/>
              </a:lnSpc>
              <a:spcAft>
                <a:spcPts val="600"/>
              </a:spcAft>
              <a:defRPr/>
            </a:pPr>
            <a:r>
              <a:rPr lang="en-US" altLang="zh-CN" sz="1800" b="1">
                <a:solidFill>
                  <a:srgbClr val="123563">
                    <a:lumMod val="50000"/>
                  </a:srgbClr>
                </a:solidFill>
                <a:latin typeface="Boehringer Forward Head"/>
                <a:ea typeface="等线 Light" panose="02010600030101010101" pitchFamily="2" charset="-122"/>
                <a:cs typeface="Calibri" panose="020F0502020204030204" pitchFamily="34" charset="0"/>
              </a:rPr>
              <a:t>China BLA </a:t>
            </a:r>
            <a:r>
              <a:rPr lang="en-US" sz="1800" b="1">
                <a:solidFill>
                  <a:srgbClr val="123563">
                    <a:lumMod val="50000"/>
                  </a:srgbClr>
                </a:solidFill>
                <a:latin typeface="Boehringer Forward Head"/>
                <a:cs typeface="Calibri" panose="020F0502020204030204" pitchFamily="34" charset="0"/>
              </a:rPr>
              <a:t>Overview</a:t>
            </a:r>
          </a:p>
          <a:p>
            <a:pPr defTabSz="914309">
              <a:lnSpc>
                <a:spcPct val="100000"/>
              </a:lnSpc>
              <a:spcAft>
                <a:spcPts val="600"/>
              </a:spcAft>
              <a:defRPr/>
            </a:pPr>
            <a:r>
              <a:rPr lang="en-US" sz="1800" err="1">
                <a:solidFill>
                  <a:srgbClr val="123563">
                    <a:lumMod val="50000"/>
                  </a:srgbClr>
                </a:solidFill>
                <a:latin typeface="Boehringer Forward Head"/>
                <a:cs typeface="Calibri" panose="020F0502020204030204" pitchFamily="34" charset="0"/>
              </a:rPr>
              <a:t>Metalyse</a:t>
            </a:r>
            <a:r>
              <a:rPr lang="en-US" sz="1800">
                <a:solidFill>
                  <a:srgbClr val="123563">
                    <a:lumMod val="50000"/>
                  </a:srgbClr>
                </a:solidFill>
                <a:latin typeface="Boehringer Forward Head"/>
                <a:cs typeface="Calibri" panose="020F0502020204030204" pitchFamily="34" charset="0"/>
              </a:rPr>
              <a:t> TNK-tPA — Acute Ischemic Stroke (AIS)</a:t>
            </a:r>
          </a:p>
        </p:txBody>
      </p:sp>
      <p:graphicFrame>
        <p:nvGraphicFramePr>
          <p:cNvPr id="20" name="Table 19">
            <a:extLst>
              <a:ext uri="{FF2B5EF4-FFF2-40B4-BE49-F238E27FC236}">
                <a16:creationId xmlns:a16="http://schemas.microsoft.com/office/drawing/2014/main" id="{0BDDD3F8-5802-A248-079E-39A040699090}"/>
              </a:ext>
            </a:extLst>
          </p:cNvPr>
          <p:cNvGraphicFramePr>
            <a:graphicFrameLocks noGrp="1"/>
          </p:cNvGraphicFramePr>
          <p:nvPr/>
        </p:nvGraphicFramePr>
        <p:xfrm>
          <a:off x="1266624" y="903680"/>
          <a:ext cx="9881491" cy="566789"/>
        </p:xfrm>
        <a:graphic>
          <a:graphicData uri="http://schemas.openxmlformats.org/drawingml/2006/table">
            <a:tbl>
              <a:tblPr firstRow="1" bandRow="1"/>
              <a:tblGrid>
                <a:gridCol w="787955">
                  <a:extLst>
                    <a:ext uri="{9D8B030D-6E8A-4147-A177-3AD203B41FA5}">
                      <a16:colId xmlns:a16="http://schemas.microsoft.com/office/drawing/2014/main" val="1064917641"/>
                    </a:ext>
                  </a:extLst>
                </a:gridCol>
                <a:gridCol w="603216">
                  <a:extLst>
                    <a:ext uri="{9D8B030D-6E8A-4147-A177-3AD203B41FA5}">
                      <a16:colId xmlns:a16="http://schemas.microsoft.com/office/drawing/2014/main" val="198272659"/>
                    </a:ext>
                  </a:extLst>
                </a:gridCol>
                <a:gridCol w="603216">
                  <a:extLst>
                    <a:ext uri="{9D8B030D-6E8A-4147-A177-3AD203B41FA5}">
                      <a16:colId xmlns:a16="http://schemas.microsoft.com/office/drawing/2014/main" val="1144144356"/>
                    </a:ext>
                  </a:extLst>
                </a:gridCol>
                <a:gridCol w="603216">
                  <a:extLst>
                    <a:ext uri="{9D8B030D-6E8A-4147-A177-3AD203B41FA5}">
                      <a16:colId xmlns:a16="http://schemas.microsoft.com/office/drawing/2014/main" val="2576507483"/>
                    </a:ext>
                  </a:extLst>
                </a:gridCol>
                <a:gridCol w="603216">
                  <a:extLst>
                    <a:ext uri="{9D8B030D-6E8A-4147-A177-3AD203B41FA5}">
                      <a16:colId xmlns:a16="http://schemas.microsoft.com/office/drawing/2014/main" val="518175595"/>
                    </a:ext>
                  </a:extLst>
                </a:gridCol>
                <a:gridCol w="603216">
                  <a:extLst>
                    <a:ext uri="{9D8B030D-6E8A-4147-A177-3AD203B41FA5}">
                      <a16:colId xmlns:a16="http://schemas.microsoft.com/office/drawing/2014/main" val="3439423387"/>
                    </a:ext>
                  </a:extLst>
                </a:gridCol>
                <a:gridCol w="603216">
                  <a:extLst>
                    <a:ext uri="{9D8B030D-6E8A-4147-A177-3AD203B41FA5}">
                      <a16:colId xmlns:a16="http://schemas.microsoft.com/office/drawing/2014/main" val="863368257"/>
                    </a:ext>
                  </a:extLst>
                </a:gridCol>
                <a:gridCol w="603216">
                  <a:extLst>
                    <a:ext uri="{9D8B030D-6E8A-4147-A177-3AD203B41FA5}">
                      <a16:colId xmlns:a16="http://schemas.microsoft.com/office/drawing/2014/main" val="2669022391"/>
                    </a:ext>
                  </a:extLst>
                </a:gridCol>
                <a:gridCol w="603216">
                  <a:extLst>
                    <a:ext uri="{9D8B030D-6E8A-4147-A177-3AD203B41FA5}">
                      <a16:colId xmlns:a16="http://schemas.microsoft.com/office/drawing/2014/main" val="3120190950"/>
                    </a:ext>
                  </a:extLst>
                </a:gridCol>
                <a:gridCol w="603216">
                  <a:extLst>
                    <a:ext uri="{9D8B030D-6E8A-4147-A177-3AD203B41FA5}">
                      <a16:colId xmlns:a16="http://schemas.microsoft.com/office/drawing/2014/main" val="1281818872"/>
                    </a:ext>
                  </a:extLst>
                </a:gridCol>
                <a:gridCol w="603216">
                  <a:extLst>
                    <a:ext uri="{9D8B030D-6E8A-4147-A177-3AD203B41FA5}">
                      <a16:colId xmlns:a16="http://schemas.microsoft.com/office/drawing/2014/main" val="2063791698"/>
                    </a:ext>
                  </a:extLst>
                </a:gridCol>
                <a:gridCol w="603216">
                  <a:extLst>
                    <a:ext uri="{9D8B030D-6E8A-4147-A177-3AD203B41FA5}">
                      <a16:colId xmlns:a16="http://schemas.microsoft.com/office/drawing/2014/main" val="2791456461"/>
                    </a:ext>
                  </a:extLst>
                </a:gridCol>
                <a:gridCol w="603216">
                  <a:extLst>
                    <a:ext uri="{9D8B030D-6E8A-4147-A177-3AD203B41FA5}">
                      <a16:colId xmlns:a16="http://schemas.microsoft.com/office/drawing/2014/main" val="2960719350"/>
                    </a:ext>
                  </a:extLst>
                </a:gridCol>
                <a:gridCol w="463736">
                  <a:extLst>
                    <a:ext uri="{9D8B030D-6E8A-4147-A177-3AD203B41FA5}">
                      <a16:colId xmlns:a16="http://schemas.microsoft.com/office/drawing/2014/main" val="105603984"/>
                    </a:ext>
                  </a:extLst>
                </a:gridCol>
                <a:gridCol w="463736">
                  <a:extLst>
                    <a:ext uri="{9D8B030D-6E8A-4147-A177-3AD203B41FA5}">
                      <a16:colId xmlns:a16="http://schemas.microsoft.com/office/drawing/2014/main" val="4263047364"/>
                    </a:ext>
                  </a:extLst>
                </a:gridCol>
                <a:gridCol w="463736">
                  <a:extLst>
                    <a:ext uri="{9D8B030D-6E8A-4147-A177-3AD203B41FA5}">
                      <a16:colId xmlns:a16="http://schemas.microsoft.com/office/drawing/2014/main" val="13591892"/>
                    </a:ext>
                  </a:extLst>
                </a:gridCol>
                <a:gridCol w="463736">
                  <a:extLst>
                    <a:ext uri="{9D8B030D-6E8A-4147-A177-3AD203B41FA5}">
                      <a16:colId xmlns:a16="http://schemas.microsoft.com/office/drawing/2014/main" val="3155844754"/>
                    </a:ext>
                  </a:extLst>
                </a:gridCol>
              </a:tblGrid>
              <a:tr h="259080">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gridSpan="12">
                  <a:txBody>
                    <a:bodyPr/>
                    <a:lstStyle>
                      <a:lvl1pPr marL="0" algn="l" defTabSz="1219170" rtl="0" eaLnBrk="1" latinLnBrk="0" hangingPunct="1">
                        <a:defRPr sz="2400" kern="1200">
                          <a:solidFill>
                            <a:schemeClr val="tx1"/>
                          </a:solidFill>
                          <a:latin typeface="等线" panose="020F0502020204030204"/>
                        </a:defRPr>
                      </a:lvl1pPr>
                      <a:lvl2pPr marL="609585" algn="l" defTabSz="1219170" rtl="0" eaLnBrk="1" latinLnBrk="0" hangingPunct="1">
                        <a:defRPr sz="2400" kern="1200">
                          <a:solidFill>
                            <a:schemeClr val="tx1"/>
                          </a:solidFill>
                          <a:latin typeface="等线" panose="020F0502020204030204"/>
                        </a:defRPr>
                      </a:lvl2pPr>
                      <a:lvl3pPr marL="1219170" algn="l" defTabSz="1219170" rtl="0" eaLnBrk="1" latinLnBrk="0" hangingPunct="1">
                        <a:defRPr sz="2400" kern="1200">
                          <a:solidFill>
                            <a:schemeClr val="tx1"/>
                          </a:solidFill>
                          <a:latin typeface="等线" panose="020F0502020204030204"/>
                        </a:defRPr>
                      </a:lvl3pPr>
                      <a:lvl4pPr marL="1828754" algn="l" defTabSz="1219170" rtl="0" eaLnBrk="1" latinLnBrk="0" hangingPunct="1">
                        <a:defRPr sz="2400" kern="1200">
                          <a:solidFill>
                            <a:schemeClr val="tx1"/>
                          </a:solidFill>
                          <a:latin typeface="等线" panose="020F0502020204030204"/>
                        </a:defRPr>
                      </a:lvl4pPr>
                      <a:lvl5pPr marL="2438339" algn="l" defTabSz="1219170" rtl="0" eaLnBrk="1" latinLnBrk="0" hangingPunct="1">
                        <a:defRPr sz="2400" kern="1200">
                          <a:solidFill>
                            <a:schemeClr val="tx1"/>
                          </a:solidFill>
                          <a:latin typeface="等线" panose="020F0502020204030204"/>
                        </a:defRPr>
                      </a:lvl5pPr>
                      <a:lvl6pPr marL="3047924" algn="l" defTabSz="1219170" rtl="0" eaLnBrk="1" latinLnBrk="0" hangingPunct="1">
                        <a:defRPr sz="2400" kern="1200">
                          <a:solidFill>
                            <a:schemeClr val="tx1"/>
                          </a:solidFill>
                          <a:latin typeface="等线" panose="020F0502020204030204"/>
                        </a:defRPr>
                      </a:lvl6pPr>
                      <a:lvl7pPr marL="3657509" algn="l" defTabSz="1219170" rtl="0" eaLnBrk="1" latinLnBrk="0" hangingPunct="1">
                        <a:defRPr sz="2400" kern="1200">
                          <a:solidFill>
                            <a:schemeClr val="tx1"/>
                          </a:solidFill>
                          <a:latin typeface="等线" panose="020F0502020204030204"/>
                        </a:defRPr>
                      </a:lvl7pPr>
                      <a:lvl8pPr marL="4267093" algn="l" defTabSz="1219170" rtl="0" eaLnBrk="1" latinLnBrk="0" hangingPunct="1">
                        <a:defRPr sz="2400" kern="1200">
                          <a:solidFill>
                            <a:schemeClr val="tx1"/>
                          </a:solidFill>
                          <a:latin typeface="等线" panose="020F0502020204030204"/>
                        </a:defRPr>
                      </a:lvl8pPr>
                      <a:lvl9pPr marL="4876678" algn="l" defTabSz="1219170" rtl="0" eaLnBrk="1" latinLnBrk="0" hangingPunct="1">
                        <a:defRPr sz="2400" kern="1200">
                          <a:solidFill>
                            <a:schemeClr val="tx1"/>
                          </a:solidFill>
                          <a:latin typeface="等线" panose="020F0502020204030204"/>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lvl1pPr marL="0" algn="l" defTabSz="1219170" rtl="0" eaLnBrk="1" latinLnBrk="0" hangingPunct="1">
                        <a:defRPr sz="2400" kern="1200">
                          <a:solidFill>
                            <a:schemeClr val="tx1"/>
                          </a:solidFill>
                          <a:latin typeface="等线" panose="020F0502020204030204"/>
                        </a:defRPr>
                      </a:lvl1pPr>
                      <a:lvl2pPr marL="609585" algn="l" defTabSz="1219170" rtl="0" eaLnBrk="1" latinLnBrk="0" hangingPunct="1">
                        <a:defRPr sz="2400" kern="1200">
                          <a:solidFill>
                            <a:schemeClr val="tx1"/>
                          </a:solidFill>
                          <a:latin typeface="等线" panose="020F0502020204030204"/>
                        </a:defRPr>
                      </a:lvl2pPr>
                      <a:lvl3pPr marL="1219170" algn="l" defTabSz="1219170" rtl="0" eaLnBrk="1" latinLnBrk="0" hangingPunct="1">
                        <a:defRPr sz="2400" kern="1200">
                          <a:solidFill>
                            <a:schemeClr val="tx1"/>
                          </a:solidFill>
                          <a:latin typeface="等线" panose="020F0502020204030204"/>
                        </a:defRPr>
                      </a:lvl3pPr>
                      <a:lvl4pPr marL="1828754" algn="l" defTabSz="1219170" rtl="0" eaLnBrk="1" latinLnBrk="0" hangingPunct="1">
                        <a:defRPr sz="2400" kern="1200">
                          <a:solidFill>
                            <a:schemeClr val="tx1"/>
                          </a:solidFill>
                          <a:latin typeface="等线" panose="020F0502020204030204"/>
                        </a:defRPr>
                      </a:lvl4pPr>
                      <a:lvl5pPr marL="2438339" algn="l" defTabSz="1219170" rtl="0" eaLnBrk="1" latinLnBrk="0" hangingPunct="1">
                        <a:defRPr sz="2400" kern="1200">
                          <a:solidFill>
                            <a:schemeClr val="tx1"/>
                          </a:solidFill>
                          <a:latin typeface="等线" panose="020F0502020204030204"/>
                        </a:defRPr>
                      </a:lvl5pPr>
                      <a:lvl6pPr marL="3047924" algn="l" defTabSz="1219170" rtl="0" eaLnBrk="1" latinLnBrk="0" hangingPunct="1">
                        <a:defRPr sz="2400" kern="1200">
                          <a:solidFill>
                            <a:schemeClr val="tx1"/>
                          </a:solidFill>
                          <a:latin typeface="等线" panose="020F0502020204030204"/>
                        </a:defRPr>
                      </a:lvl6pPr>
                      <a:lvl7pPr marL="3657509" algn="l" defTabSz="1219170" rtl="0" eaLnBrk="1" latinLnBrk="0" hangingPunct="1">
                        <a:defRPr sz="2400" kern="1200">
                          <a:solidFill>
                            <a:schemeClr val="tx1"/>
                          </a:solidFill>
                          <a:latin typeface="等线" panose="020F0502020204030204"/>
                        </a:defRPr>
                      </a:lvl7pPr>
                      <a:lvl8pPr marL="4267093" algn="l" defTabSz="1219170" rtl="0" eaLnBrk="1" latinLnBrk="0" hangingPunct="1">
                        <a:defRPr sz="2400" kern="1200">
                          <a:solidFill>
                            <a:schemeClr val="tx1"/>
                          </a:solidFill>
                          <a:latin typeface="等线" panose="020F0502020204030204"/>
                        </a:defRPr>
                      </a:lvl8pPr>
                      <a:lvl9pPr marL="4876678" algn="l" defTabSz="1219170" rtl="0" eaLnBrk="1" latinLnBrk="0" hangingPunct="1">
                        <a:defRPr sz="2400" kern="1200">
                          <a:solidFill>
                            <a:schemeClr val="tx1"/>
                          </a:solidFill>
                          <a:latin typeface="等线" panose="020F0502020204030204"/>
                        </a:defRPr>
                      </a:lvl9p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lumMod val="75000"/>
                      </a:srgb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1219170" rtl="0" eaLnBrk="1" latinLnBrk="0" hangingPunct="1">
                        <a:defRPr sz="2400" kern="1200">
                          <a:solidFill>
                            <a:schemeClr val="tx1"/>
                          </a:solidFill>
                          <a:latin typeface="等线" panose="020F0502020204030204"/>
                        </a:defRPr>
                      </a:lvl1pPr>
                      <a:lvl2pPr marL="609585" algn="l" defTabSz="1219170" rtl="0" eaLnBrk="1" latinLnBrk="0" hangingPunct="1">
                        <a:defRPr sz="2400" kern="1200">
                          <a:solidFill>
                            <a:schemeClr val="tx1"/>
                          </a:solidFill>
                          <a:latin typeface="等线" panose="020F0502020204030204"/>
                        </a:defRPr>
                      </a:lvl2pPr>
                      <a:lvl3pPr marL="1219170" algn="l" defTabSz="1219170" rtl="0" eaLnBrk="1" latinLnBrk="0" hangingPunct="1">
                        <a:defRPr sz="2400" kern="1200">
                          <a:solidFill>
                            <a:schemeClr val="tx1"/>
                          </a:solidFill>
                          <a:latin typeface="等线" panose="020F0502020204030204"/>
                        </a:defRPr>
                      </a:lvl3pPr>
                      <a:lvl4pPr marL="1828754" algn="l" defTabSz="1219170" rtl="0" eaLnBrk="1" latinLnBrk="0" hangingPunct="1">
                        <a:defRPr sz="2400" kern="1200">
                          <a:solidFill>
                            <a:schemeClr val="tx1"/>
                          </a:solidFill>
                          <a:latin typeface="等线" panose="020F0502020204030204"/>
                        </a:defRPr>
                      </a:lvl4pPr>
                      <a:lvl5pPr marL="2438339" algn="l" defTabSz="1219170" rtl="0" eaLnBrk="1" latinLnBrk="0" hangingPunct="1">
                        <a:defRPr sz="2400" kern="1200">
                          <a:solidFill>
                            <a:schemeClr val="tx1"/>
                          </a:solidFill>
                          <a:latin typeface="等线" panose="020F0502020204030204"/>
                        </a:defRPr>
                      </a:lvl5pPr>
                      <a:lvl6pPr marL="3047924" algn="l" defTabSz="1219170" rtl="0" eaLnBrk="1" latinLnBrk="0" hangingPunct="1">
                        <a:defRPr sz="2400" kern="1200">
                          <a:solidFill>
                            <a:schemeClr val="tx1"/>
                          </a:solidFill>
                          <a:latin typeface="等线" panose="020F0502020204030204"/>
                        </a:defRPr>
                      </a:lvl6pPr>
                      <a:lvl7pPr marL="3657509" algn="l" defTabSz="1219170" rtl="0" eaLnBrk="1" latinLnBrk="0" hangingPunct="1">
                        <a:defRPr sz="2400" kern="1200">
                          <a:solidFill>
                            <a:schemeClr val="tx1"/>
                          </a:solidFill>
                          <a:latin typeface="等线" panose="020F0502020204030204"/>
                        </a:defRPr>
                      </a:lvl7pPr>
                      <a:lvl8pPr marL="4267093" algn="l" defTabSz="1219170" rtl="0" eaLnBrk="1" latinLnBrk="0" hangingPunct="1">
                        <a:defRPr sz="2400" kern="1200">
                          <a:solidFill>
                            <a:schemeClr val="tx1"/>
                          </a:solidFill>
                          <a:latin typeface="等线" panose="020F0502020204030204"/>
                        </a:defRPr>
                      </a:lvl8pPr>
                      <a:lvl9pPr marL="4876678" algn="l" defTabSz="1219170" rtl="0" eaLnBrk="1" latinLnBrk="0" hangingPunct="1">
                        <a:defRPr sz="2400" kern="1200">
                          <a:solidFill>
                            <a:schemeClr val="tx1"/>
                          </a:solidFill>
                          <a:latin typeface="等线" panose="020F0502020204030204"/>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lumMod val="75000"/>
                      </a:srgbClr>
                    </a:solidFill>
                  </a:tcPr>
                </a:tc>
                <a:tc hMerge="1">
                  <a:txBody>
                    <a:bodyPr/>
                    <a:lstStyle>
                      <a:lvl1pPr marL="0" algn="l" defTabSz="1219170" rtl="0" eaLnBrk="1" latinLnBrk="0" hangingPunct="1">
                        <a:defRPr sz="2400" kern="1200">
                          <a:solidFill>
                            <a:schemeClr val="tx1"/>
                          </a:solidFill>
                          <a:latin typeface="等线" panose="020F0502020204030204"/>
                        </a:defRPr>
                      </a:lvl1pPr>
                      <a:lvl2pPr marL="609585" algn="l" defTabSz="1219170" rtl="0" eaLnBrk="1" latinLnBrk="0" hangingPunct="1">
                        <a:defRPr sz="2400" kern="1200">
                          <a:solidFill>
                            <a:schemeClr val="tx1"/>
                          </a:solidFill>
                          <a:latin typeface="等线" panose="020F0502020204030204"/>
                        </a:defRPr>
                      </a:lvl2pPr>
                      <a:lvl3pPr marL="1219170" algn="l" defTabSz="1219170" rtl="0" eaLnBrk="1" latinLnBrk="0" hangingPunct="1">
                        <a:defRPr sz="2400" kern="1200">
                          <a:solidFill>
                            <a:schemeClr val="tx1"/>
                          </a:solidFill>
                          <a:latin typeface="等线" panose="020F0502020204030204"/>
                        </a:defRPr>
                      </a:lvl3pPr>
                      <a:lvl4pPr marL="1828754" algn="l" defTabSz="1219170" rtl="0" eaLnBrk="1" latinLnBrk="0" hangingPunct="1">
                        <a:defRPr sz="2400" kern="1200">
                          <a:solidFill>
                            <a:schemeClr val="tx1"/>
                          </a:solidFill>
                          <a:latin typeface="等线" panose="020F0502020204030204"/>
                        </a:defRPr>
                      </a:lvl4pPr>
                      <a:lvl5pPr marL="2438339" algn="l" defTabSz="1219170" rtl="0" eaLnBrk="1" latinLnBrk="0" hangingPunct="1">
                        <a:defRPr sz="2400" kern="1200">
                          <a:solidFill>
                            <a:schemeClr val="tx1"/>
                          </a:solidFill>
                          <a:latin typeface="等线" panose="020F0502020204030204"/>
                        </a:defRPr>
                      </a:lvl5pPr>
                      <a:lvl6pPr marL="3047924" algn="l" defTabSz="1219170" rtl="0" eaLnBrk="1" latinLnBrk="0" hangingPunct="1">
                        <a:defRPr sz="2400" kern="1200">
                          <a:solidFill>
                            <a:schemeClr val="tx1"/>
                          </a:solidFill>
                          <a:latin typeface="等线" panose="020F0502020204030204"/>
                        </a:defRPr>
                      </a:lvl6pPr>
                      <a:lvl7pPr marL="3657509" algn="l" defTabSz="1219170" rtl="0" eaLnBrk="1" latinLnBrk="0" hangingPunct="1">
                        <a:defRPr sz="2400" kern="1200">
                          <a:solidFill>
                            <a:schemeClr val="tx1"/>
                          </a:solidFill>
                          <a:latin typeface="等线" panose="020F0502020204030204"/>
                        </a:defRPr>
                      </a:lvl7pPr>
                      <a:lvl8pPr marL="4267093" algn="l" defTabSz="1219170" rtl="0" eaLnBrk="1" latinLnBrk="0" hangingPunct="1">
                        <a:defRPr sz="2400" kern="1200">
                          <a:solidFill>
                            <a:schemeClr val="tx1"/>
                          </a:solidFill>
                          <a:latin typeface="等线" panose="020F0502020204030204"/>
                        </a:defRPr>
                      </a:lvl8pPr>
                      <a:lvl9pPr marL="4876678" algn="l" defTabSz="1219170" rtl="0" eaLnBrk="1" latinLnBrk="0" hangingPunct="1">
                        <a:defRPr sz="2400" kern="1200">
                          <a:solidFill>
                            <a:schemeClr val="tx1"/>
                          </a:solidFill>
                          <a:latin typeface="等线" panose="020F0502020204030204"/>
                        </a:defRPr>
                      </a:lvl9p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lumMod val="75000"/>
                      </a:srgb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472C4">
                        <a:lumMod val="75000"/>
                      </a:srgbClr>
                    </a:solidFill>
                  </a:tcPr>
                </a:tc>
                <a:extLst>
                  <a:ext uri="{0D108BD9-81ED-4DB2-BD59-A6C34878D82A}">
                    <a16:rowId xmlns:a16="http://schemas.microsoft.com/office/drawing/2014/main" val="3603824039"/>
                  </a:ext>
                </a:extLst>
              </a:tr>
              <a:tr h="307709">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1</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2</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3</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4</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5</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6</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7</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8</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9</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10</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11</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12</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Q1</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Q2</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Q3</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Q4</a:t>
                      </a:r>
                      <a:endParaRPr kumimoji="0" lang="zh-CN" altLang="en-US"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grpSp>
        <p:nvGrpSpPr>
          <p:cNvPr id="21" name="Group 20">
            <a:extLst>
              <a:ext uri="{FF2B5EF4-FFF2-40B4-BE49-F238E27FC236}">
                <a16:creationId xmlns:a16="http://schemas.microsoft.com/office/drawing/2014/main" id="{76663B09-0296-D12C-5F2F-2C34EC5D0ADE}"/>
              </a:ext>
            </a:extLst>
          </p:cNvPr>
          <p:cNvGrpSpPr/>
          <p:nvPr/>
        </p:nvGrpSpPr>
        <p:grpSpPr>
          <a:xfrm>
            <a:off x="4033800" y="927960"/>
            <a:ext cx="428002" cy="5914112"/>
            <a:chOff x="4942934" y="1012861"/>
            <a:chExt cx="428002" cy="5824292"/>
          </a:xfrm>
        </p:grpSpPr>
        <p:cxnSp>
          <p:nvCxnSpPr>
            <p:cNvPr id="22" name="Straight Connector 21">
              <a:extLst>
                <a:ext uri="{FF2B5EF4-FFF2-40B4-BE49-F238E27FC236}">
                  <a16:creationId xmlns:a16="http://schemas.microsoft.com/office/drawing/2014/main" id="{F6E9F697-63BD-38B5-0547-9E64A112FFCE}"/>
                </a:ext>
              </a:extLst>
            </p:cNvPr>
            <p:cNvCxnSpPr>
              <a:cxnSpLocks/>
            </p:cNvCxnSpPr>
            <p:nvPr/>
          </p:nvCxnSpPr>
          <p:spPr>
            <a:xfrm>
              <a:off x="5149827" y="1163923"/>
              <a:ext cx="0" cy="5673230"/>
            </a:xfrm>
            <a:prstGeom prst="line">
              <a:avLst/>
            </a:prstGeom>
            <a:noFill/>
            <a:ln w="12700" cap="flat" cmpd="sng" algn="ctr">
              <a:solidFill>
                <a:srgbClr val="FF0000"/>
              </a:solidFill>
              <a:prstDash val="sysDot"/>
              <a:miter lim="800000"/>
            </a:ln>
            <a:effectLst/>
          </p:spPr>
        </p:cxnSp>
        <p:sp>
          <p:nvSpPr>
            <p:cNvPr id="23" name="TextBox 22">
              <a:extLst>
                <a:ext uri="{FF2B5EF4-FFF2-40B4-BE49-F238E27FC236}">
                  <a16:creationId xmlns:a16="http://schemas.microsoft.com/office/drawing/2014/main" id="{C8EE0F01-1526-0B30-E983-9A4149811E30}"/>
                </a:ext>
              </a:extLst>
            </p:cNvPr>
            <p:cNvSpPr txBox="1"/>
            <p:nvPr/>
          </p:nvSpPr>
          <p:spPr>
            <a:xfrm>
              <a:off x="4942934" y="1012861"/>
              <a:ext cx="428002" cy="202006"/>
            </a:xfrm>
            <a:prstGeom prst="rect">
              <a:avLst/>
            </a:prstGeom>
            <a:noFill/>
          </p:spPr>
          <p:txBody>
            <a:bodyPr wrap="none" lIns="0" tIns="0" rIns="0" bIns="0" rtlCol="0">
              <a:spAutoFit/>
            </a:bodyPr>
            <a:lstStyle/>
            <a:p>
              <a:pPr defTabSz="914241">
                <a:defRPr/>
              </a:pPr>
              <a:r>
                <a:rPr lang="en-US" altLang="zh-CN" sz="1333" b="1" kern="0">
                  <a:solidFill>
                    <a:srgbClr val="FFFFFF"/>
                  </a:solidFill>
                  <a:highlight>
                    <a:srgbClr val="FF0000"/>
                  </a:highlight>
                  <a:latin typeface="BISansOpti"/>
                  <a:ea typeface="等线" panose="02010600030101010101" pitchFamily="2" charset="-122"/>
                </a:rPr>
                <a:t>today</a:t>
              </a:r>
              <a:endParaRPr lang="zh-CN" altLang="en-US" sz="1333" b="1" kern="0">
                <a:solidFill>
                  <a:srgbClr val="FFFFFF"/>
                </a:solidFill>
                <a:highlight>
                  <a:srgbClr val="FF0000"/>
                </a:highlight>
                <a:latin typeface="BISansOpti"/>
                <a:ea typeface="等线" panose="02010600030101010101" pitchFamily="2" charset="-122"/>
              </a:endParaRPr>
            </a:p>
          </p:txBody>
        </p:sp>
      </p:grpSp>
      <p:cxnSp>
        <p:nvCxnSpPr>
          <p:cNvPr id="24" name="Straight Connector 263">
            <a:extLst>
              <a:ext uri="{FF2B5EF4-FFF2-40B4-BE49-F238E27FC236}">
                <a16:creationId xmlns:a16="http://schemas.microsoft.com/office/drawing/2014/main" id="{BB955F8B-7025-8C99-8C97-2421B35242F4}"/>
              </a:ext>
            </a:extLst>
          </p:cNvPr>
          <p:cNvCxnSpPr>
            <a:cxnSpLocks/>
          </p:cNvCxnSpPr>
          <p:nvPr/>
        </p:nvCxnSpPr>
        <p:spPr>
          <a:xfrm>
            <a:off x="11123835" y="1554480"/>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62">
            <a:extLst>
              <a:ext uri="{FF2B5EF4-FFF2-40B4-BE49-F238E27FC236}">
                <a16:creationId xmlns:a16="http://schemas.microsoft.com/office/drawing/2014/main" id="{8965D496-51D0-8BF5-4A87-1002A9A38C65}"/>
              </a:ext>
            </a:extLst>
          </p:cNvPr>
          <p:cNvCxnSpPr>
            <a:cxnSpLocks/>
          </p:cNvCxnSpPr>
          <p:nvPr/>
        </p:nvCxnSpPr>
        <p:spPr>
          <a:xfrm>
            <a:off x="9762056" y="1555577"/>
            <a:ext cx="0" cy="530352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6" name="组合 91">
            <a:extLst>
              <a:ext uri="{FF2B5EF4-FFF2-40B4-BE49-F238E27FC236}">
                <a16:creationId xmlns:a16="http://schemas.microsoft.com/office/drawing/2014/main" id="{33A4BA70-0164-F3F7-19E4-98A8E2F236A9}"/>
              </a:ext>
            </a:extLst>
          </p:cNvPr>
          <p:cNvGrpSpPr/>
          <p:nvPr/>
        </p:nvGrpSpPr>
        <p:grpSpPr>
          <a:xfrm>
            <a:off x="1729327" y="3227207"/>
            <a:ext cx="8380277" cy="2115345"/>
            <a:chOff x="1729326" y="4123097"/>
            <a:chExt cx="8380277" cy="2115343"/>
          </a:xfrm>
        </p:grpSpPr>
        <p:grpSp>
          <p:nvGrpSpPr>
            <p:cNvPr id="27" name="组合 9">
              <a:extLst>
                <a:ext uri="{FF2B5EF4-FFF2-40B4-BE49-F238E27FC236}">
                  <a16:creationId xmlns:a16="http://schemas.microsoft.com/office/drawing/2014/main" id="{72CB9906-20B3-4508-55C0-0EE75612F02F}"/>
                </a:ext>
              </a:extLst>
            </p:cNvPr>
            <p:cNvGrpSpPr/>
            <p:nvPr/>
          </p:nvGrpSpPr>
          <p:grpSpPr>
            <a:xfrm>
              <a:off x="1729326" y="5148166"/>
              <a:ext cx="8380277" cy="701637"/>
              <a:chOff x="1729326" y="3378226"/>
              <a:chExt cx="8380277" cy="701637"/>
            </a:xfrm>
          </p:grpSpPr>
          <p:grpSp>
            <p:nvGrpSpPr>
              <p:cNvPr id="19504" name="组合 6">
                <a:extLst>
                  <a:ext uri="{FF2B5EF4-FFF2-40B4-BE49-F238E27FC236}">
                    <a16:creationId xmlns:a16="http://schemas.microsoft.com/office/drawing/2014/main" id="{6457F586-59F1-A4FA-18D1-BC6BF62E3E55}"/>
                  </a:ext>
                </a:extLst>
              </p:cNvPr>
              <p:cNvGrpSpPr/>
              <p:nvPr/>
            </p:nvGrpSpPr>
            <p:grpSpPr>
              <a:xfrm>
                <a:off x="1729326" y="3378226"/>
                <a:ext cx="8380277" cy="701637"/>
                <a:chOff x="1729326" y="3786600"/>
                <a:chExt cx="8380277" cy="701637"/>
              </a:xfrm>
            </p:grpSpPr>
            <p:sp>
              <p:nvSpPr>
                <p:cNvPr id="19506" name="OTLSHAPE_T_e17f3958430f4cff8650518c93c7635e_Shape">
                  <a:extLst>
                    <a:ext uri="{FF2B5EF4-FFF2-40B4-BE49-F238E27FC236}">
                      <a16:creationId xmlns:a16="http://schemas.microsoft.com/office/drawing/2014/main" id="{B2496AFC-F917-C875-E077-4248F25A9994}"/>
                    </a:ext>
                  </a:extLst>
                </p:cNvPr>
                <p:cNvSpPr/>
                <p:nvPr>
                  <p:custDataLst>
                    <p:tags r:id="rId9"/>
                  </p:custDataLst>
                </p:nvPr>
              </p:nvSpPr>
              <p:spPr bwMode="auto">
                <a:xfrm>
                  <a:off x="2046764" y="3786600"/>
                  <a:ext cx="7573606" cy="288000"/>
                </a:xfrm>
                <a:prstGeom prst="roundRect">
                  <a:avLst/>
                </a:prstGeom>
                <a:solidFill>
                  <a:schemeClr val="accent1">
                    <a:lumMod val="60000"/>
                    <a:lumOff val="40000"/>
                    <a:alpha val="4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1218870" eaLnBrk="0" fontAlgn="base" hangingPunct="0">
                    <a:spcBef>
                      <a:spcPct val="0"/>
                    </a:spcBef>
                    <a:spcAft>
                      <a:spcPct val="0"/>
                    </a:spcAft>
                    <a:defRPr/>
                  </a:pPr>
                  <a:r>
                    <a:rPr lang="en-US" altLang="zh-CN" sz="1000" b="1" kern="0">
                      <a:solidFill>
                        <a:srgbClr val="0000CC"/>
                      </a:solidFill>
                      <a:latin typeface="BISansOpti"/>
                      <a:ea typeface="DotumChe" panose="020B0503020000020004" pitchFamily="49" charset="-127"/>
                      <a:cs typeface="Calibri" panose="020F0502020204030204" pitchFamily="34" charset="0"/>
                    </a:rPr>
                    <a:t>BLA process </a:t>
                  </a:r>
                  <a:endParaRPr lang="zh-CN" altLang="en-US" sz="1000" b="1" kern="0">
                    <a:solidFill>
                      <a:srgbClr val="0000CC"/>
                    </a:solidFill>
                    <a:latin typeface="BISansOpti"/>
                    <a:ea typeface="DotumChe" panose="020B0503020000020004" pitchFamily="49" charset="-127"/>
                    <a:cs typeface="Calibri" panose="020F0502020204030204" pitchFamily="34" charset="0"/>
                  </a:endParaRPr>
                </a:p>
              </p:txBody>
            </p:sp>
            <p:grpSp>
              <p:nvGrpSpPr>
                <p:cNvPr id="19507" name="组合 226">
                  <a:extLst>
                    <a:ext uri="{FF2B5EF4-FFF2-40B4-BE49-F238E27FC236}">
                      <a16:creationId xmlns:a16="http://schemas.microsoft.com/office/drawing/2014/main" id="{69F374B5-721F-B62B-E592-C33028A7E599}"/>
                    </a:ext>
                  </a:extLst>
                </p:cNvPr>
                <p:cNvGrpSpPr/>
                <p:nvPr/>
              </p:nvGrpSpPr>
              <p:grpSpPr>
                <a:xfrm>
                  <a:off x="9212506" y="3794679"/>
                  <a:ext cx="897097" cy="591593"/>
                  <a:chOff x="4326623" y="3139620"/>
                  <a:chExt cx="897097" cy="591593"/>
                </a:xfrm>
              </p:grpSpPr>
              <p:sp>
                <p:nvSpPr>
                  <p:cNvPr id="19509" name="OTLSHAPE_M_39ea6ebc19a94c9fab6ef5006c31df58_Title">
                    <a:extLst>
                      <a:ext uri="{FF2B5EF4-FFF2-40B4-BE49-F238E27FC236}">
                        <a16:creationId xmlns:a16="http://schemas.microsoft.com/office/drawing/2014/main" id="{6F601DCF-0FE6-FFED-913A-12A822EC40EA}"/>
                      </a:ext>
                    </a:extLst>
                  </p:cNvPr>
                  <p:cNvSpPr txBox="1"/>
                  <p:nvPr>
                    <p:custDataLst>
                      <p:tags r:id="rId11"/>
                    </p:custDataLst>
                  </p:nvPr>
                </p:nvSpPr>
                <p:spPr>
                  <a:xfrm>
                    <a:off x="4326623" y="3407792"/>
                    <a:ext cx="897097" cy="323421"/>
                  </a:xfrm>
                  <a:prstGeom prst="rect">
                    <a:avLst/>
                  </a:prstGeom>
                  <a:noFill/>
                </p:spPr>
                <p:txBody>
                  <a:bodyPr vert="horz" wrap="square" lIns="0" tIns="0" rIns="0" bIns="0" rtlCol="0" anchor="ctr" anchorCtr="0">
                    <a:spAutoFit/>
                  </a:bodyPr>
                  <a:lstStyle/>
                  <a:p>
                    <a:pPr algn="ctr" defTabSz="1218870">
                      <a:defRPr/>
                    </a:pPr>
                    <a:r>
                      <a:rPr lang="en-US" altLang="zh-CN" sz="1051" b="1">
                        <a:solidFill>
                          <a:srgbClr val="FF0000"/>
                        </a:solidFill>
                        <a:latin typeface="Calibri" panose="020F0502020204030204" pitchFamily="34" charset="0"/>
                        <a:cs typeface="Calibri" panose="020F0502020204030204" pitchFamily="34" charset="0"/>
                      </a:rPr>
                      <a:t>BLA-app</a:t>
                    </a:r>
                  </a:p>
                  <a:p>
                    <a:pPr algn="ctr" defTabSz="1218870">
                      <a:defRPr/>
                    </a:pPr>
                    <a:r>
                      <a:rPr lang="en-US" altLang="zh-CN" sz="1051" b="1">
                        <a:solidFill>
                          <a:srgbClr val="FF0000"/>
                        </a:solidFill>
                        <a:latin typeface="Calibri" panose="020F0502020204030204" pitchFamily="34" charset="0"/>
                        <a:cs typeface="Calibri" panose="020F0502020204030204" pitchFamily="34" charset="0"/>
                      </a:rPr>
                      <a:t>31Mar2025</a:t>
                    </a:r>
                  </a:p>
                </p:txBody>
              </p:sp>
              <p:sp>
                <p:nvSpPr>
                  <p:cNvPr id="19510" name="五角星 55">
                    <a:extLst>
                      <a:ext uri="{FF2B5EF4-FFF2-40B4-BE49-F238E27FC236}">
                        <a16:creationId xmlns:a16="http://schemas.microsoft.com/office/drawing/2014/main" id="{32B67F9A-923E-94F1-010C-0330F9B919C1}"/>
                      </a:ext>
                    </a:extLst>
                  </p:cNvPr>
                  <p:cNvSpPr/>
                  <p:nvPr/>
                </p:nvSpPr>
                <p:spPr bwMode="auto">
                  <a:xfrm>
                    <a:off x="4610577" y="3139620"/>
                    <a:ext cx="267142" cy="2656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1218870" eaLnBrk="0" hangingPunct="0">
                      <a:defRPr/>
                    </a:pPr>
                    <a:endParaRPr lang="zh-CN" altLang="en-US" sz="2400" kern="0">
                      <a:solidFill>
                        <a:srgbClr val="FF0000"/>
                      </a:solidFill>
                      <a:latin typeface="BISansOpti"/>
                      <a:ea typeface="等线" panose="02010600030101010101" pitchFamily="2" charset="-122"/>
                    </a:endParaRPr>
                  </a:p>
                </p:txBody>
              </p:sp>
            </p:grpSp>
            <p:sp>
              <p:nvSpPr>
                <p:cNvPr id="19508" name="OTLSHAPE_M_39ea6ebc19a94c9fab6ef5006c31df58_Title">
                  <a:extLst>
                    <a:ext uri="{FF2B5EF4-FFF2-40B4-BE49-F238E27FC236}">
                      <a16:creationId xmlns:a16="http://schemas.microsoft.com/office/drawing/2014/main" id="{73E76B53-306E-16D6-981F-3E970743D7F6}"/>
                    </a:ext>
                  </a:extLst>
                </p:cNvPr>
                <p:cNvSpPr txBox="1"/>
                <p:nvPr>
                  <p:custDataLst>
                    <p:tags r:id="rId10"/>
                  </p:custDataLst>
                </p:nvPr>
              </p:nvSpPr>
              <p:spPr>
                <a:xfrm>
                  <a:off x="1729326" y="4180460"/>
                  <a:ext cx="621791" cy="307777"/>
                </a:xfrm>
                <a:prstGeom prst="rect">
                  <a:avLst/>
                </a:prstGeom>
                <a:noFill/>
              </p:spPr>
              <p:txBody>
                <a:bodyPr vert="horz" wrap="square" lIns="0" tIns="0" rIns="0" bIns="0" rtlCol="0" anchor="ctr" anchorCtr="0">
                  <a:spAutoFit/>
                </a:bodyPr>
                <a:lstStyle/>
                <a:p>
                  <a:pPr algn="ctr" defTabSz="1218870">
                    <a:defRPr/>
                  </a:pPr>
                  <a:r>
                    <a:rPr lang="en-US" altLang="zh-CN" sz="1000" b="1" kern="0">
                      <a:solidFill>
                        <a:prstClr val="black"/>
                      </a:solidFill>
                      <a:latin typeface="Calibri" panose="020F0502020204030204" pitchFamily="34" charset="0"/>
                      <a:ea typeface="等线" panose="02010600030101010101" pitchFamily="2" charset="-122"/>
                      <a:cs typeface="Calibri" panose="020F0502020204030204" pitchFamily="34" charset="0"/>
                    </a:rPr>
                    <a:t>BLA-sub</a:t>
                  </a:r>
                </a:p>
                <a:p>
                  <a:pPr algn="ctr" defTabSz="1218870">
                    <a:defRPr/>
                  </a:pPr>
                  <a:r>
                    <a:rPr lang="en-US" altLang="zh-CN" sz="1000" b="1" kern="0">
                      <a:solidFill>
                        <a:prstClr val="black"/>
                      </a:solidFill>
                      <a:latin typeface="Calibri" panose="020F0502020204030204" pitchFamily="34" charset="0"/>
                      <a:ea typeface="等线" panose="02010600030101010101" pitchFamily="2" charset="-122"/>
                      <a:cs typeface="Calibri" panose="020F0502020204030204" pitchFamily="34" charset="0"/>
                    </a:rPr>
                    <a:t>28Dec</a:t>
                  </a:r>
                  <a:endParaRPr lang="zh-CN" altLang="en-US" sz="1000" b="1" kern="0">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9505" name="Star: 4 Points 143">
                <a:extLst>
                  <a:ext uri="{FF2B5EF4-FFF2-40B4-BE49-F238E27FC236}">
                    <a16:creationId xmlns:a16="http://schemas.microsoft.com/office/drawing/2014/main" id="{02296E13-54AA-EE4D-5FB7-D342AC3414A7}"/>
                  </a:ext>
                </a:extLst>
              </p:cNvPr>
              <p:cNvSpPr/>
              <p:nvPr/>
            </p:nvSpPr>
            <p:spPr bwMode="auto">
              <a:xfrm>
                <a:off x="1955338" y="357528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128" eaLnBrk="0" fontAlgn="base" hangingPunct="0">
                  <a:spcBef>
                    <a:spcPct val="0"/>
                  </a:spcBef>
                  <a:spcAft>
                    <a:spcPct val="0"/>
                  </a:spcAft>
                  <a:defRPr/>
                </a:pPr>
                <a:endParaRPr lang="zh-CN" altLang="en-US" sz="2400" kern="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28" name="组合 300">
              <a:extLst>
                <a:ext uri="{FF2B5EF4-FFF2-40B4-BE49-F238E27FC236}">
                  <a16:creationId xmlns:a16="http://schemas.microsoft.com/office/drawing/2014/main" id="{B221BD9F-8941-B924-AE25-82CC401A06F2}"/>
                </a:ext>
              </a:extLst>
            </p:cNvPr>
            <p:cNvGrpSpPr/>
            <p:nvPr/>
          </p:nvGrpSpPr>
          <p:grpSpPr>
            <a:xfrm>
              <a:off x="7843137" y="5263255"/>
              <a:ext cx="1989873" cy="599483"/>
              <a:chOff x="7496954" y="3493315"/>
              <a:chExt cx="2123417" cy="599483"/>
            </a:xfrm>
          </p:grpSpPr>
          <p:grpSp>
            <p:nvGrpSpPr>
              <p:cNvPr id="19494" name="Group 322">
                <a:extLst>
                  <a:ext uri="{FF2B5EF4-FFF2-40B4-BE49-F238E27FC236}">
                    <a16:creationId xmlns:a16="http://schemas.microsoft.com/office/drawing/2014/main" id="{9536B88F-9601-B2C6-7C1C-4F641C2286C3}"/>
                  </a:ext>
                </a:extLst>
              </p:cNvPr>
              <p:cNvGrpSpPr/>
              <p:nvPr/>
            </p:nvGrpSpPr>
            <p:grpSpPr>
              <a:xfrm>
                <a:off x="7817280" y="3547823"/>
                <a:ext cx="1159690" cy="512061"/>
                <a:chOff x="4244150" y="2251307"/>
                <a:chExt cx="1331145" cy="512060"/>
              </a:xfrm>
            </p:grpSpPr>
            <p:sp>
              <p:nvSpPr>
                <p:cNvPr id="19502" name="Rectangle 73">
                  <a:extLst>
                    <a:ext uri="{FF2B5EF4-FFF2-40B4-BE49-F238E27FC236}">
                      <a16:creationId xmlns:a16="http://schemas.microsoft.com/office/drawing/2014/main" id="{6324DB9B-1E58-4B3A-8393-F3A2EE39EA71}"/>
                    </a:ext>
                  </a:extLst>
                </p:cNvPr>
                <p:cNvSpPr/>
                <p:nvPr/>
              </p:nvSpPr>
              <p:spPr>
                <a:xfrm>
                  <a:off x="4244150" y="2391920"/>
                  <a:ext cx="1331145" cy="371447"/>
                </a:xfrm>
                <a:prstGeom prst="rect">
                  <a:avLst/>
                </a:prstGeom>
                <a:ln>
                  <a:noFill/>
                </a:ln>
              </p:spPr>
              <p:txBody>
                <a:bodyPr wrap="square">
                  <a:spAutoFit/>
                </a:bodyPr>
                <a:lstStyle/>
                <a:p>
                  <a:pPr algn="ctr" defTabSz="1218900">
                    <a:lnSpc>
                      <a:spcPts val="1100"/>
                    </a:lnSpc>
                    <a:defRPr/>
                  </a:pPr>
                  <a:r>
                    <a:rPr lang="en-US" altLang="zh-CN" sz="900">
                      <a:solidFill>
                        <a:srgbClr val="08312A"/>
                      </a:solidFill>
                      <a:latin typeface="Boehringer Forward Text"/>
                      <a:cs typeface="Calibri" panose="020F0502020204030204" pitchFamily="34" charset="0"/>
                    </a:rPr>
                    <a:t>DL response</a:t>
                  </a:r>
                </a:p>
                <a:p>
                  <a:pPr algn="ctr" defTabSz="1218900">
                    <a:lnSpc>
                      <a:spcPts val="1100"/>
                    </a:lnSpc>
                    <a:defRPr/>
                  </a:pPr>
                  <a:r>
                    <a:rPr lang="en-US" altLang="zh-CN" sz="900">
                      <a:solidFill>
                        <a:srgbClr val="08312A"/>
                      </a:solidFill>
                      <a:latin typeface="Boehringer Forward Text"/>
                      <a:cs typeface="Calibri" panose="020F0502020204030204" pitchFamily="34" charset="0"/>
                    </a:rPr>
                    <a:t>Dec</a:t>
                  </a:r>
                  <a:endParaRPr lang="zh-CN" altLang="en-US" sz="900">
                    <a:solidFill>
                      <a:srgbClr val="08312A"/>
                    </a:solidFill>
                    <a:latin typeface="Boehringer Forward Text"/>
                    <a:cs typeface="Calibri" panose="020F0502020204030204" pitchFamily="34" charset="0"/>
                  </a:endParaRPr>
                </a:p>
              </p:txBody>
            </p:sp>
            <p:sp>
              <p:nvSpPr>
                <p:cNvPr id="19503" name="Isosceles Triangle 324">
                  <a:extLst>
                    <a:ext uri="{FF2B5EF4-FFF2-40B4-BE49-F238E27FC236}">
                      <a16:creationId xmlns:a16="http://schemas.microsoft.com/office/drawing/2014/main" id="{1711090E-4BFE-8C3B-4057-07A46073EB13}"/>
                    </a:ext>
                  </a:extLst>
                </p:cNvPr>
                <p:cNvSpPr/>
                <p:nvPr/>
              </p:nvSpPr>
              <p:spPr>
                <a:xfrm>
                  <a:off x="4848452" y="2251307"/>
                  <a:ext cx="109728" cy="109728"/>
                </a:xfrm>
                <a:prstGeom prst="triangl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grpSp>
            <p:nvGrpSpPr>
              <p:cNvPr id="19495" name="组合 299">
                <a:extLst>
                  <a:ext uri="{FF2B5EF4-FFF2-40B4-BE49-F238E27FC236}">
                    <a16:creationId xmlns:a16="http://schemas.microsoft.com/office/drawing/2014/main" id="{85D18380-04C0-D4A2-E77E-2220D061BF9E}"/>
                  </a:ext>
                </a:extLst>
              </p:cNvPr>
              <p:cNvGrpSpPr/>
              <p:nvPr/>
            </p:nvGrpSpPr>
            <p:grpSpPr>
              <a:xfrm>
                <a:off x="7496954" y="3493315"/>
                <a:ext cx="2123417" cy="599483"/>
                <a:chOff x="7496954" y="3493315"/>
                <a:chExt cx="2123417" cy="599483"/>
              </a:xfrm>
            </p:grpSpPr>
            <p:grpSp>
              <p:nvGrpSpPr>
                <p:cNvPr id="19496" name="Group 322">
                  <a:extLst>
                    <a:ext uri="{FF2B5EF4-FFF2-40B4-BE49-F238E27FC236}">
                      <a16:creationId xmlns:a16="http://schemas.microsoft.com/office/drawing/2014/main" id="{70D52895-9A6E-AFD1-E936-1C0619321625}"/>
                    </a:ext>
                  </a:extLst>
                </p:cNvPr>
                <p:cNvGrpSpPr/>
                <p:nvPr/>
              </p:nvGrpSpPr>
              <p:grpSpPr>
                <a:xfrm>
                  <a:off x="7496954" y="3555417"/>
                  <a:ext cx="543642" cy="502571"/>
                  <a:chOff x="4665215" y="2258895"/>
                  <a:chExt cx="624017" cy="502569"/>
                </a:xfrm>
              </p:grpSpPr>
              <p:sp>
                <p:nvSpPr>
                  <p:cNvPr id="19500" name="Rectangle 73">
                    <a:extLst>
                      <a:ext uri="{FF2B5EF4-FFF2-40B4-BE49-F238E27FC236}">
                        <a16:creationId xmlns:a16="http://schemas.microsoft.com/office/drawing/2014/main" id="{E6CC2596-42FA-77E0-6416-D854F959EC39}"/>
                      </a:ext>
                    </a:extLst>
                  </p:cNvPr>
                  <p:cNvSpPr/>
                  <p:nvPr/>
                </p:nvSpPr>
                <p:spPr>
                  <a:xfrm>
                    <a:off x="4665215" y="2390018"/>
                    <a:ext cx="624017" cy="371446"/>
                  </a:xfrm>
                  <a:prstGeom prst="rect">
                    <a:avLst/>
                  </a:prstGeom>
                  <a:ln>
                    <a:noFill/>
                  </a:ln>
                </p:spPr>
                <p:txBody>
                  <a:bodyPr wrap="square">
                    <a:spAutoFit/>
                  </a:bodyPr>
                  <a:lstStyle/>
                  <a:p>
                    <a:pPr algn="ctr" defTabSz="1218900">
                      <a:lnSpc>
                        <a:spcPts val="1100"/>
                      </a:lnSpc>
                      <a:defRPr/>
                    </a:pPr>
                    <a:r>
                      <a:rPr lang="en-US" altLang="zh-CN" sz="900">
                        <a:solidFill>
                          <a:srgbClr val="08312A"/>
                        </a:solidFill>
                        <a:latin typeface="Boehringer Forward Text"/>
                        <a:cs typeface="Calibri" panose="020F0502020204030204" pitchFamily="34" charset="0"/>
                      </a:rPr>
                      <a:t>DL</a:t>
                    </a:r>
                  </a:p>
                  <a:p>
                    <a:pPr algn="ctr" defTabSz="1218900">
                      <a:lnSpc>
                        <a:spcPts val="1100"/>
                      </a:lnSpc>
                      <a:defRPr/>
                    </a:pPr>
                    <a:r>
                      <a:rPr lang="en-US" altLang="zh-CN" sz="900">
                        <a:solidFill>
                          <a:srgbClr val="08312A"/>
                        </a:solidFill>
                        <a:latin typeface="Boehringer Forward Text"/>
                        <a:cs typeface="Calibri" panose="020F0502020204030204" pitchFamily="34" charset="0"/>
                      </a:rPr>
                      <a:t>Nov</a:t>
                    </a:r>
                    <a:endParaRPr lang="zh-CN" altLang="en-US" sz="900">
                      <a:solidFill>
                        <a:srgbClr val="08312A"/>
                      </a:solidFill>
                      <a:latin typeface="Boehringer Forward Text"/>
                      <a:cs typeface="Calibri" panose="020F0502020204030204" pitchFamily="34" charset="0"/>
                    </a:endParaRPr>
                  </a:p>
                </p:txBody>
              </p:sp>
              <p:sp>
                <p:nvSpPr>
                  <p:cNvPr id="19501" name="Isosceles Triangle 324">
                    <a:extLst>
                      <a:ext uri="{FF2B5EF4-FFF2-40B4-BE49-F238E27FC236}">
                        <a16:creationId xmlns:a16="http://schemas.microsoft.com/office/drawing/2014/main" id="{7000E9C7-D90C-01BD-3453-396AAC333C6B}"/>
                      </a:ext>
                    </a:extLst>
                  </p:cNvPr>
                  <p:cNvSpPr/>
                  <p:nvPr/>
                </p:nvSpPr>
                <p:spPr>
                  <a:xfrm>
                    <a:off x="4848453" y="2258895"/>
                    <a:ext cx="85635" cy="108179"/>
                  </a:xfrm>
                  <a:prstGeom prst="triangl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cxnSp>
              <p:nvCxnSpPr>
                <p:cNvPr id="19497" name="直接箭头连接符 17">
                  <a:extLst>
                    <a:ext uri="{FF2B5EF4-FFF2-40B4-BE49-F238E27FC236}">
                      <a16:creationId xmlns:a16="http://schemas.microsoft.com/office/drawing/2014/main" id="{51B1FD35-E0C2-DF83-98FD-E5A418741C81}"/>
                    </a:ext>
                  </a:extLst>
                </p:cNvPr>
                <p:cNvCxnSpPr>
                  <a:cxnSpLocks/>
                  <a:stCxn id="19501" idx="0"/>
                  <a:endCxn id="19503" idx="0"/>
                </p:cNvCxnSpPr>
                <p:nvPr/>
              </p:nvCxnSpPr>
              <p:spPr bwMode="gray">
                <a:xfrm flipV="1">
                  <a:off x="7693896" y="3547823"/>
                  <a:ext cx="697649" cy="7588"/>
                </a:xfrm>
                <a:prstGeom prst="straightConnector1">
                  <a:avLst/>
                </a:prstGeom>
                <a:solidFill>
                  <a:schemeClr val="accent1"/>
                </a:solidFill>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98" name="直接箭头连接符 27">
                  <a:extLst>
                    <a:ext uri="{FF2B5EF4-FFF2-40B4-BE49-F238E27FC236}">
                      <a16:creationId xmlns:a16="http://schemas.microsoft.com/office/drawing/2014/main" id="{C822A7E8-D28E-6BE1-1962-72E693145B95}"/>
                    </a:ext>
                  </a:extLst>
                </p:cNvPr>
                <p:cNvCxnSpPr>
                  <a:cxnSpLocks/>
                  <a:stCxn id="19503" idx="0"/>
                </p:cNvCxnSpPr>
                <p:nvPr/>
              </p:nvCxnSpPr>
              <p:spPr bwMode="gray">
                <a:xfrm>
                  <a:off x="8391545" y="3547823"/>
                  <a:ext cx="967069" cy="10525"/>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499" name="矩形: 圆角 29">
                  <a:extLst>
                    <a:ext uri="{FF2B5EF4-FFF2-40B4-BE49-F238E27FC236}">
                      <a16:creationId xmlns:a16="http://schemas.microsoft.com/office/drawing/2014/main" id="{20FB5AB1-0089-2E0C-7F98-19F8E83227AF}"/>
                    </a:ext>
                  </a:extLst>
                </p:cNvPr>
                <p:cNvSpPr/>
                <p:nvPr/>
              </p:nvSpPr>
              <p:spPr bwMode="gray">
                <a:xfrm>
                  <a:off x="7551221" y="3493315"/>
                  <a:ext cx="2069150" cy="599483"/>
                </a:xfrm>
                <a:prstGeom prst="roundRect">
                  <a:avLst/>
                </a:prstGeom>
                <a:noFill/>
                <a:ln w="63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zh-CN" altLang="en-US" sz="1600">
                    <a:solidFill>
                      <a:prstClr val="black"/>
                    </a:solidFill>
                    <a:latin typeface="Boehringer Forward Text"/>
                  </a:endParaRPr>
                </a:p>
              </p:txBody>
            </p:sp>
          </p:grpSp>
        </p:grpSp>
        <p:grpSp>
          <p:nvGrpSpPr>
            <p:cNvPr id="29" name="组合 298">
              <a:extLst>
                <a:ext uri="{FF2B5EF4-FFF2-40B4-BE49-F238E27FC236}">
                  <a16:creationId xmlns:a16="http://schemas.microsoft.com/office/drawing/2014/main" id="{FE978C9E-5813-7929-F4E1-1F476F1B0918}"/>
                </a:ext>
              </a:extLst>
            </p:cNvPr>
            <p:cNvGrpSpPr/>
            <p:nvPr/>
          </p:nvGrpSpPr>
          <p:grpSpPr>
            <a:xfrm>
              <a:off x="2932307" y="5325351"/>
              <a:ext cx="4991389" cy="913089"/>
              <a:chOff x="2932307" y="3555411"/>
              <a:chExt cx="4991389" cy="913089"/>
            </a:xfrm>
          </p:grpSpPr>
          <p:grpSp>
            <p:nvGrpSpPr>
              <p:cNvPr id="19476" name="Group 322">
                <a:extLst>
                  <a:ext uri="{FF2B5EF4-FFF2-40B4-BE49-F238E27FC236}">
                    <a16:creationId xmlns:a16="http://schemas.microsoft.com/office/drawing/2014/main" id="{A57E9AC9-D2DF-08DA-269B-79C599910B2F}"/>
                  </a:ext>
                </a:extLst>
              </p:cNvPr>
              <p:cNvGrpSpPr/>
              <p:nvPr/>
            </p:nvGrpSpPr>
            <p:grpSpPr>
              <a:xfrm>
                <a:off x="2932307" y="3620184"/>
                <a:ext cx="1008407" cy="607317"/>
                <a:chOff x="4281896" y="2271074"/>
                <a:chExt cx="1157495" cy="607315"/>
              </a:xfrm>
            </p:grpSpPr>
            <p:sp>
              <p:nvSpPr>
                <p:cNvPr id="19492" name="Rectangle 73">
                  <a:extLst>
                    <a:ext uri="{FF2B5EF4-FFF2-40B4-BE49-F238E27FC236}">
                      <a16:creationId xmlns:a16="http://schemas.microsoft.com/office/drawing/2014/main" id="{6CAFDE8B-0229-F0D5-A99C-7826380F642F}"/>
                    </a:ext>
                  </a:extLst>
                </p:cNvPr>
                <p:cNvSpPr/>
                <p:nvPr/>
              </p:nvSpPr>
              <p:spPr>
                <a:xfrm>
                  <a:off x="4281896" y="2365878"/>
                  <a:ext cx="1157495" cy="512511"/>
                </a:xfrm>
                <a:prstGeom prst="rect">
                  <a:avLst/>
                </a:prstGeom>
              </p:spPr>
              <p:txBody>
                <a:bodyPr wrap="square">
                  <a:spAutoFit/>
                </a:bodyPr>
                <a:lstStyle/>
                <a:p>
                  <a:pPr algn="ctr" defTabSz="1218900">
                    <a:lnSpc>
                      <a:spcPts val="1100"/>
                    </a:lnSpc>
                    <a:defRPr/>
                  </a:pPr>
                  <a:r>
                    <a:rPr lang="en-US" altLang="zh-CN" sz="900">
                      <a:solidFill>
                        <a:prstClr val="black"/>
                      </a:solidFill>
                      <a:latin typeface="Boehringer Forward Text"/>
                      <a:cs typeface="Calibri" panose="020F0502020204030204" pitchFamily="34" charset="0"/>
                    </a:rPr>
                    <a:t>Inspection: </a:t>
                  </a:r>
                </a:p>
                <a:p>
                  <a:pPr algn="ctr" defTabSz="1218900">
                    <a:lnSpc>
                      <a:spcPts val="1100"/>
                    </a:lnSpc>
                    <a:defRPr/>
                  </a:pPr>
                  <a:r>
                    <a:rPr lang="en-US" altLang="zh-CN" sz="900">
                      <a:solidFill>
                        <a:prstClr val="black"/>
                      </a:solidFill>
                      <a:latin typeface="Boehringer Forward Text"/>
                      <a:cs typeface="Calibri" panose="020F0502020204030204" pitchFamily="34" charset="0"/>
                    </a:rPr>
                    <a:t>Notification</a:t>
                  </a:r>
                </a:p>
                <a:p>
                  <a:pPr algn="ctr" defTabSz="1218900">
                    <a:lnSpc>
                      <a:spcPts val="1100"/>
                    </a:lnSpc>
                    <a:defRPr/>
                  </a:pPr>
                  <a:r>
                    <a:rPr lang="en-US" altLang="zh-CN" sz="900">
                      <a:solidFill>
                        <a:prstClr val="black"/>
                      </a:solidFill>
                      <a:latin typeface="Boehringer Forward Text"/>
                      <a:cs typeface="Calibri" panose="020F0502020204030204" pitchFamily="34" charset="0"/>
                    </a:rPr>
                    <a:t>13Mar</a:t>
                  </a:r>
                  <a:endParaRPr lang="zh-CN" altLang="en-US" sz="900">
                    <a:solidFill>
                      <a:prstClr val="black"/>
                    </a:solidFill>
                    <a:latin typeface="Boehringer Forward Text"/>
                    <a:cs typeface="Calibri" panose="020F0502020204030204" pitchFamily="34" charset="0"/>
                  </a:endParaRPr>
                </a:p>
              </p:txBody>
            </p:sp>
            <p:sp>
              <p:nvSpPr>
                <p:cNvPr id="19493" name="Isosceles Triangle 324">
                  <a:extLst>
                    <a:ext uri="{FF2B5EF4-FFF2-40B4-BE49-F238E27FC236}">
                      <a16:creationId xmlns:a16="http://schemas.microsoft.com/office/drawing/2014/main" id="{BB2B6720-1861-5A37-EAE4-810D3BD699CC}"/>
                    </a:ext>
                  </a:extLst>
                </p:cNvPr>
                <p:cNvSpPr/>
                <p:nvPr/>
              </p:nvSpPr>
              <p:spPr>
                <a:xfrm rot="5400000">
                  <a:off x="4855518" y="2255896"/>
                  <a:ext cx="95595" cy="125951"/>
                </a:xfrm>
                <a:prstGeom prst="flowChartDecision">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cxnSp>
            <p:nvCxnSpPr>
              <p:cNvPr id="19477" name="连接符: 肘形 264">
                <a:extLst>
                  <a:ext uri="{FF2B5EF4-FFF2-40B4-BE49-F238E27FC236}">
                    <a16:creationId xmlns:a16="http://schemas.microsoft.com/office/drawing/2014/main" id="{3C718A1D-CB85-0097-0902-9A6C9AEF8A3F}"/>
                  </a:ext>
                </a:extLst>
              </p:cNvPr>
              <p:cNvCxnSpPr>
                <a:cxnSpLocks/>
                <a:stCxn id="19492" idx="2"/>
              </p:cNvCxnSpPr>
              <p:nvPr/>
            </p:nvCxnSpPr>
            <p:spPr bwMode="gray">
              <a:xfrm rot="16200000" flipH="1">
                <a:off x="4153210" y="3510801"/>
                <a:ext cx="193202" cy="1626601"/>
              </a:xfrm>
              <a:prstGeom prst="bentConnector2">
                <a:avLst/>
              </a:prstGeom>
              <a:ln>
                <a:tailEnd type="triangle"/>
              </a:ln>
            </p:spPr>
            <p:style>
              <a:lnRef idx="1">
                <a:schemeClr val="accent5"/>
              </a:lnRef>
              <a:fillRef idx="0">
                <a:schemeClr val="accent5"/>
              </a:fillRef>
              <a:effectRef idx="0">
                <a:schemeClr val="accent5"/>
              </a:effectRef>
              <a:fontRef idx="minor">
                <a:schemeClr val="tx1"/>
              </a:fontRef>
            </p:style>
          </p:cxnSp>
          <p:grpSp>
            <p:nvGrpSpPr>
              <p:cNvPr id="19478" name="组合 274">
                <a:extLst>
                  <a:ext uri="{FF2B5EF4-FFF2-40B4-BE49-F238E27FC236}">
                    <a16:creationId xmlns:a16="http://schemas.microsoft.com/office/drawing/2014/main" id="{6FBEC06F-8D1D-AB13-421D-530623A3DC54}"/>
                  </a:ext>
                </a:extLst>
              </p:cNvPr>
              <p:cNvGrpSpPr/>
              <p:nvPr/>
            </p:nvGrpSpPr>
            <p:grpSpPr>
              <a:xfrm>
                <a:off x="4236658" y="4008569"/>
                <a:ext cx="1121931" cy="459930"/>
                <a:chOff x="4152554" y="3541195"/>
                <a:chExt cx="1121931" cy="459930"/>
              </a:xfrm>
            </p:grpSpPr>
            <p:sp>
              <p:nvSpPr>
                <p:cNvPr id="19490" name="Rectangle 73">
                  <a:extLst>
                    <a:ext uri="{FF2B5EF4-FFF2-40B4-BE49-F238E27FC236}">
                      <a16:creationId xmlns:a16="http://schemas.microsoft.com/office/drawing/2014/main" id="{6B5C77B5-EB0A-1FB3-B432-00E4A08D2E5D}"/>
                    </a:ext>
                  </a:extLst>
                </p:cNvPr>
                <p:cNvSpPr/>
                <p:nvPr/>
              </p:nvSpPr>
              <p:spPr>
                <a:xfrm>
                  <a:off x="4152554" y="3541195"/>
                  <a:ext cx="1121931" cy="371447"/>
                </a:xfrm>
                <a:prstGeom prst="rect">
                  <a:avLst/>
                </a:prstGeom>
              </p:spPr>
              <p:txBody>
                <a:bodyPr wrap="square">
                  <a:spAutoFit/>
                </a:bodyPr>
                <a:lstStyle/>
                <a:p>
                  <a:pPr algn="ctr" defTabSz="1218900">
                    <a:lnSpc>
                      <a:spcPts val="1100"/>
                    </a:lnSpc>
                    <a:defRPr/>
                  </a:pPr>
                  <a:r>
                    <a:rPr lang="en-US" altLang="zh-CN" sz="900" dirty="0">
                      <a:solidFill>
                        <a:srgbClr val="F58A68"/>
                      </a:solidFill>
                      <a:latin typeface="Boehringer Forward Text"/>
                      <a:cs typeface="Calibri" panose="020F0502020204030204" pitchFamily="34" charset="0"/>
                    </a:rPr>
                    <a:t>Inspection: </a:t>
                  </a:r>
                </a:p>
                <a:p>
                  <a:pPr algn="ctr" defTabSz="1218900">
                    <a:lnSpc>
                      <a:spcPts val="1100"/>
                    </a:lnSpc>
                    <a:defRPr/>
                  </a:pPr>
                  <a:r>
                    <a:rPr lang="en-US" altLang="zh-CN" sz="900" dirty="0">
                      <a:solidFill>
                        <a:srgbClr val="F58A68"/>
                      </a:solidFill>
                      <a:latin typeface="Boehringer Forward Text"/>
                      <a:cs typeface="Calibri" panose="020F0502020204030204" pitchFamily="34" charset="0"/>
                    </a:rPr>
                    <a:t>On-site May</a:t>
                  </a:r>
                  <a:endParaRPr lang="zh-CN" altLang="en-US" sz="900" dirty="0">
                    <a:solidFill>
                      <a:srgbClr val="F58A68"/>
                    </a:solidFill>
                    <a:latin typeface="Boehringer Forward Text"/>
                    <a:cs typeface="Calibri" panose="020F0502020204030204" pitchFamily="34" charset="0"/>
                  </a:endParaRPr>
                </a:p>
              </p:txBody>
            </p:sp>
            <p:sp>
              <p:nvSpPr>
                <p:cNvPr id="19491" name="Isosceles Triangle 324">
                  <a:extLst>
                    <a:ext uri="{FF2B5EF4-FFF2-40B4-BE49-F238E27FC236}">
                      <a16:creationId xmlns:a16="http://schemas.microsoft.com/office/drawing/2014/main" id="{9D7ABE9F-20C8-9568-7A60-AB3AF5A128D9}"/>
                    </a:ext>
                  </a:extLst>
                </p:cNvPr>
                <p:cNvSpPr/>
                <p:nvPr/>
              </p:nvSpPr>
              <p:spPr>
                <a:xfrm rot="5400000">
                  <a:off x="4990653" y="3898464"/>
                  <a:ext cx="95595" cy="109728"/>
                </a:xfrm>
                <a:prstGeom prst="flowChartDecision">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grpSp>
            <p:nvGrpSpPr>
              <p:cNvPr id="19479" name="组合 275">
                <a:extLst>
                  <a:ext uri="{FF2B5EF4-FFF2-40B4-BE49-F238E27FC236}">
                    <a16:creationId xmlns:a16="http://schemas.microsoft.com/office/drawing/2014/main" id="{740D6536-30C0-8254-10C0-89EA15D22CBF}"/>
                  </a:ext>
                </a:extLst>
              </p:cNvPr>
              <p:cNvGrpSpPr/>
              <p:nvPr/>
            </p:nvGrpSpPr>
            <p:grpSpPr>
              <a:xfrm>
                <a:off x="5468399" y="4029568"/>
                <a:ext cx="1326224" cy="438932"/>
                <a:chOff x="4486607" y="3565369"/>
                <a:chExt cx="1326224" cy="438932"/>
              </a:xfrm>
            </p:grpSpPr>
            <p:sp>
              <p:nvSpPr>
                <p:cNvPr id="19488" name="Rectangle 73">
                  <a:extLst>
                    <a:ext uri="{FF2B5EF4-FFF2-40B4-BE49-F238E27FC236}">
                      <a16:creationId xmlns:a16="http://schemas.microsoft.com/office/drawing/2014/main" id="{7B3A7A2D-659A-8705-4BE5-11FEDEFE52F4}"/>
                    </a:ext>
                  </a:extLst>
                </p:cNvPr>
                <p:cNvSpPr/>
                <p:nvPr/>
              </p:nvSpPr>
              <p:spPr>
                <a:xfrm>
                  <a:off x="4486607" y="3565369"/>
                  <a:ext cx="1326224" cy="371447"/>
                </a:xfrm>
                <a:prstGeom prst="rect">
                  <a:avLst/>
                </a:prstGeom>
              </p:spPr>
              <p:txBody>
                <a:bodyPr wrap="square">
                  <a:spAutoFit/>
                </a:bodyPr>
                <a:lstStyle/>
                <a:p>
                  <a:pPr algn="ctr" defTabSz="1218900">
                    <a:lnSpc>
                      <a:spcPts val="1100"/>
                    </a:lnSpc>
                    <a:defRPr/>
                  </a:pPr>
                  <a:r>
                    <a:rPr lang="en-US" altLang="zh-CN" sz="900">
                      <a:solidFill>
                        <a:srgbClr val="F58A68"/>
                      </a:solidFill>
                      <a:latin typeface="Boehringer Forward Text"/>
                      <a:cs typeface="Calibri" panose="020F0502020204030204" pitchFamily="34" charset="0"/>
                    </a:rPr>
                    <a:t>Inspection: </a:t>
                  </a:r>
                </a:p>
                <a:p>
                  <a:pPr algn="ctr" defTabSz="1218900">
                    <a:lnSpc>
                      <a:spcPts val="1100"/>
                    </a:lnSpc>
                    <a:defRPr/>
                  </a:pPr>
                  <a:r>
                    <a:rPr lang="en-US" altLang="zh-CN" sz="900">
                      <a:solidFill>
                        <a:srgbClr val="F58A68"/>
                      </a:solidFill>
                      <a:latin typeface="Boehringer Forward Text"/>
                      <a:cs typeface="Calibri" panose="020F0502020204030204" pitchFamily="34" charset="0"/>
                    </a:rPr>
                    <a:t>CFDI conclusion Jul</a:t>
                  </a:r>
                  <a:endParaRPr lang="zh-CN" altLang="en-US" sz="900">
                    <a:solidFill>
                      <a:srgbClr val="F58A68"/>
                    </a:solidFill>
                    <a:latin typeface="Boehringer Forward Text"/>
                    <a:cs typeface="Calibri" panose="020F0502020204030204" pitchFamily="34" charset="0"/>
                  </a:endParaRPr>
                </a:p>
              </p:txBody>
            </p:sp>
            <p:sp>
              <p:nvSpPr>
                <p:cNvPr id="19489" name="Isosceles Triangle 324">
                  <a:extLst>
                    <a:ext uri="{FF2B5EF4-FFF2-40B4-BE49-F238E27FC236}">
                      <a16:creationId xmlns:a16="http://schemas.microsoft.com/office/drawing/2014/main" id="{A3531402-8B32-C633-C878-3AA554044A1D}"/>
                    </a:ext>
                  </a:extLst>
                </p:cNvPr>
                <p:cNvSpPr/>
                <p:nvPr/>
              </p:nvSpPr>
              <p:spPr>
                <a:xfrm rot="5400000">
                  <a:off x="5111178" y="3901640"/>
                  <a:ext cx="95595" cy="109728"/>
                </a:xfrm>
                <a:prstGeom prst="flowChartDecision">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cxnSp>
            <p:nvCxnSpPr>
              <p:cNvPr id="19480" name="连接符: 肘形 282">
                <a:extLst>
                  <a:ext uri="{FF2B5EF4-FFF2-40B4-BE49-F238E27FC236}">
                    <a16:creationId xmlns:a16="http://schemas.microsoft.com/office/drawing/2014/main" id="{EA89A34D-C9C8-D64A-8EFC-E2970D9AA811}"/>
                  </a:ext>
                </a:extLst>
              </p:cNvPr>
              <p:cNvCxnSpPr>
                <a:cxnSpLocks/>
                <a:stCxn id="19491" idx="0"/>
                <a:endCxn id="19489" idx="2"/>
              </p:cNvCxnSpPr>
              <p:nvPr/>
            </p:nvCxnSpPr>
            <p:spPr bwMode="gray">
              <a:xfrm>
                <a:off x="5177419" y="4420703"/>
                <a:ext cx="908485" cy="1"/>
              </a:xfrm>
              <a:prstGeom prst="bent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grpSp>
            <p:nvGrpSpPr>
              <p:cNvPr id="19481" name="Group 322">
                <a:extLst>
                  <a:ext uri="{FF2B5EF4-FFF2-40B4-BE49-F238E27FC236}">
                    <a16:creationId xmlns:a16="http://schemas.microsoft.com/office/drawing/2014/main" id="{55828A33-BD18-6C33-6B2C-8056383F1BE7}"/>
                  </a:ext>
                </a:extLst>
              </p:cNvPr>
              <p:cNvGrpSpPr/>
              <p:nvPr/>
            </p:nvGrpSpPr>
            <p:grpSpPr>
              <a:xfrm>
                <a:off x="6313136" y="3620181"/>
                <a:ext cx="1610560" cy="598239"/>
                <a:chOff x="4075004" y="2271075"/>
                <a:chExt cx="1848674" cy="598238"/>
              </a:xfrm>
            </p:grpSpPr>
            <p:sp>
              <p:nvSpPr>
                <p:cNvPr id="19486" name="Rectangle 73">
                  <a:extLst>
                    <a:ext uri="{FF2B5EF4-FFF2-40B4-BE49-F238E27FC236}">
                      <a16:creationId xmlns:a16="http://schemas.microsoft.com/office/drawing/2014/main" id="{3FCCCAD1-19AA-872C-2B1E-2B404E7EAC3F}"/>
                    </a:ext>
                  </a:extLst>
                </p:cNvPr>
                <p:cNvSpPr/>
                <p:nvPr/>
              </p:nvSpPr>
              <p:spPr>
                <a:xfrm>
                  <a:off x="4075004" y="2356801"/>
                  <a:ext cx="1848674" cy="512512"/>
                </a:xfrm>
                <a:prstGeom prst="rect">
                  <a:avLst/>
                </a:prstGeom>
              </p:spPr>
              <p:txBody>
                <a:bodyPr wrap="square">
                  <a:spAutoFit/>
                </a:bodyPr>
                <a:lstStyle/>
                <a:p>
                  <a:pPr algn="ctr" defTabSz="1218900">
                    <a:lnSpc>
                      <a:spcPts val="1100"/>
                    </a:lnSpc>
                    <a:defRPr/>
                  </a:pPr>
                  <a:r>
                    <a:rPr lang="en-US" altLang="zh-CN" sz="900">
                      <a:solidFill>
                        <a:srgbClr val="F58A68"/>
                      </a:solidFill>
                      <a:latin typeface="Boehringer Forward Text"/>
                      <a:cs typeface="Calibri" panose="020F0502020204030204" pitchFamily="34" charset="0"/>
                    </a:rPr>
                    <a:t>Inspection: </a:t>
                  </a:r>
                </a:p>
                <a:p>
                  <a:pPr algn="ctr" defTabSz="1218900">
                    <a:lnSpc>
                      <a:spcPts val="1100"/>
                    </a:lnSpc>
                    <a:defRPr/>
                  </a:pPr>
                  <a:r>
                    <a:rPr lang="en-US" altLang="zh-CN" sz="900">
                      <a:solidFill>
                        <a:srgbClr val="F58A68"/>
                      </a:solidFill>
                      <a:latin typeface="Boehringer Forward Text"/>
                      <a:cs typeface="Calibri" panose="020F0502020204030204" pitchFamily="34" charset="0"/>
                    </a:rPr>
                    <a:t>Report to CDE</a:t>
                  </a:r>
                </a:p>
                <a:p>
                  <a:pPr algn="ctr" defTabSz="1218900">
                    <a:lnSpc>
                      <a:spcPts val="1100"/>
                    </a:lnSpc>
                    <a:defRPr/>
                  </a:pPr>
                  <a:r>
                    <a:rPr lang="en-US" altLang="zh-CN" sz="900">
                      <a:solidFill>
                        <a:srgbClr val="F58A68"/>
                      </a:solidFill>
                      <a:latin typeface="Boehringer Forward Text"/>
                      <a:cs typeface="Calibri" panose="020F0502020204030204" pitchFamily="34" charset="0"/>
                    </a:rPr>
                    <a:t>Sep</a:t>
                  </a:r>
                  <a:endParaRPr lang="zh-CN" altLang="en-US" sz="900">
                    <a:solidFill>
                      <a:srgbClr val="F58A68"/>
                    </a:solidFill>
                    <a:latin typeface="Boehringer Forward Text"/>
                    <a:cs typeface="Calibri" panose="020F0502020204030204" pitchFamily="34" charset="0"/>
                  </a:endParaRPr>
                </a:p>
              </p:txBody>
            </p:sp>
            <p:sp>
              <p:nvSpPr>
                <p:cNvPr id="19487" name="Isosceles Triangle 324">
                  <a:extLst>
                    <a:ext uri="{FF2B5EF4-FFF2-40B4-BE49-F238E27FC236}">
                      <a16:creationId xmlns:a16="http://schemas.microsoft.com/office/drawing/2014/main" id="{A8E546B3-2E4F-3AEC-BDD5-85EB141F584E}"/>
                    </a:ext>
                  </a:extLst>
                </p:cNvPr>
                <p:cNvSpPr/>
                <p:nvPr/>
              </p:nvSpPr>
              <p:spPr>
                <a:xfrm rot="5400000">
                  <a:off x="4943658" y="2255897"/>
                  <a:ext cx="95595" cy="125951"/>
                </a:xfrm>
                <a:prstGeom prst="flowChartDecision">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0000"/>
                    </a:solidFill>
                    <a:latin typeface="Boehringer Forward Text"/>
                  </a:endParaRPr>
                </a:p>
              </p:txBody>
            </p:sp>
          </p:grpSp>
          <p:cxnSp>
            <p:nvCxnSpPr>
              <p:cNvPr id="19482" name="连接符: 肘形 81">
                <a:extLst>
                  <a:ext uri="{FF2B5EF4-FFF2-40B4-BE49-F238E27FC236}">
                    <a16:creationId xmlns:a16="http://schemas.microsoft.com/office/drawing/2014/main" id="{9BBC8435-24CE-BFAC-A74B-531FD2AD106D}"/>
                  </a:ext>
                </a:extLst>
              </p:cNvPr>
              <p:cNvCxnSpPr>
                <a:cxnSpLocks/>
                <a:stCxn id="19489" idx="0"/>
                <a:endCxn id="19486" idx="2"/>
              </p:cNvCxnSpPr>
              <p:nvPr/>
            </p:nvCxnSpPr>
            <p:spPr bwMode="gray">
              <a:xfrm flipV="1">
                <a:off x="6195632" y="4218420"/>
                <a:ext cx="922784" cy="202284"/>
              </a:xfrm>
              <a:prstGeom prst="bentConnector2">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19483" name="直接连接符 88">
                <a:extLst>
                  <a:ext uri="{FF2B5EF4-FFF2-40B4-BE49-F238E27FC236}">
                    <a16:creationId xmlns:a16="http://schemas.microsoft.com/office/drawing/2014/main" id="{C96A3778-E0D4-9678-17B9-2BFD502874BF}"/>
                  </a:ext>
                </a:extLst>
              </p:cNvPr>
              <p:cNvCxnSpPr>
                <a:cxnSpLocks/>
              </p:cNvCxnSpPr>
              <p:nvPr/>
            </p:nvCxnSpPr>
            <p:spPr bwMode="gray">
              <a:xfrm flipH="1">
                <a:off x="3871530" y="3675516"/>
                <a:ext cx="1342521" cy="5015"/>
              </a:xfrm>
              <a:prstGeom prst="line">
                <a:avLst/>
              </a:prstGeom>
              <a:ln>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19484" name="文本框 92">
                <a:extLst>
                  <a:ext uri="{FF2B5EF4-FFF2-40B4-BE49-F238E27FC236}">
                    <a16:creationId xmlns:a16="http://schemas.microsoft.com/office/drawing/2014/main" id="{02F29096-2D6A-4714-2CFE-0C94A5861A8C}"/>
                  </a:ext>
                </a:extLst>
              </p:cNvPr>
              <p:cNvSpPr txBox="1"/>
              <p:nvPr/>
            </p:nvSpPr>
            <p:spPr bwMode="gray">
              <a:xfrm>
                <a:off x="4881256" y="3555411"/>
                <a:ext cx="995977" cy="369332"/>
              </a:xfrm>
              <a:prstGeom prst="rect">
                <a:avLst/>
              </a:prstGeom>
              <a:noFill/>
            </p:spPr>
            <p:txBody>
              <a:bodyPr wrap="square">
                <a:spAutoFit/>
              </a:bodyPr>
              <a:lstStyle/>
              <a:p>
                <a:pPr algn="ctr" defTabSz="1218870" eaLnBrk="0" fontAlgn="base" hangingPunct="0">
                  <a:spcBef>
                    <a:spcPct val="0"/>
                  </a:spcBef>
                  <a:spcAft>
                    <a:spcPct val="0"/>
                  </a:spcAft>
                  <a:defRPr/>
                </a:pPr>
                <a:r>
                  <a:rPr lang="en-US" altLang="zh-CN" sz="900">
                    <a:solidFill>
                      <a:srgbClr val="F58A68"/>
                    </a:solidFill>
                    <a:latin typeface="Boehringer Forward Text"/>
                    <a:cs typeface="Calibri" panose="020F0502020204030204" pitchFamily="34" charset="0"/>
                  </a:rPr>
                  <a:t>GCP Inspection</a:t>
                </a:r>
                <a:endParaRPr lang="zh-CN" altLang="en-US" sz="900">
                  <a:solidFill>
                    <a:srgbClr val="F58A68"/>
                  </a:solidFill>
                  <a:latin typeface="Boehringer Forward Text"/>
                  <a:cs typeface="Calibri" panose="020F0502020204030204" pitchFamily="34" charset="0"/>
                </a:endParaRPr>
              </a:p>
            </p:txBody>
          </p:sp>
          <p:cxnSp>
            <p:nvCxnSpPr>
              <p:cNvPr id="19485" name="直接连接符 287">
                <a:extLst>
                  <a:ext uri="{FF2B5EF4-FFF2-40B4-BE49-F238E27FC236}">
                    <a16:creationId xmlns:a16="http://schemas.microsoft.com/office/drawing/2014/main" id="{C62A0C8F-7CE1-72B6-D462-3DDE0C8C00F3}"/>
                  </a:ext>
                </a:extLst>
              </p:cNvPr>
              <p:cNvCxnSpPr>
                <a:cxnSpLocks/>
                <a:stCxn id="19484" idx="3"/>
              </p:cNvCxnSpPr>
              <p:nvPr/>
            </p:nvCxnSpPr>
            <p:spPr bwMode="gray">
              <a:xfrm>
                <a:off x="5877233" y="3740077"/>
                <a:ext cx="732179" cy="15388"/>
              </a:xfrm>
              <a:prstGeom prst="line">
                <a:avLst/>
              </a:prstGeom>
              <a:ln>
                <a:headEnd type="none" w="med" len="med"/>
                <a:tailEnd type="arrow" w="med" len="med"/>
              </a:ln>
            </p:spPr>
            <p:style>
              <a:lnRef idx="1">
                <a:schemeClr val="accent5"/>
              </a:lnRef>
              <a:fillRef idx="0">
                <a:schemeClr val="accent5"/>
              </a:fillRef>
              <a:effectRef idx="0">
                <a:schemeClr val="accent5"/>
              </a:effectRef>
              <a:fontRef idx="minor">
                <a:schemeClr val="tx1"/>
              </a:fontRef>
            </p:style>
          </p:cxnSp>
        </p:grpSp>
        <p:grpSp>
          <p:nvGrpSpPr>
            <p:cNvPr id="30" name="组合 105">
              <a:extLst>
                <a:ext uri="{FF2B5EF4-FFF2-40B4-BE49-F238E27FC236}">
                  <a16:creationId xmlns:a16="http://schemas.microsoft.com/office/drawing/2014/main" id="{DEE5B01C-2FB6-99CE-6655-78F437AE2261}"/>
                </a:ext>
              </a:extLst>
            </p:cNvPr>
            <p:cNvGrpSpPr/>
            <p:nvPr/>
          </p:nvGrpSpPr>
          <p:grpSpPr>
            <a:xfrm>
              <a:off x="2965436" y="4123097"/>
              <a:ext cx="5660382" cy="1133472"/>
              <a:chOff x="3156812" y="3145637"/>
              <a:chExt cx="5660382" cy="1133472"/>
            </a:xfrm>
          </p:grpSpPr>
          <p:grpSp>
            <p:nvGrpSpPr>
              <p:cNvPr id="31" name="组合 301">
                <a:extLst>
                  <a:ext uri="{FF2B5EF4-FFF2-40B4-BE49-F238E27FC236}">
                    <a16:creationId xmlns:a16="http://schemas.microsoft.com/office/drawing/2014/main" id="{4962F38E-FE65-4144-A971-D3D9DDA35E9E}"/>
                  </a:ext>
                </a:extLst>
              </p:cNvPr>
              <p:cNvGrpSpPr/>
              <p:nvPr/>
            </p:nvGrpSpPr>
            <p:grpSpPr>
              <a:xfrm>
                <a:off x="3156812" y="3145637"/>
                <a:ext cx="5660382" cy="1133472"/>
                <a:chOff x="2928528" y="4531961"/>
                <a:chExt cx="5660382" cy="1133472"/>
              </a:xfrm>
            </p:grpSpPr>
            <p:grpSp>
              <p:nvGrpSpPr>
                <p:cNvPr id="19459" name="Group 322">
                  <a:extLst>
                    <a:ext uri="{FF2B5EF4-FFF2-40B4-BE49-F238E27FC236}">
                      <a16:creationId xmlns:a16="http://schemas.microsoft.com/office/drawing/2014/main" id="{ADB8C27F-3282-043E-A1F6-6F4050675F06}"/>
                    </a:ext>
                  </a:extLst>
                </p:cNvPr>
                <p:cNvGrpSpPr/>
                <p:nvPr/>
              </p:nvGrpSpPr>
              <p:grpSpPr>
                <a:xfrm>
                  <a:off x="2928528" y="5148561"/>
                  <a:ext cx="1188291" cy="448301"/>
                  <a:chOff x="4277561" y="3799449"/>
                  <a:chExt cx="1363975" cy="448300"/>
                </a:xfrm>
              </p:grpSpPr>
              <p:sp>
                <p:nvSpPr>
                  <p:cNvPr id="19474" name="Rectangle 73">
                    <a:extLst>
                      <a:ext uri="{FF2B5EF4-FFF2-40B4-BE49-F238E27FC236}">
                        <a16:creationId xmlns:a16="http://schemas.microsoft.com/office/drawing/2014/main" id="{098B16D5-DD20-9D0B-56D3-D9286A92D5D4}"/>
                      </a:ext>
                    </a:extLst>
                  </p:cNvPr>
                  <p:cNvSpPr/>
                  <p:nvPr/>
                </p:nvSpPr>
                <p:spPr>
                  <a:xfrm>
                    <a:off x="4277561" y="3799449"/>
                    <a:ext cx="1363975" cy="371447"/>
                  </a:xfrm>
                  <a:prstGeom prst="rect">
                    <a:avLst/>
                  </a:prstGeom>
                  <a:ln>
                    <a:noFill/>
                  </a:ln>
                </p:spPr>
                <p:txBody>
                  <a:bodyPr wrap="square">
                    <a:spAutoFit/>
                  </a:bodyPr>
                  <a:lstStyle/>
                  <a:p>
                    <a:pPr algn="ctr" defTabSz="1218900">
                      <a:lnSpc>
                        <a:spcPts val="1100"/>
                      </a:lnSpc>
                      <a:defRPr/>
                    </a:pPr>
                    <a:r>
                      <a:rPr lang="en-US" altLang="zh-CN" sz="900">
                        <a:solidFill>
                          <a:srgbClr val="00E47C"/>
                        </a:solidFill>
                        <a:latin typeface="Boehringer Forward Text"/>
                        <a:cs typeface="Calibri" panose="020F0502020204030204" pitchFamily="34" charset="0"/>
                      </a:rPr>
                      <a:t>Samples: Ready</a:t>
                    </a:r>
                  </a:p>
                  <a:p>
                    <a:pPr algn="ctr" defTabSz="1218900">
                      <a:lnSpc>
                        <a:spcPts val="1100"/>
                      </a:lnSpc>
                      <a:defRPr/>
                    </a:pPr>
                    <a:r>
                      <a:rPr lang="en-US" altLang="zh-CN" sz="900">
                        <a:solidFill>
                          <a:srgbClr val="00E47C"/>
                        </a:solidFill>
                        <a:latin typeface="Boehringer Forward Text"/>
                        <a:cs typeface="Calibri" panose="020F0502020204030204" pitchFamily="34" charset="0"/>
                      </a:rPr>
                      <a:t>Mar</a:t>
                    </a:r>
                    <a:endParaRPr lang="zh-CN" altLang="en-US" sz="900">
                      <a:solidFill>
                        <a:srgbClr val="00E47C"/>
                      </a:solidFill>
                      <a:latin typeface="Boehringer Forward Text"/>
                      <a:cs typeface="Calibri" panose="020F0502020204030204" pitchFamily="34" charset="0"/>
                    </a:endParaRPr>
                  </a:p>
                </p:txBody>
              </p:sp>
              <p:sp>
                <p:nvSpPr>
                  <p:cNvPr id="19475" name="Isosceles Triangle 324">
                    <a:extLst>
                      <a:ext uri="{FF2B5EF4-FFF2-40B4-BE49-F238E27FC236}">
                        <a16:creationId xmlns:a16="http://schemas.microsoft.com/office/drawing/2014/main" id="{D34905B7-ACA0-AEBA-5837-395C9A339651}"/>
                      </a:ext>
                    </a:extLst>
                  </p:cNvPr>
                  <p:cNvSpPr/>
                  <p:nvPr/>
                </p:nvSpPr>
                <p:spPr>
                  <a:xfrm rot="5400000">
                    <a:off x="4890317" y="4136976"/>
                    <a:ext cx="95595" cy="125951"/>
                  </a:xfrm>
                  <a:prstGeom prst="flowChartDecision">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E47C"/>
                      </a:solidFill>
                      <a:latin typeface="Boehringer Forward Text"/>
                    </a:endParaRPr>
                  </a:p>
                </p:txBody>
              </p:sp>
            </p:grpSp>
            <p:cxnSp>
              <p:nvCxnSpPr>
                <p:cNvPr id="19460" name="连接符: 肘形 303">
                  <a:extLst>
                    <a:ext uri="{FF2B5EF4-FFF2-40B4-BE49-F238E27FC236}">
                      <a16:creationId xmlns:a16="http://schemas.microsoft.com/office/drawing/2014/main" id="{D26456A8-18EA-B048-CD96-F99F9EEB787B}"/>
                    </a:ext>
                  </a:extLst>
                </p:cNvPr>
                <p:cNvCxnSpPr>
                  <a:cxnSpLocks/>
                  <a:stCxn id="19474" idx="0"/>
                  <a:endCxn id="19473" idx="2"/>
                </p:cNvCxnSpPr>
                <p:nvPr/>
              </p:nvCxnSpPr>
              <p:spPr bwMode="gray">
                <a:xfrm rot="5400000" flipH="1" flipV="1">
                  <a:off x="3548827" y="4912220"/>
                  <a:ext cx="210188" cy="262495"/>
                </a:xfrm>
                <a:prstGeom prst="bentConnector2">
                  <a:avLst/>
                </a:prstGeom>
                <a:ln>
                  <a:solidFill>
                    <a:schemeClr val="accent2"/>
                  </a:solidFill>
                  <a:tailEnd type="triangle"/>
                </a:ln>
              </p:spPr>
              <p:style>
                <a:lnRef idx="1">
                  <a:schemeClr val="accent5"/>
                </a:lnRef>
                <a:fillRef idx="0">
                  <a:schemeClr val="accent5"/>
                </a:fillRef>
                <a:effectRef idx="0">
                  <a:schemeClr val="accent5"/>
                </a:effectRef>
                <a:fontRef idx="minor">
                  <a:schemeClr val="tx1"/>
                </a:fontRef>
              </p:style>
            </p:cxnSp>
            <p:grpSp>
              <p:nvGrpSpPr>
                <p:cNvPr id="19461" name="组合 304">
                  <a:extLst>
                    <a:ext uri="{FF2B5EF4-FFF2-40B4-BE49-F238E27FC236}">
                      <a16:creationId xmlns:a16="http://schemas.microsoft.com/office/drawing/2014/main" id="{24FB5332-D417-36C9-723B-24E871802C60}"/>
                    </a:ext>
                  </a:extLst>
                </p:cNvPr>
                <p:cNvGrpSpPr/>
                <p:nvPr/>
              </p:nvGrpSpPr>
              <p:grpSpPr>
                <a:xfrm>
                  <a:off x="3089176" y="4531961"/>
                  <a:ext cx="1519117" cy="454208"/>
                  <a:chOff x="3005072" y="4064587"/>
                  <a:chExt cx="1519117" cy="454208"/>
                </a:xfrm>
              </p:grpSpPr>
              <p:sp>
                <p:nvSpPr>
                  <p:cNvPr id="19472" name="Rectangle 73">
                    <a:extLst>
                      <a:ext uri="{FF2B5EF4-FFF2-40B4-BE49-F238E27FC236}">
                        <a16:creationId xmlns:a16="http://schemas.microsoft.com/office/drawing/2014/main" id="{C712A0FD-30DF-C162-AB76-6E57520A99F9}"/>
                      </a:ext>
                    </a:extLst>
                  </p:cNvPr>
                  <p:cNvSpPr/>
                  <p:nvPr/>
                </p:nvSpPr>
                <p:spPr>
                  <a:xfrm>
                    <a:off x="3005072" y="4064587"/>
                    <a:ext cx="1519117" cy="371448"/>
                  </a:xfrm>
                  <a:prstGeom prst="rect">
                    <a:avLst/>
                  </a:prstGeom>
                  <a:ln>
                    <a:noFill/>
                  </a:ln>
                </p:spPr>
                <p:txBody>
                  <a:bodyPr wrap="square">
                    <a:spAutoFit/>
                  </a:bodyPr>
                  <a:lstStyle/>
                  <a:p>
                    <a:pPr algn="ctr" defTabSz="1218900">
                      <a:lnSpc>
                        <a:spcPts val="1100"/>
                      </a:lnSpc>
                      <a:defRPr/>
                    </a:pPr>
                    <a:r>
                      <a:rPr lang="en-US" altLang="zh-CN" sz="900">
                        <a:solidFill>
                          <a:srgbClr val="00E47C"/>
                        </a:solidFill>
                        <a:latin typeface="Boehringer Forward Text"/>
                        <a:cs typeface="Calibri" panose="020F0502020204030204" pitchFamily="34" charset="0"/>
                      </a:rPr>
                      <a:t>Online sub: NIFDC</a:t>
                    </a:r>
                  </a:p>
                  <a:p>
                    <a:pPr algn="ctr" defTabSz="1218900">
                      <a:lnSpc>
                        <a:spcPts val="1100"/>
                      </a:lnSpc>
                      <a:defRPr/>
                    </a:pPr>
                    <a:r>
                      <a:rPr lang="en-US" altLang="zh-CN" sz="900">
                        <a:solidFill>
                          <a:srgbClr val="00E47C"/>
                        </a:solidFill>
                        <a:latin typeface="Boehringer Forward Text"/>
                        <a:cs typeface="Calibri" panose="020F0502020204030204" pitchFamily="34" charset="0"/>
                      </a:rPr>
                      <a:t>Apr</a:t>
                    </a:r>
                    <a:endParaRPr lang="zh-CN" altLang="en-US" sz="900">
                      <a:solidFill>
                        <a:srgbClr val="00E47C"/>
                      </a:solidFill>
                      <a:latin typeface="Boehringer Forward Text"/>
                      <a:cs typeface="Calibri" panose="020F0502020204030204" pitchFamily="34" charset="0"/>
                    </a:endParaRPr>
                  </a:p>
                </p:txBody>
              </p:sp>
              <p:sp>
                <p:nvSpPr>
                  <p:cNvPr id="19473" name="Isosceles Triangle 324">
                    <a:extLst>
                      <a:ext uri="{FF2B5EF4-FFF2-40B4-BE49-F238E27FC236}">
                        <a16:creationId xmlns:a16="http://schemas.microsoft.com/office/drawing/2014/main" id="{4E9DB944-EA32-490D-D051-787C3EECAD3F}"/>
                      </a:ext>
                    </a:extLst>
                  </p:cNvPr>
                  <p:cNvSpPr/>
                  <p:nvPr/>
                </p:nvSpPr>
                <p:spPr>
                  <a:xfrm rot="5400000">
                    <a:off x="3708131" y="4416134"/>
                    <a:ext cx="95595" cy="109728"/>
                  </a:xfrm>
                  <a:prstGeom prst="flowChartDecision">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E47C"/>
                      </a:solidFill>
                      <a:latin typeface="Boehringer Forward Text"/>
                    </a:endParaRPr>
                  </a:p>
                </p:txBody>
              </p:sp>
            </p:grpSp>
            <p:sp>
              <p:nvSpPr>
                <p:cNvPr id="19463" name="Rectangle 73">
                  <a:extLst>
                    <a:ext uri="{FF2B5EF4-FFF2-40B4-BE49-F238E27FC236}">
                      <a16:creationId xmlns:a16="http://schemas.microsoft.com/office/drawing/2014/main" id="{051515DC-0522-FE89-CA87-71420049460C}"/>
                    </a:ext>
                  </a:extLst>
                </p:cNvPr>
                <p:cNvSpPr/>
                <p:nvPr/>
              </p:nvSpPr>
              <p:spPr>
                <a:xfrm>
                  <a:off x="5101706" y="4947515"/>
                  <a:ext cx="1389905" cy="371448"/>
                </a:xfrm>
                <a:prstGeom prst="rect">
                  <a:avLst/>
                </a:prstGeom>
                <a:ln>
                  <a:noFill/>
                </a:ln>
              </p:spPr>
              <p:txBody>
                <a:bodyPr wrap="square">
                  <a:spAutoFit/>
                </a:bodyPr>
                <a:lstStyle/>
                <a:p>
                  <a:pPr algn="ctr" defTabSz="1218900">
                    <a:lnSpc>
                      <a:spcPts val="1100"/>
                    </a:lnSpc>
                    <a:defRPr/>
                  </a:pPr>
                  <a:r>
                    <a:rPr lang="en-US" altLang="zh-CN" sz="900">
                      <a:solidFill>
                        <a:srgbClr val="00E47C"/>
                      </a:solidFill>
                      <a:latin typeface="Boehringer Forward Text"/>
                      <a:cs typeface="Calibri" panose="020F0502020204030204" pitchFamily="34" charset="0"/>
                    </a:rPr>
                    <a:t>NIFDC: Conduct test</a:t>
                  </a:r>
                </a:p>
                <a:p>
                  <a:pPr algn="ctr" defTabSz="1218900">
                    <a:lnSpc>
                      <a:spcPts val="1100"/>
                    </a:lnSpc>
                    <a:defRPr/>
                  </a:pPr>
                  <a:r>
                    <a:rPr lang="en-US" altLang="zh-CN" sz="900">
                      <a:solidFill>
                        <a:srgbClr val="00E47C"/>
                      </a:solidFill>
                      <a:latin typeface="Boehringer Forward Text"/>
                      <a:cs typeface="Calibri" panose="020F0502020204030204" pitchFamily="34" charset="0"/>
                    </a:rPr>
                    <a:t>90 WDs</a:t>
                  </a:r>
                </a:p>
              </p:txBody>
            </p:sp>
            <p:cxnSp>
              <p:nvCxnSpPr>
                <p:cNvPr id="19464" name="连接符: 肘形 306">
                  <a:extLst>
                    <a:ext uri="{FF2B5EF4-FFF2-40B4-BE49-F238E27FC236}">
                      <a16:creationId xmlns:a16="http://schemas.microsoft.com/office/drawing/2014/main" id="{6643DFE3-706F-929D-4853-50AC68301522}"/>
                    </a:ext>
                  </a:extLst>
                </p:cNvPr>
                <p:cNvCxnSpPr>
                  <a:cxnSpLocks/>
                  <a:stCxn id="19473" idx="0"/>
                  <a:endCxn id="19457" idx="2"/>
                </p:cNvCxnSpPr>
                <p:nvPr/>
              </p:nvCxnSpPr>
              <p:spPr bwMode="gray">
                <a:xfrm flipV="1">
                  <a:off x="3894897" y="4938306"/>
                  <a:ext cx="503800" cy="67"/>
                </a:xfrm>
                <a:prstGeom prst="bentConnector3">
                  <a:avLst>
                    <a:gd name="adj1" fmla="val 50000"/>
                  </a:avLst>
                </a:prstGeom>
                <a:ln>
                  <a:solidFill>
                    <a:schemeClr val="accent2"/>
                  </a:solidFill>
                  <a:tailEnd type="triangle"/>
                </a:ln>
              </p:spPr>
              <p:style>
                <a:lnRef idx="1">
                  <a:schemeClr val="accent5"/>
                </a:lnRef>
                <a:fillRef idx="0">
                  <a:schemeClr val="accent5"/>
                </a:fillRef>
                <a:effectRef idx="0">
                  <a:schemeClr val="accent5"/>
                </a:effectRef>
                <a:fontRef idx="minor">
                  <a:schemeClr val="tx1"/>
                </a:fontRef>
              </p:style>
            </p:cxnSp>
            <p:grpSp>
              <p:nvGrpSpPr>
                <p:cNvPr id="19465" name="Group 322">
                  <a:extLst>
                    <a:ext uri="{FF2B5EF4-FFF2-40B4-BE49-F238E27FC236}">
                      <a16:creationId xmlns:a16="http://schemas.microsoft.com/office/drawing/2014/main" id="{BFDBF178-5952-3C0A-7431-F3FB93A71308}"/>
                    </a:ext>
                  </a:extLst>
                </p:cNvPr>
                <p:cNvGrpSpPr/>
                <p:nvPr/>
              </p:nvGrpSpPr>
              <p:grpSpPr>
                <a:xfrm>
                  <a:off x="6963802" y="5142404"/>
                  <a:ext cx="1625108" cy="468031"/>
                  <a:chOff x="4821868" y="3793294"/>
                  <a:chExt cx="1865373" cy="468030"/>
                </a:xfrm>
              </p:grpSpPr>
              <p:sp>
                <p:nvSpPr>
                  <p:cNvPr id="19470" name="Rectangle 73">
                    <a:extLst>
                      <a:ext uri="{FF2B5EF4-FFF2-40B4-BE49-F238E27FC236}">
                        <a16:creationId xmlns:a16="http://schemas.microsoft.com/office/drawing/2014/main" id="{422A8107-D6D1-29BD-7B04-C7E87D5B3208}"/>
                      </a:ext>
                    </a:extLst>
                  </p:cNvPr>
                  <p:cNvSpPr/>
                  <p:nvPr/>
                </p:nvSpPr>
                <p:spPr>
                  <a:xfrm>
                    <a:off x="4821868" y="3793294"/>
                    <a:ext cx="1865373" cy="371447"/>
                  </a:xfrm>
                  <a:prstGeom prst="rect">
                    <a:avLst/>
                  </a:prstGeom>
                  <a:ln>
                    <a:noFill/>
                  </a:ln>
                </p:spPr>
                <p:txBody>
                  <a:bodyPr wrap="square">
                    <a:spAutoFit/>
                  </a:bodyPr>
                  <a:lstStyle/>
                  <a:p>
                    <a:pPr algn="ctr" defTabSz="1218900">
                      <a:lnSpc>
                        <a:spcPts val="1100"/>
                      </a:lnSpc>
                      <a:defRPr/>
                    </a:pPr>
                    <a:r>
                      <a:rPr lang="en-US" altLang="zh-CN" sz="900">
                        <a:solidFill>
                          <a:srgbClr val="00E47C"/>
                        </a:solidFill>
                        <a:latin typeface="Boehringer Forward Text"/>
                        <a:cs typeface="Calibri" panose="020F0502020204030204" pitchFamily="34" charset="0"/>
                      </a:rPr>
                      <a:t>QC-testing: Report to CDE</a:t>
                    </a:r>
                  </a:p>
                  <a:p>
                    <a:pPr algn="ctr" defTabSz="1218900">
                      <a:lnSpc>
                        <a:spcPts val="1100"/>
                      </a:lnSpc>
                      <a:defRPr/>
                    </a:pPr>
                    <a:r>
                      <a:rPr lang="en-US" altLang="zh-CN" sz="900">
                        <a:solidFill>
                          <a:srgbClr val="00E47C"/>
                        </a:solidFill>
                        <a:latin typeface="Boehringer Forward Text"/>
                        <a:cs typeface="Calibri" panose="020F0502020204030204" pitchFamily="34" charset="0"/>
                      </a:rPr>
                      <a:t>Oct</a:t>
                    </a:r>
                    <a:endParaRPr lang="zh-CN" altLang="en-US" sz="900">
                      <a:solidFill>
                        <a:srgbClr val="00E47C"/>
                      </a:solidFill>
                      <a:latin typeface="Boehringer Forward Text"/>
                      <a:cs typeface="Calibri" panose="020F0502020204030204" pitchFamily="34" charset="0"/>
                    </a:endParaRPr>
                  </a:p>
                </p:txBody>
              </p:sp>
              <p:sp>
                <p:nvSpPr>
                  <p:cNvPr id="19471" name="Isosceles Triangle 324">
                    <a:extLst>
                      <a:ext uri="{FF2B5EF4-FFF2-40B4-BE49-F238E27FC236}">
                        <a16:creationId xmlns:a16="http://schemas.microsoft.com/office/drawing/2014/main" id="{CDCCE919-6957-302D-543B-99C912A2215B}"/>
                      </a:ext>
                    </a:extLst>
                  </p:cNvPr>
                  <p:cNvSpPr/>
                  <p:nvPr/>
                </p:nvSpPr>
                <p:spPr>
                  <a:xfrm rot="5400000">
                    <a:off x="5685416" y="4150551"/>
                    <a:ext cx="95595" cy="125951"/>
                  </a:xfrm>
                  <a:prstGeom prst="flowChartDecision">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E47C"/>
                      </a:solidFill>
                      <a:latin typeface="Boehringer Forward Text"/>
                    </a:endParaRPr>
                  </a:p>
                </p:txBody>
              </p:sp>
            </p:grpSp>
            <p:cxnSp>
              <p:nvCxnSpPr>
                <p:cNvPr id="19466" name="连接符: 肘形 308">
                  <a:extLst>
                    <a:ext uri="{FF2B5EF4-FFF2-40B4-BE49-F238E27FC236}">
                      <a16:creationId xmlns:a16="http://schemas.microsoft.com/office/drawing/2014/main" id="{FB0B966D-9F71-77AA-E32B-39A6AB183161}"/>
                    </a:ext>
                  </a:extLst>
                </p:cNvPr>
                <p:cNvCxnSpPr>
                  <a:cxnSpLocks/>
                  <a:stCxn id="19457" idx="0"/>
                  <a:endCxn id="19470" idx="0"/>
                </p:cNvCxnSpPr>
                <p:nvPr/>
              </p:nvCxnSpPr>
              <p:spPr bwMode="gray">
                <a:xfrm>
                  <a:off x="4508425" y="4938306"/>
                  <a:ext cx="3267931" cy="204098"/>
                </a:xfrm>
                <a:prstGeom prst="bentConnector2">
                  <a:avLst/>
                </a:prstGeom>
                <a:ln>
                  <a:solidFill>
                    <a:schemeClr val="accent2"/>
                  </a:solidFill>
                  <a:tailEnd type="triangle"/>
                </a:ln>
              </p:spPr>
              <p:style>
                <a:lnRef idx="1">
                  <a:schemeClr val="accent5"/>
                </a:lnRef>
                <a:fillRef idx="0">
                  <a:schemeClr val="accent5"/>
                </a:fillRef>
                <a:effectRef idx="0">
                  <a:schemeClr val="accent5"/>
                </a:effectRef>
                <a:fontRef idx="minor">
                  <a:schemeClr val="tx1"/>
                </a:fontRef>
              </p:style>
            </p:cxnSp>
            <p:cxnSp>
              <p:nvCxnSpPr>
                <p:cNvPr id="19467" name="直接连接符 309">
                  <a:extLst>
                    <a:ext uri="{FF2B5EF4-FFF2-40B4-BE49-F238E27FC236}">
                      <a16:creationId xmlns:a16="http://schemas.microsoft.com/office/drawing/2014/main" id="{6781005C-86CE-B2BD-FAA6-E71D0ABD5604}"/>
                    </a:ext>
                  </a:extLst>
                </p:cNvPr>
                <p:cNvCxnSpPr>
                  <a:cxnSpLocks/>
                  <a:stCxn id="19468" idx="1"/>
                  <a:endCxn id="19475" idx="0"/>
                </p:cNvCxnSpPr>
                <p:nvPr/>
              </p:nvCxnSpPr>
              <p:spPr bwMode="gray">
                <a:xfrm flipH="1" flipV="1">
                  <a:off x="3558865" y="5549065"/>
                  <a:ext cx="1747577" cy="952"/>
                </a:xfrm>
                <a:prstGeom prst="line">
                  <a:avLst/>
                </a:prstGeom>
                <a:ln>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19468" name="文本框 310">
                  <a:extLst>
                    <a:ext uri="{FF2B5EF4-FFF2-40B4-BE49-F238E27FC236}">
                      <a16:creationId xmlns:a16="http://schemas.microsoft.com/office/drawing/2014/main" id="{3D03BC98-F951-FC3A-121E-3638B54FC094}"/>
                    </a:ext>
                  </a:extLst>
                </p:cNvPr>
                <p:cNvSpPr txBox="1"/>
                <p:nvPr/>
              </p:nvSpPr>
              <p:spPr bwMode="gray">
                <a:xfrm>
                  <a:off x="5306442" y="5434601"/>
                  <a:ext cx="831631" cy="230832"/>
                </a:xfrm>
                <a:prstGeom prst="rect">
                  <a:avLst/>
                </a:prstGeom>
                <a:noFill/>
                <a:ln>
                  <a:noFill/>
                </a:ln>
              </p:spPr>
              <p:txBody>
                <a:bodyPr wrap="square">
                  <a:spAutoFit/>
                </a:bodyPr>
                <a:lstStyle/>
                <a:p>
                  <a:pPr algn="ctr" defTabSz="1218870" eaLnBrk="0" fontAlgn="base" hangingPunct="0">
                    <a:spcBef>
                      <a:spcPct val="0"/>
                    </a:spcBef>
                    <a:spcAft>
                      <a:spcPct val="0"/>
                    </a:spcAft>
                    <a:defRPr/>
                  </a:pPr>
                  <a:r>
                    <a:rPr lang="en-US" altLang="zh-CN" sz="900">
                      <a:solidFill>
                        <a:srgbClr val="00E47C"/>
                      </a:solidFill>
                      <a:latin typeface="Boehringer Forward Text"/>
                      <a:cs typeface="Calibri" panose="020F0502020204030204" pitchFamily="34" charset="0"/>
                    </a:rPr>
                    <a:t>QC testing </a:t>
                  </a:r>
                  <a:endParaRPr lang="zh-CN" altLang="en-US" sz="900">
                    <a:solidFill>
                      <a:srgbClr val="00E47C"/>
                    </a:solidFill>
                    <a:latin typeface="Boehringer Forward Text"/>
                    <a:cs typeface="Calibri" panose="020F0502020204030204" pitchFamily="34" charset="0"/>
                  </a:endParaRPr>
                </a:p>
              </p:txBody>
            </p:sp>
            <p:cxnSp>
              <p:nvCxnSpPr>
                <p:cNvPr id="19469" name="直接连接符 312">
                  <a:extLst>
                    <a:ext uri="{FF2B5EF4-FFF2-40B4-BE49-F238E27FC236}">
                      <a16:creationId xmlns:a16="http://schemas.microsoft.com/office/drawing/2014/main" id="{2A19E31C-4579-4D8B-EBE9-54B02EE6B36E}"/>
                    </a:ext>
                  </a:extLst>
                </p:cNvPr>
                <p:cNvCxnSpPr>
                  <a:cxnSpLocks/>
                  <a:stCxn id="19468" idx="3"/>
                  <a:endCxn id="19471" idx="2"/>
                </p:cNvCxnSpPr>
                <p:nvPr/>
              </p:nvCxnSpPr>
              <p:spPr bwMode="gray">
                <a:xfrm>
                  <a:off x="6138073" y="5550017"/>
                  <a:ext cx="1564827" cy="12621"/>
                </a:xfrm>
                <a:prstGeom prst="line">
                  <a:avLst/>
                </a:prstGeom>
                <a:ln>
                  <a:headEnd type="none" w="med" len="med"/>
                  <a:tailEnd type="arrow" w="med" len="med"/>
                </a:ln>
              </p:spPr>
              <p:style>
                <a:lnRef idx="1">
                  <a:schemeClr val="accent2"/>
                </a:lnRef>
                <a:fillRef idx="0">
                  <a:schemeClr val="accent2"/>
                </a:fillRef>
                <a:effectRef idx="0">
                  <a:schemeClr val="accent2"/>
                </a:effectRef>
                <a:fontRef idx="minor">
                  <a:schemeClr val="tx1"/>
                </a:fontRef>
              </p:style>
            </p:cxnSp>
          </p:grpSp>
          <p:sp>
            <p:nvSpPr>
              <p:cNvPr id="19456" name="Rectangle 73">
                <a:extLst>
                  <a:ext uri="{FF2B5EF4-FFF2-40B4-BE49-F238E27FC236}">
                    <a16:creationId xmlns:a16="http://schemas.microsoft.com/office/drawing/2014/main" id="{0C8E8BC8-B2AB-87BF-0EC1-57E107028202}"/>
                  </a:ext>
                </a:extLst>
              </p:cNvPr>
              <p:cNvSpPr/>
              <p:nvPr/>
            </p:nvSpPr>
            <p:spPr>
              <a:xfrm>
                <a:off x="4240136" y="3598311"/>
                <a:ext cx="990056" cy="371448"/>
              </a:xfrm>
              <a:prstGeom prst="rect">
                <a:avLst/>
              </a:prstGeom>
              <a:ln>
                <a:noFill/>
              </a:ln>
            </p:spPr>
            <p:txBody>
              <a:bodyPr wrap="square">
                <a:spAutoFit/>
              </a:bodyPr>
              <a:lstStyle/>
              <a:p>
                <a:pPr algn="ctr" defTabSz="1218900">
                  <a:lnSpc>
                    <a:spcPts val="1100"/>
                  </a:lnSpc>
                  <a:defRPr/>
                </a:pPr>
                <a:r>
                  <a:rPr lang="en-US" altLang="zh-CN" sz="900" dirty="0">
                    <a:solidFill>
                      <a:srgbClr val="00E47C"/>
                    </a:solidFill>
                    <a:latin typeface="Boehringer Forward Text"/>
                    <a:cs typeface="Calibri" panose="020F0502020204030204" pitchFamily="34" charset="0"/>
                  </a:rPr>
                  <a:t>Samples: Sub</a:t>
                </a:r>
              </a:p>
              <a:p>
                <a:pPr algn="ctr" defTabSz="1218900">
                  <a:lnSpc>
                    <a:spcPts val="1100"/>
                  </a:lnSpc>
                  <a:defRPr/>
                </a:pPr>
                <a:r>
                  <a:rPr lang="en-US" altLang="zh-CN" sz="900" dirty="0">
                    <a:solidFill>
                      <a:srgbClr val="00E47C"/>
                    </a:solidFill>
                    <a:latin typeface="Boehringer Forward Text"/>
                    <a:cs typeface="Calibri" panose="020F0502020204030204" pitchFamily="34" charset="0"/>
                  </a:rPr>
                  <a:t>End of Apr</a:t>
                </a:r>
                <a:endParaRPr lang="zh-CN" altLang="en-US" sz="900" dirty="0">
                  <a:solidFill>
                    <a:srgbClr val="00E47C"/>
                  </a:solidFill>
                  <a:latin typeface="Boehringer Forward Text"/>
                  <a:cs typeface="Calibri" panose="020F0502020204030204" pitchFamily="34" charset="0"/>
                </a:endParaRPr>
              </a:p>
            </p:txBody>
          </p:sp>
          <p:sp>
            <p:nvSpPr>
              <p:cNvPr id="19457" name="Isosceles Triangle 324">
                <a:extLst>
                  <a:ext uri="{FF2B5EF4-FFF2-40B4-BE49-F238E27FC236}">
                    <a16:creationId xmlns:a16="http://schemas.microsoft.com/office/drawing/2014/main" id="{EDF68711-954C-87B6-3CFF-235232A7B80A}"/>
                  </a:ext>
                </a:extLst>
              </p:cNvPr>
              <p:cNvSpPr/>
              <p:nvPr/>
            </p:nvSpPr>
            <p:spPr>
              <a:xfrm rot="5400000">
                <a:off x="4634047" y="3497117"/>
                <a:ext cx="95595" cy="109728"/>
              </a:xfrm>
              <a:prstGeom prst="flowChartDecision">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9018">
                  <a:defRPr/>
                </a:pPr>
                <a:endParaRPr lang="en-GB" sz="2489">
                  <a:solidFill>
                    <a:srgbClr val="00E47C"/>
                  </a:solidFill>
                  <a:latin typeface="Boehringer Forward Text"/>
                </a:endParaRPr>
              </a:p>
            </p:txBody>
          </p:sp>
        </p:grpSp>
      </p:grpSp>
      <p:sp>
        <p:nvSpPr>
          <p:cNvPr id="19511" name="TextBox 110">
            <a:extLst>
              <a:ext uri="{FF2B5EF4-FFF2-40B4-BE49-F238E27FC236}">
                <a16:creationId xmlns:a16="http://schemas.microsoft.com/office/drawing/2014/main" id="{86D0FD04-2D1D-D6B1-3731-0417B4422612}"/>
              </a:ext>
            </a:extLst>
          </p:cNvPr>
          <p:cNvSpPr txBox="1"/>
          <p:nvPr/>
        </p:nvSpPr>
        <p:spPr>
          <a:xfrm>
            <a:off x="157013" y="4269752"/>
            <a:ext cx="1318823" cy="184666"/>
          </a:xfrm>
          <a:prstGeom prst="rect">
            <a:avLst/>
          </a:prstGeom>
          <a:noFill/>
        </p:spPr>
        <p:txBody>
          <a:bodyPr wrap="none" lIns="0" tIns="0" rIns="0" bIns="0" rtlCol="0">
            <a:spAutoFit/>
          </a:bodyPr>
          <a:lstStyle/>
          <a:p>
            <a:pPr defTabSz="1219080">
              <a:defRPr/>
            </a:pPr>
            <a:r>
              <a:rPr lang="en-US" altLang="zh-CN" sz="1200">
                <a:solidFill>
                  <a:srgbClr val="000000"/>
                </a:solidFill>
                <a:latin typeface="BISansOpti" panose="02000503040000020004" pitchFamily="2" charset="0"/>
                <a:cs typeface="Calibri" panose="020F0502020204030204" pitchFamily="34" charset="0"/>
              </a:rPr>
              <a:t>BLA Review Process</a:t>
            </a:r>
            <a:endParaRPr lang="en-US" sz="1200">
              <a:solidFill>
                <a:srgbClr val="000000"/>
              </a:solidFill>
              <a:latin typeface="BISansOpti" panose="02000503040000020004" pitchFamily="2" charset="0"/>
              <a:cs typeface="Calibri" panose="020F0502020204030204" pitchFamily="34" charset="0"/>
            </a:endParaRPr>
          </a:p>
        </p:txBody>
      </p:sp>
      <p:sp>
        <p:nvSpPr>
          <p:cNvPr id="19528" name="OTLSHAPE_M_39ea6ebc19a94c9fab6ef5006c31df58_Title">
            <a:extLst>
              <a:ext uri="{FF2B5EF4-FFF2-40B4-BE49-F238E27FC236}">
                <a16:creationId xmlns:a16="http://schemas.microsoft.com/office/drawing/2014/main" id="{009DA221-2F15-E496-EE8C-C03D3919D1A0}"/>
              </a:ext>
            </a:extLst>
          </p:cNvPr>
          <p:cNvSpPr txBox="1"/>
          <p:nvPr>
            <p:custDataLst>
              <p:tags r:id="rId3"/>
            </p:custDataLst>
          </p:nvPr>
        </p:nvSpPr>
        <p:spPr>
          <a:xfrm>
            <a:off x="2261150" y="4647368"/>
            <a:ext cx="621791" cy="307777"/>
          </a:xfrm>
          <a:prstGeom prst="rect">
            <a:avLst/>
          </a:prstGeom>
          <a:noFill/>
        </p:spPr>
        <p:txBody>
          <a:bodyPr vert="horz" wrap="square" lIns="0" tIns="0" rIns="0" bIns="0" rtlCol="0" anchor="ctr" anchorCtr="0">
            <a:spAutoFit/>
          </a:bodyPr>
          <a:lstStyle/>
          <a:p>
            <a:pPr algn="ctr" defTabSz="1218870">
              <a:defRPr/>
            </a:pPr>
            <a:r>
              <a:rPr lang="en-US" altLang="zh-CN" sz="1000" b="1" kern="0">
                <a:solidFill>
                  <a:prstClr val="black"/>
                </a:solidFill>
                <a:latin typeface="Calibri" panose="020F0502020204030204" pitchFamily="34" charset="0"/>
                <a:ea typeface="等线" panose="02010600030101010101" pitchFamily="2" charset="-122"/>
                <a:cs typeface="Calibri" panose="020F0502020204030204" pitchFamily="34" charset="0"/>
              </a:rPr>
              <a:t>BLA-acc</a:t>
            </a:r>
          </a:p>
          <a:p>
            <a:pPr algn="ctr" defTabSz="1218870">
              <a:defRPr/>
            </a:pPr>
            <a:r>
              <a:rPr lang="en-US" altLang="zh-CN" sz="1000" b="1" kern="0">
                <a:solidFill>
                  <a:prstClr val="black"/>
                </a:solidFill>
                <a:latin typeface="Calibri" panose="020F0502020204030204" pitchFamily="34" charset="0"/>
                <a:ea typeface="等线" panose="02010600030101010101" pitchFamily="2" charset="-122"/>
                <a:cs typeface="Calibri" panose="020F0502020204030204" pitchFamily="34" charset="0"/>
              </a:rPr>
              <a:t>22Jan</a:t>
            </a:r>
            <a:endParaRPr lang="zh-CN" altLang="en-US" sz="1000" b="1" kern="0">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9529" name="Star: 4 Points 143">
            <a:extLst>
              <a:ext uri="{FF2B5EF4-FFF2-40B4-BE49-F238E27FC236}">
                <a16:creationId xmlns:a16="http://schemas.microsoft.com/office/drawing/2014/main" id="{2F03C0F2-E6DE-5AB4-12C7-D84420B808BB}"/>
              </a:ext>
            </a:extLst>
          </p:cNvPr>
          <p:cNvSpPr/>
          <p:nvPr/>
        </p:nvSpPr>
        <p:spPr bwMode="auto">
          <a:xfrm>
            <a:off x="2471789" y="445085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128" eaLnBrk="0" fontAlgn="base" hangingPunct="0">
              <a:spcBef>
                <a:spcPct val="0"/>
              </a:spcBef>
              <a:spcAft>
                <a:spcPct val="0"/>
              </a:spcAft>
              <a:defRPr/>
            </a:pPr>
            <a:endParaRPr lang="zh-CN" altLang="en-US" sz="2400" kern="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9533" name="文本框 249">
            <a:extLst>
              <a:ext uri="{FF2B5EF4-FFF2-40B4-BE49-F238E27FC236}">
                <a16:creationId xmlns:a16="http://schemas.microsoft.com/office/drawing/2014/main" id="{876656F4-3E47-A428-82D7-9F8AE8045422}"/>
              </a:ext>
            </a:extLst>
          </p:cNvPr>
          <p:cNvSpPr txBox="1"/>
          <p:nvPr/>
        </p:nvSpPr>
        <p:spPr bwMode="gray">
          <a:xfrm>
            <a:off x="2106945" y="5659935"/>
            <a:ext cx="1271131" cy="584775"/>
          </a:xfrm>
          <a:prstGeom prst="rect">
            <a:avLst/>
          </a:prstGeom>
          <a:noFill/>
        </p:spPr>
        <p:txBody>
          <a:bodyPr wrap="square">
            <a:spAutoFit/>
          </a:bodyPr>
          <a:lstStyle/>
          <a:p>
            <a:pPr defTabSz="914377">
              <a:defRPr/>
            </a:pPr>
            <a:r>
              <a:rPr lang="en-US" altLang="zh-CN" sz="800">
                <a:solidFill>
                  <a:prstClr val="black"/>
                </a:solidFill>
                <a:latin typeface="Boehringer Forward Text"/>
              </a:rPr>
              <a:t>sub: submission</a:t>
            </a:r>
          </a:p>
          <a:p>
            <a:pPr defTabSz="914377">
              <a:defRPr/>
            </a:pPr>
            <a:r>
              <a:rPr lang="en-US" altLang="zh-CN" sz="800">
                <a:solidFill>
                  <a:prstClr val="black"/>
                </a:solidFill>
                <a:latin typeface="Boehringer Forward Text"/>
              </a:rPr>
              <a:t>acc: acceptance</a:t>
            </a:r>
          </a:p>
          <a:p>
            <a:pPr defTabSz="914377">
              <a:defRPr/>
            </a:pPr>
            <a:r>
              <a:rPr lang="en-US" altLang="zh-CN" sz="800">
                <a:solidFill>
                  <a:prstClr val="black"/>
                </a:solidFill>
                <a:latin typeface="Boehringer Forward Text"/>
              </a:rPr>
              <a:t>app: approval</a:t>
            </a:r>
          </a:p>
          <a:p>
            <a:pPr defTabSz="914377">
              <a:defRPr/>
            </a:pPr>
            <a:r>
              <a:rPr lang="en-US" altLang="zh-CN" sz="800">
                <a:solidFill>
                  <a:prstClr val="black"/>
                </a:solidFill>
                <a:latin typeface="Boehringer Forward Text"/>
              </a:rPr>
              <a:t>DL: Deficiency Letter</a:t>
            </a:r>
            <a:endParaRPr lang="zh-CN" altLang="en-US" sz="800">
              <a:solidFill>
                <a:prstClr val="black"/>
              </a:solidFill>
              <a:latin typeface="Boehringer Forward Text"/>
            </a:endParaRPr>
          </a:p>
        </p:txBody>
      </p:sp>
      <p:cxnSp>
        <p:nvCxnSpPr>
          <p:cNvPr id="19534" name="直接连接符 76">
            <a:extLst>
              <a:ext uri="{FF2B5EF4-FFF2-40B4-BE49-F238E27FC236}">
                <a16:creationId xmlns:a16="http://schemas.microsoft.com/office/drawing/2014/main" id="{85543FBD-D863-EF4F-1936-0C1072A1A2AD}"/>
              </a:ext>
            </a:extLst>
          </p:cNvPr>
          <p:cNvCxnSpPr>
            <a:cxnSpLocks/>
          </p:cNvCxnSpPr>
          <p:nvPr/>
        </p:nvCxnSpPr>
        <p:spPr bwMode="gray">
          <a:xfrm flipH="1">
            <a:off x="2090048" y="4391455"/>
            <a:ext cx="3253305" cy="22736"/>
          </a:xfrm>
          <a:prstGeom prst="line">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9535" name="文本框 82">
            <a:extLst>
              <a:ext uri="{FF2B5EF4-FFF2-40B4-BE49-F238E27FC236}">
                <a16:creationId xmlns:a16="http://schemas.microsoft.com/office/drawing/2014/main" id="{0C188120-66D5-63A5-22BB-F7F6C0BC7309}"/>
              </a:ext>
            </a:extLst>
          </p:cNvPr>
          <p:cNvSpPr txBox="1"/>
          <p:nvPr/>
        </p:nvSpPr>
        <p:spPr bwMode="gray">
          <a:xfrm>
            <a:off x="6341002" y="4306807"/>
            <a:ext cx="1123671" cy="230832"/>
          </a:xfrm>
          <a:prstGeom prst="rect">
            <a:avLst/>
          </a:prstGeom>
          <a:noFill/>
        </p:spPr>
        <p:txBody>
          <a:bodyPr wrap="square">
            <a:spAutoFit/>
          </a:bodyPr>
          <a:lstStyle/>
          <a:p>
            <a:pPr algn="ctr" defTabSz="1218870" eaLnBrk="0" fontAlgn="base" hangingPunct="0">
              <a:spcBef>
                <a:spcPct val="0"/>
              </a:spcBef>
              <a:spcAft>
                <a:spcPct val="0"/>
              </a:spcAft>
              <a:defRPr/>
            </a:pPr>
            <a:r>
              <a:rPr lang="en-US" altLang="zh-CN" sz="900" b="1">
                <a:solidFill>
                  <a:srgbClr val="2E2D2C"/>
                </a:solidFill>
                <a:latin typeface="Boehringer Forward Text"/>
                <a:cs typeface="Calibri" panose="020F0502020204030204" pitchFamily="34" charset="0"/>
              </a:rPr>
              <a:t>acc</a:t>
            </a:r>
            <a:r>
              <a:rPr lang="zh-CN" altLang="en-US" sz="900" b="1">
                <a:solidFill>
                  <a:srgbClr val="2E2D2C"/>
                </a:solidFill>
                <a:latin typeface="Boehringer Forward Text"/>
                <a:cs typeface="Calibri" panose="020F0502020204030204" pitchFamily="34" charset="0"/>
              </a:rPr>
              <a:t>→</a:t>
            </a:r>
            <a:r>
              <a:rPr lang="en-US" altLang="zh-CN" sz="900" b="1">
                <a:solidFill>
                  <a:srgbClr val="2E2D2C"/>
                </a:solidFill>
                <a:latin typeface="Boehringer Forward Text"/>
                <a:cs typeface="Calibri" panose="020F0502020204030204" pitchFamily="34" charset="0"/>
              </a:rPr>
              <a:t>DL: 200WD</a:t>
            </a:r>
            <a:endParaRPr lang="zh-CN" altLang="en-US" sz="900" b="1">
              <a:solidFill>
                <a:srgbClr val="2E2D2C"/>
              </a:solidFill>
              <a:latin typeface="Boehringer Forward Text"/>
              <a:cs typeface="Calibri" panose="020F0502020204030204" pitchFamily="34" charset="0"/>
            </a:endParaRPr>
          </a:p>
        </p:txBody>
      </p:sp>
      <p:cxnSp>
        <p:nvCxnSpPr>
          <p:cNvPr id="19536" name="直接连接符 83">
            <a:extLst>
              <a:ext uri="{FF2B5EF4-FFF2-40B4-BE49-F238E27FC236}">
                <a16:creationId xmlns:a16="http://schemas.microsoft.com/office/drawing/2014/main" id="{49327557-F144-C393-346A-FD4567BC5AD3}"/>
              </a:ext>
            </a:extLst>
          </p:cNvPr>
          <p:cNvCxnSpPr>
            <a:cxnSpLocks/>
          </p:cNvCxnSpPr>
          <p:nvPr/>
        </p:nvCxnSpPr>
        <p:spPr bwMode="gray">
          <a:xfrm>
            <a:off x="7464672" y="4415936"/>
            <a:ext cx="563021" cy="13525"/>
          </a:xfrm>
          <a:prstGeom prst="line">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9537" name="Oval 19536">
            <a:extLst>
              <a:ext uri="{FF2B5EF4-FFF2-40B4-BE49-F238E27FC236}">
                <a16:creationId xmlns:a16="http://schemas.microsoft.com/office/drawing/2014/main" id="{6479E4A2-1A00-553A-E0B0-DC880CAF3FAB}"/>
              </a:ext>
            </a:extLst>
          </p:cNvPr>
          <p:cNvSpPr/>
          <p:nvPr/>
        </p:nvSpPr>
        <p:spPr bwMode="gray">
          <a:xfrm>
            <a:off x="4169310" y="4694131"/>
            <a:ext cx="1234565" cy="748421"/>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lnSpc>
                <a:spcPct val="140000"/>
              </a:lnSpc>
            </a:pPr>
            <a:endParaRPr lang="zh-CN" altLang="en-US" sz="2133">
              <a:solidFill>
                <a:prstClr val="black"/>
              </a:solidFill>
              <a:latin typeface="Boehringer Forward Text"/>
            </a:endParaRPr>
          </a:p>
        </p:txBody>
      </p:sp>
      <p:grpSp>
        <p:nvGrpSpPr>
          <p:cNvPr id="19632" name="Group 19631">
            <a:extLst>
              <a:ext uri="{FF2B5EF4-FFF2-40B4-BE49-F238E27FC236}">
                <a16:creationId xmlns:a16="http://schemas.microsoft.com/office/drawing/2014/main" id="{0673F367-A3E9-AB8B-80F0-E437A3D58D8A}"/>
              </a:ext>
            </a:extLst>
          </p:cNvPr>
          <p:cNvGrpSpPr/>
          <p:nvPr/>
        </p:nvGrpSpPr>
        <p:grpSpPr>
          <a:xfrm>
            <a:off x="232560" y="1738391"/>
            <a:ext cx="538609" cy="593995"/>
            <a:chOff x="174148" y="1377393"/>
            <a:chExt cx="403957" cy="445496"/>
          </a:xfrm>
        </p:grpSpPr>
        <p:sp>
          <p:nvSpPr>
            <p:cNvPr id="19633" name="TextBox 19632">
              <a:extLst>
                <a:ext uri="{FF2B5EF4-FFF2-40B4-BE49-F238E27FC236}">
                  <a16:creationId xmlns:a16="http://schemas.microsoft.com/office/drawing/2014/main" id="{72A49784-65B4-6BAA-7E2E-D72A4CDD927B}"/>
                </a:ext>
              </a:extLst>
            </p:cNvPr>
            <p:cNvSpPr txBox="1"/>
            <p:nvPr/>
          </p:nvSpPr>
          <p:spPr>
            <a:xfrm>
              <a:off x="174148" y="1377393"/>
              <a:ext cx="403957" cy="169325"/>
            </a:xfrm>
            <a:prstGeom prst="rect">
              <a:avLst/>
            </a:prstGeom>
            <a:noFill/>
          </p:spPr>
          <p:txBody>
            <a:bodyPr wrap="none" lIns="0" tIns="0" rIns="0" bIns="0" rtlCol="0">
              <a:spAutoFit/>
            </a:bodyPr>
            <a:lstStyle/>
            <a:p>
              <a:pPr defTabSz="1219050">
                <a:defRPr/>
              </a:pPr>
              <a:r>
                <a:rPr lang="en-US" sz="1467">
                  <a:solidFill>
                    <a:srgbClr val="000000"/>
                  </a:solidFill>
                  <a:latin typeface="BISansOpti" panose="02000503040000020004" pitchFamily="2" charset="0"/>
                  <a:cs typeface="Calibri" panose="020F0502020204030204" pitchFamily="34" charset="0"/>
                </a:rPr>
                <a:t>Global</a:t>
              </a:r>
            </a:p>
          </p:txBody>
        </p:sp>
        <p:pic>
          <p:nvPicPr>
            <p:cNvPr id="19634" name="Picture 19633">
              <a:extLst>
                <a:ext uri="{FF2B5EF4-FFF2-40B4-BE49-F238E27FC236}">
                  <a16:creationId xmlns:a16="http://schemas.microsoft.com/office/drawing/2014/main" id="{75ADB576-6D63-C3E2-77C4-D536819B77D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41303" y="1556448"/>
              <a:ext cx="266441" cy="266441"/>
            </a:xfrm>
            <a:prstGeom prst="ellipse">
              <a:avLst/>
            </a:prstGeom>
          </p:spPr>
        </p:pic>
      </p:grpSp>
      <p:grpSp>
        <p:nvGrpSpPr>
          <p:cNvPr id="19635" name="Group 19634">
            <a:extLst>
              <a:ext uri="{FF2B5EF4-FFF2-40B4-BE49-F238E27FC236}">
                <a16:creationId xmlns:a16="http://schemas.microsoft.com/office/drawing/2014/main" id="{28E3AD3A-CF81-9A11-C38F-A498997E7AD3}"/>
              </a:ext>
            </a:extLst>
          </p:cNvPr>
          <p:cNvGrpSpPr/>
          <p:nvPr/>
        </p:nvGrpSpPr>
        <p:grpSpPr>
          <a:xfrm>
            <a:off x="238944" y="2971550"/>
            <a:ext cx="479940" cy="613871"/>
            <a:chOff x="180332" y="2100213"/>
            <a:chExt cx="359955" cy="460403"/>
          </a:xfrm>
        </p:grpSpPr>
        <p:sp>
          <p:nvSpPr>
            <p:cNvPr id="19636" name="TextBox 19635">
              <a:extLst>
                <a:ext uri="{FF2B5EF4-FFF2-40B4-BE49-F238E27FC236}">
                  <a16:creationId xmlns:a16="http://schemas.microsoft.com/office/drawing/2014/main" id="{A98FE7D4-BAEE-CB97-069A-8FBF8B163B19}"/>
                </a:ext>
              </a:extLst>
            </p:cNvPr>
            <p:cNvSpPr txBox="1"/>
            <p:nvPr/>
          </p:nvSpPr>
          <p:spPr>
            <a:xfrm>
              <a:off x="180332" y="2100213"/>
              <a:ext cx="359955" cy="169325"/>
            </a:xfrm>
            <a:prstGeom prst="rect">
              <a:avLst/>
            </a:prstGeom>
            <a:noFill/>
          </p:spPr>
          <p:txBody>
            <a:bodyPr wrap="none" lIns="0" tIns="0" rIns="0" bIns="0" rtlCol="0">
              <a:spAutoFit/>
            </a:bodyPr>
            <a:lstStyle/>
            <a:p>
              <a:pPr defTabSz="1219050">
                <a:defRPr/>
              </a:pPr>
              <a:r>
                <a:rPr lang="en-US" sz="1467">
                  <a:solidFill>
                    <a:srgbClr val="000000"/>
                  </a:solidFill>
                  <a:latin typeface="BISansOpti" panose="02000503040000020004" pitchFamily="2" charset="0"/>
                  <a:cs typeface="Calibri" panose="020F0502020204030204" pitchFamily="34" charset="0"/>
                </a:rPr>
                <a:t>China</a:t>
              </a:r>
            </a:p>
          </p:txBody>
        </p:sp>
        <p:pic>
          <p:nvPicPr>
            <p:cNvPr id="19637" name="Picture 19636">
              <a:extLst>
                <a:ext uri="{FF2B5EF4-FFF2-40B4-BE49-F238E27FC236}">
                  <a16:creationId xmlns:a16="http://schemas.microsoft.com/office/drawing/2014/main" id="{67CD609F-B7E9-CC63-2402-8788416DB59D}"/>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7470" y="2294216"/>
              <a:ext cx="266400" cy="266400"/>
            </a:xfrm>
            <a:prstGeom prst="rect">
              <a:avLst/>
            </a:prstGeom>
          </p:spPr>
        </p:pic>
      </p:grpSp>
      <p:grpSp>
        <p:nvGrpSpPr>
          <p:cNvPr id="19642" name="Group 19641">
            <a:extLst>
              <a:ext uri="{FF2B5EF4-FFF2-40B4-BE49-F238E27FC236}">
                <a16:creationId xmlns:a16="http://schemas.microsoft.com/office/drawing/2014/main" id="{A6EFF233-734A-E94D-743E-4929F6363784}"/>
              </a:ext>
            </a:extLst>
          </p:cNvPr>
          <p:cNvGrpSpPr/>
          <p:nvPr/>
        </p:nvGrpSpPr>
        <p:grpSpPr>
          <a:xfrm>
            <a:off x="1115452" y="1789374"/>
            <a:ext cx="1039112" cy="463850"/>
            <a:chOff x="4244150" y="2264007"/>
            <a:chExt cx="1331145" cy="463848"/>
          </a:xfrm>
        </p:grpSpPr>
        <p:sp>
          <p:nvSpPr>
            <p:cNvPr id="19643" name="Rectangle 73">
              <a:extLst>
                <a:ext uri="{FF2B5EF4-FFF2-40B4-BE49-F238E27FC236}">
                  <a16:creationId xmlns:a16="http://schemas.microsoft.com/office/drawing/2014/main" id="{3054FCCB-7FC7-9583-FF5B-1E352B5702CF}"/>
                </a:ext>
              </a:extLst>
            </p:cNvPr>
            <p:cNvSpPr/>
            <p:nvPr/>
          </p:nvSpPr>
          <p:spPr>
            <a:xfrm>
              <a:off x="4244150" y="2356408"/>
              <a:ext cx="1331145" cy="371447"/>
            </a:xfrm>
            <a:prstGeom prst="rect">
              <a:avLst/>
            </a:prstGeom>
          </p:spPr>
          <p:txBody>
            <a:bodyPr wrap="square">
              <a:spAutoFit/>
            </a:bodyPr>
            <a:lstStyle/>
            <a:p>
              <a:pPr algn="ctr" defTabSz="1218870">
                <a:lnSpc>
                  <a:spcPts val="1100"/>
                </a:lnSpc>
                <a:defRPr/>
              </a:pPr>
              <a:r>
                <a:rPr lang="en-US" altLang="zh-CN" sz="900">
                  <a:solidFill>
                    <a:srgbClr val="1F497D"/>
                  </a:solidFill>
                  <a:latin typeface="Boehringer Forward Text"/>
                  <a:cs typeface="Calibri" panose="020F0502020204030204" pitchFamily="34" charset="0"/>
                </a:rPr>
                <a:t>EMA BLA-sub </a:t>
              </a:r>
            </a:p>
            <a:p>
              <a:pPr algn="ctr" defTabSz="1218870">
                <a:lnSpc>
                  <a:spcPts val="1100"/>
                </a:lnSpc>
                <a:defRPr/>
              </a:pPr>
              <a:r>
                <a:rPr lang="en-US" altLang="zh-CN" sz="900">
                  <a:solidFill>
                    <a:srgbClr val="002060"/>
                  </a:solidFill>
                  <a:latin typeface="Boehringer Forward Text"/>
                  <a:cs typeface="Calibri" panose="020F0502020204030204" pitchFamily="34" charset="0"/>
                </a:rPr>
                <a:t>24Jul</a:t>
              </a:r>
              <a:endParaRPr lang="zh-CN" altLang="en-US" sz="900">
                <a:solidFill>
                  <a:srgbClr val="002060"/>
                </a:solidFill>
                <a:latin typeface="Boehringer Forward Text"/>
                <a:cs typeface="Calibri" panose="020F0502020204030204" pitchFamily="34" charset="0"/>
              </a:endParaRPr>
            </a:p>
          </p:txBody>
        </p:sp>
        <p:sp>
          <p:nvSpPr>
            <p:cNvPr id="19644" name="Isosceles Triangle 19643">
              <a:extLst>
                <a:ext uri="{FF2B5EF4-FFF2-40B4-BE49-F238E27FC236}">
                  <a16:creationId xmlns:a16="http://schemas.microsoft.com/office/drawing/2014/main" id="{D228A9BD-3424-8010-11CB-7F419D4A97BF}"/>
                </a:ext>
              </a:extLst>
            </p:cNvPr>
            <p:cNvSpPr/>
            <p:nvPr/>
          </p:nvSpPr>
          <p:spPr>
            <a:xfrm>
              <a:off x="4848452" y="2264007"/>
              <a:ext cx="109728" cy="109728"/>
            </a:xfrm>
            <a:prstGeom prst="triangl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8988">
                <a:defRPr/>
              </a:pPr>
              <a:endParaRPr lang="en-GB" sz="2489" err="1">
                <a:solidFill>
                  <a:srgbClr val="C00000"/>
                </a:solidFill>
                <a:latin typeface="Boehringer Forward Text"/>
              </a:endParaRPr>
            </a:p>
          </p:txBody>
        </p:sp>
      </p:grpSp>
      <p:grpSp>
        <p:nvGrpSpPr>
          <p:cNvPr id="19645" name="组合 224">
            <a:extLst>
              <a:ext uri="{FF2B5EF4-FFF2-40B4-BE49-F238E27FC236}">
                <a16:creationId xmlns:a16="http://schemas.microsoft.com/office/drawing/2014/main" id="{F77A993B-3B9E-8772-4DEC-D9B8B05E5B9D}"/>
              </a:ext>
            </a:extLst>
          </p:cNvPr>
          <p:cNvGrpSpPr/>
          <p:nvPr/>
        </p:nvGrpSpPr>
        <p:grpSpPr>
          <a:xfrm>
            <a:off x="1194858" y="3119774"/>
            <a:ext cx="953877" cy="436335"/>
            <a:chOff x="5114095" y="5791120"/>
            <a:chExt cx="953877" cy="436337"/>
          </a:xfrm>
        </p:grpSpPr>
        <p:sp>
          <p:nvSpPr>
            <p:cNvPr id="19646" name="OTLSHAPE_T_e17f3958430f4cff8650518c93c7635e_Shape">
              <a:extLst>
                <a:ext uri="{FF2B5EF4-FFF2-40B4-BE49-F238E27FC236}">
                  <a16:creationId xmlns:a16="http://schemas.microsoft.com/office/drawing/2014/main" id="{8B7E1A27-04AF-1497-0883-E4C29224FFD3}"/>
                </a:ext>
              </a:extLst>
            </p:cNvPr>
            <p:cNvSpPr/>
            <p:nvPr>
              <p:custDataLst>
                <p:tags r:id="rId4"/>
              </p:custDataLst>
            </p:nvPr>
          </p:nvSpPr>
          <p:spPr bwMode="auto">
            <a:xfrm>
              <a:off x="5255671" y="5791120"/>
              <a:ext cx="571595" cy="202061"/>
            </a:xfrm>
            <a:prstGeom prst="roundRect">
              <a:avLst/>
            </a:prstGeom>
            <a:solidFill>
              <a:srgbClr val="123563">
                <a:lumMod val="60000"/>
                <a:lumOff val="40000"/>
                <a:alpha val="4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914152" eaLnBrk="0" fontAlgn="base" hangingPunct="0">
                <a:spcBef>
                  <a:spcPct val="0"/>
                </a:spcBef>
                <a:spcAft>
                  <a:spcPct val="0"/>
                </a:spcAft>
                <a:defRPr/>
              </a:pPr>
              <a:r>
                <a:rPr lang="en-US" altLang="zh-CN" sz="700" b="1" kern="0">
                  <a:solidFill>
                    <a:srgbClr val="000000"/>
                  </a:solidFill>
                  <a:latin typeface="BISansOpti"/>
                  <a:ea typeface="DotumChe" panose="020B0503020000020004" pitchFamily="49" charset="-127"/>
                  <a:cs typeface="Calibri" panose="020F0502020204030204" pitchFamily="34" charset="0"/>
                </a:rPr>
                <a:t>Pre-BLA CMC </a:t>
              </a:r>
              <a:endParaRPr lang="zh-CN" altLang="en-US" sz="700" b="1" kern="0">
                <a:solidFill>
                  <a:srgbClr val="000000"/>
                </a:solidFill>
                <a:latin typeface="BISansOpti"/>
                <a:ea typeface="DotumChe" panose="020B0503020000020004" pitchFamily="49" charset="-127"/>
                <a:cs typeface="Calibri" panose="020F0502020204030204" pitchFamily="34" charset="0"/>
              </a:endParaRPr>
            </a:p>
          </p:txBody>
        </p:sp>
        <p:sp>
          <p:nvSpPr>
            <p:cNvPr id="19647" name="OTLSHAPE_M_39ea6ebc19a94c9fab6ef5006c31df58_Title">
              <a:extLst>
                <a:ext uri="{FF2B5EF4-FFF2-40B4-BE49-F238E27FC236}">
                  <a16:creationId xmlns:a16="http://schemas.microsoft.com/office/drawing/2014/main" id="{D50DC601-A380-6681-B88E-0A1110190C08}"/>
                </a:ext>
              </a:extLst>
            </p:cNvPr>
            <p:cNvSpPr txBox="1"/>
            <p:nvPr>
              <p:custDataLst>
                <p:tags r:id="rId5"/>
              </p:custDataLst>
            </p:nvPr>
          </p:nvSpPr>
          <p:spPr>
            <a:xfrm>
              <a:off x="5114095" y="6010697"/>
              <a:ext cx="315436" cy="123112"/>
            </a:xfrm>
            <a:prstGeom prst="rect">
              <a:avLst/>
            </a:prstGeom>
            <a:noFill/>
          </p:spPr>
          <p:txBody>
            <a:bodyPr vert="horz" wrap="square" lIns="0" tIns="0" rIns="0" bIns="0" rtlCol="0" anchor="ctr" anchorCtr="0">
              <a:spAutoFit/>
            </a:bodyPr>
            <a:lstStyle/>
            <a:p>
              <a:pPr algn="ctr" defTabSz="914130">
                <a:defRPr/>
              </a:pPr>
              <a:r>
                <a:rPr lang="en-US" altLang="zh-CN" sz="800" b="1" kern="0">
                  <a:solidFill>
                    <a:srgbClr val="1F497D"/>
                  </a:solidFill>
                  <a:latin typeface="Calibri" panose="020F0502020204030204" pitchFamily="34" charset="0"/>
                  <a:ea typeface="等线" panose="02010600030101010101" pitchFamily="2" charset="-122"/>
                  <a:cs typeface="Calibri" panose="020F0502020204030204" pitchFamily="34" charset="0"/>
                </a:rPr>
                <a:t>Sub</a:t>
              </a:r>
              <a:endParaRPr lang="zh-CN" altLang="en-US" sz="800" b="1" kern="0">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19648" name="OTLSHAPE_T_e17f3958430f4cff8650518c93c7635e_StartDate">
              <a:extLst>
                <a:ext uri="{FF2B5EF4-FFF2-40B4-BE49-F238E27FC236}">
                  <a16:creationId xmlns:a16="http://schemas.microsoft.com/office/drawing/2014/main" id="{B96A151B-095A-0E67-5C30-1B07716EF289}"/>
                </a:ext>
              </a:extLst>
            </p:cNvPr>
            <p:cNvSpPr txBox="1"/>
            <p:nvPr>
              <p:custDataLst>
                <p:tags r:id="rId6"/>
              </p:custDataLst>
            </p:nvPr>
          </p:nvSpPr>
          <p:spPr>
            <a:xfrm>
              <a:off x="5149691" y="6104345"/>
              <a:ext cx="525177" cy="123112"/>
            </a:xfrm>
            <a:prstGeom prst="rect">
              <a:avLst/>
            </a:prstGeom>
            <a:noFill/>
          </p:spPr>
          <p:txBody>
            <a:bodyPr vert="horz" wrap="square" lIns="0" tIns="0" rIns="0" bIns="0" rtlCol="0" anchor="ctr" anchorCtr="0">
              <a:spAutoFit/>
            </a:bodyPr>
            <a:lstStyle/>
            <a:p>
              <a:pPr defTabSz="914130">
                <a:defRPr/>
              </a:pPr>
              <a:r>
                <a:rPr lang="en-US" altLang="zh-CN" sz="800" b="1" kern="0">
                  <a:solidFill>
                    <a:srgbClr val="1F497D"/>
                  </a:solidFill>
                  <a:latin typeface="Calibri" panose="020F0502020204030204" pitchFamily="34" charset="0"/>
                  <a:ea typeface="等线" panose="02010600030101010101" pitchFamily="2" charset="-122"/>
                  <a:cs typeface="Calibri" panose="020F0502020204030204" pitchFamily="34" charset="0"/>
                </a:rPr>
                <a:t>11Sep</a:t>
              </a:r>
              <a:endParaRPr lang="zh-CN" altLang="en-US" sz="800" b="1" kern="0">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19649" name="Isosceles Triangle 19648">
              <a:extLst>
                <a:ext uri="{FF2B5EF4-FFF2-40B4-BE49-F238E27FC236}">
                  <a16:creationId xmlns:a16="http://schemas.microsoft.com/office/drawing/2014/main" id="{14B79A0C-C86F-8CDA-C444-A78931FE4777}"/>
                </a:ext>
              </a:extLst>
            </p:cNvPr>
            <p:cNvSpPr/>
            <p:nvPr/>
          </p:nvSpPr>
          <p:spPr>
            <a:xfrm>
              <a:off x="5221511" y="5922370"/>
              <a:ext cx="82296" cy="82296"/>
            </a:xfrm>
            <a:prstGeom prst="triangle">
              <a:avLst/>
            </a:prstGeom>
            <a:solidFill>
              <a:srgbClr val="C00000"/>
            </a:solidFill>
            <a:ln w="12700" cap="flat" cmpd="sng" algn="ctr">
              <a:noFill/>
              <a:prstDash val="solid"/>
              <a:miter lim="800000"/>
            </a:ln>
            <a:effectLst/>
          </p:spPr>
          <p:txBody>
            <a:bodyPr lIns="96000" tIns="96000" rIns="96000" bIns="96000" rtlCol="0" anchor="ctr"/>
            <a:lstStyle/>
            <a:p>
              <a:pPr algn="ctr" defTabSz="914241">
                <a:defRPr/>
              </a:pPr>
              <a:endParaRPr lang="en-GB" sz="2800" kern="0">
                <a:solidFill>
                  <a:srgbClr val="000000"/>
                </a:solidFill>
                <a:latin typeface="BISansOpti"/>
              </a:endParaRPr>
            </a:p>
          </p:txBody>
        </p:sp>
        <p:sp>
          <p:nvSpPr>
            <p:cNvPr id="19650" name="OTLSHAPE_T_e17f3958430f4cff8650518c93c7635e_StartDate">
              <a:extLst>
                <a:ext uri="{FF2B5EF4-FFF2-40B4-BE49-F238E27FC236}">
                  <a16:creationId xmlns:a16="http://schemas.microsoft.com/office/drawing/2014/main" id="{F656261F-3A79-24B3-BFFA-E5BD25A98C6D}"/>
                </a:ext>
              </a:extLst>
            </p:cNvPr>
            <p:cNvSpPr txBox="1"/>
            <p:nvPr>
              <p:custDataLst>
                <p:tags r:id="rId7"/>
              </p:custDataLst>
            </p:nvPr>
          </p:nvSpPr>
          <p:spPr>
            <a:xfrm>
              <a:off x="5678016" y="6099306"/>
              <a:ext cx="389956" cy="123112"/>
            </a:xfrm>
            <a:prstGeom prst="rect">
              <a:avLst/>
            </a:prstGeom>
            <a:noFill/>
          </p:spPr>
          <p:txBody>
            <a:bodyPr vert="horz" wrap="square" lIns="0" tIns="0" rIns="0" bIns="0" rtlCol="0" anchor="ctr" anchorCtr="0">
              <a:spAutoFit/>
            </a:bodyPr>
            <a:lstStyle/>
            <a:p>
              <a:pPr defTabSz="914130">
                <a:defRPr/>
              </a:pPr>
              <a:r>
                <a:rPr lang="en-US" altLang="zh-CN" sz="800" b="1" kern="0">
                  <a:solidFill>
                    <a:srgbClr val="1F497D"/>
                  </a:solidFill>
                  <a:latin typeface="Calibri" panose="020F0502020204030204" pitchFamily="34" charset="0"/>
                  <a:ea typeface="等线" panose="02010600030101010101" pitchFamily="2" charset="-122"/>
                  <a:cs typeface="Calibri" panose="020F0502020204030204" pitchFamily="34" charset="0"/>
                </a:rPr>
                <a:t>11Oct</a:t>
              </a:r>
              <a:endParaRPr lang="zh-CN" altLang="en-US" sz="800" b="1" kern="0">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sp>
          <p:nvSpPr>
            <p:cNvPr id="19651" name="Isosceles Triangle 19650">
              <a:extLst>
                <a:ext uri="{FF2B5EF4-FFF2-40B4-BE49-F238E27FC236}">
                  <a16:creationId xmlns:a16="http://schemas.microsoft.com/office/drawing/2014/main" id="{A4537663-3E19-3349-30EB-D6AB3A1A3FA7}"/>
                </a:ext>
              </a:extLst>
            </p:cNvPr>
            <p:cNvSpPr/>
            <p:nvPr/>
          </p:nvSpPr>
          <p:spPr>
            <a:xfrm>
              <a:off x="5779013" y="5908679"/>
              <a:ext cx="82296" cy="82296"/>
            </a:xfrm>
            <a:prstGeom prst="triangle">
              <a:avLst/>
            </a:prstGeom>
            <a:solidFill>
              <a:srgbClr val="00B050"/>
            </a:solidFill>
            <a:ln w="12700" cap="flat" cmpd="sng" algn="ctr">
              <a:noFill/>
              <a:prstDash val="solid"/>
              <a:miter lim="800000"/>
            </a:ln>
            <a:effectLst/>
          </p:spPr>
          <p:txBody>
            <a:bodyPr lIns="96000" tIns="96000" rIns="96000" bIns="96000" rtlCol="0" anchor="ctr"/>
            <a:lstStyle/>
            <a:p>
              <a:pPr algn="ctr" defTabSz="914241">
                <a:defRPr/>
              </a:pPr>
              <a:endParaRPr lang="en-GB" sz="2800" kern="0">
                <a:solidFill>
                  <a:srgbClr val="000000"/>
                </a:solidFill>
                <a:latin typeface="BISansOpti"/>
              </a:endParaRPr>
            </a:p>
          </p:txBody>
        </p:sp>
        <p:sp>
          <p:nvSpPr>
            <p:cNvPr id="19652" name="OTLSHAPE_M_39ea6ebc19a94c9fab6ef5006c31df58_Title">
              <a:extLst>
                <a:ext uri="{FF2B5EF4-FFF2-40B4-BE49-F238E27FC236}">
                  <a16:creationId xmlns:a16="http://schemas.microsoft.com/office/drawing/2014/main" id="{66D1ADD2-4CC3-6069-D0AC-C2F62AE82F2F}"/>
                </a:ext>
              </a:extLst>
            </p:cNvPr>
            <p:cNvSpPr txBox="1"/>
            <p:nvPr>
              <p:custDataLst>
                <p:tags r:id="rId8"/>
              </p:custDataLst>
            </p:nvPr>
          </p:nvSpPr>
          <p:spPr>
            <a:xfrm>
              <a:off x="5617969" y="6007271"/>
              <a:ext cx="409979" cy="123112"/>
            </a:xfrm>
            <a:prstGeom prst="rect">
              <a:avLst/>
            </a:prstGeom>
            <a:noFill/>
          </p:spPr>
          <p:txBody>
            <a:bodyPr vert="horz" wrap="square" lIns="0" tIns="0" rIns="0" bIns="0" rtlCol="0" anchor="ctr" anchorCtr="0">
              <a:spAutoFit/>
            </a:bodyPr>
            <a:lstStyle/>
            <a:p>
              <a:pPr algn="ctr" defTabSz="914130">
                <a:defRPr/>
              </a:pPr>
              <a:r>
                <a:rPr lang="en-US" altLang="zh-CN" sz="800" b="1" kern="0">
                  <a:solidFill>
                    <a:srgbClr val="1F497D"/>
                  </a:solidFill>
                  <a:latin typeface="Calibri" panose="020F0502020204030204" pitchFamily="34" charset="0"/>
                  <a:ea typeface="等线" panose="02010600030101010101" pitchFamily="2" charset="-122"/>
                  <a:cs typeface="Calibri" panose="020F0502020204030204" pitchFamily="34" charset="0"/>
                </a:rPr>
                <a:t>Feedback</a:t>
              </a:r>
              <a:endParaRPr lang="zh-CN" altLang="en-US" sz="800" b="1" kern="0">
                <a:solidFill>
                  <a:srgbClr val="1F497D"/>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9653" name="Group 322">
            <a:extLst>
              <a:ext uri="{FF2B5EF4-FFF2-40B4-BE49-F238E27FC236}">
                <a16:creationId xmlns:a16="http://schemas.microsoft.com/office/drawing/2014/main" id="{D2E5D849-8CC7-0AB8-CB5D-608D3497F12D}"/>
              </a:ext>
            </a:extLst>
          </p:cNvPr>
          <p:cNvGrpSpPr/>
          <p:nvPr/>
        </p:nvGrpSpPr>
        <p:grpSpPr>
          <a:xfrm>
            <a:off x="1822793" y="1789374"/>
            <a:ext cx="1159691" cy="463850"/>
            <a:chOff x="4244150" y="2264007"/>
            <a:chExt cx="1331145" cy="463848"/>
          </a:xfrm>
        </p:grpSpPr>
        <p:sp>
          <p:nvSpPr>
            <p:cNvPr id="19654" name="Rectangle 73">
              <a:extLst>
                <a:ext uri="{FF2B5EF4-FFF2-40B4-BE49-F238E27FC236}">
                  <a16:creationId xmlns:a16="http://schemas.microsoft.com/office/drawing/2014/main" id="{1C4D3EF6-F8ED-5C9E-D517-B1AE62612FF5}"/>
                </a:ext>
              </a:extLst>
            </p:cNvPr>
            <p:cNvSpPr/>
            <p:nvPr/>
          </p:nvSpPr>
          <p:spPr>
            <a:xfrm>
              <a:off x="4244150" y="2356408"/>
              <a:ext cx="1331145" cy="371447"/>
            </a:xfrm>
            <a:prstGeom prst="rect">
              <a:avLst/>
            </a:prstGeom>
          </p:spPr>
          <p:txBody>
            <a:bodyPr wrap="square">
              <a:spAutoFit/>
            </a:bodyPr>
            <a:lstStyle/>
            <a:p>
              <a:pPr algn="ctr" defTabSz="1218870">
                <a:lnSpc>
                  <a:spcPts val="1100"/>
                </a:lnSpc>
                <a:defRPr/>
              </a:pPr>
              <a:r>
                <a:rPr lang="en-US" altLang="zh-CN" sz="900">
                  <a:solidFill>
                    <a:srgbClr val="1F497D"/>
                  </a:solidFill>
                  <a:latin typeface="Boehringer Forward Text"/>
                  <a:cs typeface="Calibri" panose="020F0502020204030204" pitchFamily="34" charset="0"/>
                </a:rPr>
                <a:t>EMA BLA-app</a:t>
              </a:r>
            </a:p>
            <a:p>
              <a:pPr algn="ctr" defTabSz="1218870">
                <a:lnSpc>
                  <a:spcPts val="1100"/>
                </a:lnSpc>
                <a:defRPr/>
              </a:pPr>
              <a:r>
                <a:rPr lang="en-US" altLang="zh-CN" sz="900">
                  <a:solidFill>
                    <a:srgbClr val="002060"/>
                  </a:solidFill>
                  <a:latin typeface="Boehringer Forward Text"/>
                  <a:cs typeface="Calibri" panose="020F0502020204030204" pitchFamily="34" charset="0"/>
                </a:rPr>
                <a:t>12Jan</a:t>
              </a:r>
              <a:endParaRPr lang="zh-CN" altLang="en-US" sz="900">
                <a:solidFill>
                  <a:srgbClr val="002060"/>
                </a:solidFill>
                <a:latin typeface="Boehringer Forward Text"/>
                <a:cs typeface="Calibri" panose="020F0502020204030204" pitchFamily="34" charset="0"/>
              </a:endParaRPr>
            </a:p>
          </p:txBody>
        </p:sp>
        <p:sp>
          <p:nvSpPr>
            <p:cNvPr id="19655" name="Isosceles Triangle 324">
              <a:extLst>
                <a:ext uri="{FF2B5EF4-FFF2-40B4-BE49-F238E27FC236}">
                  <a16:creationId xmlns:a16="http://schemas.microsoft.com/office/drawing/2014/main" id="{7BF197B5-147E-1A8D-352D-39BFA9FB8FE7}"/>
                </a:ext>
              </a:extLst>
            </p:cNvPr>
            <p:cNvSpPr/>
            <p:nvPr/>
          </p:nvSpPr>
          <p:spPr>
            <a:xfrm>
              <a:off x="4848452" y="2264007"/>
              <a:ext cx="109728" cy="109728"/>
            </a:xfrm>
            <a:prstGeom prst="triangl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8000" tIns="128000" rIns="128000" bIns="128000" rtlCol="0" anchor="ctr"/>
            <a:lstStyle/>
            <a:p>
              <a:pPr algn="ctr" defTabSz="1218988">
                <a:defRPr/>
              </a:pPr>
              <a:endParaRPr lang="en-GB" sz="2489" err="1">
                <a:solidFill>
                  <a:srgbClr val="000000"/>
                </a:solidFill>
                <a:latin typeface="Boehringer Forward Text"/>
              </a:endParaRPr>
            </a:p>
          </p:txBody>
        </p:sp>
      </p:grpSp>
      <p:sp>
        <p:nvSpPr>
          <p:cNvPr id="4" name="Oval 19536">
            <a:extLst>
              <a:ext uri="{FF2B5EF4-FFF2-40B4-BE49-F238E27FC236}">
                <a16:creationId xmlns:a16="http://schemas.microsoft.com/office/drawing/2014/main" id="{18576385-18AE-BDF0-A41F-334E2561D6C1}"/>
              </a:ext>
            </a:extLst>
          </p:cNvPr>
          <p:cNvSpPr/>
          <p:nvPr/>
        </p:nvSpPr>
        <p:spPr bwMode="gray">
          <a:xfrm>
            <a:off x="3885814" y="3394390"/>
            <a:ext cx="1234565" cy="748421"/>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lnSpc>
                <a:spcPct val="140000"/>
              </a:lnSpc>
            </a:pPr>
            <a:endParaRPr lang="zh-CN" altLang="en-US" sz="2133">
              <a:solidFill>
                <a:prstClr val="black"/>
              </a:solidFill>
              <a:latin typeface="Boehringer Forward Text"/>
            </a:endParaRPr>
          </a:p>
        </p:txBody>
      </p:sp>
      <p:cxnSp>
        <p:nvCxnSpPr>
          <p:cNvPr id="15" name="直接箭头连接符 14">
            <a:extLst>
              <a:ext uri="{FF2B5EF4-FFF2-40B4-BE49-F238E27FC236}">
                <a16:creationId xmlns:a16="http://schemas.microsoft.com/office/drawing/2014/main" id="{8520EDB1-7EAD-9104-FE3A-6914702A09E9}"/>
              </a:ext>
            </a:extLst>
          </p:cNvPr>
          <p:cNvCxnSpPr>
            <a:cxnSpLocks/>
          </p:cNvCxnSpPr>
          <p:nvPr/>
        </p:nvCxnSpPr>
        <p:spPr bwMode="gray">
          <a:xfrm>
            <a:off x="9661055" y="4449328"/>
            <a:ext cx="362512" cy="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Rectangle 73">
            <a:extLst>
              <a:ext uri="{FF2B5EF4-FFF2-40B4-BE49-F238E27FC236}">
                <a16:creationId xmlns:a16="http://schemas.microsoft.com/office/drawing/2014/main" id="{59E88053-9961-AC52-6140-A72AB9FB9E26}"/>
              </a:ext>
            </a:extLst>
          </p:cNvPr>
          <p:cNvSpPr/>
          <p:nvPr/>
        </p:nvSpPr>
        <p:spPr>
          <a:xfrm>
            <a:off x="9899386" y="4241985"/>
            <a:ext cx="1100196" cy="371448"/>
          </a:xfrm>
          <a:prstGeom prst="rect">
            <a:avLst/>
          </a:prstGeom>
          <a:ln>
            <a:noFill/>
          </a:ln>
        </p:spPr>
        <p:txBody>
          <a:bodyPr wrap="square">
            <a:spAutoFit/>
          </a:bodyPr>
          <a:lstStyle/>
          <a:p>
            <a:pPr algn="ctr" defTabSz="1218900">
              <a:lnSpc>
                <a:spcPts val="1100"/>
              </a:lnSpc>
              <a:defRPr/>
            </a:pPr>
            <a:r>
              <a:rPr lang="en-US" altLang="zh-CN" sz="900">
                <a:solidFill>
                  <a:srgbClr val="FF0000"/>
                </a:solidFill>
                <a:latin typeface="Boehringer Forward Text"/>
                <a:cs typeface="Calibri" panose="020F0502020204030204" pitchFamily="34" charset="0"/>
              </a:rPr>
              <a:t>Local Repack </a:t>
            </a:r>
          </a:p>
          <a:p>
            <a:pPr algn="ctr" defTabSz="1218900">
              <a:lnSpc>
                <a:spcPts val="1100"/>
              </a:lnSpc>
              <a:defRPr/>
            </a:pPr>
            <a:r>
              <a:rPr lang="en-US" altLang="zh-CN" sz="900">
                <a:solidFill>
                  <a:srgbClr val="FF0000"/>
                </a:solidFill>
                <a:latin typeface="Boehringer Forward Text"/>
                <a:cs typeface="Calibri" panose="020F0502020204030204" pitchFamily="34" charset="0"/>
              </a:rPr>
              <a:t>Apr 2025</a:t>
            </a:r>
            <a:endParaRPr lang="zh-CN" altLang="en-US" sz="900">
              <a:solidFill>
                <a:srgbClr val="FF0000"/>
              </a:solidFill>
              <a:latin typeface="Boehringer Forward Text"/>
              <a:cs typeface="Calibri" panose="020F0502020204030204" pitchFamily="34" charset="0"/>
            </a:endParaRPr>
          </a:p>
        </p:txBody>
      </p:sp>
      <p:sp>
        <p:nvSpPr>
          <p:cNvPr id="19512" name="星形: 四角 19511">
            <a:extLst>
              <a:ext uri="{FF2B5EF4-FFF2-40B4-BE49-F238E27FC236}">
                <a16:creationId xmlns:a16="http://schemas.microsoft.com/office/drawing/2014/main" id="{EE6C4017-2278-F0B3-9181-505A3CD24B97}"/>
              </a:ext>
            </a:extLst>
          </p:cNvPr>
          <p:cNvSpPr/>
          <p:nvPr/>
        </p:nvSpPr>
        <p:spPr bwMode="gray">
          <a:xfrm>
            <a:off x="10013453" y="4340757"/>
            <a:ext cx="119969" cy="177403"/>
          </a:xfrm>
          <a:prstGeom prst="star4">
            <a:avLst/>
          </a:prstGeom>
          <a:solidFill>
            <a:srgbClr val="00B050"/>
          </a:solidFill>
          <a:ln w="63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pPr>
            <a:endParaRPr lang="zh-CN" altLang="en-US" sz="1600">
              <a:solidFill>
                <a:prstClr val="black"/>
              </a:solidFill>
              <a:latin typeface="Boehringer Forward Text"/>
            </a:endParaRPr>
          </a:p>
        </p:txBody>
      </p:sp>
      <p:sp>
        <p:nvSpPr>
          <p:cNvPr id="2" name="Rectangle: Rounded Corners 1">
            <a:extLst>
              <a:ext uri="{FF2B5EF4-FFF2-40B4-BE49-F238E27FC236}">
                <a16:creationId xmlns:a16="http://schemas.microsoft.com/office/drawing/2014/main" id="{8597FE12-0898-989C-3EC4-5F76DF200D89}"/>
              </a:ext>
            </a:extLst>
          </p:cNvPr>
          <p:cNvSpPr/>
          <p:nvPr/>
        </p:nvSpPr>
        <p:spPr>
          <a:xfrm>
            <a:off x="5071939" y="5627849"/>
            <a:ext cx="6382768" cy="930575"/>
          </a:xfrm>
          <a:prstGeom prst="roundRect">
            <a:avLst/>
          </a:prstGeom>
          <a:solidFill>
            <a:srgbClr val="B1F2E7"/>
          </a:solidFill>
          <a:ln w="6350">
            <a:solidFill>
              <a:srgbClr val="0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R="0" lvl="0" algn="l" defTabSz="914400" rtl="0" eaLnBrk="1" fontAlgn="auto" latinLnBrk="0" hangingPunct="1">
              <a:lnSpc>
                <a:spcPct val="100000"/>
              </a:lnSpc>
              <a:spcBef>
                <a:spcPts val="0"/>
              </a:spcBef>
              <a:spcAft>
                <a:spcPts val="600"/>
              </a:spcAft>
              <a:buClrTx/>
              <a:buSzTx/>
              <a:tabLst/>
              <a:defRPr/>
            </a:pPr>
            <a:r>
              <a:rPr kumimoji="0" lang="en-US" altLang="zh-CN" sz="900" b="1"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CDE review status: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Currently under review, expect to receive CDE questions starting from Jul-Aug 2024.</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New CCDS expected to be ready in Aug 2024, with company position on low body weight limitation and etc.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Team will discuss if can take DL response chance to submit the new analysis data.</a:t>
            </a:r>
          </a:p>
        </p:txBody>
      </p:sp>
    </p:spTree>
    <p:extLst>
      <p:ext uri="{BB962C8B-B14F-4D97-AF65-F5344CB8AC3E}">
        <p14:creationId xmlns:p14="http://schemas.microsoft.com/office/powerpoint/2010/main" val="820778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C68CC-492B-F662-6400-98D551FA54F1}"/>
              </a:ext>
            </a:extLst>
          </p:cNvPr>
          <p:cNvSpPr>
            <a:spLocks noGrp="1"/>
          </p:cNvSpPr>
          <p:nvPr>
            <p:ph type="title"/>
          </p:nvPr>
        </p:nvSpPr>
        <p:spPr>
          <a:xfrm>
            <a:off x="3910350" y="335619"/>
            <a:ext cx="7704576" cy="720000"/>
          </a:xfrm>
        </p:spPr>
        <p:txBody>
          <a:bodyPr anchor="t">
            <a:normAutofit/>
          </a:bodyPr>
          <a:lstStyle/>
          <a:p>
            <a:pPr>
              <a:lnSpc>
                <a:spcPct val="90000"/>
              </a:lnSpc>
            </a:pPr>
            <a:r>
              <a:rPr lang="en-US" err="1"/>
              <a:t>Lytics</a:t>
            </a:r>
            <a:r>
              <a:rPr lang="en-US"/>
              <a:t> AT CN Visit - successful global visit and productive exchange meeting with great teamwork  </a:t>
            </a:r>
          </a:p>
        </p:txBody>
      </p:sp>
      <p:sp>
        <p:nvSpPr>
          <p:cNvPr id="34" name="Content Placeholder 4">
            <a:extLst>
              <a:ext uri="{FF2B5EF4-FFF2-40B4-BE49-F238E27FC236}">
                <a16:creationId xmlns:a16="http://schemas.microsoft.com/office/drawing/2014/main" id="{5AB2EF7A-2501-9EE5-4986-88ACB260A6D4}"/>
              </a:ext>
            </a:extLst>
          </p:cNvPr>
          <p:cNvSpPr>
            <a:spLocks noGrp="1"/>
          </p:cNvSpPr>
          <p:nvPr>
            <p:ph idx="16"/>
          </p:nvPr>
        </p:nvSpPr>
        <p:spPr>
          <a:xfrm>
            <a:off x="403176" y="335619"/>
            <a:ext cx="2808000" cy="5472000"/>
          </a:xfrm>
        </p:spPr>
        <p:txBody>
          <a:bodyPr/>
          <a:lstStyle/>
          <a:p>
            <a:pPr marL="0" indent="0">
              <a:buNone/>
            </a:pPr>
            <a:r>
              <a:rPr lang="en-US" sz="1400" b="1"/>
              <a:t>Date: Mar 25</a:t>
            </a:r>
            <a:r>
              <a:rPr lang="en-US" sz="1400" b="1" baseline="30000"/>
              <a:t>th</a:t>
            </a:r>
            <a:r>
              <a:rPr lang="en-US" sz="1400" b="1"/>
              <a:t>  – 28</a:t>
            </a:r>
            <a:r>
              <a:rPr lang="en-US" sz="1400" b="1" baseline="30000"/>
              <a:t>th</a:t>
            </a:r>
            <a:r>
              <a:rPr lang="en-US" sz="1400" b="1"/>
              <a:t> , 2024 </a:t>
            </a:r>
          </a:p>
          <a:p>
            <a:pPr marL="0" indent="0">
              <a:buNone/>
            </a:pPr>
            <a:r>
              <a:rPr lang="en-US" sz="1400" b="1"/>
              <a:t>Highlight activities: </a:t>
            </a:r>
          </a:p>
          <a:p>
            <a:pPr lvl="1">
              <a:lnSpc>
                <a:spcPct val="100000"/>
              </a:lnSpc>
              <a:spcAft>
                <a:spcPts val="1200"/>
              </a:spcAft>
            </a:pPr>
            <a:r>
              <a:rPr lang="en-US" sz="1400"/>
              <a:t>Evidence/Value/Drug Device extensive exchange</a:t>
            </a:r>
          </a:p>
          <a:p>
            <a:pPr lvl="1">
              <a:lnSpc>
                <a:spcPct val="100000"/>
              </a:lnSpc>
              <a:spcAft>
                <a:spcPts val="1200"/>
              </a:spcAft>
            </a:pPr>
            <a:r>
              <a:rPr lang="en-US" sz="1400" err="1"/>
              <a:t>Metalyse</a:t>
            </a:r>
            <a:r>
              <a:rPr lang="en-US" sz="1400"/>
              <a:t> LRR preparation</a:t>
            </a:r>
          </a:p>
          <a:p>
            <a:pPr lvl="1">
              <a:lnSpc>
                <a:spcPct val="100000"/>
              </a:lnSpc>
              <a:spcAft>
                <a:spcPts val="1200"/>
              </a:spcAft>
            </a:pPr>
            <a:r>
              <a:rPr lang="en-US" sz="1400"/>
              <a:t>Corporate Senior Management exchange</a:t>
            </a:r>
          </a:p>
          <a:p>
            <a:pPr lvl="1">
              <a:lnSpc>
                <a:spcPct val="100000"/>
              </a:lnSpc>
              <a:spcAft>
                <a:spcPts val="1200"/>
              </a:spcAft>
            </a:pPr>
            <a:r>
              <a:rPr lang="en-US" sz="1400" err="1"/>
              <a:t>Metalyse</a:t>
            </a:r>
            <a:r>
              <a:rPr lang="en-US" sz="1400"/>
              <a:t> IAP co-creation</a:t>
            </a:r>
          </a:p>
          <a:p>
            <a:pPr lvl="1">
              <a:lnSpc>
                <a:spcPct val="100000"/>
              </a:lnSpc>
              <a:spcAft>
                <a:spcPts val="1200"/>
              </a:spcAft>
            </a:pPr>
            <a:r>
              <a:rPr lang="en-US" sz="1400"/>
              <a:t>KEE Visits</a:t>
            </a:r>
          </a:p>
          <a:p>
            <a:endParaRPr lang="en-US" sz="1400"/>
          </a:p>
        </p:txBody>
      </p:sp>
      <p:sp>
        <p:nvSpPr>
          <p:cNvPr id="38" name="Slide Number Placeholder 6">
            <a:extLst>
              <a:ext uri="{FF2B5EF4-FFF2-40B4-BE49-F238E27FC236}">
                <a16:creationId xmlns:a16="http://schemas.microsoft.com/office/drawing/2014/main" id="{8F37C828-C98F-5B43-8B12-D105580A10AE}"/>
              </a:ext>
            </a:extLst>
          </p:cNvPr>
          <p:cNvSpPr>
            <a:spLocks noGrp="1"/>
          </p:cNvSpPr>
          <p:nvPr>
            <p:ph type="sldNum" sz="quarter" idx="22"/>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4" name="Picture 3" descr="A group of people sitting at a table&#10;&#10;Description automatically generated">
            <a:extLst>
              <a:ext uri="{FF2B5EF4-FFF2-40B4-BE49-F238E27FC236}">
                <a16:creationId xmlns:a16="http://schemas.microsoft.com/office/drawing/2014/main" id="{0333B76E-FC5A-004B-2020-490DE1096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6110" y="1261413"/>
            <a:ext cx="4181090" cy="3135817"/>
          </a:xfrm>
          <a:prstGeom prst="rect">
            <a:avLst/>
          </a:prstGeom>
          <a:ln>
            <a:noFill/>
          </a:ln>
          <a:effectLst>
            <a:softEdge rad="112500"/>
          </a:effectLst>
        </p:spPr>
      </p:pic>
      <p:pic>
        <p:nvPicPr>
          <p:cNvPr id="23" name="Picture 22" descr="A person in a white coat handing a box to a person in a room&#10;&#10;Description automatically generated">
            <a:extLst>
              <a:ext uri="{FF2B5EF4-FFF2-40B4-BE49-F238E27FC236}">
                <a16:creationId xmlns:a16="http://schemas.microsoft.com/office/drawing/2014/main" id="{39E20E4A-C6A2-7219-699D-2EBE36347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856" y="4060773"/>
            <a:ext cx="3359070" cy="2520286"/>
          </a:xfrm>
          <a:prstGeom prst="rect">
            <a:avLst/>
          </a:prstGeom>
          <a:ln>
            <a:noFill/>
          </a:ln>
          <a:effectLst>
            <a:softEdge rad="112500"/>
          </a:effectLst>
        </p:spPr>
      </p:pic>
      <p:pic>
        <p:nvPicPr>
          <p:cNvPr id="27" name="Picture 26" descr="A group of people sitting at a table&#10;&#10;Description automatically generated">
            <a:extLst>
              <a:ext uri="{FF2B5EF4-FFF2-40B4-BE49-F238E27FC236}">
                <a16:creationId xmlns:a16="http://schemas.microsoft.com/office/drawing/2014/main" id="{07B2B204-0B1D-ED77-E453-69F17F93C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5856" y="1261413"/>
            <a:ext cx="3456736" cy="2593566"/>
          </a:xfrm>
          <a:prstGeom prst="rect">
            <a:avLst/>
          </a:prstGeom>
          <a:ln>
            <a:noFill/>
          </a:ln>
          <a:effectLst>
            <a:softEdge rad="112500"/>
          </a:effectLst>
        </p:spPr>
      </p:pic>
      <p:pic>
        <p:nvPicPr>
          <p:cNvPr id="8" name="Picture 7" descr="A group of people posing for a photo&#10;&#10;Description automatically generated">
            <a:extLst>
              <a:ext uri="{FF2B5EF4-FFF2-40B4-BE49-F238E27FC236}">
                <a16:creationId xmlns:a16="http://schemas.microsoft.com/office/drawing/2014/main" id="{8DB030BE-E0CA-2375-89F2-ECB00A516997}"/>
              </a:ext>
            </a:extLst>
          </p:cNvPr>
          <p:cNvPicPr>
            <a:picLocks noChangeAspect="1"/>
          </p:cNvPicPr>
          <p:nvPr/>
        </p:nvPicPr>
        <p:blipFill rotWithShape="1">
          <a:blip r:embed="rId5">
            <a:extLst>
              <a:ext uri="{28A0092B-C50C-407E-A947-70E740481C1C}">
                <a14:useLocalDpi xmlns:a14="http://schemas.microsoft.com/office/drawing/2010/main" val="0"/>
              </a:ext>
            </a:extLst>
          </a:blip>
          <a:srcRect t="31659" r="6598"/>
          <a:stretch/>
        </p:blipFill>
        <p:spPr>
          <a:xfrm>
            <a:off x="3896110" y="4397230"/>
            <a:ext cx="4181090" cy="2294456"/>
          </a:xfrm>
          <a:prstGeom prst="rect">
            <a:avLst/>
          </a:prstGeom>
          <a:ln>
            <a:noFill/>
          </a:ln>
          <a:effectLst>
            <a:softEdge rad="112500"/>
          </a:effectLst>
        </p:spPr>
      </p:pic>
    </p:spTree>
    <p:extLst>
      <p:ext uri="{BB962C8B-B14F-4D97-AF65-F5344CB8AC3E}">
        <p14:creationId xmlns:p14="http://schemas.microsoft.com/office/powerpoint/2010/main" val="106466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71A19-1DAF-5558-3EDB-7FBECB0B93FD}"/>
              </a:ext>
            </a:extLst>
          </p:cNvPr>
          <p:cNvSpPr>
            <a:spLocks noGrp="1"/>
          </p:cNvSpPr>
          <p:nvPr>
            <p:ph type="title"/>
          </p:nvPr>
        </p:nvSpPr>
        <p:spPr/>
        <p:txBody>
          <a:bodyPr/>
          <a:lstStyle/>
          <a:p>
            <a:r>
              <a:rPr lang="en-US" altLang="zh-CN"/>
              <a:t>Meet with Bijoy and Craig on ACT-Global</a:t>
            </a:r>
            <a:endParaRPr lang="zh-CN" altLang="en-US"/>
          </a:p>
        </p:txBody>
      </p:sp>
      <p:sp>
        <p:nvSpPr>
          <p:cNvPr id="4" name="灯片编号占位符 3">
            <a:extLst>
              <a:ext uri="{FF2B5EF4-FFF2-40B4-BE49-F238E27FC236}">
                <a16:creationId xmlns:a16="http://schemas.microsoft.com/office/drawing/2014/main" id="{3487573D-2F36-17E3-C060-081F37C2ABD4}"/>
              </a:ext>
            </a:extLst>
          </p:cNvPr>
          <p:cNvSpPr>
            <a:spLocks noGrp="1"/>
          </p:cNvSpPr>
          <p:nvPr>
            <p:ph type="sldNum" sz="quarter" idx="12"/>
          </p:nvPr>
        </p:nvSpPr>
        <p:spPr/>
        <p:txBody>
          <a:bodyPr/>
          <a:lstStyle/>
          <a:p>
            <a:pPr defTabSz="914377"/>
            <a:fld id="{143B55C4-4F5A-416B-997D-6CE47EB0A945}" type="slidenum">
              <a:rPr lang="en-GB">
                <a:solidFill>
                  <a:srgbClr val="08312A"/>
                </a:solidFill>
                <a:latin typeface="Boehringer Forward Text"/>
              </a:rPr>
              <a:pPr defTabSz="914377"/>
              <a:t>4</a:t>
            </a:fld>
            <a:endParaRPr lang="en-GB">
              <a:solidFill>
                <a:srgbClr val="08312A"/>
              </a:solidFill>
              <a:latin typeface="Boehringer Forward Text"/>
            </a:endParaRPr>
          </a:p>
        </p:txBody>
      </p:sp>
      <p:pic>
        <p:nvPicPr>
          <p:cNvPr id="6" name="图片 5" descr="一群人站在一起&#10;&#10;描述已自动生成">
            <a:extLst>
              <a:ext uri="{FF2B5EF4-FFF2-40B4-BE49-F238E27FC236}">
                <a16:creationId xmlns:a16="http://schemas.microsoft.com/office/drawing/2014/main" id="{F3E833F7-F4EB-1F6E-6517-926EA7AD4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624" y="1231961"/>
            <a:ext cx="4931688" cy="3698767"/>
          </a:xfrm>
          <a:prstGeom prst="rect">
            <a:avLst/>
          </a:prstGeom>
        </p:spPr>
      </p:pic>
      <p:sp>
        <p:nvSpPr>
          <p:cNvPr id="7" name="文本框 6">
            <a:extLst>
              <a:ext uri="{FF2B5EF4-FFF2-40B4-BE49-F238E27FC236}">
                <a16:creationId xmlns:a16="http://schemas.microsoft.com/office/drawing/2014/main" id="{128E785B-B4A2-0E89-BC5F-FA663AD520BB}"/>
              </a:ext>
            </a:extLst>
          </p:cNvPr>
          <p:cNvSpPr txBox="1"/>
          <p:nvPr/>
        </p:nvSpPr>
        <p:spPr bwMode="gray">
          <a:xfrm>
            <a:off x="5840439" y="1294866"/>
            <a:ext cx="5566119" cy="2039469"/>
          </a:xfrm>
          <a:prstGeom prst="rect">
            <a:avLst/>
          </a:prstGeom>
          <a:noFill/>
        </p:spPr>
        <p:txBody>
          <a:bodyPr wrap="square" lIns="0" tIns="0" rIns="0" bIns="0" rtlCol="0">
            <a:spAutoFit/>
          </a:bodyPr>
          <a:lstStyle/>
          <a:p>
            <a:pPr marL="285744" indent="-285744" defTabSz="914377">
              <a:lnSpc>
                <a:spcPct val="140000"/>
              </a:lnSpc>
              <a:buFont typeface="Arial" panose="020B0604020202020204" pitchFamily="34" charset="0"/>
              <a:buChar char="•"/>
            </a:pPr>
            <a:r>
              <a:rPr lang="en-US" altLang="zh-CN" sz="2000">
                <a:solidFill>
                  <a:srgbClr val="003366"/>
                </a:solidFill>
                <a:latin typeface="Boehringer Forward Text"/>
              </a:rPr>
              <a:t>Way of collaboration with </a:t>
            </a:r>
            <a:r>
              <a:rPr lang="en-US" altLang="zh-CN" sz="2000" err="1">
                <a:solidFill>
                  <a:srgbClr val="003366"/>
                </a:solidFill>
                <a:latin typeface="Boehringer Forward Text"/>
              </a:rPr>
              <a:t>Tiantan</a:t>
            </a:r>
            <a:endParaRPr lang="en-US" altLang="zh-CN" sz="2000">
              <a:solidFill>
                <a:srgbClr val="003366"/>
              </a:solidFill>
              <a:latin typeface="Boehringer Forward Text"/>
            </a:endParaRPr>
          </a:p>
          <a:p>
            <a:pPr marL="285744" indent="-285744" defTabSz="914377">
              <a:lnSpc>
                <a:spcPct val="140000"/>
              </a:lnSpc>
              <a:buFont typeface="Arial" panose="020B0604020202020204" pitchFamily="34" charset="0"/>
              <a:buChar char="•"/>
            </a:pPr>
            <a:r>
              <a:rPr lang="en-US" altLang="zh-CN" sz="2000">
                <a:solidFill>
                  <a:srgbClr val="003366"/>
                </a:solidFill>
                <a:latin typeface="Boehringer Forward Text"/>
              </a:rPr>
              <a:t>Definition of Co –leading</a:t>
            </a:r>
          </a:p>
          <a:p>
            <a:pPr marL="285744" indent="-285744" defTabSz="914377">
              <a:lnSpc>
                <a:spcPct val="140000"/>
              </a:lnSpc>
              <a:buFont typeface="Arial" panose="020B0604020202020204" pitchFamily="34" charset="0"/>
              <a:buChar char="•"/>
            </a:pPr>
            <a:r>
              <a:rPr lang="en-US" altLang="zh-CN" sz="2000">
                <a:solidFill>
                  <a:srgbClr val="003366"/>
                </a:solidFill>
                <a:latin typeface="Boehringer Forward Text"/>
              </a:rPr>
              <a:t>Further clarify the steering committee mechanism to Prof Wang</a:t>
            </a:r>
          </a:p>
          <a:p>
            <a:pPr marL="179996" indent="-179996" defTabSz="914377">
              <a:lnSpc>
                <a:spcPct val="140000"/>
              </a:lnSpc>
              <a:buFont typeface="Arial" panose="020B0604020202020204" pitchFamily="34" charset="0"/>
              <a:buChar char="•"/>
            </a:pPr>
            <a:endParaRPr lang="zh-CN" altLang="en-US" sz="1600">
              <a:solidFill>
                <a:prstClr val="black"/>
              </a:solidFill>
              <a:latin typeface="Boehringer Forward Text"/>
            </a:endParaRPr>
          </a:p>
        </p:txBody>
      </p:sp>
      <p:sp>
        <p:nvSpPr>
          <p:cNvPr id="9" name="文本框 8">
            <a:extLst>
              <a:ext uri="{FF2B5EF4-FFF2-40B4-BE49-F238E27FC236}">
                <a16:creationId xmlns:a16="http://schemas.microsoft.com/office/drawing/2014/main" id="{A23A565F-8390-FF2D-48F3-DC03AE1117A9}"/>
              </a:ext>
            </a:extLst>
          </p:cNvPr>
          <p:cNvSpPr txBox="1"/>
          <p:nvPr/>
        </p:nvSpPr>
        <p:spPr bwMode="gray">
          <a:xfrm>
            <a:off x="5840439" y="4686564"/>
            <a:ext cx="6098344" cy="1508105"/>
          </a:xfrm>
          <a:prstGeom prst="rect">
            <a:avLst/>
          </a:prstGeom>
          <a:noFill/>
          <a:ln>
            <a:solidFill>
              <a:srgbClr val="003366"/>
            </a:solidFill>
          </a:ln>
        </p:spPr>
        <p:txBody>
          <a:bodyPr wrap="square">
            <a:spAutoFit/>
          </a:bodyPr>
          <a:lstStyle/>
          <a:p>
            <a:pPr defTabSz="914377"/>
            <a:r>
              <a:rPr lang="en-US" altLang="zh-CN" sz="2000" b="1" err="1">
                <a:solidFill>
                  <a:srgbClr val="0268B3"/>
                </a:solidFill>
                <a:latin typeface="Arial-BoldMT"/>
              </a:rPr>
              <a:t>Tiantan’s</a:t>
            </a:r>
            <a:r>
              <a:rPr lang="en-US" altLang="zh-CN" sz="2000" b="1">
                <a:solidFill>
                  <a:srgbClr val="0268B3"/>
                </a:solidFill>
                <a:latin typeface="Arial-BoldMT"/>
              </a:rPr>
              <a:t> expectation for ACT-GLOBAL</a:t>
            </a:r>
          </a:p>
          <a:p>
            <a:pPr defTabSz="914377"/>
            <a:r>
              <a:rPr lang="en-US" altLang="zh-CN" sz="1400">
                <a:solidFill>
                  <a:srgbClr val="4F82BE"/>
                </a:solidFill>
                <a:latin typeface="Wingdings-Regular"/>
              </a:rPr>
              <a:t>Ø </a:t>
            </a:r>
            <a:r>
              <a:rPr lang="en-US" altLang="zh-CN">
                <a:solidFill>
                  <a:srgbClr val="000000"/>
                </a:solidFill>
                <a:latin typeface="ArialMT"/>
              </a:rPr>
              <a:t>BP domain</a:t>
            </a:r>
            <a:r>
              <a:rPr lang="en-US" altLang="zh-CN">
                <a:solidFill>
                  <a:srgbClr val="000000"/>
                </a:solidFill>
                <a:latin typeface="STKaiti" panose="02010600040101010101" pitchFamily="2" charset="-122"/>
                <a:ea typeface="STKaiti" panose="02010600040101010101" pitchFamily="2" charset="-122"/>
              </a:rPr>
              <a:t>, </a:t>
            </a:r>
            <a:r>
              <a:rPr lang="en-US" altLang="zh-CN">
                <a:solidFill>
                  <a:srgbClr val="000000"/>
                </a:solidFill>
                <a:latin typeface="ArialMT"/>
                <a:ea typeface="STKaiti" panose="02010600040101010101" pitchFamily="2" charset="-122"/>
              </a:rPr>
              <a:t>thrombolysis domain and SAH domain</a:t>
            </a:r>
          </a:p>
          <a:p>
            <a:pPr defTabSz="914377"/>
            <a:r>
              <a:rPr lang="en-US" altLang="zh-CN" sz="1400">
                <a:solidFill>
                  <a:srgbClr val="4F82BE"/>
                </a:solidFill>
                <a:latin typeface="Wingdings-Regular"/>
              </a:rPr>
              <a:t>Ø </a:t>
            </a:r>
            <a:r>
              <a:rPr lang="en-US" altLang="zh-CN">
                <a:solidFill>
                  <a:srgbClr val="000000"/>
                </a:solidFill>
                <a:latin typeface="ArialMT"/>
              </a:rPr>
              <a:t>Prof. Bijoy Menon and Prof. Wang as Co-PIs for</a:t>
            </a:r>
          </a:p>
          <a:p>
            <a:pPr defTabSz="914377"/>
            <a:r>
              <a:rPr lang="en-US" altLang="zh-CN">
                <a:solidFill>
                  <a:srgbClr val="000000"/>
                </a:solidFill>
                <a:latin typeface="ArialMT"/>
              </a:rPr>
              <a:t>Thrombolysis Domain</a:t>
            </a:r>
          </a:p>
          <a:p>
            <a:pPr defTabSz="914377"/>
            <a:r>
              <a:rPr lang="en-US" altLang="zh-CN" sz="1400">
                <a:solidFill>
                  <a:srgbClr val="4F82BE"/>
                </a:solidFill>
                <a:latin typeface="Wingdings-Regular"/>
              </a:rPr>
              <a:t>Ø </a:t>
            </a:r>
            <a:r>
              <a:rPr lang="en-US" altLang="zh-CN">
                <a:solidFill>
                  <a:srgbClr val="000000"/>
                </a:solidFill>
                <a:latin typeface="ArialMT"/>
              </a:rPr>
              <a:t>First trial: Low dose TNK for patients with NOAC</a:t>
            </a:r>
            <a:endParaRPr lang="zh-CN" altLang="en-US">
              <a:solidFill>
                <a:prstClr val="black"/>
              </a:solidFill>
              <a:latin typeface="Boehringer Forward Text"/>
            </a:endParaRPr>
          </a:p>
        </p:txBody>
      </p:sp>
    </p:spTree>
    <p:extLst>
      <p:ext uri="{BB962C8B-B14F-4D97-AF65-F5344CB8AC3E}">
        <p14:creationId xmlns:p14="http://schemas.microsoft.com/office/powerpoint/2010/main" val="134141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76010-E177-0F92-EAA3-415ACED283C0}"/>
              </a:ext>
            </a:extLst>
          </p:cNvPr>
          <p:cNvSpPr>
            <a:spLocks noGrp="1"/>
          </p:cNvSpPr>
          <p:nvPr>
            <p:ph type="title"/>
          </p:nvPr>
        </p:nvSpPr>
        <p:spPr>
          <a:xfrm>
            <a:off x="479425" y="475421"/>
            <a:ext cx="7380288" cy="720000"/>
          </a:xfrm>
        </p:spPr>
        <p:txBody>
          <a:bodyPr vert="horz" lIns="0" tIns="0" rIns="0" bIns="0" rtlCol="0" anchor="t">
            <a:normAutofit/>
          </a:bodyPr>
          <a:lstStyle/>
          <a:p>
            <a:r>
              <a:rPr lang="en-US"/>
              <a:t>Global visit follow up action summary</a:t>
            </a:r>
          </a:p>
        </p:txBody>
      </p:sp>
      <p:pic>
        <p:nvPicPr>
          <p:cNvPr id="12" name="Picture 11">
            <a:extLst>
              <a:ext uri="{FF2B5EF4-FFF2-40B4-BE49-F238E27FC236}">
                <a16:creationId xmlns:a16="http://schemas.microsoft.com/office/drawing/2014/main" id="{A2CBB772-2208-7473-1562-D02A96964396}"/>
              </a:ext>
            </a:extLst>
          </p:cNvPr>
          <p:cNvPicPr>
            <a:picLocks noChangeAspect="1"/>
          </p:cNvPicPr>
          <p:nvPr/>
        </p:nvPicPr>
        <p:blipFill>
          <a:blip r:embed="rId2"/>
          <a:stretch>
            <a:fillRect/>
          </a:stretch>
        </p:blipFill>
        <p:spPr>
          <a:xfrm>
            <a:off x="583862" y="968771"/>
            <a:ext cx="6704917" cy="5154938"/>
          </a:xfrm>
          <a:prstGeom prst="rect">
            <a:avLst/>
          </a:prstGeom>
          <a:noFill/>
        </p:spPr>
      </p:pic>
      <p:sp>
        <p:nvSpPr>
          <p:cNvPr id="8" name="TextBox 7">
            <a:extLst>
              <a:ext uri="{FF2B5EF4-FFF2-40B4-BE49-F238E27FC236}">
                <a16:creationId xmlns:a16="http://schemas.microsoft.com/office/drawing/2014/main" id="{44684A10-BD88-B1FC-B6E6-D0FC2F06F435}"/>
              </a:ext>
            </a:extLst>
          </p:cNvPr>
          <p:cNvSpPr txBox="1"/>
          <p:nvPr/>
        </p:nvSpPr>
        <p:spPr bwMode="gray">
          <a:xfrm>
            <a:off x="8933198" y="968771"/>
            <a:ext cx="2992101" cy="5472000"/>
          </a:xfrm>
          <a:prstGeom prst="rect">
            <a:avLst/>
          </a:prstGeom>
          <a:noFill/>
        </p:spPr>
        <p:txBody>
          <a:bodyPr vert="horz" lIns="0" tIns="0" rIns="0" bIns="0" rtlCol="0">
            <a:normAutofit/>
          </a:bodyPr>
          <a:lstStyle/>
          <a:p>
            <a:pPr marR="0" lvl="0" defTabSz="914377" fontAlgn="auto">
              <a:lnSpc>
                <a:spcPct val="140000"/>
              </a:lnSpc>
              <a:spcAft>
                <a:spcPts val="600"/>
              </a:spcAft>
              <a:buClrTx/>
              <a:buSzTx/>
              <a:tabLst/>
              <a:defRPr/>
            </a:pPr>
            <a:r>
              <a:rPr kumimoji="0" lang="en-US" sz="1400" b="1" i="0" u="none" strike="noStrike" cap="none" spc="0" normalizeH="0" baseline="0" noProof="0" dirty="0">
                <a:ln>
                  <a:noFill/>
                </a:ln>
                <a:solidFill>
                  <a:schemeClr val="bg2"/>
                </a:solidFill>
                <a:effectLst/>
                <a:uLnTx/>
                <a:uFillTx/>
              </a:rPr>
              <a:t>Highlights for </a:t>
            </a:r>
            <a:r>
              <a:rPr kumimoji="0" lang="en-US" sz="1400" b="1" i="0" u="none" strike="noStrike" cap="none" spc="0" normalizeH="0" baseline="0" noProof="0" dirty="0" err="1">
                <a:ln>
                  <a:noFill/>
                </a:ln>
                <a:solidFill>
                  <a:schemeClr val="bg2"/>
                </a:solidFill>
                <a:effectLst/>
                <a:uLnTx/>
                <a:uFillTx/>
              </a:rPr>
              <a:t>Metalyse</a:t>
            </a:r>
            <a:r>
              <a:rPr kumimoji="0" lang="en-US" sz="1400" b="1" i="0" u="none" strike="noStrike" cap="none" spc="0" normalizeH="0" baseline="0" noProof="0" dirty="0">
                <a:ln>
                  <a:noFill/>
                </a:ln>
                <a:solidFill>
                  <a:schemeClr val="bg2"/>
                </a:solidFill>
                <a:effectLst/>
                <a:uLnTx/>
                <a:uFillTx/>
              </a:rPr>
              <a:t>  Evidence:</a:t>
            </a:r>
          </a:p>
          <a:p>
            <a:pPr marL="215995" marR="0" lvl="0" indent="-215995" defTabSz="914377" fontAlgn="auto">
              <a:lnSpc>
                <a:spcPct val="140000"/>
              </a:lnSpc>
              <a:spcAft>
                <a:spcPts val="600"/>
              </a:spcAft>
              <a:buClrTx/>
              <a:buSzTx/>
              <a:buFont typeface="Arial" panose="020B0604020202020204" pitchFamily="34" charset="0"/>
              <a:buChar char="•"/>
              <a:tabLst/>
              <a:defRPr/>
            </a:pPr>
            <a:r>
              <a:rPr kumimoji="0" lang="en-US" sz="1200" b="0" i="0" u="none" strike="noStrike" cap="none" spc="0" normalizeH="0" baseline="0" noProof="0" dirty="0">
                <a:ln>
                  <a:noFill/>
                </a:ln>
                <a:solidFill>
                  <a:schemeClr val="bg2"/>
                </a:solidFill>
                <a:effectLst/>
                <a:uLnTx/>
                <a:uFillTx/>
              </a:rPr>
              <a:t>CCDS update – keep close working together with global team</a:t>
            </a:r>
          </a:p>
          <a:p>
            <a:pPr marL="215995" marR="0" lvl="0" indent="-215995" defTabSz="914377" fontAlgn="auto">
              <a:lnSpc>
                <a:spcPct val="140000"/>
              </a:lnSpc>
              <a:spcAft>
                <a:spcPts val="600"/>
              </a:spcAft>
              <a:buClrTx/>
              <a:buSzTx/>
              <a:buFont typeface="Arial" panose="020B0604020202020204" pitchFamily="34" charset="0"/>
              <a:buChar char="•"/>
              <a:tabLst/>
              <a:defRPr/>
            </a:pPr>
            <a:r>
              <a:rPr kumimoji="0" lang="en-US" sz="1200" b="0" i="0" u="none" strike="noStrike" cap="none" spc="0" normalizeH="0" baseline="0" noProof="0" dirty="0">
                <a:ln>
                  <a:noFill/>
                </a:ln>
                <a:solidFill>
                  <a:schemeClr val="bg2"/>
                </a:solidFill>
                <a:effectLst/>
                <a:uLnTx/>
                <a:uFillTx/>
              </a:rPr>
              <a:t>Maximization – </a:t>
            </a:r>
          </a:p>
          <a:p>
            <a:pPr marR="0" lvl="1" indent="-228600" defTabSz="914377" fontAlgn="auto">
              <a:lnSpc>
                <a:spcPct val="140000"/>
              </a:lnSpc>
              <a:spcAft>
                <a:spcPts val="600"/>
              </a:spcAft>
              <a:buClrTx/>
              <a:buSzTx/>
              <a:buFont typeface="+mj-lt"/>
              <a:buAutoNum type="arabicPeriod"/>
              <a:tabLst/>
              <a:defRPr/>
            </a:pPr>
            <a:r>
              <a:rPr kumimoji="0" lang="en-US" sz="1200" b="0" i="0" u="none" strike="noStrike" cap="none" spc="0" normalizeH="0" baseline="0" noProof="0" dirty="0">
                <a:ln>
                  <a:noFill/>
                </a:ln>
                <a:solidFill>
                  <a:schemeClr val="bg2"/>
                </a:solidFill>
                <a:effectLst/>
                <a:uLnTx/>
                <a:uFillTx/>
              </a:rPr>
              <a:t>Aligned Corporate to lead the late time window study as a MRCT. </a:t>
            </a:r>
          </a:p>
          <a:p>
            <a:pPr marR="0" lvl="1" indent="-228600" defTabSz="914377" fontAlgn="auto">
              <a:lnSpc>
                <a:spcPct val="140000"/>
              </a:lnSpc>
              <a:spcAft>
                <a:spcPts val="600"/>
              </a:spcAft>
              <a:buClrTx/>
              <a:buSzTx/>
              <a:buFont typeface="+mj-lt"/>
              <a:buAutoNum type="arabicPeriod"/>
              <a:tabLst/>
              <a:defRPr/>
            </a:pPr>
            <a:r>
              <a:rPr kumimoji="0" lang="en-US" sz="1200" b="0" i="0" u="none" strike="noStrike" cap="none" spc="0" normalizeH="0" baseline="0" noProof="0" dirty="0">
                <a:ln>
                  <a:noFill/>
                </a:ln>
                <a:solidFill>
                  <a:schemeClr val="bg2"/>
                </a:solidFill>
                <a:effectLst/>
                <a:uLnTx/>
                <a:uFillTx/>
              </a:rPr>
              <a:t>Aligned China to join in the "ETERNAL" trial</a:t>
            </a:r>
          </a:p>
        </p:txBody>
      </p:sp>
      <p:sp>
        <p:nvSpPr>
          <p:cNvPr id="5" name="Slide Number Placeholder 4">
            <a:extLst>
              <a:ext uri="{FF2B5EF4-FFF2-40B4-BE49-F238E27FC236}">
                <a16:creationId xmlns:a16="http://schemas.microsoft.com/office/drawing/2014/main" id="{02A5720F-D23B-C725-92FE-C7707B9953B6}"/>
              </a:ext>
            </a:extLst>
          </p:cNvPr>
          <p:cNvSpPr>
            <a:spLocks noGrp="1"/>
          </p:cNvSpPr>
          <p:nvPr>
            <p:ph type="sldNum" sz="quarter" idx="18"/>
          </p:nvPr>
        </p:nvSpPr>
        <p:spPr>
          <a:xfrm>
            <a:off x="11424592" y="6246836"/>
            <a:ext cx="288000" cy="288000"/>
          </a:xfrm>
        </p:spPr>
        <p:txBody>
          <a:bodyPr vert="horz" lIns="0" tIns="0" rIns="0" bIns="0" rtlCol="0" anchor="b">
            <a:normAutofit/>
          </a:bodyPr>
          <a:lstStyle/>
          <a:p>
            <a:pPr marR="0" lvl="0" indent="0" fontAlgn="auto">
              <a:spcBef>
                <a:spcPts val="0"/>
              </a:spcBef>
              <a:spcAft>
                <a:spcPts val="600"/>
              </a:spcAft>
              <a:buClrTx/>
              <a:buSzTx/>
              <a:buFontTx/>
              <a:buNone/>
              <a:tabLst/>
              <a:defRPr/>
            </a:pPr>
            <a:fld id="{8FF9B0DE-3FEB-4AA0-B465-B80EF7C1333D}" type="slidenum">
              <a:rPr kumimoji="0" lang="en-US"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5</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2162962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hidden="1">
            <a:extLst>
              <a:ext uri="{FF2B5EF4-FFF2-40B4-BE49-F238E27FC236}">
                <a16:creationId xmlns:a16="http://schemas.microsoft.com/office/drawing/2014/main" id="{2FF342FA-91AB-47D8-B0F1-64EE0D8F34F9}"/>
              </a:ext>
            </a:extLst>
          </p:cNvPr>
          <p:cNvGraphicFramePr>
            <a:graphicFrameLocks noChangeAspect="1"/>
          </p:cNvGraphicFramePr>
          <p:nvPr>
            <p:custDataLst>
              <p:tags r:id="rId1"/>
            </p:custDataLst>
          </p:nvPr>
        </p:nvGraphicFramePr>
        <p:xfrm>
          <a:off x="7185" y="4737"/>
          <a:ext cx="1587" cy="1587"/>
        </p:xfrm>
        <a:graphic>
          <a:graphicData uri="http://schemas.openxmlformats.org/presentationml/2006/ole">
            <mc:AlternateContent xmlns:mc="http://schemas.openxmlformats.org/markup-compatibility/2006">
              <mc:Choice xmlns:v="urn:schemas-microsoft-com:vml" Requires="v">
                <p:oleObj name="think-cell 幻灯片" r:id="rId4" imgW="470" imgH="469" progId="TCLayout.ActiveDocument.1">
                  <p:embed/>
                </p:oleObj>
              </mc:Choice>
              <mc:Fallback>
                <p:oleObj name="think-cell 幻灯片" r:id="rId4" imgW="470" imgH="469" progId="TCLayout.ActiveDocument.1">
                  <p:embed/>
                  <p:pic>
                    <p:nvPicPr>
                      <p:cNvPr id="6" name="对象 5" hidden="1">
                        <a:extLst>
                          <a:ext uri="{FF2B5EF4-FFF2-40B4-BE49-F238E27FC236}">
                            <a16:creationId xmlns:a16="http://schemas.microsoft.com/office/drawing/2014/main" id="{2FF342FA-91AB-47D8-B0F1-64EE0D8F34F9}"/>
                          </a:ext>
                        </a:extLst>
                      </p:cNvPr>
                      <p:cNvPicPr/>
                      <p:nvPr/>
                    </p:nvPicPr>
                    <p:blipFill>
                      <a:blip r:embed="rId5"/>
                      <a:stretch>
                        <a:fillRect/>
                      </a:stretch>
                    </p:blipFill>
                    <p:spPr>
                      <a:xfrm>
                        <a:off x="7185" y="4737"/>
                        <a:ext cx="1587" cy="1587"/>
                      </a:xfrm>
                      <a:prstGeom prst="rect">
                        <a:avLst/>
                      </a:prstGeom>
                    </p:spPr>
                  </p:pic>
                </p:oleObj>
              </mc:Fallback>
            </mc:AlternateContent>
          </a:graphicData>
        </a:graphic>
      </p:graphicFrame>
      <p:graphicFrame>
        <p:nvGraphicFramePr>
          <p:cNvPr id="5" name="表格 24">
            <a:extLst>
              <a:ext uri="{FF2B5EF4-FFF2-40B4-BE49-F238E27FC236}">
                <a16:creationId xmlns:a16="http://schemas.microsoft.com/office/drawing/2014/main" id="{C781EBC0-5569-4684-84B4-85D4B4C29A63}"/>
              </a:ext>
            </a:extLst>
          </p:cNvPr>
          <p:cNvGraphicFramePr>
            <a:graphicFrameLocks noGrp="1"/>
          </p:cNvGraphicFramePr>
          <p:nvPr/>
        </p:nvGraphicFramePr>
        <p:xfrm>
          <a:off x="1039447" y="964949"/>
          <a:ext cx="11096904" cy="746760"/>
        </p:xfrm>
        <a:graphic>
          <a:graphicData uri="http://schemas.openxmlformats.org/drawingml/2006/table">
            <a:tbl>
              <a:tblPr firstRow="1" bandRow="1">
                <a:tableStyleId>{5C22544A-7EE6-4342-B048-85BDC9FD1C3A}</a:tableStyleId>
              </a:tblPr>
              <a:tblGrid>
                <a:gridCol w="462371">
                  <a:extLst>
                    <a:ext uri="{9D8B030D-6E8A-4147-A177-3AD203B41FA5}">
                      <a16:colId xmlns:a16="http://schemas.microsoft.com/office/drawing/2014/main" val="3888887410"/>
                    </a:ext>
                  </a:extLst>
                </a:gridCol>
                <a:gridCol w="462371">
                  <a:extLst>
                    <a:ext uri="{9D8B030D-6E8A-4147-A177-3AD203B41FA5}">
                      <a16:colId xmlns:a16="http://schemas.microsoft.com/office/drawing/2014/main" val="3683302018"/>
                    </a:ext>
                  </a:extLst>
                </a:gridCol>
                <a:gridCol w="462371">
                  <a:extLst>
                    <a:ext uri="{9D8B030D-6E8A-4147-A177-3AD203B41FA5}">
                      <a16:colId xmlns:a16="http://schemas.microsoft.com/office/drawing/2014/main" val="4144644035"/>
                    </a:ext>
                  </a:extLst>
                </a:gridCol>
                <a:gridCol w="462371">
                  <a:extLst>
                    <a:ext uri="{9D8B030D-6E8A-4147-A177-3AD203B41FA5}">
                      <a16:colId xmlns:a16="http://schemas.microsoft.com/office/drawing/2014/main" val="2089371797"/>
                    </a:ext>
                  </a:extLst>
                </a:gridCol>
                <a:gridCol w="462371">
                  <a:extLst>
                    <a:ext uri="{9D8B030D-6E8A-4147-A177-3AD203B41FA5}">
                      <a16:colId xmlns:a16="http://schemas.microsoft.com/office/drawing/2014/main" val="1954031255"/>
                    </a:ext>
                  </a:extLst>
                </a:gridCol>
                <a:gridCol w="462371">
                  <a:extLst>
                    <a:ext uri="{9D8B030D-6E8A-4147-A177-3AD203B41FA5}">
                      <a16:colId xmlns:a16="http://schemas.microsoft.com/office/drawing/2014/main" val="3756842113"/>
                    </a:ext>
                  </a:extLst>
                </a:gridCol>
                <a:gridCol w="462371">
                  <a:extLst>
                    <a:ext uri="{9D8B030D-6E8A-4147-A177-3AD203B41FA5}">
                      <a16:colId xmlns:a16="http://schemas.microsoft.com/office/drawing/2014/main" val="3067334940"/>
                    </a:ext>
                  </a:extLst>
                </a:gridCol>
                <a:gridCol w="462371">
                  <a:extLst>
                    <a:ext uri="{9D8B030D-6E8A-4147-A177-3AD203B41FA5}">
                      <a16:colId xmlns:a16="http://schemas.microsoft.com/office/drawing/2014/main" val="2481478725"/>
                    </a:ext>
                  </a:extLst>
                </a:gridCol>
                <a:gridCol w="462371">
                  <a:extLst>
                    <a:ext uri="{9D8B030D-6E8A-4147-A177-3AD203B41FA5}">
                      <a16:colId xmlns:a16="http://schemas.microsoft.com/office/drawing/2014/main" val="3832405931"/>
                    </a:ext>
                  </a:extLst>
                </a:gridCol>
                <a:gridCol w="462371">
                  <a:extLst>
                    <a:ext uri="{9D8B030D-6E8A-4147-A177-3AD203B41FA5}">
                      <a16:colId xmlns:a16="http://schemas.microsoft.com/office/drawing/2014/main" val="1701074788"/>
                    </a:ext>
                  </a:extLst>
                </a:gridCol>
                <a:gridCol w="462371">
                  <a:extLst>
                    <a:ext uri="{9D8B030D-6E8A-4147-A177-3AD203B41FA5}">
                      <a16:colId xmlns:a16="http://schemas.microsoft.com/office/drawing/2014/main" val="90893597"/>
                    </a:ext>
                  </a:extLst>
                </a:gridCol>
                <a:gridCol w="462371">
                  <a:extLst>
                    <a:ext uri="{9D8B030D-6E8A-4147-A177-3AD203B41FA5}">
                      <a16:colId xmlns:a16="http://schemas.microsoft.com/office/drawing/2014/main" val="3881634057"/>
                    </a:ext>
                  </a:extLst>
                </a:gridCol>
                <a:gridCol w="462371">
                  <a:extLst>
                    <a:ext uri="{9D8B030D-6E8A-4147-A177-3AD203B41FA5}">
                      <a16:colId xmlns:a16="http://schemas.microsoft.com/office/drawing/2014/main" val="1571353680"/>
                    </a:ext>
                  </a:extLst>
                </a:gridCol>
                <a:gridCol w="462371">
                  <a:extLst>
                    <a:ext uri="{9D8B030D-6E8A-4147-A177-3AD203B41FA5}">
                      <a16:colId xmlns:a16="http://schemas.microsoft.com/office/drawing/2014/main" val="533822253"/>
                    </a:ext>
                  </a:extLst>
                </a:gridCol>
                <a:gridCol w="462371">
                  <a:extLst>
                    <a:ext uri="{9D8B030D-6E8A-4147-A177-3AD203B41FA5}">
                      <a16:colId xmlns:a16="http://schemas.microsoft.com/office/drawing/2014/main" val="2145100424"/>
                    </a:ext>
                  </a:extLst>
                </a:gridCol>
                <a:gridCol w="462371">
                  <a:extLst>
                    <a:ext uri="{9D8B030D-6E8A-4147-A177-3AD203B41FA5}">
                      <a16:colId xmlns:a16="http://schemas.microsoft.com/office/drawing/2014/main" val="1615103828"/>
                    </a:ext>
                  </a:extLst>
                </a:gridCol>
                <a:gridCol w="462371">
                  <a:extLst>
                    <a:ext uri="{9D8B030D-6E8A-4147-A177-3AD203B41FA5}">
                      <a16:colId xmlns:a16="http://schemas.microsoft.com/office/drawing/2014/main" val="2666543937"/>
                    </a:ext>
                  </a:extLst>
                </a:gridCol>
                <a:gridCol w="462371">
                  <a:extLst>
                    <a:ext uri="{9D8B030D-6E8A-4147-A177-3AD203B41FA5}">
                      <a16:colId xmlns:a16="http://schemas.microsoft.com/office/drawing/2014/main" val="2930092177"/>
                    </a:ext>
                  </a:extLst>
                </a:gridCol>
                <a:gridCol w="462371">
                  <a:extLst>
                    <a:ext uri="{9D8B030D-6E8A-4147-A177-3AD203B41FA5}">
                      <a16:colId xmlns:a16="http://schemas.microsoft.com/office/drawing/2014/main" val="1522948452"/>
                    </a:ext>
                  </a:extLst>
                </a:gridCol>
                <a:gridCol w="462371">
                  <a:extLst>
                    <a:ext uri="{9D8B030D-6E8A-4147-A177-3AD203B41FA5}">
                      <a16:colId xmlns:a16="http://schemas.microsoft.com/office/drawing/2014/main" val="3038405910"/>
                    </a:ext>
                  </a:extLst>
                </a:gridCol>
                <a:gridCol w="462371">
                  <a:extLst>
                    <a:ext uri="{9D8B030D-6E8A-4147-A177-3AD203B41FA5}">
                      <a16:colId xmlns:a16="http://schemas.microsoft.com/office/drawing/2014/main" val="711213386"/>
                    </a:ext>
                  </a:extLst>
                </a:gridCol>
                <a:gridCol w="462371">
                  <a:extLst>
                    <a:ext uri="{9D8B030D-6E8A-4147-A177-3AD203B41FA5}">
                      <a16:colId xmlns:a16="http://schemas.microsoft.com/office/drawing/2014/main" val="2705337682"/>
                    </a:ext>
                  </a:extLst>
                </a:gridCol>
                <a:gridCol w="462371">
                  <a:extLst>
                    <a:ext uri="{9D8B030D-6E8A-4147-A177-3AD203B41FA5}">
                      <a16:colId xmlns:a16="http://schemas.microsoft.com/office/drawing/2014/main" val="903594310"/>
                    </a:ext>
                  </a:extLst>
                </a:gridCol>
                <a:gridCol w="462371">
                  <a:extLst>
                    <a:ext uri="{9D8B030D-6E8A-4147-A177-3AD203B41FA5}">
                      <a16:colId xmlns:a16="http://schemas.microsoft.com/office/drawing/2014/main" val="1378469253"/>
                    </a:ext>
                  </a:extLst>
                </a:gridCol>
              </a:tblGrid>
              <a:tr h="320040">
                <a:tc gridSpan="4">
                  <a:txBody>
                    <a:bodyPr/>
                    <a:lstStyle/>
                    <a:p>
                      <a:pPr algn="ctr"/>
                      <a:r>
                        <a:rPr lang="en-US" sz="1500"/>
                        <a:t>2021</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2022</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2023</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2024</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2025</a:t>
                      </a:r>
                    </a:p>
                  </a:txBody>
                  <a:tcPr>
                    <a:solidFill>
                      <a:srgbClr val="000000"/>
                    </a:solidFill>
                  </a:tcPr>
                </a:tc>
                <a:tc hMerge="1">
                  <a:txBody>
                    <a:bodyPr/>
                    <a:lstStyle/>
                    <a:p>
                      <a:endParaRPr lang="en-US"/>
                    </a:p>
                  </a:txBody>
                  <a:tcPr/>
                </a:tc>
                <a:tc hMerge="1">
                  <a:txBody>
                    <a:bodyPr/>
                    <a:lstStyle/>
                    <a:p>
                      <a:pPr algn="ctr"/>
                      <a:endParaRPr lang="en-US" sz="1600"/>
                    </a:p>
                  </a:txBody>
                  <a:tcPr/>
                </a:tc>
                <a:tc hMerge="1">
                  <a:txBody>
                    <a:bodyPr/>
                    <a:lstStyle/>
                    <a:p>
                      <a:pPr algn="ctr"/>
                      <a:endParaRPr lang="en-US" sz="1600"/>
                    </a:p>
                  </a:txBody>
                  <a:tcPr/>
                </a:tc>
                <a:tc gridSpan="2">
                  <a:txBody>
                    <a:bodyPr/>
                    <a:lstStyle/>
                    <a:p>
                      <a:pPr algn="ctr"/>
                      <a:r>
                        <a:rPr lang="en-US" sz="1500"/>
                        <a:t>2026</a:t>
                      </a:r>
                    </a:p>
                  </a:txBody>
                  <a:tcPr>
                    <a:solidFill>
                      <a:srgbClr val="000000"/>
                    </a:solidFill>
                  </a:tcPr>
                </a:tc>
                <a:tc hMerge="1">
                  <a:txBody>
                    <a:bodyPr/>
                    <a:lstStyle/>
                    <a:p>
                      <a:pPr algn="ctr"/>
                      <a:endParaRPr lang="en-US" sz="1600"/>
                    </a:p>
                  </a:txBody>
                  <a:tcPr/>
                </a:tc>
                <a:tc gridSpan="2">
                  <a:txBody>
                    <a:bodyPr/>
                    <a:lstStyle/>
                    <a:p>
                      <a:pPr algn="ctr"/>
                      <a:r>
                        <a:rPr lang="en-US" sz="1500"/>
                        <a:t>2027</a:t>
                      </a:r>
                    </a:p>
                  </a:txBody>
                  <a:tcPr>
                    <a:solidFill>
                      <a:srgbClr val="000000"/>
                    </a:solidFill>
                  </a:tcPr>
                </a:tc>
                <a:tc hMerge="1">
                  <a:txBody>
                    <a:bodyPr/>
                    <a:lstStyle/>
                    <a:p>
                      <a:pPr algn="ctr"/>
                      <a:endParaRPr lang="en-US" sz="1600"/>
                    </a:p>
                  </a:txBody>
                  <a:tcPr/>
                </a:tc>
                <a:extLst>
                  <a:ext uri="{0D108BD9-81ED-4DB2-BD59-A6C34878D82A}">
                    <a16:rowId xmlns:a16="http://schemas.microsoft.com/office/drawing/2014/main" val="4169833556"/>
                  </a:ext>
                </a:extLst>
              </a:tr>
              <a:tr h="426720">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p>
                      <a:r>
                        <a:rPr lang="en-US" sz="1100"/>
                        <a:t>Q2</a:t>
                      </a:r>
                    </a:p>
                  </a:txBody>
                  <a:tcPr marL="96023" marR="96023" anchor="ctr">
                    <a:solidFill>
                      <a:srgbClr val="63E6CF"/>
                    </a:solidFill>
                  </a:tcPr>
                </a:tc>
                <a:tc>
                  <a:txBody>
                    <a:bodyPr/>
                    <a:lstStyle/>
                    <a:p>
                      <a:r>
                        <a:rPr lang="en-US" sz="1100"/>
                        <a:t>Q3</a:t>
                      </a:r>
                    </a:p>
                    <a:p>
                      <a:r>
                        <a:rPr lang="en-US" sz="1100"/>
                        <a:t>Q4</a:t>
                      </a:r>
                    </a:p>
                  </a:txBody>
                  <a:tcPr marL="96023" marR="96023" anchor="ctr">
                    <a:solidFill>
                      <a:srgbClr val="63E6CF"/>
                    </a:solidFill>
                  </a:tcPr>
                </a:tc>
                <a:tc>
                  <a:txBody>
                    <a:bodyPr/>
                    <a:lstStyle/>
                    <a:p>
                      <a:r>
                        <a:rPr lang="en-US" sz="1100"/>
                        <a:t>Q1</a:t>
                      </a:r>
                    </a:p>
                    <a:p>
                      <a:r>
                        <a:rPr lang="en-US" sz="1100"/>
                        <a:t>Q2</a:t>
                      </a:r>
                    </a:p>
                  </a:txBody>
                  <a:tcPr marL="96023" marR="96023" anchor="ctr">
                    <a:solidFill>
                      <a:srgbClr val="63E6CF"/>
                    </a:solidFill>
                  </a:tcPr>
                </a:tc>
                <a:tc>
                  <a:txBody>
                    <a:bodyPr/>
                    <a:lstStyle/>
                    <a:p>
                      <a:r>
                        <a:rPr lang="en-US" sz="1100"/>
                        <a:t>Q3</a:t>
                      </a:r>
                    </a:p>
                    <a:p>
                      <a:r>
                        <a:rPr lang="en-US" sz="1100"/>
                        <a:t>Q4</a:t>
                      </a:r>
                    </a:p>
                  </a:txBody>
                  <a:tcPr marL="96023" marR="96023" anchor="ctr">
                    <a:solidFill>
                      <a:srgbClr val="63E6CF"/>
                    </a:solidFill>
                  </a:tcPr>
                </a:tc>
                <a:extLst>
                  <a:ext uri="{0D108BD9-81ED-4DB2-BD59-A6C34878D82A}">
                    <a16:rowId xmlns:a16="http://schemas.microsoft.com/office/drawing/2014/main" val="4064535186"/>
                  </a:ext>
                </a:extLst>
              </a:tr>
            </a:tbl>
          </a:graphicData>
        </a:graphic>
      </p:graphicFrame>
      <p:sp>
        <p:nvSpPr>
          <p:cNvPr id="7" name="文本框 28">
            <a:extLst>
              <a:ext uri="{FF2B5EF4-FFF2-40B4-BE49-F238E27FC236}">
                <a16:creationId xmlns:a16="http://schemas.microsoft.com/office/drawing/2014/main" id="{9AF21DDD-F351-4263-831B-F1D91B2F9D63}"/>
              </a:ext>
            </a:extLst>
          </p:cNvPr>
          <p:cNvSpPr txBox="1"/>
          <p:nvPr/>
        </p:nvSpPr>
        <p:spPr>
          <a:xfrm>
            <a:off x="86784" y="1939061"/>
            <a:ext cx="1060128" cy="461665"/>
          </a:xfrm>
          <a:prstGeom prst="rect">
            <a:avLst/>
          </a:prstGeom>
          <a:solidFill>
            <a:schemeClr val="bg2">
              <a:lumMod val="90000"/>
              <a:lumOff val="10000"/>
            </a:schemeClr>
          </a:solidFill>
        </p:spPr>
        <p:style>
          <a:lnRef idx="3">
            <a:schemeClr val="lt1"/>
          </a:lnRef>
          <a:fillRef idx="1">
            <a:schemeClr val="accent2"/>
          </a:fillRef>
          <a:effectRef idx="1">
            <a:schemeClr val="accent2"/>
          </a:effectRef>
          <a:fontRef idx="minor">
            <a:schemeClr val="lt1"/>
          </a:fontRef>
        </p:style>
        <p:txBody>
          <a:bodyPr wrap="square" rtlCol="0" anchor="ctr" anchorCtr="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err="1">
                <a:ln>
                  <a:noFill/>
                </a:ln>
                <a:solidFill>
                  <a:srgbClr val="FFFFFF"/>
                </a:solidFill>
                <a:effectLst/>
                <a:uLnTx/>
                <a:uFillTx/>
                <a:latin typeface="Boehringer Forward Text"/>
                <a:ea typeface="+mn-ea"/>
                <a:cs typeface="+mn-cs"/>
              </a:rPr>
              <a:t>Metalyse</a:t>
            </a:r>
            <a:r>
              <a:rPr kumimoji="0" lang="en-US" altLang="zh-CN" sz="1200" b="1" i="0" u="none" strike="noStrike" kern="1200" cap="none" spc="0" normalizeH="0" baseline="0" noProof="0">
                <a:ln>
                  <a:noFill/>
                </a:ln>
                <a:solidFill>
                  <a:srgbClr val="FFFFFF"/>
                </a:solidFill>
                <a:effectLst/>
                <a:uLnTx/>
                <a:uFillTx/>
                <a:latin typeface="Boehringer Forward Text"/>
                <a:ea typeface="+mn-ea"/>
                <a:cs typeface="+mn-cs"/>
              </a:rPr>
              <a:t>- BI</a:t>
            </a:r>
          </a:p>
        </p:txBody>
      </p:sp>
      <p:sp>
        <p:nvSpPr>
          <p:cNvPr id="8" name="文本框 30">
            <a:extLst>
              <a:ext uri="{FF2B5EF4-FFF2-40B4-BE49-F238E27FC236}">
                <a16:creationId xmlns:a16="http://schemas.microsoft.com/office/drawing/2014/main" id="{F1E71D09-2DEF-423D-9214-6DF017D70390}"/>
              </a:ext>
            </a:extLst>
          </p:cNvPr>
          <p:cNvSpPr txBox="1"/>
          <p:nvPr/>
        </p:nvSpPr>
        <p:spPr>
          <a:xfrm>
            <a:off x="1297801" y="6322507"/>
            <a:ext cx="10148752" cy="523220"/>
          </a:xfrm>
          <a:prstGeom prst="rect">
            <a:avLst/>
          </a:prstGeom>
          <a:noFill/>
        </p:spPr>
        <p:txBody>
          <a:bodyPr wrap="square" lIns="91440" tIns="45720" rIns="91440" bIns="45720" rtlCol="0" anchor="t">
            <a:spAutoFit/>
          </a:bodyPr>
          <a:lstStyle/>
          <a:p>
            <a:pPr marL="0" marR="0" lvl="0" indent="0" algn="l" defTabSz="1218750" rtl="0" eaLnBrk="1" fontAlgn="auto" latinLnBrk="0" hangingPunct="1">
              <a:lnSpc>
                <a:spcPct val="100000"/>
              </a:lnSpc>
              <a:spcBef>
                <a:spcPts val="0"/>
              </a:spcBef>
              <a:spcAft>
                <a:spcPts val="0"/>
              </a:spcAft>
              <a:buClrTx/>
              <a:buSzTx/>
              <a:buFontTx/>
              <a:buNone/>
              <a:tabLst/>
              <a:defRPr/>
            </a:pPr>
            <a:r>
              <a:rPr kumimoji="0" lang="en-US" sz="700" b="1" i="0" u="sng" strike="noStrike" kern="1200" cap="none" spc="0" normalizeH="0" baseline="0" noProof="0">
                <a:ln>
                  <a:noFill/>
                </a:ln>
                <a:solidFill>
                  <a:srgbClr val="000000"/>
                </a:solidFill>
                <a:effectLst/>
                <a:uLnTx/>
                <a:uFillTx/>
                <a:latin typeface="Boehringer Forward Text"/>
                <a:ea typeface="+mn-ea"/>
                <a:cs typeface="+mn-cs"/>
              </a:rPr>
              <a:t>Notes</a:t>
            </a:r>
            <a:r>
              <a:rPr kumimoji="0" lang="en-US" sz="700" b="1" i="0" u="none" strike="noStrike" kern="1200" cap="none" spc="0" normalizeH="0" baseline="0" noProof="0">
                <a:ln>
                  <a:noFill/>
                </a:ln>
                <a:solidFill>
                  <a:srgbClr val="000000"/>
                </a:solidFill>
                <a:effectLst/>
                <a:uLnTx/>
                <a:uFillTx/>
                <a:latin typeface="Boehringer Forward Text"/>
                <a:ea typeface="+mn-ea"/>
                <a:cs typeface="+mn-cs"/>
              </a:rPr>
              <a:t>:  </a:t>
            </a:r>
          </a:p>
          <a:p>
            <a:pPr marL="171426" marR="0" lvl="0" indent="-171426" algn="l" defTabSz="12187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mn-cs"/>
              </a:rPr>
              <a:t>LPO – BLA submission for all local products: 3M (without pre-BLA meeting). </a:t>
            </a:r>
          </a:p>
          <a:p>
            <a:pPr marL="171426" marR="0" lvl="0" indent="-171426" algn="l" defTabSz="12187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700" b="0" i="0" u="none" strike="noStrike" kern="1200" cap="none" spc="0" normalizeH="0" baseline="0" noProof="0" err="1">
                <a:ln>
                  <a:noFill/>
                </a:ln>
                <a:solidFill>
                  <a:srgbClr val="000000"/>
                </a:solidFill>
                <a:effectLst/>
                <a:uLnTx/>
                <a:uFillTx/>
                <a:latin typeface="Boehringer Forward Text"/>
                <a:ea typeface="+mn-ea"/>
                <a:cs typeface="+mn-cs"/>
              </a:rPr>
              <a:t>Metalyse</a:t>
            </a:r>
            <a:r>
              <a:rPr kumimoji="0" lang="en-US" altLang="zh-CN" sz="700" b="0" i="0" u="none" strike="noStrike" kern="1200" cap="none" spc="0" normalizeH="0" baseline="0" noProof="0">
                <a:ln>
                  <a:noFill/>
                </a:ln>
                <a:solidFill>
                  <a:srgbClr val="000000"/>
                </a:solidFill>
                <a:effectLst/>
                <a:uLnTx/>
                <a:uFillTx/>
                <a:latin typeface="Boehringer Forward Text"/>
                <a:ea typeface="+mn-ea"/>
                <a:cs typeface="+mn-cs"/>
              </a:rPr>
              <a:t> &amp; </a:t>
            </a:r>
            <a:r>
              <a:rPr kumimoji="0" lang="en-US" altLang="zh-CN" sz="700" b="0" i="0" u="none" strike="noStrike" kern="1200" cap="none" spc="0" normalizeH="0" baseline="0" noProof="0" err="1">
                <a:ln>
                  <a:noFill/>
                </a:ln>
                <a:solidFill>
                  <a:srgbClr val="000000"/>
                </a:solidFill>
                <a:effectLst/>
                <a:uLnTx/>
                <a:uFillTx/>
                <a:latin typeface="Boehringer Forward Text"/>
                <a:ea typeface="+mn-ea"/>
                <a:cs typeface="+mn-cs"/>
              </a:rPr>
              <a:t>Fenghua</a:t>
            </a:r>
            <a:r>
              <a:rPr kumimoji="0" lang="en-US" altLang="zh-CN" sz="700" b="0" i="0" u="none" strike="noStrike" kern="1200" cap="none" spc="0" normalizeH="0" baseline="0" noProof="0">
                <a:ln>
                  <a:noFill/>
                </a:ln>
                <a:solidFill>
                  <a:srgbClr val="000000"/>
                </a:solidFill>
                <a:effectLst/>
                <a:uLnTx/>
                <a:uFillTx/>
                <a:latin typeface="Boehringer Forward Text"/>
                <a:ea typeface="+mn-ea"/>
                <a:cs typeface="+mn-cs"/>
              </a:rPr>
              <a:t>: </a:t>
            </a:r>
            <a:r>
              <a:rPr kumimoji="0" lang="en-US" altLang="zh-CN" sz="700" b="0" i="0" u="none" strike="noStrike" kern="1200" cap="none" spc="0" normalizeH="0" baseline="0" noProof="0" err="1">
                <a:ln>
                  <a:noFill/>
                </a:ln>
                <a:solidFill>
                  <a:srgbClr val="000000"/>
                </a:solidFill>
                <a:effectLst/>
                <a:uLnTx/>
                <a:uFillTx/>
                <a:latin typeface="Boehringer Forward Text"/>
                <a:ea typeface="+mn-ea"/>
                <a:cs typeface="+mn-cs"/>
              </a:rPr>
              <a:t>Metalyse</a:t>
            </a:r>
            <a:r>
              <a:rPr kumimoji="0" lang="en-US" altLang="zh-CN" sz="700" b="0" i="0" u="none" strike="noStrike" kern="1200" cap="none" spc="0" normalizeH="0" baseline="0" noProof="0">
                <a:ln>
                  <a:noFill/>
                </a:ln>
                <a:solidFill>
                  <a:srgbClr val="000000"/>
                </a:solidFill>
                <a:effectLst/>
                <a:uLnTx/>
                <a:uFillTx/>
                <a:latin typeface="Boehringer Forward Text"/>
                <a:ea typeface="+mn-ea"/>
                <a:cs typeface="+mn-cs"/>
              </a:rPr>
              <a:t> uses the best case scenario. BLA approval is assumed by using NME &amp; non-priority review pathway timeline (15m). </a:t>
            </a:r>
          </a:p>
          <a:p>
            <a:pPr marL="171426" marR="0" lvl="0" indent="-171426" algn="l" defTabSz="12187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mn-cs"/>
              </a:rPr>
              <a:t>Local </a:t>
            </a:r>
            <a:r>
              <a:rPr kumimoji="0" lang="en-US" sz="700" b="0" i="0" u="none" strike="noStrike" kern="1200" cap="none" spc="0" normalizeH="0" baseline="0" noProof="0" err="1">
                <a:ln>
                  <a:noFill/>
                </a:ln>
                <a:solidFill>
                  <a:srgbClr val="000000"/>
                </a:solidFill>
                <a:effectLst/>
                <a:uLnTx/>
                <a:uFillTx/>
                <a:latin typeface="Boehringer Forward Text"/>
                <a:ea typeface="+mn-ea"/>
                <a:cs typeface="+mn-cs"/>
              </a:rPr>
              <a:t>rPA-Crbiopharm</a:t>
            </a:r>
            <a:r>
              <a:rPr kumimoji="0" lang="en-US" sz="700" b="0" i="0" u="none" strike="noStrike" kern="1200" cap="none" spc="0" normalizeH="0" baseline="0" noProof="0">
                <a:ln>
                  <a:noFill/>
                </a:ln>
                <a:solidFill>
                  <a:srgbClr val="000000"/>
                </a:solidFill>
                <a:effectLst/>
                <a:uLnTx/>
                <a:uFillTx/>
                <a:latin typeface="Boehringer Forward Text"/>
                <a:ea typeface="+mn-ea"/>
                <a:cs typeface="+mn-cs"/>
              </a:rPr>
              <a:t> </a:t>
            </a:r>
            <a:r>
              <a:rPr kumimoji="0" lang="en-US" altLang="zh-CN" sz="700" b="0" i="0" u="none" strike="noStrike" kern="1200" cap="none" spc="0" normalizeH="0" baseline="0" noProof="0">
                <a:ln>
                  <a:noFill/>
                </a:ln>
                <a:solidFill>
                  <a:srgbClr val="000000"/>
                </a:solidFill>
                <a:effectLst/>
                <a:uLnTx/>
                <a:uFillTx/>
                <a:latin typeface="Boehringer Forward Text"/>
                <a:ea typeface="+mn-ea"/>
                <a:cs typeface="+mn-cs"/>
              </a:rPr>
              <a:t>&amp; Pro-Urokinase</a:t>
            </a:r>
            <a:r>
              <a:rPr kumimoji="0" lang="en-US" sz="700" b="0" i="0" u="none" strike="noStrike" kern="1200" cap="none" spc="0" normalizeH="0" baseline="0" noProof="0">
                <a:ln>
                  <a:noFill/>
                </a:ln>
                <a:solidFill>
                  <a:srgbClr val="000000"/>
                </a:solidFill>
                <a:effectLst/>
                <a:uLnTx/>
                <a:uFillTx/>
                <a:latin typeface="Boehringer Forward Text"/>
                <a:ea typeface="+mn-ea"/>
                <a:cs typeface="+mn-cs"/>
              </a:rPr>
              <a:t>: BLA approval is </a:t>
            </a:r>
            <a:r>
              <a:rPr kumimoji="0" lang="en-US" altLang="zh-CN" sz="700" b="0" i="0" u="none" strike="noStrike" kern="1200" cap="none" spc="0" normalizeH="0" baseline="0" noProof="0">
                <a:ln>
                  <a:noFill/>
                </a:ln>
                <a:solidFill>
                  <a:srgbClr val="000000"/>
                </a:solidFill>
                <a:effectLst/>
                <a:uLnTx/>
                <a:uFillTx/>
                <a:latin typeface="Boehringer Forward Text"/>
                <a:ea typeface="+mn-ea"/>
                <a:cs typeface="+mn-cs"/>
              </a:rPr>
              <a:t>assumed by </a:t>
            </a:r>
            <a:r>
              <a:rPr kumimoji="0" lang="en-US" sz="700" b="0" i="0" u="none" strike="noStrike" kern="1200" cap="none" spc="0" normalizeH="0" baseline="0" noProof="0">
                <a:ln>
                  <a:noFill/>
                </a:ln>
                <a:solidFill>
                  <a:srgbClr val="000000"/>
                </a:solidFill>
                <a:effectLst/>
                <a:uLnTx/>
                <a:uFillTx/>
                <a:latin typeface="Boehringer Forward Text"/>
                <a:ea typeface="+mn-ea"/>
                <a:cs typeface="+mn-cs"/>
              </a:rPr>
              <a:t>using indication extension CDE review timeline (12m).</a:t>
            </a:r>
          </a:p>
        </p:txBody>
      </p:sp>
      <p:sp>
        <p:nvSpPr>
          <p:cNvPr id="10" name="文本框 29">
            <a:extLst>
              <a:ext uri="{FF2B5EF4-FFF2-40B4-BE49-F238E27FC236}">
                <a16:creationId xmlns:a16="http://schemas.microsoft.com/office/drawing/2014/main" id="{97E6B4C5-7E5E-426A-B954-E4BF81A8FB8E}"/>
              </a:ext>
            </a:extLst>
          </p:cNvPr>
          <p:cNvSpPr txBox="1"/>
          <p:nvPr/>
        </p:nvSpPr>
        <p:spPr>
          <a:xfrm>
            <a:off x="6119539" y="1910103"/>
            <a:ext cx="91943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Boehringer Forward Text"/>
                <a:ea typeface="+mn-ea"/>
                <a:cs typeface="+mn-cs"/>
              </a:rPr>
              <a:t>(28 Dec</a:t>
            </a:r>
            <a:r>
              <a:rPr kumimoji="0" lang="en-US" altLang="zh-CN" sz="900" b="0" i="0" u="none" strike="noStrike" kern="1200" cap="none" spc="0" normalizeH="0" baseline="0" noProof="0">
                <a:ln>
                  <a:noFill/>
                </a:ln>
                <a:solidFill>
                  <a:srgbClr val="00B050"/>
                </a:solidFill>
                <a:effectLst/>
                <a:uLnTx/>
                <a:uFillTx/>
                <a:latin typeface="Boehringer Forward Text"/>
                <a:ea typeface="+mn-ea"/>
                <a:cs typeface="+mn-cs"/>
              </a:rPr>
              <a:t>’</a:t>
            </a:r>
            <a:r>
              <a:rPr kumimoji="0" lang="en-US" sz="900" b="0" i="0" u="none" strike="noStrike" kern="1200" cap="none" spc="0" normalizeH="0" baseline="0" noProof="0">
                <a:ln>
                  <a:noFill/>
                </a:ln>
                <a:solidFill>
                  <a:srgbClr val="00B050"/>
                </a:solidFill>
                <a:effectLst/>
                <a:uLnTx/>
                <a:uFillTx/>
                <a:latin typeface="Boehringer Forward Text"/>
                <a:ea typeface="+mn-ea"/>
                <a:cs typeface="+mn-cs"/>
              </a:rPr>
              <a:t>23)</a:t>
            </a:r>
          </a:p>
        </p:txBody>
      </p:sp>
      <p:sp>
        <p:nvSpPr>
          <p:cNvPr id="11" name="矩形 33">
            <a:extLst>
              <a:ext uri="{FF2B5EF4-FFF2-40B4-BE49-F238E27FC236}">
                <a16:creationId xmlns:a16="http://schemas.microsoft.com/office/drawing/2014/main" id="{EFB47B0D-5A02-4B4B-A676-1E6408D70EE7}"/>
              </a:ext>
            </a:extLst>
          </p:cNvPr>
          <p:cNvSpPr/>
          <p:nvPr/>
        </p:nvSpPr>
        <p:spPr>
          <a:xfrm>
            <a:off x="2293205" y="2039660"/>
            <a:ext cx="3936393" cy="267008"/>
          </a:xfrm>
          <a:prstGeom prst="rect">
            <a:avLst/>
          </a:prstGeom>
          <a:solidFill>
            <a:schemeClr val="accent5">
              <a:lumMod val="60000"/>
              <a:lumOff val="40000"/>
            </a:schemeClr>
          </a:solidFill>
          <a:ln>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Ph III, 1478 pts, 50 site, FPI-LPO: 14 Jul 2021 – </a:t>
            </a:r>
            <a:r>
              <a:rPr kumimoji="0" lang="en-US" sz="900" b="0" i="0" u="none" strike="noStrike" kern="1200" cap="none" spc="0" normalizeH="0" baseline="0" noProof="0">
                <a:ln>
                  <a:noFill/>
                </a:ln>
                <a:solidFill>
                  <a:prstClr val="black"/>
                </a:solidFill>
                <a:effectLst/>
                <a:uLnTx/>
                <a:uFillTx/>
                <a:latin typeface="Boehringer Forward Text"/>
                <a:ea typeface="+mn-ea"/>
                <a:cs typeface="+mn-cs"/>
              </a:rPr>
              <a:t>08 Oct 2023</a:t>
            </a:r>
          </a:p>
        </p:txBody>
      </p:sp>
      <p:sp>
        <p:nvSpPr>
          <p:cNvPr id="12" name="文本框 36">
            <a:extLst>
              <a:ext uri="{FF2B5EF4-FFF2-40B4-BE49-F238E27FC236}">
                <a16:creationId xmlns:a16="http://schemas.microsoft.com/office/drawing/2014/main" id="{94D21219-AF65-433C-A9A5-CE40607E0C47}"/>
              </a:ext>
            </a:extLst>
          </p:cNvPr>
          <p:cNvSpPr txBox="1"/>
          <p:nvPr/>
        </p:nvSpPr>
        <p:spPr>
          <a:xfrm>
            <a:off x="8416972" y="1921235"/>
            <a:ext cx="919437"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BLA-a</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(Mar’25)</a:t>
            </a:r>
          </a:p>
        </p:txBody>
      </p:sp>
      <p:sp>
        <p:nvSpPr>
          <p:cNvPr id="13" name="Isosceles Triangle 12">
            <a:extLst>
              <a:ext uri="{FF2B5EF4-FFF2-40B4-BE49-F238E27FC236}">
                <a16:creationId xmlns:a16="http://schemas.microsoft.com/office/drawing/2014/main" id="{06CEFA09-D7C6-4940-8849-63ED2F24FBA2}"/>
              </a:ext>
            </a:extLst>
          </p:cNvPr>
          <p:cNvSpPr/>
          <p:nvPr/>
        </p:nvSpPr>
        <p:spPr>
          <a:xfrm>
            <a:off x="6530263" y="2281341"/>
            <a:ext cx="132332" cy="130631"/>
          </a:xfrm>
          <a:prstGeom prst="triangle">
            <a:avLst/>
          </a:prstGeom>
          <a:solidFill>
            <a:srgbClr val="00B050"/>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4" name="Star: 5 Points 13">
            <a:extLst>
              <a:ext uri="{FF2B5EF4-FFF2-40B4-BE49-F238E27FC236}">
                <a16:creationId xmlns:a16="http://schemas.microsoft.com/office/drawing/2014/main" id="{C586D55A-BB86-4435-A688-22C583354D7D}"/>
              </a:ext>
            </a:extLst>
          </p:cNvPr>
          <p:cNvSpPr/>
          <p:nvPr/>
        </p:nvSpPr>
        <p:spPr>
          <a:xfrm>
            <a:off x="8818356" y="2296607"/>
            <a:ext cx="157245" cy="16979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5" name="Title 1">
            <a:extLst>
              <a:ext uri="{FF2B5EF4-FFF2-40B4-BE49-F238E27FC236}">
                <a16:creationId xmlns:a16="http://schemas.microsoft.com/office/drawing/2014/main" id="{DAC253F7-B19B-44BA-93CD-946D62DC5DFA}"/>
              </a:ext>
            </a:extLst>
          </p:cNvPr>
          <p:cNvSpPr txBox="1">
            <a:spLocks/>
          </p:cNvSpPr>
          <p:nvPr/>
        </p:nvSpPr>
        <p:spPr>
          <a:xfrm>
            <a:off x="348771" y="294153"/>
            <a:ext cx="11211800" cy="307777"/>
          </a:xfrm>
          <a:prstGeom prst="rect">
            <a:avLst/>
          </a:prstGeom>
        </p:spPr>
        <p:txBody>
          <a:bodyPr vert="horz" wrap="square" lIns="0" tIns="0" rIns="0" bIns="0" rtlCol="0" anchor="t" anchorCtr="0">
            <a:spAutoFit/>
          </a:bodyPr>
          <a:lstStyle>
            <a:lvl1pPr algn="l" defTabSz="1219140" rtl="0" eaLnBrk="1" latinLnBrk="0" hangingPunct="1">
              <a:spcBef>
                <a:spcPct val="0"/>
              </a:spcBef>
              <a:buNone/>
              <a:defRPr sz="3200" b="0" i="0" kern="1200">
                <a:solidFill>
                  <a:srgbClr val="003366"/>
                </a:solidFill>
                <a:latin typeface="BISansOptiCond"/>
                <a:ea typeface="+mj-ea"/>
                <a:cs typeface="BISansOptiCond"/>
              </a:defRPr>
            </a:lvl1pPr>
          </a:lstStyle>
          <a:p>
            <a:pPr marL="0" marR="0" lvl="0" indent="0" algn="l" defTabSz="1218690" rtl="0" eaLnBrk="1" fontAlgn="auto" latinLnBrk="0" hangingPunct="1">
              <a:lnSpc>
                <a:spcPct val="100000"/>
              </a:lnSpc>
              <a:spcBef>
                <a:spcPct val="0"/>
              </a:spcBef>
              <a:spcAft>
                <a:spcPts val="300"/>
              </a:spcAft>
              <a:buClrTx/>
              <a:buSzTx/>
              <a:buFontTx/>
              <a:buNone/>
              <a:tabLst/>
              <a:defRPr/>
            </a:pPr>
            <a:r>
              <a:rPr kumimoji="0" lang="en-US" altLang="zh-CN" sz="2000" b="1" i="0" u="none" strike="noStrike" kern="1200" cap="none" spc="0" normalizeH="0" baseline="0" noProof="0" err="1">
                <a:ln>
                  <a:noFill/>
                </a:ln>
                <a:solidFill>
                  <a:srgbClr val="000000"/>
                </a:solidFill>
                <a:effectLst/>
                <a:uLnTx/>
                <a:uFillTx/>
                <a:latin typeface="Boehringer Forward Head"/>
                <a:ea typeface="+mj-ea"/>
              </a:rPr>
              <a:t>Metalyse</a:t>
            </a:r>
            <a:r>
              <a:rPr kumimoji="0" lang="en-US" altLang="zh-CN" sz="2000" b="1" i="0" u="none" strike="noStrike" kern="1200" cap="none" spc="0" normalizeH="0" baseline="0" noProof="0">
                <a:ln>
                  <a:noFill/>
                </a:ln>
                <a:solidFill>
                  <a:srgbClr val="000000"/>
                </a:solidFill>
                <a:effectLst/>
                <a:uLnTx/>
                <a:uFillTx/>
                <a:latin typeface="Boehringer Forward Head"/>
                <a:ea typeface="+mj-ea"/>
              </a:rPr>
              <a:t> TNK-tPA &amp; Local Competitors Development Timeline (as of 16Apr2024, Best case)</a:t>
            </a:r>
            <a:endParaRPr kumimoji="0" lang="zh-CN" altLang="en-US" sz="2000" b="1" i="0" u="none" strike="noStrike" kern="1200" cap="none" spc="0" normalizeH="0" baseline="0" noProof="0">
              <a:ln>
                <a:noFill/>
              </a:ln>
              <a:solidFill>
                <a:srgbClr val="000000"/>
              </a:solidFill>
              <a:effectLst/>
              <a:uLnTx/>
              <a:uFillTx/>
              <a:latin typeface="Boehringer Forward Head"/>
              <a:ea typeface="+mj-ea"/>
            </a:endParaRPr>
          </a:p>
        </p:txBody>
      </p:sp>
      <p:sp>
        <p:nvSpPr>
          <p:cNvPr id="16" name="文本框 12">
            <a:extLst>
              <a:ext uri="{FF2B5EF4-FFF2-40B4-BE49-F238E27FC236}">
                <a16:creationId xmlns:a16="http://schemas.microsoft.com/office/drawing/2014/main" id="{F8E4E5E1-5CA8-493C-936D-584F4A4B42E1}"/>
              </a:ext>
            </a:extLst>
          </p:cNvPr>
          <p:cNvSpPr txBox="1"/>
          <p:nvPr/>
        </p:nvSpPr>
        <p:spPr>
          <a:xfrm>
            <a:off x="86785" y="3656108"/>
            <a:ext cx="1060923" cy="430887"/>
          </a:xfrm>
          <a:prstGeom prst="rect">
            <a:avLst/>
          </a:prstGeom>
          <a:solidFill>
            <a:schemeClr val="bg2">
              <a:lumMod val="50000"/>
              <a:lumOff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Local TNK- </a:t>
            </a:r>
            <a:r>
              <a:rPr kumimoji="0" lang="en-US" altLang="zh-CN" sz="1100" b="1" i="0" u="none" strike="noStrike" kern="1200" cap="none" spc="0" normalizeH="0" baseline="0" noProof="0" err="1">
                <a:ln>
                  <a:noFill/>
                </a:ln>
                <a:solidFill>
                  <a:srgbClr val="000000"/>
                </a:solidFill>
                <a:effectLst/>
                <a:uLnTx/>
                <a:uFillTx/>
                <a:latin typeface="Boehringer Forward Text"/>
                <a:ea typeface="+mn-ea"/>
                <a:cs typeface="+mn-cs"/>
              </a:rPr>
              <a:t>Fenghua</a:t>
            </a:r>
            <a:endParaRPr kumimoji="0" lang="en-US" sz="1100" b="1"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0" name="文本框 34">
            <a:extLst>
              <a:ext uri="{FF2B5EF4-FFF2-40B4-BE49-F238E27FC236}">
                <a16:creationId xmlns:a16="http://schemas.microsoft.com/office/drawing/2014/main" id="{AD6C8379-C0E4-4F7A-97B7-910732FA6FDE}"/>
              </a:ext>
            </a:extLst>
          </p:cNvPr>
          <p:cNvSpPr txBox="1"/>
          <p:nvPr/>
        </p:nvSpPr>
        <p:spPr>
          <a:xfrm>
            <a:off x="9197088" y="3602666"/>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BLA-a &amp; 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(TBD)</a:t>
            </a:r>
          </a:p>
        </p:txBody>
      </p:sp>
      <p:sp>
        <p:nvSpPr>
          <p:cNvPr id="21" name="矩形 33">
            <a:extLst>
              <a:ext uri="{FF2B5EF4-FFF2-40B4-BE49-F238E27FC236}">
                <a16:creationId xmlns:a16="http://schemas.microsoft.com/office/drawing/2014/main" id="{F67280E7-4202-4C61-B054-A7E43747E973}"/>
              </a:ext>
            </a:extLst>
          </p:cNvPr>
          <p:cNvSpPr/>
          <p:nvPr/>
        </p:nvSpPr>
        <p:spPr>
          <a:xfrm>
            <a:off x="4427804" y="3635037"/>
            <a:ext cx="2148837" cy="548640"/>
          </a:xfrm>
          <a:prstGeom prst="rect">
            <a:avLst/>
          </a:prstGeom>
          <a:solidFill>
            <a:srgbClr val="9BC9F7"/>
          </a:solidFill>
          <a:ln>
            <a:solidFill>
              <a:schemeClr val="tx1">
                <a:lumMod val="65000"/>
                <a:lumOff val="35000"/>
              </a:schemeClr>
            </a:solidFill>
          </a:ln>
        </p:spPr>
        <p:style>
          <a:lnRef idx="1">
            <a:schemeClr val="accent4"/>
          </a:lnRef>
          <a:fillRef idx="2">
            <a:schemeClr val="accent4"/>
          </a:fillRef>
          <a:effectRef idx="1">
            <a:schemeClr val="accent4"/>
          </a:effectRef>
          <a:fontRef idx="minor">
            <a:schemeClr val="dk1"/>
          </a:fontRef>
        </p:style>
        <p:txBody>
          <a:bodyPr lIns="0" rIns="0" rtlCol="0" anchor="ct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Ph III, 1630 </a:t>
            </a:r>
            <a:r>
              <a:rPr kumimoji="0" lang="en-US" altLang="zh-CN" sz="900" b="0" i="0" u="none" strike="noStrike" kern="1200" cap="none" spc="0" normalizeH="0" baseline="0" noProof="0">
                <a:ln>
                  <a:noFill/>
                </a:ln>
                <a:solidFill>
                  <a:srgbClr val="000000"/>
                </a:solidFill>
                <a:effectLst/>
                <a:uLnTx/>
                <a:uFillTx/>
                <a:latin typeface="Boehringer Forward Text"/>
                <a:ea typeface="+mn-ea"/>
                <a:cs typeface="+mn-cs"/>
              </a:rPr>
              <a:t>pts</a:t>
            </a:r>
            <a:r>
              <a:rPr kumimoji="0" lang="en-US" sz="900" b="0" i="0" u="none" strike="noStrike" kern="1200" cap="none" spc="0" normalizeH="0" baseline="0" noProof="0">
                <a:ln>
                  <a:noFill/>
                </a:ln>
                <a:solidFill>
                  <a:srgbClr val="000000"/>
                </a:solidFill>
                <a:effectLst/>
                <a:uLnTx/>
                <a:uFillTx/>
                <a:latin typeface="Boehringer Forward Text"/>
                <a:ea typeface="+mn-ea"/>
                <a:cs typeface="+mn-cs"/>
              </a:rPr>
              <a:t>, 60 sites, </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FPI-LPO: 26 Oct 2022 – </a:t>
            </a:r>
            <a:r>
              <a:rPr kumimoji="0" lang="en-US" altLang="zh-CN" sz="900" b="0" i="0" u="none" strike="noStrike" kern="1200" cap="none" spc="0" normalizeH="0" baseline="0" noProof="0">
                <a:ln>
                  <a:noFill/>
                </a:ln>
                <a:solidFill>
                  <a:srgbClr val="000000"/>
                </a:solidFill>
                <a:effectLst/>
                <a:uLnTx/>
                <a:uFillTx/>
                <a:latin typeface="Boehringer Forward Text"/>
                <a:ea typeface="+mn-ea"/>
                <a:cs typeface="+mn-cs"/>
              </a:rPr>
              <a:t>Dec</a:t>
            </a:r>
            <a:r>
              <a:rPr kumimoji="0" lang="en-US" sz="900" b="0" i="0" u="none" strike="noStrike" kern="1200" cap="none" spc="0" normalizeH="0" baseline="0" noProof="0">
                <a:ln>
                  <a:noFill/>
                </a:ln>
                <a:solidFill>
                  <a:srgbClr val="000000"/>
                </a:solidFill>
                <a:effectLst/>
                <a:uLnTx/>
                <a:uFillTx/>
                <a:latin typeface="Boehringer Forward Text"/>
                <a:ea typeface="+mn-ea"/>
                <a:cs typeface="+mn-cs"/>
              </a:rPr>
              <a:t> 2023 </a:t>
            </a:r>
            <a:endParaRPr kumimoji="0" lang="en-US" sz="900" b="0" i="1"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18" name="Group 17">
            <a:extLst>
              <a:ext uri="{FF2B5EF4-FFF2-40B4-BE49-F238E27FC236}">
                <a16:creationId xmlns:a16="http://schemas.microsoft.com/office/drawing/2014/main" id="{3DE61507-CB90-96DC-E39C-B5E0DA6FA78E}"/>
              </a:ext>
            </a:extLst>
          </p:cNvPr>
          <p:cNvGrpSpPr/>
          <p:nvPr/>
        </p:nvGrpSpPr>
        <p:grpSpPr>
          <a:xfrm>
            <a:off x="6841407" y="3625177"/>
            <a:ext cx="1117772" cy="522547"/>
            <a:chOff x="6460598" y="4684189"/>
            <a:chExt cx="1117772" cy="522546"/>
          </a:xfrm>
        </p:grpSpPr>
        <p:sp>
          <p:nvSpPr>
            <p:cNvPr id="19" name="文本框 13">
              <a:extLst>
                <a:ext uri="{FF2B5EF4-FFF2-40B4-BE49-F238E27FC236}">
                  <a16:creationId xmlns:a16="http://schemas.microsoft.com/office/drawing/2014/main" id="{11C5CAC2-32E7-4EB1-B03E-3D5B4F4A273B}"/>
                </a:ext>
              </a:extLst>
            </p:cNvPr>
            <p:cNvSpPr txBox="1"/>
            <p:nvPr/>
          </p:nvSpPr>
          <p:spPr>
            <a:xfrm>
              <a:off x="6460598" y="4684189"/>
              <a:ext cx="1117772" cy="369331"/>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TBD</a:t>
              </a:r>
              <a:r>
                <a:rPr kumimoji="0" lang="en-US" sz="900" b="0" i="0" u="none" strike="noStrike" kern="1200" cap="none" spc="0" normalizeH="0" baseline="0" noProof="0">
                  <a:ln>
                    <a:noFill/>
                  </a:ln>
                  <a:solidFill>
                    <a:srgbClr val="0000CC"/>
                  </a:solidFill>
                  <a:effectLst/>
                  <a:uLnTx/>
                  <a:uFillTx/>
                  <a:latin typeface="Boehringer Forward Text"/>
                  <a:ea typeface="+mn-ea"/>
                  <a:cs typeface="+mn-cs"/>
                </a:rPr>
                <a:t>)</a:t>
              </a:r>
            </a:p>
          </p:txBody>
        </p:sp>
        <p:sp>
          <p:nvSpPr>
            <p:cNvPr id="22" name="Isosceles Triangle 21">
              <a:extLst>
                <a:ext uri="{FF2B5EF4-FFF2-40B4-BE49-F238E27FC236}">
                  <a16:creationId xmlns:a16="http://schemas.microsoft.com/office/drawing/2014/main" id="{71072A3A-2892-45B0-9B1F-0EFE39468DAD}"/>
                </a:ext>
              </a:extLst>
            </p:cNvPr>
            <p:cNvSpPr/>
            <p:nvPr/>
          </p:nvSpPr>
          <p:spPr>
            <a:xfrm>
              <a:off x="6967617" y="5076104"/>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pSp>
      <p:sp>
        <p:nvSpPr>
          <p:cNvPr id="23" name="Star: 5 Points 22">
            <a:extLst>
              <a:ext uri="{FF2B5EF4-FFF2-40B4-BE49-F238E27FC236}">
                <a16:creationId xmlns:a16="http://schemas.microsoft.com/office/drawing/2014/main" id="{AAEF87AA-853F-4A17-A83C-26CBE12E865C}"/>
              </a:ext>
            </a:extLst>
          </p:cNvPr>
          <p:cNvSpPr/>
          <p:nvPr/>
        </p:nvSpPr>
        <p:spPr>
          <a:xfrm>
            <a:off x="9763559" y="3995841"/>
            <a:ext cx="157245" cy="16979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4" name="文本框 22">
            <a:extLst>
              <a:ext uri="{FF2B5EF4-FFF2-40B4-BE49-F238E27FC236}">
                <a16:creationId xmlns:a16="http://schemas.microsoft.com/office/drawing/2014/main" id="{EF6AFC41-1F01-427B-8789-9861D8A3EE9E}"/>
              </a:ext>
            </a:extLst>
          </p:cNvPr>
          <p:cNvSpPr txBox="1"/>
          <p:nvPr/>
        </p:nvSpPr>
        <p:spPr>
          <a:xfrm>
            <a:off x="72265" y="5561512"/>
            <a:ext cx="1209423" cy="430887"/>
          </a:xfrm>
          <a:prstGeom prst="rect">
            <a:avLst/>
          </a:prstGeom>
          <a:solidFill>
            <a:schemeClr val="bg2">
              <a:lumMod val="10000"/>
              <a:lumOff val="9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84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Pro-Urokinase</a:t>
            </a:r>
            <a:r>
              <a:rPr kumimoji="0" lang="zh-CN" altLang="en-US" sz="1100" b="1" i="0" u="none" strike="noStrike" kern="1200" cap="none" spc="0" normalizeH="0" baseline="0" noProof="0">
                <a:ln>
                  <a:noFill/>
                </a:ln>
                <a:solidFill>
                  <a:srgbClr val="000000"/>
                </a:solidFill>
                <a:effectLst/>
                <a:uLnTx/>
                <a:uFillTx/>
                <a:latin typeface="Boehringer Forward Text"/>
                <a:ea typeface="宋体"/>
                <a:cs typeface="+mn-cs"/>
              </a:rPr>
              <a:t> </a:t>
            </a: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 </a:t>
            </a:r>
            <a:r>
              <a:rPr kumimoji="0" lang="en-US" sz="1100" b="1" i="0" u="none" strike="noStrike" kern="1200" cap="none" spc="0" normalizeH="0" baseline="0" noProof="0" err="1">
                <a:ln>
                  <a:noFill/>
                </a:ln>
                <a:solidFill>
                  <a:srgbClr val="000000"/>
                </a:solidFill>
                <a:effectLst/>
                <a:uLnTx/>
                <a:uFillTx/>
                <a:latin typeface="Boehringer Forward Text"/>
                <a:ea typeface="+mn-ea"/>
                <a:cs typeface="+mn-cs"/>
              </a:rPr>
              <a:t>Tasly</a:t>
            </a:r>
            <a:endParaRPr kumimoji="0" lang="en-US" sz="1100" b="1"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 name="文本框 13">
            <a:extLst>
              <a:ext uri="{FF2B5EF4-FFF2-40B4-BE49-F238E27FC236}">
                <a16:creationId xmlns:a16="http://schemas.microsoft.com/office/drawing/2014/main" id="{50AC812B-8E03-4E9E-8C66-051CDE83F578}"/>
              </a:ext>
            </a:extLst>
          </p:cNvPr>
          <p:cNvSpPr txBox="1"/>
          <p:nvPr/>
        </p:nvSpPr>
        <p:spPr>
          <a:xfrm>
            <a:off x="7114043" y="5486948"/>
            <a:ext cx="1117772"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(Jun’24)</a:t>
            </a:r>
          </a:p>
        </p:txBody>
      </p:sp>
      <p:sp>
        <p:nvSpPr>
          <p:cNvPr id="28" name="矩形 33">
            <a:extLst>
              <a:ext uri="{FF2B5EF4-FFF2-40B4-BE49-F238E27FC236}">
                <a16:creationId xmlns:a16="http://schemas.microsoft.com/office/drawing/2014/main" id="{AB04048E-9309-4D48-B9FD-E3B7EBB97DD1}"/>
              </a:ext>
            </a:extLst>
          </p:cNvPr>
          <p:cNvSpPr/>
          <p:nvPr/>
        </p:nvSpPr>
        <p:spPr>
          <a:xfrm>
            <a:off x="4927729" y="5533411"/>
            <a:ext cx="2143865" cy="548640"/>
          </a:xfrm>
          <a:prstGeom prst="rect">
            <a:avLst/>
          </a:prstGeom>
          <a:solidFill>
            <a:srgbClr val="9BC9F7"/>
          </a:solidFill>
          <a:ln>
            <a:solidFill>
              <a:schemeClr val="tx1">
                <a:lumMod val="65000"/>
                <a:lumOff val="35000"/>
              </a:schemeClr>
            </a:solidFill>
          </a:ln>
        </p:spPr>
        <p:style>
          <a:lnRef idx="1">
            <a:schemeClr val="accent4"/>
          </a:lnRef>
          <a:fillRef idx="2">
            <a:schemeClr val="accent4"/>
          </a:fillRef>
          <a:effectRef idx="1">
            <a:schemeClr val="accent4"/>
          </a:effectRef>
          <a:fontRef idx="minor">
            <a:schemeClr val="dk1"/>
          </a:fontRef>
        </p:style>
        <p:txBody>
          <a:bodyPr lIns="0" rIns="0" rtlCol="0" anchor="ct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Ph III, 1552 </a:t>
            </a:r>
            <a:r>
              <a:rPr kumimoji="0" lang="en-US" altLang="zh-CN" sz="900" b="0" i="0" u="none" strike="noStrike" kern="1200" cap="none" spc="0" normalizeH="0" baseline="0" noProof="0">
                <a:ln>
                  <a:noFill/>
                </a:ln>
                <a:solidFill>
                  <a:sysClr val="windowText" lastClr="000000"/>
                </a:solidFill>
                <a:effectLst/>
                <a:uLnTx/>
                <a:uFillTx/>
                <a:latin typeface="Boehringer Forward Text"/>
                <a:ea typeface="+mn-ea"/>
                <a:cs typeface="+mn-cs"/>
              </a:rPr>
              <a:t>pts</a:t>
            </a: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 72 sites, </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FPI-LPO: 29Jan2023 –  </a:t>
            </a:r>
            <a:r>
              <a:rPr kumimoji="0" lang="en-US" altLang="zh-CN" sz="900" b="0" i="0" u="none" strike="noStrike" kern="1200" cap="none" spc="0" normalizeH="0" baseline="0" noProof="0">
                <a:ln>
                  <a:noFill/>
                </a:ln>
                <a:solidFill>
                  <a:sysClr val="windowText" lastClr="000000"/>
                </a:solidFill>
                <a:effectLst/>
                <a:uLnTx/>
                <a:uFillTx/>
                <a:latin typeface="Boehringer Forward Text"/>
                <a:ea typeface="+mn-ea"/>
                <a:cs typeface="+mn-cs"/>
              </a:rPr>
              <a:t>Mar</a:t>
            </a: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 2024</a:t>
            </a:r>
            <a:endParaRPr kumimoji="0" lang="en-US" sz="900" b="0" i="1" u="none" strike="noStrike" kern="1200" cap="none" spc="0" normalizeH="0" baseline="0" noProof="0">
              <a:ln>
                <a:noFill/>
              </a:ln>
              <a:solidFill>
                <a:sysClr val="windowText" lastClr="000000"/>
              </a:solidFill>
              <a:effectLst/>
              <a:uLnTx/>
              <a:uFillTx/>
              <a:latin typeface="Boehringer Forward Text"/>
              <a:ea typeface="+mn-ea"/>
              <a:cs typeface="+mn-cs"/>
            </a:endParaRPr>
          </a:p>
        </p:txBody>
      </p:sp>
      <p:sp>
        <p:nvSpPr>
          <p:cNvPr id="29" name="Isosceles Triangle 28">
            <a:extLst>
              <a:ext uri="{FF2B5EF4-FFF2-40B4-BE49-F238E27FC236}">
                <a16:creationId xmlns:a16="http://schemas.microsoft.com/office/drawing/2014/main" id="{4DC7A9E5-2355-444D-9522-E0F526D1B66D}"/>
              </a:ext>
            </a:extLst>
          </p:cNvPr>
          <p:cNvSpPr/>
          <p:nvPr/>
        </p:nvSpPr>
        <p:spPr>
          <a:xfrm>
            <a:off x="7606383" y="5867569"/>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ysClr val="windowText" lastClr="000000"/>
              </a:solidFill>
              <a:effectLst/>
              <a:uLnTx/>
              <a:uFillTx/>
              <a:latin typeface="Boehringer Forward Text"/>
              <a:ea typeface="+mn-ea"/>
              <a:cs typeface="+mn-cs"/>
            </a:endParaRPr>
          </a:p>
        </p:txBody>
      </p:sp>
      <p:grpSp>
        <p:nvGrpSpPr>
          <p:cNvPr id="43" name="Group 42">
            <a:extLst>
              <a:ext uri="{FF2B5EF4-FFF2-40B4-BE49-F238E27FC236}">
                <a16:creationId xmlns:a16="http://schemas.microsoft.com/office/drawing/2014/main" id="{2E2793B2-2F84-6B30-415F-C58C38577536}"/>
              </a:ext>
            </a:extLst>
          </p:cNvPr>
          <p:cNvGrpSpPr/>
          <p:nvPr/>
        </p:nvGrpSpPr>
        <p:grpSpPr>
          <a:xfrm>
            <a:off x="8840087" y="5484247"/>
            <a:ext cx="1144516" cy="553116"/>
            <a:chOff x="6572308" y="4113183"/>
            <a:chExt cx="858387" cy="414837"/>
          </a:xfrm>
        </p:grpSpPr>
        <p:sp>
          <p:nvSpPr>
            <p:cNvPr id="27" name="文本框 34">
              <a:extLst>
                <a:ext uri="{FF2B5EF4-FFF2-40B4-BE49-F238E27FC236}">
                  <a16:creationId xmlns:a16="http://schemas.microsoft.com/office/drawing/2014/main" id="{D4BC2CD3-9907-4B89-B6F1-382CD53BD857}"/>
                </a:ext>
              </a:extLst>
            </p:cNvPr>
            <p:cNvSpPr txBox="1"/>
            <p:nvPr/>
          </p:nvSpPr>
          <p:spPr>
            <a:xfrm>
              <a:off x="6572308" y="4113183"/>
              <a:ext cx="858387" cy="276999"/>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Boehringer Forward Text"/>
                  <a:ea typeface="+mn-ea"/>
                  <a:cs typeface="+mn-cs"/>
                </a:rPr>
                <a:t>BLA-a &amp; 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(Jun’25)</a:t>
              </a:r>
            </a:p>
          </p:txBody>
        </p:sp>
        <p:sp>
          <p:nvSpPr>
            <p:cNvPr id="30" name="Star: 5 Points 29">
              <a:extLst>
                <a:ext uri="{FF2B5EF4-FFF2-40B4-BE49-F238E27FC236}">
                  <a16:creationId xmlns:a16="http://schemas.microsoft.com/office/drawing/2014/main" id="{8E3E3162-6D01-4E6B-84B0-A47F5028643D}"/>
                </a:ext>
              </a:extLst>
            </p:cNvPr>
            <p:cNvSpPr/>
            <p:nvPr/>
          </p:nvSpPr>
          <p:spPr>
            <a:xfrm>
              <a:off x="6943106" y="4400674"/>
              <a:ext cx="117934" cy="12734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ysClr val="windowText" lastClr="000000"/>
                </a:solidFill>
                <a:effectLst/>
                <a:uLnTx/>
                <a:uFillTx/>
                <a:latin typeface="Boehringer Forward Text"/>
                <a:ea typeface="+mn-ea"/>
                <a:cs typeface="+mn-cs"/>
              </a:endParaRPr>
            </a:p>
          </p:txBody>
        </p:sp>
      </p:grpSp>
      <p:cxnSp>
        <p:nvCxnSpPr>
          <p:cNvPr id="32" name="Straight Connector 31">
            <a:extLst>
              <a:ext uri="{FF2B5EF4-FFF2-40B4-BE49-F238E27FC236}">
                <a16:creationId xmlns:a16="http://schemas.microsoft.com/office/drawing/2014/main" id="{1D323C16-1B96-40EC-A2D2-8FA71BD97257}"/>
              </a:ext>
            </a:extLst>
          </p:cNvPr>
          <p:cNvCxnSpPr/>
          <p:nvPr/>
        </p:nvCxnSpPr>
        <p:spPr>
          <a:xfrm>
            <a:off x="10584" y="2633532"/>
            <a:ext cx="12192000" cy="0"/>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12">
            <a:extLst>
              <a:ext uri="{FF2B5EF4-FFF2-40B4-BE49-F238E27FC236}">
                <a16:creationId xmlns:a16="http://schemas.microsoft.com/office/drawing/2014/main" id="{C9DFAE35-DC8A-4ADA-BB34-1BD00777B188}"/>
              </a:ext>
            </a:extLst>
          </p:cNvPr>
          <p:cNvSpPr txBox="1"/>
          <p:nvPr/>
        </p:nvSpPr>
        <p:spPr>
          <a:xfrm>
            <a:off x="92132" y="2873776"/>
            <a:ext cx="1055585" cy="430887"/>
          </a:xfrm>
          <a:prstGeom prst="rect">
            <a:avLst/>
          </a:prstGeom>
          <a:solidFill>
            <a:schemeClr val="bg2">
              <a:lumMod val="50000"/>
              <a:lumOff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Local TNK- CSPC</a:t>
            </a:r>
            <a:endParaRPr kumimoji="0" lang="en-US" sz="1100" b="1"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34" name="矩形 16">
            <a:extLst>
              <a:ext uri="{FF2B5EF4-FFF2-40B4-BE49-F238E27FC236}">
                <a16:creationId xmlns:a16="http://schemas.microsoft.com/office/drawing/2014/main" id="{918F1D86-1CA9-4675-80FF-C35687F6E716}"/>
              </a:ext>
            </a:extLst>
          </p:cNvPr>
          <p:cNvSpPr/>
          <p:nvPr/>
        </p:nvSpPr>
        <p:spPr>
          <a:xfrm>
            <a:off x="1876912" y="2805953"/>
            <a:ext cx="1853201" cy="576000"/>
          </a:xfrm>
          <a:prstGeom prst="rect">
            <a:avLst/>
          </a:prstGeom>
          <a:solidFill>
            <a:srgbClr val="A6A6A6"/>
          </a:solidFill>
          <a:ln>
            <a:solidFill>
              <a:schemeClr val="accent2"/>
            </a:solidFill>
          </a:ln>
        </p:spPr>
        <p:style>
          <a:lnRef idx="1">
            <a:schemeClr val="accent4"/>
          </a:lnRef>
          <a:fillRef idx="2">
            <a:schemeClr val="accent4"/>
          </a:fillRef>
          <a:effectRef idx="1">
            <a:schemeClr val="accent4"/>
          </a:effectRef>
          <a:fontRef idx="minor">
            <a:schemeClr val="dk1"/>
          </a:fontRef>
        </p:style>
        <p:txBody>
          <a:bodyPr lIns="60960" rIns="60960" rtlCol="0" anchor="ctr"/>
          <a:lstStyle/>
          <a:p>
            <a:pPr marL="0" marR="0" lvl="0" indent="0" algn="ctr" defTabSz="1218750"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Ph III, 1430 pts, 66 sites, </a:t>
            </a:r>
          </a:p>
          <a:p>
            <a:pPr marL="0" marR="0" lvl="0" indent="0" algn="ctr" defTabSz="1218750"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FPI-LPO: 12Jun2021 – 29May2022</a:t>
            </a:r>
          </a:p>
        </p:txBody>
      </p:sp>
      <p:grpSp>
        <p:nvGrpSpPr>
          <p:cNvPr id="35" name="Group 34">
            <a:extLst>
              <a:ext uri="{FF2B5EF4-FFF2-40B4-BE49-F238E27FC236}">
                <a16:creationId xmlns:a16="http://schemas.microsoft.com/office/drawing/2014/main" id="{0AF38AB8-5C3D-4733-9206-C5E3EFAB0F21}"/>
              </a:ext>
            </a:extLst>
          </p:cNvPr>
          <p:cNvGrpSpPr/>
          <p:nvPr/>
        </p:nvGrpSpPr>
        <p:grpSpPr>
          <a:xfrm>
            <a:off x="3973375" y="2822181"/>
            <a:ext cx="1175036" cy="510539"/>
            <a:chOff x="3583128" y="3181830"/>
            <a:chExt cx="1175036" cy="510539"/>
          </a:xfrm>
        </p:grpSpPr>
        <p:sp>
          <p:nvSpPr>
            <p:cNvPr id="36" name="文本框 13">
              <a:extLst>
                <a:ext uri="{FF2B5EF4-FFF2-40B4-BE49-F238E27FC236}">
                  <a16:creationId xmlns:a16="http://schemas.microsoft.com/office/drawing/2014/main" id="{EE081B7E-DB01-4C1B-8684-FB1C198B8190}"/>
                </a:ext>
              </a:extLst>
            </p:cNvPr>
            <p:cNvSpPr txBox="1"/>
            <p:nvPr/>
          </p:nvSpPr>
          <p:spPr>
            <a:xfrm>
              <a:off x="3583128" y="3181830"/>
              <a:ext cx="117503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(16Nov’22)</a:t>
              </a:r>
            </a:p>
          </p:txBody>
        </p:sp>
        <p:sp>
          <p:nvSpPr>
            <p:cNvPr id="37" name="Isosceles Triangle 36">
              <a:extLst>
                <a:ext uri="{FF2B5EF4-FFF2-40B4-BE49-F238E27FC236}">
                  <a16:creationId xmlns:a16="http://schemas.microsoft.com/office/drawing/2014/main" id="{9CA42CBA-0BE5-46BA-8FE4-A79A0E0EF28A}"/>
                </a:ext>
              </a:extLst>
            </p:cNvPr>
            <p:cNvSpPr/>
            <p:nvPr/>
          </p:nvSpPr>
          <p:spPr>
            <a:xfrm>
              <a:off x="4094083" y="3561738"/>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pSp>
      <p:grpSp>
        <p:nvGrpSpPr>
          <p:cNvPr id="50" name="Group 49">
            <a:extLst>
              <a:ext uri="{FF2B5EF4-FFF2-40B4-BE49-F238E27FC236}">
                <a16:creationId xmlns:a16="http://schemas.microsoft.com/office/drawing/2014/main" id="{EDA239A0-625C-4778-9B4F-2558E9C002E5}"/>
              </a:ext>
            </a:extLst>
          </p:cNvPr>
          <p:cNvGrpSpPr/>
          <p:nvPr/>
        </p:nvGrpSpPr>
        <p:grpSpPr>
          <a:xfrm>
            <a:off x="7033658" y="814339"/>
            <a:ext cx="322204" cy="6043661"/>
            <a:chOff x="5041030" y="961964"/>
            <a:chExt cx="249320" cy="5790712"/>
          </a:xfrm>
          <a:solidFill>
            <a:srgbClr val="00B050"/>
          </a:solidFill>
        </p:grpSpPr>
        <p:sp>
          <p:nvSpPr>
            <p:cNvPr id="51" name="TextBox 50">
              <a:extLst>
                <a:ext uri="{FF2B5EF4-FFF2-40B4-BE49-F238E27FC236}">
                  <a16:creationId xmlns:a16="http://schemas.microsoft.com/office/drawing/2014/main" id="{99AADCDD-6DCC-485B-940B-68631D8934F9}"/>
                </a:ext>
              </a:extLst>
            </p:cNvPr>
            <p:cNvSpPr txBox="1"/>
            <p:nvPr/>
          </p:nvSpPr>
          <p:spPr>
            <a:xfrm>
              <a:off x="5041030" y="961964"/>
              <a:ext cx="249320" cy="132702"/>
            </a:xfrm>
            <a:prstGeom prst="rect">
              <a:avLst/>
            </a:prstGeom>
            <a:grpFill/>
          </p:spPr>
          <p:txBody>
            <a:bodyPr wrap="none" lIns="0" tIns="0" rIns="0" bIns="0" rtlCol="0">
              <a:spAutoFit/>
            </a:bodyPr>
            <a:lstStyle/>
            <a:p>
              <a:pPr marL="0" marR="0" lvl="0" indent="0" algn="l" defTabSz="9141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rPr>
                <a:t>today</a:t>
              </a:r>
              <a:endParaRPr kumimoji="0" lang="zh-CN" altLang="en-US" sz="9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endParaRPr>
            </a:p>
          </p:txBody>
        </p:sp>
        <p:cxnSp>
          <p:nvCxnSpPr>
            <p:cNvPr id="52" name="Straight Connector 51">
              <a:extLst>
                <a:ext uri="{FF2B5EF4-FFF2-40B4-BE49-F238E27FC236}">
                  <a16:creationId xmlns:a16="http://schemas.microsoft.com/office/drawing/2014/main" id="{5431BF38-4BEC-47B1-A22B-7EEB9F69ABBD}"/>
                </a:ext>
              </a:extLst>
            </p:cNvPr>
            <p:cNvCxnSpPr/>
            <p:nvPr/>
          </p:nvCxnSpPr>
          <p:spPr>
            <a:xfrm>
              <a:off x="5192837" y="1100676"/>
              <a:ext cx="0" cy="5652000"/>
            </a:xfrm>
            <a:prstGeom prst="line">
              <a:avLst/>
            </a:prstGeom>
            <a:grpFill/>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sp>
        <p:nvSpPr>
          <p:cNvPr id="53" name="文本框 36">
            <a:extLst>
              <a:ext uri="{FF2B5EF4-FFF2-40B4-BE49-F238E27FC236}">
                <a16:creationId xmlns:a16="http://schemas.microsoft.com/office/drawing/2014/main" id="{F2AE1C8E-0FCC-4855-BC52-FC0726B4FC3A}"/>
              </a:ext>
            </a:extLst>
          </p:cNvPr>
          <p:cNvSpPr txBox="1"/>
          <p:nvPr/>
        </p:nvSpPr>
        <p:spPr>
          <a:xfrm>
            <a:off x="9076292" y="1921235"/>
            <a:ext cx="919437"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(Jul’25)</a:t>
            </a:r>
          </a:p>
        </p:txBody>
      </p:sp>
      <p:sp>
        <p:nvSpPr>
          <p:cNvPr id="54" name="Star: 5 Points 53">
            <a:extLst>
              <a:ext uri="{FF2B5EF4-FFF2-40B4-BE49-F238E27FC236}">
                <a16:creationId xmlns:a16="http://schemas.microsoft.com/office/drawing/2014/main" id="{C430E9D9-0F17-436F-8522-34B18F123DCF}"/>
              </a:ext>
            </a:extLst>
          </p:cNvPr>
          <p:cNvSpPr/>
          <p:nvPr/>
        </p:nvSpPr>
        <p:spPr>
          <a:xfrm>
            <a:off x="9477672" y="2296607"/>
            <a:ext cx="157245" cy="16979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aphicFrame>
        <p:nvGraphicFramePr>
          <p:cNvPr id="2" name="Table 1">
            <a:extLst>
              <a:ext uri="{FF2B5EF4-FFF2-40B4-BE49-F238E27FC236}">
                <a16:creationId xmlns:a16="http://schemas.microsoft.com/office/drawing/2014/main" id="{BADEE871-B1B6-0495-BCB6-BCC111EDE07E}"/>
              </a:ext>
            </a:extLst>
          </p:cNvPr>
          <p:cNvGraphicFramePr>
            <a:graphicFrameLocks noGrp="1"/>
          </p:cNvGraphicFramePr>
          <p:nvPr/>
        </p:nvGraphicFramePr>
        <p:xfrm>
          <a:off x="1207245" y="3585729"/>
          <a:ext cx="3161039" cy="769728"/>
        </p:xfrm>
        <a:graphic>
          <a:graphicData uri="http://schemas.openxmlformats.org/drawingml/2006/table">
            <a:tbl>
              <a:tblPr firstRow="1" firstCol="1" bandRow="1"/>
              <a:tblGrid>
                <a:gridCol w="847815">
                  <a:extLst>
                    <a:ext uri="{9D8B030D-6E8A-4147-A177-3AD203B41FA5}">
                      <a16:colId xmlns:a16="http://schemas.microsoft.com/office/drawing/2014/main" val="2046065993"/>
                    </a:ext>
                  </a:extLst>
                </a:gridCol>
                <a:gridCol w="560315">
                  <a:extLst>
                    <a:ext uri="{9D8B030D-6E8A-4147-A177-3AD203B41FA5}">
                      <a16:colId xmlns:a16="http://schemas.microsoft.com/office/drawing/2014/main" val="3053951393"/>
                    </a:ext>
                  </a:extLst>
                </a:gridCol>
                <a:gridCol w="401357">
                  <a:extLst>
                    <a:ext uri="{9D8B030D-6E8A-4147-A177-3AD203B41FA5}">
                      <a16:colId xmlns:a16="http://schemas.microsoft.com/office/drawing/2014/main" val="1916815251"/>
                    </a:ext>
                  </a:extLst>
                </a:gridCol>
                <a:gridCol w="378741">
                  <a:extLst>
                    <a:ext uri="{9D8B030D-6E8A-4147-A177-3AD203B41FA5}">
                      <a16:colId xmlns:a16="http://schemas.microsoft.com/office/drawing/2014/main" val="555057849"/>
                    </a:ext>
                  </a:extLst>
                </a:gridCol>
                <a:gridCol w="316872">
                  <a:extLst>
                    <a:ext uri="{9D8B030D-6E8A-4147-A177-3AD203B41FA5}">
                      <a16:colId xmlns:a16="http://schemas.microsoft.com/office/drawing/2014/main" val="1015258538"/>
                    </a:ext>
                  </a:extLst>
                </a:gridCol>
                <a:gridCol w="257919">
                  <a:extLst>
                    <a:ext uri="{9D8B030D-6E8A-4147-A177-3AD203B41FA5}">
                      <a16:colId xmlns:a16="http://schemas.microsoft.com/office/drawing/2014/main" val="1670185330"/>
                    </a:ext>
                  </a:extLst>
                </a:gridCol>
                <a:gridCol w="398020">
                  <a:extLst>
                    <a:ext uri="{9D8B030D-6E8A-4147-A177-3AD203B41FA5}">
                      <a16:colId xmlns:a16="http://schemas.microsoft.com/office/drawing/2014/main" val="532091790"/>
                    </a:ext>
                  </a:extLst>
                </a:gridCol>
              </a:tblGrid>
              <a:tr h="159031">
                <a:tc rowSpan="2">
                  <a:txBody>
                    <a:bodyPr/>
                    <a:lstStyle/>
                    <a:p>
                      <a:pPr marL="0" marR="0" algn="ctr" fontAlgn="ctr">
                        <a:lnSpc>
                          <a:spcPct val="105000"/>
                        </a:lnSpc>
                        <a:spcBef>
                          <a:spcPts val="0"/>
                        </a:spcBef>
                        <a:spcAft>
                          <a:spcPts val="0"/>
                        </a:spcAft>
                      </a:pPr>
                      <a:r>
                        <a:rPr lang="en-US" sz="900">
                          <a:solidFill>
                            <a:srgbClr val="000000"/>
                          </a:solidFill>
                          <a:effectLst/>
                          <a:latin typeface="BISansOpti"/>
                          <a:ea typeface="DengXian"/>
                        </a:rPr>
                        <a:t>Fenghua</a:t>
                      </a:r>
                      <a:endParaRPr lang="en-US" sz="1100">
                        <a:effectLst/>
                        <a:latin typeface="BISansOpt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gridSpan="4">
                  <a:txBody>
                    <a:bodyPr/>
                    <a:lstStyle/>
                    <a:p>
                      <a:pPr marL="0" marR="0" algn="ctr" fontAlgn="b">
                        <a:lnSpc>
                          <a:spcPct val="105000"/>
                        </a:lnSpc>
                        <a:spcBef>
                          <a:spcPts val="0"/>
                        </a:spcBef>
                        <a:spcAft>
                          <a:spcPts val="0"/>
                        </a:spcAft>
                      </a:pPr>
                      <a:r>
                        <a:rPr lang="en-US" sz="900">
                          <a:solidFill>
                            <a:srgbClr val="000000"/>
                          </a:solidFill>
                          <a:effectLst/>
                          <a:latin typeface="BISansOpti"/>
                          <a:ea typeface="DengXian"/>
                        </a:rPr>
                        <a:t>2023</a:t>
                      </a:r>
                      <a:endParaRPr lang="en-US" sz="1100">
                        <a:effectLst/>
                        <a:latin typeface="BISansOpti"/>
                        <a:ea typeface="DengXi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E0E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algn="ctr" fontAlgn="b">
                        <a:lnSpc>
                          <a:spcPct val="105000"/>
                        </a:lnSpc>
                        <a:spcBef>
                          <a:spcPts val="0"/>
                        </a:spcBef>
                        <a:spcAft>
                          <a:spcPts val="0"/>
                        </a:spcAft>
                      </a:pPr>
                      <a:r>
                        <a:rPr lang="en-US" sz="900">
                          <a:solidFill>
                            <a:srgbClr val="000000"/>
                          </a:solidFill>
                          <a:effectLst/>
                          <a:latin typeface="BISansOpti"/>
                          <a:ea typeface="DengXian"/>
                        </a:rPr>
                        <a:t>2022</a:t>
                      </a:r>
                      <a:endParaRPr lang="en-US" sz="1100">
                        <a:effectLst/>
                        <a:latin typeface="BISansOpt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E0EF"/>
                    </a:solidFill>
                  </a:tcPr>
                </a:tc>
                <a:tc hMerge="1">
                  <a:txBody>
                    <a:bodyPr/>
                    <a:lstStyle/>
                    <a:p>
                      <a:endParaRPr lang="en-US"/>
                    </a:p>
                  </a:txBody>
                  <a:tcPr/>
                </a:tc>
                <a:extLst>
                  <a:ext uri="{0D108BD9-81ED-4DB2-BD59-A6C34878D82A}">
                    <a16:rowId xmlns:a16="http://schemas.microsoft.com/office/drawing/2014/main" val="3654118273"/>
                  </a:ext>
                </a:extLst>
              </a:tr>
              <a:tr h="390144">
                <a:tc vMerge="1">
                  <a:txBody>
                    <a:bodyPr/>
                    <a:lstStyle/>
                    <a:p>
                      <a:endParaRPr lang="en-US"/>
                    </a:p>
                  </a:txBody>
                  <a:tcPr/>
                </a:tc>
                <a:tc>
                  <a:txBody>
                    <a:bodyPr/>
                    <a:lstStyle/>
                    <a:p>
                      <a:pPr marL="0" marR="0" algn="ctr" fontAlgn="ctr">
                        <a:lnSpc>
                          <a:spcPct val="105000"/>
                        </a:lnSpc>
                        <a:spcBef>
                          <a:spcPts val="0"/>
                        </a:spcBef>
                        <a:spcAft>
                          <a:spcPts val="0"/>
                        </a:spcAft>
                      </a:pPr>
                      <a:r>
                        <a:rPr lang="en-US" altLang="zh-CN" sz="900">
                          <a:solidFill>
                            <a:srgbClr val="0000CC"/>
                          </a:solidFill>
                          <a:effectLst/>
                          <a:latin typeface="BISansOptiCond" panose="02000506040000020004" pitchFamily="2" charset="0"/>
                          <a:ea typeface="DengXian" panose="02010600030101010101" pitchFamily="2" charset="-122"/>
                        </a:rPr>
                        <a:t>Sep </a:t>
                      </a:r>
                    </a:p>
                    <a:p>
                      <a:pPr marL="0" marR="0" algn="ctr" fontAlgn="ctr">
                        <a:lnSpc>
                          <a:spcPct val="105000"/>
                        </a:lnSpc>
                        <a:spcBef>
                          <a:spcPts val="0"/>
                        </a:spcBef>
                        <a:spcAft>
                          <a:spcPts val="0"/>
                        </a:spcAft>
                      </a:pPr>
                      <a:r>
                        <a:rPr lang="en-US" sz="900">
                          <a:solidFill>
                            <a:srgbClr val="0000CC"/>
                          </a:solidFill>
                          <a:effectLst/>
                          <a:latin typeface="BISansOptiCond"/>
                          <a:ea typeface="DengXian"/>
                        </a:rPr>
                        <a:t>29 (LPI)</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Cond" panose="02000506040000020004" pitchFamily="2" charset="0"/>
                          <a:ea typeface="DengXian" panose="02010600030101010101" pitchFamily="2" charset="-122"/>
                        </a:rPr>
                        <a:t>May</a:t>
                      </a:r>
                    </a:p>
                    <a:p>
                      <a:pPr marL="0" marR="0" algn="ctr" fontAlgn="ctr">
                        <a:lnSpc>
                          <a:spcPct val="105000"/>
                        </a:lnSpc>
                        <a:spcBef>
                          <a:spcPts val="0"/>
                        </a:spcBef>
                        <a:spcAft>
                          <a:spcPts val="0"/>
                        </a:spcAft>
                      </a:pPr>
                      <a:r>
                        <a:rPr lang="en-US" sz="900">
                          <a:solidFill>
                            <a:srgbClr val="000000"/>
                          </a:solidFill>
                          <a:effectLst/>
                          <a:latin typeface="BISansOptiCond"/>
                          <a:ea typeface="DengXian"/>
                        </a:rPr>
                        <a:t> 08</a:t>
                      </a:r>
                      <a:endParaRPr lang="en-US" sz="1100">
                        <a:effectLst/>
                        <a:latin typeface="BISansOptiCond"/>
                        <a:ea typeface="DengXian"/>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Mar </a:t>
                      </a:r>
                      <a:r>
                        <a:rPr lang="en-US" sz="900">
                          <a:solidFill>
                            <a:srgbClr val="000000"/>
                          </a:solidFill>
                          <a:effectLst/>
                          <a:latin typeface="Calibri" panose="020F0502020204030204" pitchFamily="34" charset="0"/>
                          <a:ea typeface="DengXian" panose="02010600030101010101" pitchFamily="2" charset="-122"/>
                        </a:rPr>
                        <a:t>07</a:t>
                      </a:r>
                      <a:endParaRPr lang="en-US" sz="1100">
                        <a:effectLst/>
                        <a:latin typeface="Calibri" panose="020F0502020204030204" pitchFamily="34" charset="0"/>
                        <a:ea typeface="DengXian" panose="02010600030101010101" pitchFamily="2" charset="-122"/>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Feb </a:t>
                      </a:r>
                    </a:p>
                    <a:p>
                      <a:pPr marL="0" marR="0" algn="ctr" fontAlgn="ctr">
                        <a:lnSpc>
                          <a:spcPct val="105000"/>
                        </a:lnSpc>
                        <a:spcBef>
                          <a:spcPts val="0"/>
                        </a:spcBef>
                        <a:spcAft>
                          <a:spcPts val="0"/>
                        </a:spcAft>
                      </a:pPr>
                      <a:r>
                        <a:rPr lang="en-US" sz="900">
                          <a:solidFill>
                            <a:srgbClr val="000000"/>
                          </a:solidFill>
                          <a:effectLst/>
                          <a:latin typeface="Calibri"/>
                          <a:ea typeface="DengXian"/>
                        </a:rPr>
                        <a:t>14</a:t>
                      </a:r>
                      <a:endParaRPr lang="en-US" sz="1100">
                        <a:effectLst/>
                        <a:latin typeface="Calibr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Dec </a:t>
                      </a:r>
                      <a:r>
                        <a:rPr lang="en-US" sz="900">
                          <a:solidFill>
                            <a:srgbClr val="000000"/>
                          </a:solidFill>
                          <a:effectLst/>
                          <a:latin typeface="Calibri" panose="020F0502020204030204" pitchFamily="34" charset="0"/>
                          <a:ea typeface="DengXian" panose="02010600030101010101" pitchFamily="2" charset="-122"/>
                        </a:rPr>
                        <a:t>08</a:t>
                      </a:r>
                      <a:endParaRPr lang="en-US" sz="1100">
                        <a:effectLst/>
                        <a:latin typeface="Calibri" panose="020F0502020204030204" pitchFamily="34" charset="0"/>
                        <a:ea typeface="DengXian" panose="02010600030101010101" pitchFamily="2" charset="-122"/>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Oct </a:t>
                      </a:r>
                    </a:p>
                    <a:p>
                      <a:pPr marL="0" marR="0" algn="ctr" fontAlgn="ctr">
                        <a:lnSpc>
                          <a:spcPct val="105000"/>
                        </a:lnSpc>
                        <a:spcBef>
                          <a:spcPts val="0"/>
                        </a:spcBef>
                        <a:spcAft>
                          <a:spcPts val="0"/>
                        </a:spcAft>
                      </a:pPr>
                      <a:r>
                        <a:rPr lang="en-US" sz="900">
                          <a:solidFill>
                            <a:srgbClr val="000000"/>
                          </a:solidFill>
                          <a:effectLst/>
                          <a:latin typeface="Calibri"/>
                          <a:ea typeface="DengXian"/>
                        </a:rPr>
                        <a:t>26</a:t>
                      </a:r>
                      <a:endParaRPr lang="en-US" sz="1100">
                        <a:effectLst/>
                        <a:latin typeface="Calibr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1164119122"/>
                  </a:ext>
                </a:extLst>
              </a:tr>
              <a:tr h="220553">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Recruited pts</a:t>
                      </a:r>
                      <a:endParaRPr lang="en-US" sz="1100">
                        <a:effectLst/>
                        <a:latin typeface="Calibri" panose="020F0502020204030204" pitchFamily="34" charset="0"/>
                        <a:ea typeface="DengXian" panose="02010600030101010101" pitchFamily="2" charset="-122"/>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CC"/>
                          </a:solidFill>
                          <a:effectLst/>
                          <a:latin typeface="BISansOptiCond" panose="02000506040000020004" pitchFamily="2" charset="0"/>
                          <a:ea typeface="DengXian" panose="02010600030101010101" pitchFamily="2" charset="-122"/>
                        </a:rPr>
                        <a:t>1630</a:t>
                      </a:r>
                      <a:endParaRPr lang="en-US" sz="1100">
                        <a:effectLst/>
                        <a:latin typeface="Calibri" panose="020F0502020204030204" pitchFamily="34" charset="0"/>
                        <a:ea typeface="DengXian" panose="02010600030101010101" pitchFamily="2" charset="-122"/>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Cond"/>
                          <a:ea typeface="DengXian"/>
                        </a:rPr>
                        <a:t>1066</a:t>
                      </a:r>
                      <a:endParaRPr lang="en-US" sz="1100">
                        <a:effectLst/>
                        <a:latin typeface="BISansOptiCond"/>
                        <a:ea typeface="DengXian"/>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a:ea typeface="DengXian"/>
                        </a:rPr>
                        <a:t>594</a:t>
                      </a:r>
                      <a:endParaRPr lang="en-US" sz="1100">
                        <a:effectLst/>
                        <a:latin typeface="BISansOpt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a:ea typeface="DengXian"/>
                        </a:rPr>
                        <a:t>456</a:t>
                      </a:r>
                      <a:endParaRPr lang="en-US" sz="1100">
                        <a:effectLst/>
                        <a:latin typeface="BISansOpt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a:ea typeface="DengXian"/>
                        </a:rPr>
                        <a:t>111</a:t>
                      </a:r>
                      <a:endParaRPr lang="en-US" sz="1100">
                        <a:effectLst/>
                        <a:latin typeface="BISansOpti"/>
                        <a:ea typeface="DengXian"/>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tc>
                  <a:txBody>
                    <a:bodyPr/>
                    <a:lstStyle/>
                    <a:p>
                      <a:pPr marL="0" marR="0" algn="ctr" fontAlgn="ctr">
                        <a:lnSpc>
                          <a:spcPct val="105000"/>
                        </a:lnSpc>
                        <a:spcBef>
                          <a:spcPts val="0"/>
                        </a:spcBef>
                        <a:spcAft>
                          <a:spcPts val="0"/>
                        </a:spcAft>
                      </a:pPr>
                      <a:r>
                        <a:rPr lang="en-US" sz="900">
                          <a:solidFill>
                            <a:srgbClr val="000000"/>
                          </a:solidFill>
                          <a:effectLst/>
                          <a:latin typeface="BISansOpti" panose="02000503040000020004" pitchFamily="2" charset="0"/>
                          <a:ea typeface="DengXian" panose="02010600030101010101" pitchFamily="2" charset="-122"/>
                        </a:rPr>
                        <a:t>FPI</a:t>
                      </a:r>
                      <a:endParaRPr lang="en-US" sz="1100">
                        <a:effectLst/>
                        <a:latin typeface="Calibri" panose="020F0502020204030204" pitchFamily="34" charset="0"/>
                        <a:ea typeface="DengXian" panose="02010600030101010101" pitchFamily="2" charset="-122"/>
                      </a:endParaRPr>
                    </a:p>
                  </a:txBody>
                  <a:tcPr marL="12700" marR="12700" marT="127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solidFill>
                  </a:tcPr>
                </a:tc>
                <a:extLst>
                  <a:ext uri="{0D108BD9-81ED-4DB2-BD59-A6C34878D82A}">
                    <a16:rowId xmlns:a16="http://schemas.microsoft.com/office/drawing/2014/main" val="352259465"/>
                  </a:ext>
                </a:extLst>
              </a:tr>
            </a:tbl>
          </a:graphicData>
        </a:graphic>
      </p:graphicFrame>
      <p:sp>
        <p:nvSpPr>
          <p:cNvPr id="3" name="Rectangle 2">
            <a:extLst>
              <a:ext uri="{FF2B5EF4-FFF2-40B4-BE49-F238E27FC236}">
                <a16:creationId xmlns:a16="http://schemas.microsoft.com/office/drawing/2014/main" id="{27944E1D-0DF7-1ECA-8DDA-9269179A56FB}"/>
              </a:ext>
            </a:extLst>
          </p:cNvPr>
          <p:cNvSpPr/>
          <p:nvPr/>
        </p:nvSpPr>
        <p:spPr>
          <a:xfrm>
            <a:off x="3469096" y="5586933"/>
            <a:ext cx="1222061" cy="478888"/>
          </a:xfrm>
          <a:prstGeom prst="rect">
            <a:avLst/>
          </a:prstGeom>
          <a:solidFill>
            <a:schemeClr val="accent3">
              <a:lumMod val="20000"/>
              <a:lumOff val="80000"/>
            </a:schemeClr>
          </a:solidFill>
          <a:ln>
            <a:solidFill>
              <a:srgbClr val="FF0000"/>
            </a:solidFill>
          </a:ln>
        </p:spPr>
        <p:style>
          <a:lnRef idx="1">
            <a:schemeClr val="accent4"/>
          </a:lnRef>
          <a:fillRef idx="2">
            <a:schemeClr val="accent4"/>
          </a:fillRef>
          <a:effectRef idx="1">
            <a:schemeClr val="accent4"/>
          </a:effectRef>
          <a:fontRef idx="minor">
            <a:schemeClr val="dk1"/>
          </a:fontRef>
        </p:style>
        <p:txBody>
          <a:bodyPr lIns="0" rIns="0" rtlCol="0" anchor="ctr"/>
          <a:lstStyle/>
          <a:p>
            <a:pPr marL="0" marR="0" lvl="0" indent="0" algn="ctr" defTabSz="1218750"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LPI 1552 pts</a:t>
            </a:r>
            <a:r>
              <a:rPr kumimoji="0" lang="zh-CN" altLang="en-US" sz="900" b="0" i="0" u="none" strike="noStrike" kern="1200" cap="none" spc="0" normalizeH="0" baseline="0" noProof="0">
                <a:ln>
                  <a:noFill/>
                </a:ln>
                <a:solidFill>
                  <a:srgbClr val="0000CC"/>
                </a:solidFill>
                <a:effectLst/>
                <a:uLnTx/>
                <a:uFillTx/>
                <a:latin typeface="Boehringer Forward Text"/>
                <a:ea typeface="+mn-ea"/>
                <a:cs typeface="+mn-cs"/>
              </a:rPr>
              <a:t> </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recruited</a:t>
            </a:r>
            <a:r>
              <a:rPr kumimoji="0" lang="zh-CN" altLang="en-US" sz="900" b="0" i="0" u="none" strike="noStrike" kern="1200" cap="none" spc="0" normalizeH="0" baseline="0" noProof="0">
                <a:ln>
                  <a:noFill/>
                </a:ln>
                <a:solidFill>
                  <a:srgbClr val="0000CC"/>
                </a:solidFill>
                <a:effectLst/>
                <a:uLnTx/>
                <a:uFillTx/>
                <a:latin typeface="Boehringer Forward Text"/>
                <a:ea typeface="+mn-ea"/>
                <a:cs typeface="+mn-cs"/>
              </a:rPr>
              <a:t> </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by</a:t>
            </a:r>
            <a:r>
              <a:rPr kumimoji="0" lang="zh-CN" altLang="en-US" sz="900" b="0" i="0" u="none" strike="noStrike" kern="1200" cap="none" spc="0" normalizeH="0" baseline="0" noProof="0">
                <a:ln>
                  <a:noFill/>
                </a:ln>
                <a:solidFill>
                  <a:srgbClr val="0000CC"/>
                </a:solidFill>
                <a:effectLst/>
                <a:uLnTx/>
                <a:uFillTx/>
                <a:latin typeface="Boehringer Forward Text"/>
                <a:ea typeface="+mn-ea"/>
                <a:cs typeface="+mn-cs"/>
              </a:rPr>
              <a:t> </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03Dec2023</a:t>
            </a:r>
            <a:endParaRPr kumimoji="0" lang="en-US" sz="900" b="0" i="0" u="none" strike="noStrike" kern="1200" cap="none" spc="0" normalizeH="0" baseline="0" noProof="0">
              <a:ln>
                <a:noFill/>
              </a:ln>
              <a:solidFill>
                <a:srgbClr val="0000CC"/>
              </a:solidFill>
              <a:effectLst/>
              <a:uLnTx/>
              <a:uFillTx/>
              <a:latin typeface="Boehringer Forward Text"/>
              <a:ea typeface="+mn-ea"/>
              <a:cs typeface="+mn-cs"/>
            </a:endParaRPr>
          </a:p>
        </p:txBody>
      </p:sp>
      <p:cxnSp>
        <p:nvCxnSpPr>
          <p:cNvPr id="31" name="Straight Connector 30">
            <a:extLst>
              <a:ext uri="{FF2B5EF4-FFF2-40B4-BE49-F238E27FC236}">
                <a16:creationId xmlns:a16="http://schemas.microsoft.com/office/drawing/2014/main" id="{A5896340-43A1-B292-C15A-09B283B15E84}"/>
              </a:ext>
            </a:extLst>
          </p:cNvPr>
          <p:cNvCxnSpPr/>
          <p:nvPr/>
        </p:nvCxnSpPr>
        <p:spPr>
          <a:xfrm>
            <a:off x="9562091" y="1711709"/>
            <a:ext cx="0" cy="5059680"/>
          </a:xfrm>
          <a:prstGeom prst="line">
            <a:avLst/>
          </a:prstGeom>
          <a:ln>
            <a:prstDash val="sysDot"/>
          </a:ln>
        </p:spPr>
        <p:style>
          <a:lnRef idx="1">
            <a:schemeClr val="accent2"/>
          </a:lnRef>
          <a:fillRef idx="0">
            <a:schemeClr val="accent2"/>
          </a:fillRef>
          <a:effectRef idx="0">
            <a:schemeClr val="accent2"/>
          </a:effectRef>
          <a:fontRef idx="minor">
            <a:schemeClr val="tx1"/>
          </a:fontRef>
        </p:style>
      </p:cxnSp>
      <p:grpSp>
        <p:nvGrpSpPr>
          <p:cNvPr id="60" name="Group 59">
            <a:extLst>
              <a:ext uri="{FF2B5EF4-FFF2-40B4-BE49-F238E27FC236}">
                <a16:creationId xmlns:a16="http://schemas.microsoft.com/office/drawing/2014/main" id="{A2352590-5A75-004D-9F58-F6D581BD25F3}"/>
              </a:ext>
            </a:extLst>
          </p:cNvPr>
          <p:cNvGrpSpPr/>
          <p:nvPr/>
        </p:nvGrpSpPr>
        <p:grpSpPr>
          <a:xfrm>
            <a:off x="6025090" y="2782905"/>
            <a:ext cx="1424452" cy="568193"/>
            <a:chOff x="4296898" y="2134453"/>
            <a:chExt cx="1068339" cy="426145"/>
          </a:xfrm>
        </p:grpSpPr>
        <p:sp>
          <p:nvSpPr>
            <p:cNvPr id="57" name="文本框 34">
              <a:extLst>
                <a:ext uri="{FF2B5EF4-FFF2-40B4-BE49-F238E27FC236}">
                  <a16:creationId xmlns:a16="http://schemas.microsoft.com/office/drawing/2014/main" id="{DEBDF5EA-574C-2755-93AB-10919E65C3FF}"/>
                </a:ext>
              </a:extLst>
            </p:cNvPr>
            <p:cNvSpPr txBox="1"/>
            <p:nvPr/>
          </p:nvSpPr>
          <p:spPr>
            <a:xfrm>
              <a:off x="4296898" y="2134453"/>
              <a:ext cx="1068339" cy="276999"/>
            </a:xfrm>
            <a:prstGeom prst="rect">
              <a:avLst/>
            </a:prstGeom>
            <a:noFill/>
          </p:spPr>
          <p:txBody>
            <a:bodyPr wrap="square" rtlCol="0">
              <a:spAutoFit/>
            </a:bodyPr>
            <a:lstStyle/>
            <a:p>
              <a:pPr marL="0" marR="0" lvl="0" indent="0" algn="ctr" defTabSz="1624958"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BLA-a &amp; Launch</a:t>
              </a:r>
            </a:p>
            <a:p>
              <a:pPr marL="0" marR="0" lvl="0" indent="0" algn="ctr" defTabSz="1624958"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(30 Jan</a:t>
              </a:r>
              <a:r>
                <a:rPr kumimoji="0" lang="en-US" sz="900" b="0" i="0" u="none" strike="noStrike" kern="1200" cap="none" spc="0" normalizeH="0" baseline="0" noProof="0">
                  <a:ln>
                    <a:noFill/>
                  </a:ln>
                  <a:solidFill>
                    <a:srgbClr val="0000CC"/>
                  </a:solidFill>
                  <a:effectLst/>
                  <a:uLnTx/>
                  <a:uFillTx/>
                  <a:latin typeface="Boehringer Forward Text"/>
                  <a:ea typeface="+mn-ea"/>
                  <a:cs typeface="+mn-cs"/>
                </a:rPr>
                <a:t>’24)</a:t>
              </a:r>
            </a:p>
          </p:txBody>
        </p:sp>
        <p:sp>
          <p:nvSpPr>
            <p:cNvPr id="59" name="Star: 5 Points 58">
              <a:extLst>
                <a:ext uri="{FF2B5EF4-FFF2-40B4-BE49-F238E27FC236}">
                  <a16:creationId xmlns:a16="http://schemas.microsoft.com/office/drawing/2014/main" id="{6B91FE36-7D41-CB1D-471E-06B657C45CBD}"/>
                </a:ext>
              </a:extLst>
            </p:cNvPr>
            <p:cNvSpPr/>
            <p:nvPr/>
          </p:nvSpPr>
          <p:spPr>
            <a:xfrm>
              <a:off x="4768925" y="2433252"/>
              <a:ext cx="117934" cy="12734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000000"/>
                </a:solidFill>
                <a:effectLst/>
                <a:uLnTx/>
                <a:uFillTx/>
                <a:latin typeface="Boehringer Forward Text"/>
                <a:ea typeface="+mn-ea"/>
                <a:cs typeface="+mn-cs"/>
              </a:endParaRPr>
            </a:p>
          </p:txBody>
        </p:sp>
      </p:grpSp>
      <p:sp>
        <p:nvSpPr>
          <p:cNvPr id="4" name="文本框 22">
            <a:extLst>
              <a:ext uri="{FF2B5EF4-FFF2-40B4-BE49-F238E27FC236}">
                <a16:creationId xmlns:a16="http://schemas.microsoft.com/office/drawing/2014/main" id="{B81FB800-3EC6-F806-D14A-2571D1D0E1CA}"/>
              </a:ext>
            </a:extLst>
          </p:cNvPr>
          <p:cNvSpPr txBox="1"/>
          <p:nvPr/>
        </p:nvSpPr>
        <p:spPr>
          <a:xfrm>
            <a:off x="87265" y="4771220"/>
            <a:ext cx="1060923" cy="430887"/>
          </a:xfrm>
          <a:prstGeom prst="rect">
            <a:avLst/>
          </a:prstGeom>
          <a:solidFill>
            <a:schemeClr val="bg2">
              <a:lumMod val="10000"/>
              <a:lumOff val="9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Local </a:t>
            </a:r>
            <a:r>
              <a:rPr kumimoji="0" lang="en-US" altLang="zh-CN" sz="1100" b="1" i="0" u="none" strike="noStrike" kern="1200" cap="none" spc="0" normalizeH="0" baseline="0" noProof="0" err="1">
                <a:ln>
                  <a:noFill/>
                </a:ln>
                <a:solidFill>
                  <a:srgbClr val="000000"/>
                </a:solidFill>
                <a:effectLst/>
                <a:uLnTx/>
                <a:uFillTx/>
                <a:latin typeface="Boehringer Forward Text"/>
                <a:ea typeface="+mn-ea"/>
                <a:cs typeface="+mn-cs"/>
              </a:rPr>
              <a:t>rPA</a:t>
            </a:r>
            <a:r>
              <a:rPr kumimoji="0" lang="zh-CN" altLang="en-US" sz="1100" b="1" i="0" u="none" strike="noStrike" kern="1200" cap="none" spc="0" normalizeH="0" baseline="0" noProof="0">
                <a:ln>
                  <a:noFill/>
                </a:ln>
                <a:solidFill>
                  <a:srgbClr val="000000"/>
                </a:solidFill>
                <a:effectLst/>
                <a:uLnTx/>
                <a:uFillTx/>
                <a:latin typeface="Boehringer Forward Text"/>
                <a:ea typeface="宋体"/>
                <a:cs typeface="+mn-cs"/>
              </a:rPr>
              <a:t> </a:t>
            </a:r>
            <a:r>
              <a:rPr kumimoji="0" lang="en-US" altLang="zh-CN" sz="1100" b="1" i="0" u="none" strike="noStrike" kern="1200" cap="none" spc="0" normalizeH="0" baseline="0" noProof="0">
                <a:ln>
                  <a:noFill/>
                </a:ln>
                <a:solidFill>
                  <a:srgbClr val="000000"/>
                </a:solidFill>
                <a:effectLst/>
                <a:uLnTx/>
                <a:uFillTx/>
                <a:latin typeface="Boehringer Forward Text"/>
                <a:ea typeface="+mn-ea"/>
                <a:cs typeface="+mn-cs"/>
              </a:rPr>
              <a:t>– </a:t>
            </a:r>
            <a:r>
              <a:rPr kumimoji="0" lang="en-US" altLang="zh-CN" sz="1100" b="1" i="0" u="none" strike="noStrike" kern="1200" cap="none" spc="0" normalizeH="0" baseline="0" noProof="0" err="1">
                <a:ln>
                  <a:noFill/>
                </a:ln>
                <a:solidFill>
                  <a:srgbClr val="000000"/>
                </a:solidFill>
                <a:effectLst/>
                <a:uLnTx/>
                <a:uFillTx/>
                <a:latin typeface="Boehringer Forward Text"/>
                <a:ea typeface="+mn-ea"/>
                <a:cs typeface="+mn-cs"/>
              </a:rPr>
              <a:t>Crbiopharm</a:t>
            </a:r>
            <a:endParaRPr kumimoji="0" lang="en-US" sz="1100" b="1" i="0"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25" name="Group 24">
            <a:extLst>
              <a:ext uri="{FF2B5EF4-FFF2-40B4-BE49-F238E27FC236}">
                <a16:creationId xmlns:a16="http://schemas.microsoft.com/office/drawing/2014/main" id="{F3D3F2C1-B5DF-7FC1-4142-01789447243C}"/>
              </a:ext>
            </a:extLst>
          </p:cNvPr>
          <p:cNvGrpSpPr/>
          <p:nvPr/>
        </p:nvGrpSpPr>
        <p:grpSpPr>
          <a:xfrm>
            <a:off x="6329113" y="4763956"/>
            <a:ext cx="1009747" cy="537131"/>
            <a:chOff x="6485133" y="2106470"/>
            <a:chExt cx="1009747" cy="537129"/>
          </a:xfrm>
        </p:grpSpPr>
        <p:sp>
          <p:nvSpPr>
            <p:cNvPr id="38" name="文本框 18">
              <a:extLst>
                <a:ext uri="{FF2B5EF4-FFF2-40B4-BE49-F238E27FC236}">
                  <a16:creationId xmlns:a16="http://schemas.microsoft.com/office/drawing/2014/main" id="{D57ADB7F-C061-DF20-C39B-4F829BDE73DC}"/>
                </a:ext>
              </a:extLst>
            </p:cNvPr>
            <p:cNvSpPr txBox="1"/>
            <p:nvPr/>
          </p:nvSpPr>
          <p:spPr>
            <a:xfrm>
              <a:off x="6485133" y="2106470"/>
              <a:ext cx="1009747" cy="369331"/>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(05Feb</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a:t>
              </a:r>
              <a:r>
                <a:rPr kumimoji="0" lang="en-US" sz="900" b="0" i="0" u="none" strike="noStrike" kern="1200" cap="none" spc="0" normalizeH="0" baseline="0" noProof="0">
                  <a:ln>
                    <a:noFill/>
                  </a:ln>
                  <a:solidFill>
                    <a:srgbClr val="0000CC"/>
                  </a:solidFill>
                  <a:effectLst/>
                  <a:uLnTx/>
                  <a:uFillTx/>
                  <a:latin typeface="Boehringer Forward Text"/>
                  <a:ea typeface="+mn-ea"/>
                  <a:cs typeface="+mn-cs"/>
                </a:rPr>
                <a:t>24)</a:t>
              </a:r>
            </a:p>
          </p:txBody>
        </p:sp>
        <p:sp>
          <p:nvSpPr>
            <p:cNvPr id="39" name="Isosceles Triangle 38">
              <a:extLst>
                <a:ext uri="{FF2B5EF4-FFF2-40B4-BE49-F238E27FC236}">
                  <a16:creationId xmlns:a16="http://schemas.microsoft.com/office/drawing/2014/main" id="{B66315D0-1990-D7DD-CC4E-CC095A8F4F89}"/>
                </a:ext>
              </a:extLst>
            </p:cNvPr>
            <p:cNvSpPr/>
            <p:nvPr/>
          </p:nvSpPr>
          <p:spPr>
            <a:xfrm>
              <a:off x="6923840" y="2512968"/>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000000"/>
                </a:solidFill>
                <a:effectLst/>
                <a:uLnTx/>
                <a:uFillTx/>
                <a:latin typeface="Boehringer Forward Text"/>
                <a:ea typeface="+mn-ea"/>
                <a:cs typeface="+mn-cs"/>
              </a:endParaRPr>
            </a:p>
          </p:txBody>
        </p:sp>
      </p:grpSp>
      <p:sp>
        <p:nvSpPr>
          <p:cNvPr id="40" name="矩形 16">
            <a:extLst>
              <a:ext uri="{FF2B5EF4-FFF2-40B4-BE49-F238E27FC236}">
                <a16:creationId xmlns:a16="http://schemas.microsoft.com/office/drawing/2014/main" id="{3CE19113-985E-832E-0271-CFD510D02216}"/>
              </a:ext>
            </a:extLst>
          </p:cNvPr>
          <p:cNvSpPr/>
          <p:nvPr/>
        </p:nvSpPr>
        <p:spPr>
          <a:xfrm>
            <a:off x="3353389" y="4771213"/>
            <a:ext cx="2148839" cy="548640"/>
          </a:xfrm>
          <a:prstGeom prst="rect">
            <a:avLst/>
          </a:prstGeom>
          <a:solidFill>
            <a:srgbClr val="9BC9F7"/>
          </a:solidFill>
          <a:ln>
            <a:solidFill>
              <a:schemeClr val="accent2"/>
            </a:solidFill>
          </a:ln>
        </p:spPr>
        <p:style>
          <a:lnRef idx="1">
            <a:schemeClr val="accent4"/>
          </a:lnRef>
          <a:fillRef idx="2">
            <a:schemeClr val="accent4"/>
          </a:fillRef>
          <a:effectRef idx="1">
            <a:schemeClr val="accent4"/>
          </a:effectRef>
          <a:fontRef idx="minor">
            <a:schemeClr val="dk1"/>
          </a:fontRef>
        </p:style>
        <p:txBody>
          <a:bodyPr lIns="0" rIns="0" rtlCol="0" anchor="ctr"/>
          <a:lstStyle/>
          <a:p>
            <a:pPr marL="0" marR="0" lvl="0" indent="0" algn="ctr" defTabSz="1218750"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Ph III, 1412 pts,  93 sites, </a:t>
            </a:r>
          </a:p>
          <a:p>
            <a:pPr marL="0" marR="0" lvl="0" indent="0" algn="ctr" defTabSz="1218750" rtl="0" eaLnBrk="1" fontAlgn="auto" latinLnBrk="0" hangingPunct="1">
              <a:lnSpc>
                <a:spcPct val="9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    FPI-LPO: 21 </a:t>
            </a:r>
            <a:r>
              <a:rPr kumimoji="0" lang="en-US" altLang="zh-CN" sz="900" b="0" i="0" u="none" strike="noStrike" kern="1200" cap="none" spc="0" normalizeH="0" baseline="0" noProof="0">
                <a:ln>
                  <a:noFill/>
                </a:ln>
                <a:solidFill>
                  <a:prstClr val="black"/>
                </a:solidFill>
                <a:effectLst/>
                <a:uLnTx/>
                <a:uFillTx/>
                <a:latin typeface="Boehringer Forward Text"/>
                <a:ea typeface="+mn-ea"/>
                <a:cs typeface="+mn-cs"/>
              </a:rPr>
              <a:t>Mar</a:t>
            </a:r>
            <a:r>
              <a:rPr kumimoji="0" lang="en-US" sz="900" b="0" i="0" u="none" strike="noStrike" kern="1200" cap="none" spc="0" normalizeH="0" baseline="0" noProof="0">
                <a:ln>
                  <a:noFill/>
                </a:ln>
                <a:solidFill>
                  <a:prstClr val="black"/>
                </a:solidFill>
                <a:effectLst/>
                <a:uLnTx/>
                <a:uFillTx/>
                <a:latin typeface="Boehringer Forward Text"/>
                <a:ea typeface="+mn-ea"/>
                <a:cs typeface="+mn-cs"/>
              </a:rPr>
              <a:t> 2022 – Jun 2023</a:t>
            </a:r>
          </a:p>
        </p:txBody>
      </p:sp>
      <p:grpSp>
        <p:nvGrpSpPr>
          <p:cNvPr id="55" name="Group 54">
            <a:extLst>
              <a:ext uri="{FF2B5EF4-FFF2-40B4-BE49-F238E27FC236}">
                <a16:creationId xmlns:a16="http://schemas.microsoft.com/office/drawing/2014/main" id="{C4B97BC1-0BEC-F7BE-15F6-4F4AE40143CC}"/>
              </a:ext>
            </a:extLst>
          </p:cNvPr>
          <p:cNvGrpSpPr/>
          <p:nvPr/>
        </p:nvGrpSpPr>
        <p:grpSpPr>
          <a:xfrm>
            <a:off x="8227015" y="4702377"/>
            <a:ext cx="1009747" cy="762471"/>
            <a:chOff x="10610093" y="2050547"/>
            <a:chExt cx="1009747" cy="762471"/>
          </a:xfrm>
        </p:grpSpPr>
        <p:sp>
          <p:nvSpPr>
            <p:cNvPr id="56" name="Rectangle 55">
              <a:extLst>
                <a:ext uri="{FF2B5EF4-FFF2-40B4-BE49-F238E27FC236}">
                  <a16:creationId xmlns:a16="http://schemas.microsoft.com/office/drawing/2014/main" id="{718DFAA3-9680-26EB-73F2-AFB1EDDD901D}"/>
                </a:ext>
              </a:extLst>
            </p:cNvPr>
            <p:cNvSpPr/>
            <p:nvPr/>
          </p:nvSpPr>
          <p:spPr>
            <a:xfrm>
              <a:off x="10610093" y="2050547"/>
              <a:ext cx="1009747" cy="762471"/>
            </a:xfrm>
            <a:prstGeom prst="rect">
              <a:avLst/>
            </a:prstGeom>
            <a:noFill/>
            <a:ln w="9525" cap="flat" cmpd="sng" algn="ctr">
              <a:noFill/>
              <a:prstDash val="sysDot"/>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lIns="72000" tIns="72000" rIns="72000" bIns="72000" rtlCol="0" anchor="ct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00"/>
                  </a:solidFill>
                  <a:effectLst/>
                  <a:uLnTx/>
                  <a:uFillTx/>
                  <a:latin typeface="Boehringer Forward Text"/>
                  <a:ea typeface="+mn-ea"/>
                  <a:cs typeface="+mn-cs"/>
                </a:rPr>
                <a:t>BLA-a &amp; 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(Feb’25) </a:t>
              </a:r>
            </a:p>
            <a:p>
              <a:pPr marL="0" marR="0" lvl="0" indent="0" algn="ctr" defTabSz="1218750" rtl="0" eaLnBrk="1" fontAlgn="auto" latinLnBrk="0" hangingPunct="1">
                <a:lnSpc>
                  <a:spcPct val="100000"/>
                </a:lnSpc>
                <a:spcBef>
                  <a:spcPts val="0"/>
                </a:spcBef>
                <a:spcAft>
                  <a:spcPts val="0"/>
                </a:spcAft>
                <a:buClrTx/>
                <a:buSzTx/>
                <a:buFontTx/>
                <a:buNone/>
                <a:tabLst/>
                <a:defRPr/>
              </a:pP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58" name="Star: 5 Points 57">
              <a:extLst>
                <a:ext uri="{FF2B5EF4-FFF2-40B4-BE49-F238E27FC236}">
                  <a16:creationId xmlns:a16="http://schemas.microsoft.com/office/drawing/2014/main" id="{BC4E0D88-097C-9E0A-C830-EFC7E68F4D33}"/>
                </a:ext>
              </a:extLst>
            </p:cNvPr>
            <p:cNvSpPr/>
            <p:nvPr/>
          </p:nvSpPr>
          <p:spPr>
            <a:xfrm>
              <a:off x="11029284" y="2489308"/>
              <a:ext cx="157245" cy="16979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000000"/>
                </a:solidFill>
                <a:effectLst/>
                <a:uLnTx/>
                <a:uFillTx/>
                <a:latin typeface="Boehringer Forward Text"/>
                <a:ea typeface="+mn-ea"/>
                <a:cs typeface="+mn-cs"/>
              </a:endParaRPr>
            </a:p>
          </p:txBody>
        </p:sp>
      </p:grpSp>
      <p:graphicFrame>
        <p:nvGraphicFramePr>
          <p:cNvPr id="61" name="Table 60">
            <a:extLst>
              <a:ext uri="{FF2B5EF4-FFF2-40B4-BE49-F238E27FC236}">
                <a16:creationId xmlns:a16="http://schemas.microsoft.com/office/drawing/2014/main" id="{CB6D5BB7-F944-29AA-9004-F05F6490E017}"/>
              </a:ext>
            </a:extLst>
          </p:cNvPr>
          <p:cNvGraphicFramePr>
            <a:graphicFrameLocks noGrp="1"/>
          </p:cNvGraphicFramePr>
          <p:nvPr/>
        </p:nvGraphicFramePr>
        <p:xfrm>
          <a:off x="1297801" y="4615401"/>
          <a:ext cx="1874878" cy="853440"/>
        </p:xfrm>
        <a:graphic>
          <a:graphicData uri="http://schemas.openxmlformats.org/drawingml/2006/table">
            <a:tbl>
              <a:tblPr/>
              <a:tblGrid>
                <a:gridCol w="514297">
                  <a:extLst>
                    <a:ext uri="{9D8B030D-6E8A-4147-A177-3AD203B41FA5}">
                      <a16:colId xmlns:a16="http://schemas.microsoft.com/office/drawing/2014/main" val="1502706643"/>
                    </a:ext>
                  </a:extLst>
                </a:gridCol>
                <a:gridCol w="289293">
                  <a:extLst>
                    <a:ext uri="{9D8B030D-6E8A-4147-A177-3AD203B41FA5}">
                      <a16:colId xmlns:a16="http://schemas.microsoft.com/office/drawing/2014/main" val="4039566297"/>
                    </a:ext>
                  </a:extLst>
                </a:gridCol>
                <a:gridCol w="289293">
                  <a:extLst>
                    <a:ext uri="{9D8B030D-6E8A-4147-A177-3AD203B41FA5}">
                      <a16:colId xmlns:a16="http://schemas.microsoft.com/office/drawing/2014/main" val="2683971368"/>
                    </a:ext>
                  </a:extLst>
                </a:gridCol>
                <a:gridCol w="289293">
                  <a:extLst>
                    <a:ext uri="{9D8B030D-6E8A-4147-A177-3AD203B41FA5}">
                      <a16:colId xmlns:a16="http://schemas.microsoft.com/office/drawing/2014/main" val="930310807"/>
                    </a:ext>
                  </a:extLst>
                </a:gridCol>
                <a:gridCol w="289293">
                  <a:extLst>
                    <a:ext uri="{9D8B030D-6E8A-4147-A177-3AD203B41FA5}">
                      <a16:colId xmlns:a16="http://schemas.microsoft.com/office/drawing/2014/main" val="2050141590"/>
                    </a:ext>
                  </a:extLst>
                </a:gridCol>
                <a:gridCol w="203409">
                  <a:extLst>
                    <a:ext uri="{9D8B030D-6E8A-4147-A177-3AD203B41FA5}">
                      <a16:colId xmlns:a16="http://schemas.microsoft.com/office/drawing/2014/main" val="822718925"/>
                    </a:ext>
                  </a:extLst>
                </a:gridCol>
              </a:tblGrid>
              <a:tr h="261391">
                <a:tc rowSpan="3">
                  <a:txBody>
                    <a:bodyPr/>
                    <a:lstStyle/>
                    <a:p>
                      <a:pPr algn="ctr" rtl="0" fontAlgn="ctr"/>
                      <a:r>
                        <a:rPr lang="en-US" sz="800" b="0" i="0" u="none" strike="noStrike" err="1">
                          <a:solidFill>
                            <a:srgbClr val="000000"/>
                          </a:solidFill>
                          <a:effectLst/>
                          <a:latin typeface="BISansOpti" panose="02000503040000020004" pitchFamily="2" charset="0"/>
                          <a:ea typeface="等线" panose="02010600030101010101" pitchFamily="2" charset="-122"/>
                        </a:rPr>
                        <a:t>Reteplase</a:t>
                      </a:r>
                      <a:endParaRPr lang="en-US" sz="800" b="0" i="0" u="none" strike="noStrike">
                        <a:solidFill>
                          <a:srgbClr val="000000"/>
                        </a:solidFill>
                        <a:effectLst/>
                        <a:latin typeface="BISansOpti" panose="02000503040000020004" pitchFamily="2" charset="0"/>
                        <a:ea typeface="等线" panose="02010600030101010101" pitchFamily="2" charset="-122"/>
                      </a:endParaRP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gridSpan="2">
                  <a:txBody>
                    <a:bodyPr/>
                    <a:lstStyle/>
                    <a:p>
                      <a:pPr algn="ctr" fontAlgn="b"/>
                      <a:r>
                        <a:rPr lang="en-US" altLang="zh-CN" sz="1100" b="1" i="0" u="none" strike="noStrike">
                          <a:solidFill>
                            <a:srgbClr val="000000"/>
                          </a:solidFill>
                          <a:effectLst/>
                          <a:latin typeface="Calibri" panose="020F0502020204030204" pitchFamily="34" charset="0"/>
                          <a:ea typeface="等线" panose="02010600030101010101" pitchFamily="2" charset="-122"/>
                        </a:rPr>
                        <a:t>2023</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rgbClr val="FFC000"/>
                    </a:solidFill>
                  </a:tcPr>
                </a:tc>
                <a:tc hMerge="1">
                  <a:txBody>
                    <a:bodyPr/>
                    <a:lstStyle/>
                    <a:p>
                      <a:pPr algn="ctr" fontAlgn="b"/>
                      <a:r>
                        <a:rPr lang="en-US" altLang="zh-CN" sz="1100" b="1" i="0" u="none" strike="noStrike">
                          <a:solidFill>
                            <a:srgbClr val="000000"/>
                          </a:solidFill>
                          <a:effectLst/>
                          <a:latin typeface="Calibri" panose="020F0502020204030204" pitchFamily="34" charset="0"/>
                          <a:ea typeface="等线" panose="02010600030101010101" pitchFamily="2" charset="-122"/>
                        </a:rPr>
                        <a:t>2023</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rgbClr val="FFC000"/>
                    </a:solidFill>
                  </a:tcPr>
                </a:tc>
                <a:tc gridSpan="3">
                  <a:txBody>
                    <a:bodyPr/>
                    <a:lstStyle/>
                    <a:p>
                      <a:pPr algn="ctr" fontAlgn="b"/>
                      <a:r>
                        <a:rPr lang="en-US" altLang="zh-CN" sz="1100" b="1" i="0" u="none" strike="noStrike">
                          <a:solidFill>
                            <a:srgbClr val="000000"/>
                          </a:solidFill>
                          <a:effectLst/>
                          <a:latin typeface="Calibri" panose="020F0502020204030204" pitchFamily="34" charset="0"/>
                          <a:ea typeface="等线" panose="02010600030101010101" pitchFamily="2" charset="-122"/>
                        </a:rPr>
                        <a:t>2022</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rgbClr val="FFC000"/>
                    </a:solidFill>
                  </a:tcPr>
                </a:tc>
                <a:tc hMerge="1">
                  <a:txBody>
                    <a:bodyPr/>
                    <a:lstStyle/>
                    <a:p>
                      <a:pPr algn="ctr" fontAlgn="b"/>
                      <a:r>
                        <a:rPr lang="en-US" altLang="zh-CN" sz="1100" b="1" i="0" u="none" strike="noStrike">
                          <a:solidFill>
                            <a:srgbClr val="000000"/>
                          </a:solidFill>
                          <a:effectLst/>
                          <a:latin typeface="Calibri" panose="020F0502020204030204" pitchFamily="34" charset="0"/>
                          <a:ea typeface="等线" panose="02010600030101010101" pitchFamily="2" charset="-122"/>
                        </a:rPr>
                        <a:t>2022</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CCCC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rgbClr val="FFC000"/>
                    </a:solidFill>
                  </a:tcPr>
                </a:tc>
                <a:tc hMerge="1">
                  <a:txBody>
                    <a:bodyPr/>
                    <a:lstStyle/>
                    <a:p>
                      <a:endParaRPr lang="zh-CN" altLang="en-US"/>
                    </a:p>
                  </a:txBody>
                  <a:tcPr>
                    <a:lnL w="12700" cap="flat" cmpd="sng" algn="ctr">
                      <a:solidFill>
                        <a:srgbClr val="F6BB00"/>
                      </a:solidFill>
                      <a:prstDash val="solid"/>
                      <a:round/>
                      <a:headEnd type="none" w="med" len="med"/>
                      <a:tailEnd type="none" w="med" len="med"/>
                    </a:lnL>
                  </a:tcPr>
                </a:tc>
                <a:extLst>
                  <a:ext uri="{0D108BD9-81ED-4DB2-BD59-A6C34878D82A}">
                    <a16:rowId xmlns:a16="http://schemas.microsoft.com/office/drawing/2014/main" val="3993836797"/>
                  </a:ext>
                </a:extLst>
              </a:tr>
              <a:tr h="150289">
                <a:tc vMerge="1">
                  <a:txBody>
                    <a:bodyPr/>
                    <a:lstStyle/>
                    <a:p>
                      <a:pPr algn="ctr" rtl="0" fontAlgn="ctr"/>
                      <a:r>
                        <a:rPr lang="en-US" sz="1100" b="0" i="0" u="none" strike="noStrike">
                          <a:solidFill>
                            <a:srgbClr val="000000"/>
                          </a:solidFill>
                          <a:effectLst/>
                          <a:latin typeface="BISansOpti" panose="02000503040000020004" pitchFamily="2" charset="0"/>
                          <a:ea typeface="等线" panose="02010600030101010101" pitchFamily="2" charset="-122"/>
                        </a:rPr>
                        <a:t> status</a:t>
                      </a:r>
                    </a:p>
                  </a:txBody>
                  <a:tcPr marL="0" marR="0" marT="0" marB="0" anchor="ctr">
                    <a:lnL>
                      <a:noFill/>
                    </a:lnL>
                    <a:lnR w="12700" cap="flat" cmpd="sng" algn="ctr">
                      <a:solidFill>
                        <a:srgbClr val="76751A"/>
                      </a:solidFill>
                      <a:prstDash val="solid"/>
                      <a:round/>
                      <a:headEnd type="none" w="med" len="med"/>
                      <a:tailEnd type="none" w="med" len="med"/>
                    </a:lnR>
                    <a:lnT>
                      <a:noFill/>
                    </a:lnT>
                    <a:lnB>
                      <a:noFill/>
                    </a:lnB>
                    <a:solidFill>
                      <a:schemeClr val="bg1"/>
                    </a:solidFill>
                  </a:tcPr>
                </a:tc>
                <a:tc>
                  <a:txBody>
                    <a:bodyPr/>
                    <a:lstStyle/>
                    <a:p>
                      <a:pPr algn="ctr" rtl="0" fontAlgn="ctr"/>
                      <a:r>
                        <a:rPr lang="en-US" altLang="zh-CN" sz="800" b="0" i="0" u="none" strike="noStrike">
                          <a:solidFill>
                            <a:srgbClr val="0000CC"/>
                          </a:solidFill>
                          <a:effectLst/>
                          <a:latin typeface="+mj-lt"/>
                          <a:ea typeface="DengXian" panose="02010600030101010101" pitchFamily="2" charset="-122"/>
                        </a:rPr>
                        <a:t>30</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05</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06</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25</a:t>
                      </a:r>
                    </a:p>
                  </a:txBody>
                  <a:tcPr marL="0" marR="0" marT="0" marB="0" anchor="ctr">
                    <a:lnL w="12700" cap="flat" cmpd="sng" algn="ctr">
                      <a:solidFill>
                        <a:srgbClr val="D2AA00"/>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12700" cap="flat" cmpd="sng" algn="ctr">
                      <a:solidFill>
                        <a:srgbClr val="D2AA00"/>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rgbClr val="000000"/>
                          </a:solidFill>
                          <a:effectLst/>
                          <a:latin typeface="+mj-lt"/>
                          <a:ea typeface="等线" panose="02010600030101010101" pitchFamily="2" charset="-122"/>
                        </a:rPr>
                        <a:t>21</a:t>
                      </a:r>
                    </a:p>
                  </a:txBody>
                  <a:tcPr marL="0" marR="0" marT="0" marB="0" anchor="ctr">
                    <a:lnL w="12700" cap="flat" cmpd="sng" algn="ctr">
                      <a:solidFill>
                        <a:schemeClr val="accent4">
                          <a:lumMod val="50000"/>
                        </a:schemeClr>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60462802"/>
                  </a:ext>
                </a:extLst>
              </a:tr>
              <a:tr h="150289">
                <a:tc vMerge="1">
                  <a:txBody>
                    <a:bodyPr/>
                    <a:lstStyle/>
                    <a:p>
                      <a:pPr algn="ctr" fontAlgn="ctr"/>
                      <a:r>
                        <a:rPr lang="zh-CN" altLang="en-US" sz="1100" b="0" i="0" u="none" strike="noStrike">
                          <a:solidFill>
                            <a:srgbClr val="000000"/>
                          </a:solidFill>
                          <a:effectLst/>
                          <a:latin typeface="等线" panose="02010600030101010101" pitchFamily="2" charset="-122"/>
                          <a:ea typeface="等线" panose="02010600030101010101" pitchFamily="2" charset="-122"/>
                        </a:rPr>
                        <a:t>　</a:t>
                      </a:r>
                    </a:p>
                  </a:txBody>
                  <a:tcPr marL="0" marR="0" marT="0" marB="0" anchor="ctr">
                    <a:lnL>
                      <a:noFill/>
                    </a:lnL>
                    <a:lnR w="12700" cap="flat" cmpd="sng" algn="ctr">
                      <a:solidFill>
                        <a:srgbClr val="76751A"/>
                      </a:solidFill>
                      <a:prstDash val="solid"/>
                      <a:round/>
                      <a:headEnd type="none" w="med" len="med"/>
                      <a:tailEnd type="none" w="med" len="med"/>
                    </a:lnR>
                    <a:lnT>
                      <a:noFill/>
                    </a:lnT>
                    <a:lnB w="12700" cap="flat" cmpd="sng" algn="ctr">
                      <a:solidFill>
                        <a:srgbClr val="76751A"/>
                      </a:solidFill>
                      <a:prstDash val="solid"/>
                      <a:round/>
                      <a:headEnd type="none" w="med" len="med"/>
                      <a:tailEnd type="none" w="med" len="med"/>
                    </a:lnB>
                    <a:solidFill>
                      <a:schemeClr val="bg1"/>
                    </a:solidFill>
                  </a:tcPr>
                </a:tc>
                <a:tc>
                  <a:txBody>
                    <a:bodyPr/>
                    <a:lstStyle/>
                    <a:p>
                      <a:pPr algn="ctr" rtl="0" fontAlgn="ctr"/>
                      <a:r>
                        <a:rPr lang="en-US" sz="800" b="0" i="0" u="none" strike="noStrike">
                          <a:solidFill>
                            <a:srgbClr val="0000CC"/>
                          </a:solidFill>
                          <a:effectLst/>
                          <a:latin typeface="+mj-lt"/>
                          <a:ea typeface="DengXian" panose="02010600030101010101" pitchFamily="2" charset="-122"/>
                        </a:rPr>
                        <a:t>Mar</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DEB400"/>
                      </a:solid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Jan</a:t>
                      </a:r>
                      <a:endParaRPr lang="en-US" sz="800" b="0" i="0" u="none" strike="noStrike">
                        <a:solidFill>
                          <a:schemeClr val="tx1"/>
                        </a:solidFill>
                        <a:effectLst/>
                        <a:latin typeface="+mj-lt"/>
                        <a:ea typeface="DengXian" panose="02010600030101010101" pitchFamily="2" charset="-122"/>
                      </a:endParaRP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DEB400"/>
                      </a:solidFill>
                      <a:prstDash val="solid"/>
                      <a:round/>
                      <a:headEnd type="none" w="med" len="med"/>
                      <a:tailEnd type="none" w="med" len="med"/>
                    </a:lnB>
                    <a:solidFill>
                      <a:schemeClr val="bg1"/>
                    </a:solidFill>
                  </a:tcPr>
                </a:tc>
                <a:tc>
                  <a:txBody>
                    <a:bodyPr/>
                    <a:lstStyle/>
                    <a:p>
                      <a:pPr algn="ctr" rtl="0" fontAlgn="ctr"/>
                      <a:r>
                        <a:rPr lang="en-US" sz="800" b="0" i="0" u="none" strike="noStrike">
                          <a:solidFill>
                            <a:schemeClr val="tx1"/>
                          </a:solidFill>
                          <a:effectLst/>
                          <a:latin typeface="+mj-lt"/>
                          <a:ea typeface="DengXian" panose="02010600030101010101" pitchFamily="2" charset="-122"/>
                        </a:rPr>
                        <a:t>Dec</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DEB400"/>
                      </a:solidFill>
                      <a:prstDash val="solid"/>
                      <a:round/>
                      <a:headEnd type="none" w="med" len="med"/>
                      <a:tailEnd type="none" w="med" len="med"/>
                    </a:lnB>
                    <a:solidFill>
                      <a:schemeClr val="bg1"/>
                    </a:solidFill>
                  </a:tcPr>
                </a:tc>
                <a:tc>
                  <a:txBody>
                    <a:bodyPr/>
                    <a:lstStyle/>
                    <a:p>
                      <a:pPr algn="ctr" rtl="0" fontAlgn="ctr"/>
                      <a:r>
                        <a:rPr lang="en-US" sz="800" b="0" i="0" u="none" strike="noStrike">
                          <a:solidFill>
                            <a:schemeClr val="tx1"/>
                          </a:solidFill>
                          <a:effectLst/>
                          <a:latin typeface="+mj-lt"/>
                          <a:ea typeface="DengXian" panose="02010600030101010101" pitchFamily="2" charset="-122"/>
                        </a:rPr>
                        <a:t>Oct</a:t>
                      </a:r>
                    </a:p>
                  </a:txBody>
                  <a:tcPr marL="0" marR="0" marT="0" marB="0" anchor="ctr">
                    <a:lnL w="12700" cap="flat" cmpd="sng" algn="ctr">
                      <a:solidFill>
                        <a:srgbClr val="D2AA00"/>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DEB400"/>
                      </a:solidFill>
                      <a:prstDash val="solid"/>
                      <a:round/>
                      <a:headEnd type="none" w="med" len="med"/>
                      <a:tailEnd type="none" w="med" len="med"/>
                    </a:lnB>
                    <a:solidFill>
                      <a:schemeClr val="bg1"/>
                    </a:solidFill>
                  </a:tcPr>
                </a:tc>
                <a:tc>
                  <a:txBody>
                    <a:bodyPr/>
                    <a:lstStyle/>
                    <a:p>
                      <a:pPr algn="ctr" rtl="0" fontAlgn="ctr"/>
                      <a:r>
                        <a:rPr lang="en-US" sz="800" b="0" i="0" u="none" strike="noStrike">
                          <a:solidFill>
                            <a:srgbClr val="000000"/>
                          </a:solidFill>
                          <a:effectLst/>
                          <a:latin typeface="+mj-lt"/>
                          <a:ea typeface="等线" panose="02010600030101010101" pitchFamily="2" charset="-122"/>
                        </a:rPr>
                        <a:t>Mar</a:t>
                      </a:r>
                    </a:p>
                  </a:txBody>
                  <a:tcPr marL="0" marR="0" marT="0" marB="0" anchor="ctr">
                    <a:lnL w="12700" cap="flat" cmpd="sng" algn="ctr">
                      <a:solidFill>
                        <a:schemeClr val="accent4">
                          <a:lumMod val="50000"/>
                        </a:schemeClr>
                      </a:solidFill>
                      <a:prstDash val="solid"/>
                      <a:round/>
                      <a:headEnd type="none" w="med" len="med"/>
                      <a:tailEnd type="none" w="med" len="med"/>
                    </a:lnL>
                    <a:lnR w="12700" cap="flat" cmpd="sng" algn="ctr">
                      <a:solidFill>
                        <a:srgbClr val="D2AA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DEB400"/>
                      </a:solidFill>
                      <a:prstDash val="solid"/>
                      <a:round/>
                      <a:headEnd type="none" w="med" len="med"/>
                      <a:tailEnd type="none" w="med" len="med"/>
                    </a:lnB>
                    <a:solidFill>
                      <a:schemeClr val="bg1"/>
                    </a:solidFill>
                  </a:tcPr>
                </a:tc>
                <a:extLst>
                  <a:ext uri="{0D108BD9-81ED-4DB2-BD59-A6C34878D82A}">
                    <a16:rowId xmlns:a16="http://schemas.microsoft.com/office/drawing/2014/main" val="1583457236"/>
                  </a:ext>
                </a:extLst>
              </a:tr>
              <a:tr h="291471">
                <a:tc>
                  <a:txBody>
                    <a:bodyPr/>
                    <a:lstStyle/>
                    <a:p>
                      <a:pPr algn="ctr" rtl="0" fontAlgn="ctr"/>
                      <a:r>
                        <a:rPr lang="en-US" sz="800" b="0" i="0" u="none" strike="noStrike">
                          <a:solidFill>
                            <a:srgbClr val="000000"/>
                          </a:solidFill>
                          <a:effectLst/>
                          <a:latin typeface="BISansOpti" panose="02000503040000020004" pitchFamily="2" charset="0"/>
                          <a:ea typeface="等线" panose="02010600030101010101" pitchFamily="2" charset="-122"/>
                        </a:rPr>
                        <a:t>Recruited pts</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2AA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rgbClr val="0000CC"/>
                          </a:solidFill>
                          <a:effectLst/>
                          <a:latin typeface="+mj-lt"/>
                          <a:ea typeface="DengXian" panose="02010600030101010101" pitchFamily="2" charset="-122"/>
                        </a:rPr>
                        <a:t>LPI</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EB4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1377</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EB4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~1340</a:t>
                      </a:r>
                    </a:p>
                  </a:txBody>
                  <a:tcPr marL="0" marR="0" marT="0" marB="0" anchor="ctr">
                    <a:lnL w="12700" cap="flat" cmpd="sng" algn="ctr">
                      <a:solidFill>
                        <a:srgbClr val="D2AA00"/>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EB4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a:txBody>
                    <a:bodyPr/>
                    <a:lstStyle/>
                    <a:p>
                      <a:pPr algn="ctr" rtl="0" fontAlgn="ctr"/>
                      <a:r>
                        <a:rPr lang="en-US" altLang="zh-CN" sz="800" b="0" i="0" u="none" strike="noStrike">
                          <a:solidFill>
                            <a:schemeClr val="tx1"/>
                          </a:solidFill>
                          <a:effectLst/>
                          <a:latin typeface="+mj-lt"/>
                          <a:ea typeface="DengXian" panose="02010600030101010101" pitchFamily="2" charset="-122"/>
                        </a:rPr>
                        <a:t>1300+</a:t>
                      </a:r>
                    </a:p>
                  </a:txBody>
                  <a:tcPr marL="0" marR="0" marT="0" marB="0" anchor="ctr">
                    <a:lnL w="12700" cap="flat" cmpd="sng" algn="ctr">
                      <a:solidFill>
                        <a:srgbClr val="D2AA00"/>
                      </a:solidFill>
                      <a:prstDash val="solid"/>
                      <a:round/>
                      <a:headEnd type="none" w="med" len="med"/>
                      <a:tailEnd type="none" w="med" len="med"/>
                    </a:lnL>
                    <a:lnR w="12700" cap="flat" cmpd="sng" algn="ctr">
                      <a:solidFill>
                        <a:schemeClr val="accent4">
                          <a:lumMod val="50000"/>
                        </a:schemeClr>
                      </a:solidFill>
                      <a:prstDash val="solid"/>
                      <a:round/>
                      <a:headEnd type="none" w="med" len="med"/>
                      <a:tailEnd type="none" w="med" len="med"/>
                    </a:lnR>
                    <a:lnT w="12700" cap="flat" cmpd="sng" algn="ctr">
                      <a:solidFill>
                        <a:srgbClr val="DEB4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tc>
                  <a:txBody>
                    <a:bodyPr/>
                    <a:lstStyle/>
                    <a:p>
                      <a:pPr algn="ctr" rtl="0" fontAlgn="ctr"/>
                      <a:r>
                        <a:rPr lang="en-US" sz="800" b="0" i="0" u="none" strike="noStrike">
                          <a:solidFill>
                            <a:srgbClr val="000000"/>
                          </a:solidFill>
                          <a:effectLst/>
                          <a:latin typeface="+mj-lt"/>
                          <a:ea typeface="等线" panose="02010600030101010101" pitchFamily="2" charset="-122"/>
                        </a:rPr>
                        <a:t>FPI</a:t>
                      </a:r>
                    </a:p>
                  </a:txBody>
                  <a:tcPr marL="0" marR="0" marT="0" marB="0" anchor="ctr">
                    <a:lnL w="12700" cap="flat" cmpd="sng" algn="ctr">
                      <a:solidFill>
                        <a:schemeClr val="accent4">
                          <a:lumMod val="50000"/>
                        </a:schemeClr>
                      </a:solidFill>
                      <a:prstDash val="solid"/>
                      <a:round/>
                      <a:headEnd type="none" w="med" len="med"/>
                      <a:tailEnd type="none" w="med" len="med"/>
                    </a:lnL>
                    <a:lnR w="12700" cap="flat" cmpd="sng" algn="ctr">
                      <a:solidFill>
                        <a:srgbClr val="D2AA00"/>
                      </a:solidFill>
                      <a:prstDash val="solid"/>
                      <a:round/>
                      <a:headEnd type="none" w="med" len="med"/>
                      <a:tailEnd type="none" w="med" len="med"/>
                    </a:lnR>
                    <a:lnT w="12700" cap="flat" cmpd="sng" algn="ctr">
                      <a:solidFill>
                        <a:srgbClr val="DEB400"/>
                      </a:solidFill>
                      <a:prstDash val="solid"/>
                      <a:round/>
                      <a:headEnd type="none" w="med" len="med"/>
                      <a:tailEnd type="none" w="med" len="med"/>
                    </a:lnT>
                    <a:lnB w="12700" cap="flat" cmpd="sng" algn="ctr">
                      <a:solidFill>
                        <a:srgbClr val="D2AA00"/>
                      </a:solidFill>
                      <a:prstDash val="solid"/>
                      <a:round/>
                      <a:headEnd type="none" w="med" len="med"/>
                      <a:tailEnd type="none" w="med" len="med"/>
                    </a:lnB>
                    <a:solidFill>
                      <a:schemeClr val="bg1"/>
                    </a:solidFill>
                  </a:tcPr>
                </a:tc>
                <a:extLst>
                  <a:ext uri="{0D108BD9-81ED-4DB2-BD59-A6C34878D82A}">
                    <a16:rowId xmlns:a16="http://schemas.microsoft.com/office/drawing/2014/main" val="2724243342"/>
                  </a:ext>
                </a:extLst>
              </a:tr>
            </a:tbl>
          </a:graphicData>
        </a:graphic>
      </p:graphicFrame>
      <p:cxnSp>
        <p:nvCxnSpPr>
          <p:cNvPr id="62" name="Straight Connector 61">
            <a:extLst>
              <a:ext uri="{FF2B5EF4-FFF2-40B4-BE49-F238E27FC236}">
                <a16:creationId xmlns:a16="http://schemas.microsoft.com/office/drawing/2014/main" id="{D64BD5FD-30D1-B6A9-1F4D-7CC7EEF91022}"/>
              </a:ext>
            </a:extLst>
          </p:cNvPr>
          <p:cNvCxnSpPr/>
          <p:nvPr/>
        </p:nvCxnSpPr>
        <p:spPr>
          <a:xfrm>
            <a:off x="10584" y="4504132"/>
            <a:ext cx="12192000" cy="0"/>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文本框 62">
            <a:extLst>
              <a:ext uri="{FF2B5EF4-FFF2-40B4-BE49-F238E27FC236}">
                <a16:creationId xmlns:a16="http://schemas.microsoft.com/office/drawing/2014/main" id="{B377C27B-FC83-A8EE-7EC1-5B24CD2B927F}"/>
              </a:ext>
            </a:extLst>
          </p:cNvPr>
          <p:cNvSpPr txBox="1"/>
          <p:nvPr/>
        </p:nvSpPr>
        <p:spPr>
          <a:xfrm>
            <a:off x="10148582" y="3319342"/>
            <a:ext cx="2034283" cy="1141338"/>
          </a:xfrm>
          <a:prstGeom prst="rect">
            <a:avLst/>
          </a:prstGeom>
          <a:noFill/>
          <a:ln>
            <a:solidFill>
              <a:schemeClr val="bg2"/>
            </a:solidFill>
            <a:prstDash val="dash"/>
          </a:ln>
        </p:spPr>
        <p:txBody>
          <a:bodyPr wrap="square">
            <a:spAutoFit/>
          </a:bodyPr>
          <a:lstStyle/>
          <a:p>
            <a:pPr marL="74079" marR="0" lvl="0"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800" b="0" i="0" u="none" strike="noStrike" kern="1200" cap="none" spc="0" normalizeH="0" baseline="0" noProof="0" dirty="0" err="1">
                <a:ln>
                  <a:noFill/>
                </a:ln>
                <a:solidFill>
                  <a:srgbClr val="000000"/>
                </a:solidFill>
                <a:effectLst/>
                <a:uLnTx/>
                <a:uFillTx/>
                <a:latin typeface="Boehringer Forward Text"/>
                <a:ea typeface="+mn-ea"/>
                <a:cs typeface="+mn-cs"/>
              </a:rPr>
              <a:t>Fenghua</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mn-cs"/>
              </a:rPr>
              <a:t> re-submitted the BLA for STEMI indication in Aug 2023, which may impact the review timing for AIS as 2</a:t>
            </a:r>
            <a:r>
              <a:rPr kumimoji="0" lang="en-US" altLang="zh-CN" sz="800" b="0" i="0" u="none" strike="noStrike" kern="1200" cap="none" spc="0" normalizeH="0" baseline="30000" noProof="0" dirty="0">
                <a:ln>
                  <a:noFill/>
                </a:ln>
                <a:solidFill>
                  <a:srgbClr val="000000"/>
                </a:solidFill>
                <a:effectLst/>
                <a:uLnTx/>
                <a:uFillTx/>
                <a:latin typeface="Boehringer Forward Text"/>
                <a:ea typeface="+mn-ea"/>
                <a:cs typeface="+mn-cs"/>
              </a:rPr>
              <a:t>nd</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mn-cs"/>
              </a:rPr>
              <a:t> indication. </a:t>
            </a: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mn-cs"/>
              </a:rPr>
              <a:t>Currently the BLA review is pending.</a:t>
            </a:r>
          </a:p>
          <a:p>
            <a:pPr marL="74079" marR="0" lvl="0"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800" b="0" i="0" u="none" strike="noStrike" kern="1200" cap="none" spc="0" normalizeH="0" baseline="0" noProof="0" dirty="0" err="1">
                <a:ln>
                  <a:noFill/>
                </a:ln>
                <a:solidFill>
                  <a:srgbClr val="000000"/>
                </a:solidFill>
                <a:effectLst/>
                <a:uLnTx/>
                <a:uFillTx/>
                <a:latin typeface="Boehringer Forward Text"/>
                <a:ea typeface="+mn-ea"/>
                <a:cs typeface="+mn-cs"/>
              </a:rPr>
              <a:t>Fenghua</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mn-cs"/>
              </a:rPr>
              <a:t> AIS is under DBL progress but may face the financial crisis, so </a:t>
            </a: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mn-cs"/>
              </a:rPr>
              <a:t>the BLA submission timeline is TBD</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mn-cs"/>
              </a:rPr>
              <a:t>.  </a:t>
            </a:r>
          </a:p>
        </p:txBody>
      </p:sp>
      <p:sp>
        <p:nvSpPr>
          <p:cNvPr id="44" name="文本框 34">
            <a:extLst>
              <a:ext uri="{FF2B5EF4-FFF2-40B4-BE49-F238E27FC236}">
                <a16:creationId xmlns:a16="http://schemas.microsoft.com/office/drawing/2014/main" id="{FCA8D9C8-DFBE-2584-E060-09A7BAB69A87}"/>
              </a:ext>
            </a:extLst>
          </p:cNvPr>
          <p:cNvSpPr txBox="1"/>
          <p:nvPr/>
        </p:nvSpPr>
        <p:spPr>
          <a:xfrm>
            <a:off x="7394299" y="3638086"/>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50000"/>
                  </a:prstClr>
                </a:solidFill>
                <a:effectLst/>
                <a:uLnTx/>
                <a:uFillTx/>
                <a:latin typeface="Boehringer Forward Text"/>
                <a:ea typeface="+mn-ea"/>
                <a:cs typeface="+mn-cs"/>
              </a:rPr>
              <a:t>BLA-a for</a:t>
            </a:r>
            <a:r>
              <a:rPr kumimoji="0" lang="zh-CN" altLang="en-US" sz="900" b="0" i="0" u="none" strike="noStrike" kern="1200" cap="none" spc="0" normalizeH="0" baseline="0" noProof="0">
                <a:ln>
                  <a:noFill/>
                </a:ln>
                <a:solidFill>
                  <a:prstClr val="white">
                    <a:lumMod val="50000"/>
                  </a:prstClr>
                </a:solidFill>
                <a:effectLst/>
                <a:uLnTx/>
                <a:uFillTx/>
                <a:latin typeface="Boehringer Forward Text"/>
                <a:ea typeface="+mn-ea"/>
                <a:cs typeface="+mn-cs"/>
              </a:rPr>
              <a:t> </a:t>
            </a:r>
            <a:r>
              <a:rPr kumimoji="0" lang="en-US" altLang="zh-CN" sz="900" b="0" i="0" u="none" strike="noStrike" kern="1200" cap="none" spc="0" normalizeH="0" baseline="0" noProof="0">
                <a:ln>
                  <a:noFill/>
                </a:ln>
                <a:solidFill>
                  <a:prstClr val="white">
                    <a:lumMod val="50000"/>
                  </a:prstClr>
                </a:solidFill>
                <a:effectLst/>
                <a:uLnTx/>
                <a:uFillTx/>
                <a:latin typeface="Boehringer Forward Text"/>
                <a:ea typeface="+mn-ea"/>
                <a:cs typeface="+mn-cs"/>
              </a:rPr>
              <a:t>STEMI</a:t>
            </a:r>
            <a:endParaRPr kumimoji="0" lang="en-US" sz="900" b="0" i="0" u="none" strike="noStrike" kern="1200" cap="none" spc="0" normalizeH="0" baseline="0" noProof="0">
              <a:ln>
                <a:noFill/>
              </a:ln>
              <a:solidFill>
                <a:prstClr val="white">
                  <a:lumMod val="50000"/>
                </a:prstClr>
              </a:solidFill>
              <a:effectLst/>
              <a:uLnTx/>
              <a:uFillTx/>
              <a:latin typeface="Boehringer Forward Text"/>
              <a:ea typeface="+mn-ea"/>
              <a:cs typeface="+mn-cs"/>
            </a:endParaRP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white">
                    <a:lumMod val="50000"/>
                  </a:prstClr>
                </a:solidFill>
                <a:effectLst/>
                <a:uLnTx/>
                <a:uFillTx/>
                <a:latin typeface="Boehringer Forward Text"/>
                <a:ea typeface="+mn-ea"/>
                <a:cs typeface="+mn-cs"/>
              </a:rPr>
              <a:t>(Aug’24)</a:t>
            </a:r>
          </a:p>
        </p:txBody>
      </p:sp>
      <p:sp>
        <p:nvSpPr>
          <p:cNvPr id="45" name="Star: 5 Points 44">
            <a:extLst>
              <a:ext uri="{FF2B5EF4-FFF2-40B4-BE49-F238E27FC236}">
                <a16:creationId xmlns:a16="http://schemas.microsoft.com/office/drawing/2014/main" id="{0EA02445-3A05-34AF-1144-42C4A0FCE34D}"/>
              </a:ext>
            </a:extLst>
          </p:cNvPr>
          <p:cNvSpPr/>
          <p:nvPr/>
        </p:nvSpPr>
        <p:spPr>
          <a:xfrm>
            <a:off x="7898507" y="4029699"/>
            <a:ext cx="157245" cy="169795"/>
          </a:xfrm>
          <a:prstGeom prst="star5">
            <a:avLst/>
          </a:prstGeom>
          <a:solidFill>
            <a:schemeClr val="bg1">
              <a:lumMod val="5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Tree>
    <p:extLst>
      <p:ext uri="{BB962C8B-B14F-4D97-AF65-F5344CB8AC3E}">
        <p14:creationId xmlns:p14="http://schemas.microsoft.com/office/powerpoint/2010/main" val="290863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9F1A89-BFBA-0F52-E346-B33B8D110114}"/>
              </a:ext>
            </a:extLst>
          </p:cNvPr>
          <p:cNvSpPr>
            <a:spLocks noGrp="1"/>
          </p:cNvSpPr>
          <p:nvPr>
            <p:ph type="title"/>
          </p:nvPr>
        </p:nvSpPr>
        <p:spPr>
          <a:xfrm>
            <a:off x="479424" y="1412874"/>
            <a:ext cx="7632701" cy="1799861"/>
          </a:xfrm>
        </p:spPr>
        <p:txBody>
          <a:bodyPr/>
          <a:lstStyle/>
          <a:p>
            <a:r>
              <a:rPr lang="en-US" altLang="zh-CN" sz="4000" b="1" err="1">
                <a:latin typeface="+mj-ea"/>
              </a:rPr>
              <a:t>Actilyse</a:t>
            </a:r>
            <a:r>
              <a:rPr lang="en-US" altLang="zh-CN" sz="4000" b="1">
                <a:latin typeface="+mj-ea"/>
              </a:rPr>
              <a:t> Progress </a:t>
            </a:r>
            <a:endParaRPr lang="en-US"/>
          </a:p>
        </p:txBody>
      </p:sp>
      <p:sp>
        <p:nvSpPr>
          <p:cNvPr id="4" name="Foliennummernplatzhalter 3">
            <a:extLst>
              <a:ext uri="{FF2B5EF4-FFF2-40B4-BE49-F238E27FC236}">
                <a16:creationId xmlns:a16="http://schemas.microsoft.com/office/drawing/2014/main" id="{B0A98F91-DD4B-6C26-D06B-3993378F86D2}"/>
              </a:ext>
            </a:extLst>
          </p:cNvPr>
          <p:cNvSpPr>
            <a:spLocks noGrp="1"/>
          </p:cNvSpPr>
          <p:nvPr>
            <p:ph type="sldNum" sz="quarter" idx="16"/>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 name="Fußzeilenplatzhalter 4">
            <a:extLst>
              <a:ext uri="{FF2B5EF4-FFF2-40B4-BE49-F238E27FC236}">
                <a16:creationId xmlns:a16="http://schemas.microsoft.com/office/drawing/2014/main" id="{B04D402E-2E79-C304-2EF7-C6E019ED5FE9}"/>
              </a:ext>
            </a:extLst>
          </p:cNvPr>
          <p:cNvSpPr>
            <a:spLocks noGrp="1"/>
          </p:cNvSpPr>
          <p:nvPr>
            <p:ph type="ftr" sz="quarter" idx="19"/>
          </p:nvPr>
        </p:nvSpPr>
        <p:spPr>
          <a:xfrm>
            <a:off x="6312024"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Tree>
    <p:extLst>
      <p:ext uri="{BB962C8B-B14F-4D97-AF65-F5344CB8AC3E}">
        <p14:creationId xmlns:p14="http://schemas.microsoft.com/office/powerpoint/2010/main" val="2320999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3">
            <a:extLst>
              <a:ext uri="{FF2B5EF4-FFF2-40B4-BE49-F238E27FC236}">
                <a16:creationId xmlns:a16="http://schemas.microsoft.com/office/drawing/2014/main" id="{58F2354E-7CA5-7D09-8F03-B4290BD3AE3F}"/>
              </a:ext>
            </a:extLst>
          </p:cNvPr>
          <p:cNvSpPr txBox="1">
            <a:spLocks/>
          </p:cNvSpPr>
          <p:nvPr/>
        </p:nvSpPr>
        <p:spPr>
          <a:xfrm>
            <a:off x="11577136" y="6178400"/>
            <a:ext cx="72135" cy="138499"/>
          </a:xfrm>
          <a:prstGeom prst="rect">
            <a:avLst/>
          </a:prstGeom>
        </p:spPr>
        <p:txBody>
          <a:bodyPr vert="horz" wrap="none" lIns="0" tIns="0" rIns="0" bIns="0" rtlCol="0" anchor="ctr">
            <a:spAutoFit/>
          </a:bodyPr>
          <a:lstStyle>
            <a:defPPr>
              <a:defRPr lang="zh-CN"/>
            </a:defPPr>
            <a:lvl1pPr marL="0" algn="r" defTabSz="914400" rtl="0" eaLnBrk="1" latinLnBrk="0" hangingPunct="1">
              <a:defRPr sz="1000" kern="1200">
                <a:solidFill>
                  <a:schemeClr val="bg1">
                    <a:lumMod val="50000"/>
                  </a:schemeClr>
                </a:solidFill>
                <a:latin typeface="BISansCond" panose="0200000605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900" b="0" i="0" u="none" strike="noStrike" kern="1200" cap="none" spc="0" normalizeH="0" baseline="0" noProof="0" smtClean="0">
                <a:ln>
                  <a:noFill/>
                </a:ln>
                <a:solidFill>
                  <a:prstClr val="white">
                    <a:lumMod val="50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900" b="0" i="0" u="none" strike="noStrike" kern="1200" cap="none" spc="0" normalizeH="0" baseline="0" noProof="0">
              <a:ln>
                <a:noFill/>
              </a:ln>
              <a:solidFill>
                <a:prstClr val="white">
                  <a:lumMod val="50000"/>
                </a:prstClr>
              </a:solidFill>
              <a:effectLst/>
              <a:uLnTx/>
              <a:uFillTx/>
              <a:latin typeface="等线" panose="020F0502020204030204"/>
              <a:ea typeface="+mn-ea"/>
              <a:cs typeface="+mn-cs"/>
            </a:endParaRPr>
          </a:p>
        </p:txBody>
      </p:sp>
      <p:sp>
        <p:nvSpPr>
          <p:cNvPr id="32" name="标题 4">
            <a:extLst>
              <a:ext uri="{FF2B5EF4-FFF2-40B4-BE49-F238E27FC236}">
                <a16:creationId xmlns:a16="http://schemas.microsoft.com/office/drawing/2014/main" id="{0E2FA8D1-E81D-0ADE-A4B5-08122761F816}"/>
              </a:ext>
            </a:extLst>
          </p:cNvPr>
          <p:cNvSpPr txBox="1">
            <a:spLocks/>
          </p:cNvSpPr>
          <p:nvPr/>
        </p:nvSpPr>
        <p:spPr>
          <a:xfrm>
            <a:off x="250934" y="252843"/>
            <a:ext cx="11210925" cy="430887"/>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3600" kern="1200">
                <a:solidFill>
                  <a:srgbClr val="003366"/>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srgbClr val="000000"/>
                </a:solidFill>
                <a:effectLst/>
                <a:uLnTx/>
                <a:uFillTx/>
                <a:latin typeface="BISansCond"/>
                <a:ea typeface="+mj-ea"/>
                <a:cs typeface="+mj-cs"/>
              </a:rPr>
              <a:t>Actilyse</a:t>
            </a:r>
            <a:r>
              <a:rPr kumimoji="0" lang="en-US" sz="2800" b="1" i="0" u="none" strike="noStrike" kern="1200" cap="none" spc="0" normalizeH="0" baseline="0" noProof="0" dirty="0">
                <a:ln>
                  <a:noFill/>
                </a:ln>
                <a:solidFill>
                  <a:srgbClr val="000000"/>
                </a:solidFill>
                <a:effectLst/>
                <a:uLnTx/>
                <a:uFillTx/>
                <a:latin typeface="BISansCond"/>
                <a:ea typeface="+mj-ea"/>
                <a:cs typeface="+mj-cs"/>
              </a:rPr>
              <a:t> contraindication (＞80yrs) removal o</a:t>
            </a:r>
            <a:r>
              <a:rPr kumimoji="0" lang="en-US" altLang="zh-CN" sz="2800" b="1" i="0" u="none" strike="noStrike" kern="1200" cap="none" spc="0" normalizeH="0" baseline="0" noProof="0" dirty="0">
                <a:ln>
                  <a:noFill/>
                </a:ln>
                <a:solidFill>
                  <a:srgbClr val="000000"/>
                </a:solidFill>
                <a:effectLst/>
                <a:uLnTx/>
                <a:uFillTx/>
                <a:latin typeface="BISansCond"/>
                <a:ea typeface="等线 Light" panose="02010600030101010101" pitchFamily="2" charset="-122"/>
                <a:cs typeface="+mj-cs"/>
              </a:rPr>
              <a:t>verall regulatory strategy</a:t>
            </a:r>
            <a:endParaRPr kumimoji="0" lang="en-US" sz="2800" b="1" i="0" u="none" strike="noStrike" kern="1200" cap="none" spc="0" normalizeH="0" baseline="0" noProof="0" dirty="0">
              <a:ln>
                <a:noFill/>
              </a:ln>
              <a:solidFill>
                <a:srgbClr val="000000"/>
              </a:solidFill>
              <a:effectLst/>
              <a:uLnTx/>
              <a:uFillTx/>
              <a:latin typeface="BISansCond"/>
              <a:ea typeface="+mj-ea"/>
              <a:cs typeface="+mj-cs"/>
            </a:endParaRPr>
          </a:p>
        </p:txBody>
      </p:sp>
      <p:graphicFrame>
        <p:nvGraphicFramePr>
          <p:cNvPr id="34" name="Table 3">
            <a:extLst>
              <a:ext uri="{FF2B5EF4-FFF2-40B4-BE49-F238E27FC236}">
                <a16:creationId xmlns:a16="http://schemas.microsoft.com/office/drawing/2014/main" id="{00070821-E352-A9C2-2474-94135CDBAA3B}"/>
              </a:ext>
            </a:extLst>
          </p:cNvPr>
          <p:cNvGraphicFramePr>
            <a:graphicFrameLocks noGrp="1"/>
          </p:cNvGraphicFramePr>
          <p:nvPr/>
        </p:nvGraphicFramePr>
        <p:xfrm>
          <a:off x="1025943" y="770081"/>
          <a:ext cx="10387152" cy="685800"/>
        </p:xfrm>
        <a:graphic>
          <a:graphicData uri="http://schemas.openxmlformats.org/drawingml/2006/table">
            <a:tbl>
              <a:tblPr firstRow="1" bandRow="1"/>
              <a:tblGrid>
                <a:gridCol w="1298394">
                  <a:extLst>
                    <a:ext uri="{9D8B030D-6E8A-4147-A177-3AD203B41FA5}">
                      <a16:colId xmlns:a16="http://schemas.microsoft.com/office/drawing/2014/main" val="1064917641"/>
                    </a:ext>
                  </a:extLst>
                </a:gridCol>
                <a:gridCol w="1298394">
                  <a:extLst>
                    <a:ext uri="{9D8B030D-6E8A-4147-A177-3AD203B41FA5}">
                      <a16:colId xmlns:a16="http://schemas.microsoft.com/office/drawing/2014/main" val="4221117315"/>
                    </a:ext>
                  </a:extLst>
                </a:gridCol>
                <a:gridCol w="1298394">
                  <a:extLst>
                    <a:ext uri="{9D8B030D-6E8A-4147-A177-3AD203B41FA5}">
                      <a16:colId xmlns:a16="http://schemas.microsoft.com/office/drawing/2014/main" val="3266065341"/>
                    </a:ext>
                  </a:extLst>
                </a:gridCol>
                <a:gridCol w="1298394">
                  <a:extLst>
                    <a:ext uri="{9D8B030D-6E8A-4147-A177-3AD203B41FA5}">
                      <a16:colId xmlns:a16="http://schemas.microsoft.com/office/drawing/2014/main" val="2374051224"/>
                    </a:ext>
                  </a:extLst>
                </a:gridCol>
                <a:gridCol w="1298394">
                  <a:extLst>
                    <a:ext uri="{9D8B030D-6E8A-4147-A177-3AD203B41FA5}">
                      <a16:colId xmlns:a16="http://schemas.microsoft.com/office/drawing/2014/main" val="1840388365"/>
                    </a:ext>
                  </a:extLst>
                </a:gridCol>
                <a:gridCol w="1298394">
                  <a:extLst>
                    <a:ext uri="{9D8B030D-6E8A-4147-A177-3AD203B41FA5}">
                      <a16:colId xmlns:a16="http://schemas.microsoft.com/office/drawing/2014/main" val="267750830"/>
                    </a:ext>
                  </a:extLst>
                </a:gridCol>
                <a:gridCol w="1298394">
                  <a:extLst>
                    <a:ext uri="{9D8B030D-6E8A-4147-A177-3AD203B41FA5}">
                      <a16:colId xmlns:a16="http://schemas.microsoft.com/office/drawing/2014/main" val="3966469970"/>
                    </a:ext>
                  </a:extLst>
                </a:gridCol>
                <a:gridCol w="1298394">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dirty="0">
                          <a:solidFill>
                            <a:srgbClr val="000000"/>
                          </a:solidFill>
                          <a:latin typeface="Arial" panose="020B0604020202020204" pitchFamily="34" charset="0"/>
                          <a:cs typeface="Arial" panose="020B0604020202020204" pitchFamily="34" charset="0"/>
                        </a:rPr>
                        <a:t>Q1</a:t>
                      </a:r>
                      <a:endParaRPr lang="zh-CN" altLang="en-US" sz="1100" b="1" dirty="0">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dirty="0">
                          <a:solidFill>
                            <a:srgbClr val="000000"/>
                          </a:solidFill>
                          <a:latin typeface="Arial" panose="020B0604020202020204" pitchFamily="34" charset="0"/>
                          <a:cs typeface="Arial" panose="020B0604020202020204" pitchFamily="34" charset="0"/>
                        </a:rPr>
                        <a:t>Q4</a:t>
                      </a:r>
                      <a:endParaRPr lang="zh-CN" altLang="en-US" sz="1100" b="1" dirty="0">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altLang="zh-CN" sz="1100" b="1" dirty="0">
                          <a:solidFill>
                            <a:srgbClr val="000000"/>
                          </a:solidFill>
                          <a:latin typeface="Arial" panose="020B0604020202020204" pitchFamily="34" charset="0"/>
                          <a:cs typeface="Arial" panose="020B0604020202020204" pitchFamily="34" charset="0"/>
                        </a:rPr>
                        <a:t>Q4</a:t>
                      </a:r>
                      <a:endParaRPr lang="zh-CN" altLang="en-US" sz="1100" b="1" dirty="0">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sp>
        <p:nvSpPr>
          <p:cNvPr id="35" name="Isosceles Triangle 1">
            <a:extLst>
              <a:ext uri="{FF2B5EF4-FFF2-40B4-BE49-F238E27FC236}">
                <a16:creationId xmlns:a16="http://schemas.microsoft.com/office/drawing/2014/main" id="{B79C329A-B6F2-3AAC-04E7-E160B017B81A}"/>
              </a:ext>
            </a:extLst>
          </p:cNvPr>
          <p:cNvSpPr/>
          <p:nvPr/>
        </p:nvSpPr>
        <p:spPr>
          <a:xfrm rot="16200000" flipH="1">
            <a:off x="609916" y="997560"/>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182C5E"/>
              </a:solidFill>
              <a:effectLst/>
              <a:uLnTx/>
              <a:uFillTx/>
              <a:latin typeface="等线" panose="020F0502020204030204"/>
              <a:ea typeface="+mn-ea"/>
              <a:cs typeface="+mn-cs"/>
            </a:endParaRPr>
          </a:p>
        </p:txBody>
      </p:sp>
      <p:sp>
        <p:nvSpPr>
          <p:cNvPr id="36" name="Isosceles Triangle 128">
            <a:extLst>
              <a:ext uri="{FF2B5EF4-FFF2-40B4-BE49-F238E27FC236}">
                <a16:creationId xmlns:a16="http://schemas.microsoft.com/office/drawing/2014/main" id="{95379DC4-B665-5EE3-213E-9CB9E4EE9909}"/>
              </a:ext>
            </a:extLst>
          </p:cNvPr>
          <p:cNvSpPr/>
          <p:nvPr/>
        </p:nvSpPr>
        <p:spPr>
          <a:xfrm rot="5400000">
            <a:off x="11251337" y="985711"/>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err="1">
              <a:ln>
                <a:noFill/>
              </a:ln>
              <a:solidFill>
                <a:srgbClr val="182C5E"/>
              </a:solidFill>
              <a:effectLst/>
              <a:uLnTx/>
              <a:uFillTx/>
              <a:latin typeface="等线" panose="020F0502020204030204"/>
              <a:ea typeface="+mn-ea"/>
              <a:cs typeface="+mn-cs"/>
            </a:endParaRPr>
          </a:p>
        </p:txBody>
      </p:sp>
      <p:cxnSp>
        <p:nvCxnSpPr>
          <p:cNvPr id="37" name="Straight Connector 147">
            <a:extLst>
              <a:ext uri="{FF2B5EF4-FFF2-40B4-BE49-F238E27FC236}">
                <a16:creationId xmlns:a16="http://schemas.microsoft.com/office/drawing/2014/main" id="{0F2A5F0B-EA57-DE9E-EB62-28A8BB38E574}"/>
              </a:ext>
            </a:extLst>
          </p:cNvPr>
          <p:cNvCxnSpPr>
            <a:cxnSpLocks/>
          </p:cNvCxnSpPr>
          <p:nvPr/>
        </p:nvCxnSpPr>
        <p:spPr bwMode="auto">
          <a:xfrm flipH="1">
            <a:off x="10113" y="1849555"/>
            <a:ext cx="12161520" cy="0"/>
          </a:xfrm>
          <a:prstGeom prst="line">
            <a:avLst/>
          </a:prstGeom>
          <a:solidFill>
            <a:srgbClr val="192C5E"/>
          </a:solidFill>
          <a:ln w="15875" cap="flat" cmpd="sng" algn="ctr">
            <a:solidFill>
              <a:srgbClr val="EE3806"/>
            </a:solidFill>
            <a:prstDash val="sysDash"/>
            <a:round/>
            <a:headEnd type="none" w="med" len="med"/>
            <a:tailEnd type="none" w="med" len="med"/>
          </a:ln>
          <a:effectLst/>
        </p:spPr>
      </p:cxnSp>
      <p:sp>
        <p:nvSpPr>
          <p:cNvPr id="38" name="Freeform: Shape 147">
            <a:extLst>
              <a:ext uri="{FF2B5EF4-FFF2-40B4-BE49-F238E27FC236}">
                <a16:creationId xmlns:a16="http://schemas.microsoft.com/office/drawing/2014/main" id="{588AD9C3-914E-5FEE-FD45-D076F4F8215B}"/>
              </a:ext>
            </a:extLst>
          </p:cNvPr>
          <p:cNvSpPr/>
          <p:nvPr/>
        </p:nvSpPr>
        <p:spPr bwMode="auto">
          <a:xfrm>
            <a:off x="115129" y="1535805"/>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Global</a:t>
            </a: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39" name="Rectangle: Rounded Corners 116">
            <a:extLst>
              <a:ext uri="{FF2B5EF4-FFF2-40B4-BE49-F238E27FC236}">
                <a16:creationId xmlns:a16="http://schemas.microsoft.com/office/drawing/2014/main" id="{EFF00CA3-07B6-6170-1310-8849D9653526}"/>
              </a:ext>
            </a:extLst>
          </p:cNvPr>
          <p:cNvSpPr/>
          <p:nvPr/>
        </p:nvSpPr>
        <p:spPr bwMode="auto">
          <a:xfrm>
            <a:off x="1128791" y="1489917"/>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40" name="Picture 6" descr="Image result for world circle png">
            <a:extLst>
              <a:ext uri="{FF2B5EF4-FFF2-40B4-BE49-F238E27FC236}">
                <a16:creationId xmlns:a16="http://schemas.microsoft.com/office/drawing/2014/main" id="{0653C427-252C-01E3-D05F-A55FD5DE2E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4094" t="4010" r="4094" b="4010"/>
          <a:stretch/>
        </p:blipFill>
        <p:spPr bwMode="auto">
          <a:xfrm>
            <a:off x="99874" y="1474758"/>
            <a:ext cx="373767" cy="374797"/>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Shape 152">
            <a:extLst>
              <a:ext uri="{FF2B5EF4-FFF2-40B4-BE49-F238E27FC236}">
                <a16:creationId xmlns:a16="http://schemas.microsoft.com/office/drawing/2014/main" id="{A19276CC-7AF5-9B39-00C1-EF379D188C9C}"/>
              </a:ext>
            </a:extLst>
          </p:cNvPr>
          <p:cNvSpPr/>
          <p:nvPr/>
        </p:nvSpPr>
        <p:spPr bwMode="auto">
          <a:xfrm>
            <a:off x="115129" y="2035031"/>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dirty="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China</a:t>
            </a:r>
            <a:endParaRPr kumimoji="0" lang="zh-CN" altLang="en-US" sz="1050" b="1" i="0" u="none" strike="noStrike" kern="0" cap="none" spc="0" normalizeH="0" baseline="0" noProof="0" dirty="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42" name="Oval 134">
            <a:extLst>
              <a:ext uri="{FF2B5EF4-FFF2-40B4-BE49-F238E27FC236}">
                <a16:creationId xmlns:a16="http://schemas.microsoft.com/office/drawing/2014/main" id="{0E99E5FD-E726-1BBC-BF5F-B06ECEE4DC9C}"/>
              </a:ext>
            </a:extLst>
          </p:cNvPr>
          <p:cNvSpPr/>
          <p:nvPr/>
        </p:nvSpPr>
        <p:spPr>
          <a:xfrm>
            <a:off x="51020" y="1924595"/>
            <a:ext cx="447229" cy="447229"/>
          </a:xfrm>
          <a:prstGeom prst="ellipse">
            <a:avLst/>
          </a:prstGeom>
          <a:solidFill>
            <a:sysClr val="window" lastClr="FFFFFF"/>
          </a:solidFill>
          <a:ln w="12700" cap="flat" cmpd="sng" algn="ctr">
            <a:noFill/>
            <a:prstDash val="solid"/>
            <a:miter lim="800000"/>
          </a:ln>
          <a:effectLst>
            <a:outerShdw blurRad="38100" sx="102000" sy="102000" algn="ctr" rotWithShape="0">
              <a:srgbClr val="182C5E">
                <a:alpha val="40000"/>
              </a:srgbClr>
            </a:outerShdw>
          </a:effectLst>
        </p:spPr>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prstClr val="white"/>
              </a:solidFill>
              <a:effectLst/>
              <a:uLnTx/>
              <a:uFillTx/>
              <a:latin typeface="等线" panose="020F0502020204030204"/>
              <a:ea typeface="+mn-ea"/>
              <a:cs typeface="+mn-cs"/>
            </a:endParaRPr>
          </a:p>
        </p:txBody>
      </p:sp>
      <p:sp>
        <p:nvSpPr>
          <p:cNvPr id="43" name="Rectangle: Rounded Corners 116">
            <a:extLst>
              <a:ext uri="{FF2B5EF4-FFF2-40B4-BE49-F238E27FC236}">
                <a16:creationId xmlns:a16="http://schemas.microsoft.com/office/drawing/2014/main" id="{B49A82A6-AA75-3A6E-7F1E-EAAE3A0A9D58}"/>
              </a:ext>
            </a:extLst>
          </p:cNvPr>
          <p:cNvSpPr/>
          <p:nvPr/>
        </p:nvSpPr>
        <p:spPr bwMode="auto">
          <a:xfrm>
            <a:off x="1128791" y="1978257"/>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44" name="Picture 2" descr="Image result for China flag circle png">
            <a:extLst>
              <a:ext uri="{FF2B5EF4-FFF2-40B4-BE49-F238E27FC236}">
                <a16:creationId xmlns:a16="http://schemas.microsoft.com/office/drawing/2014/main" id="{84970D2F-0E59-C795-5C10-43EED549197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356" y="1952723"/>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45" name="OTLSHAPE_T_e17f3958430f4cff8650518c93c7635e_Shape">
            <a:extLst>
              <a:ext uri="{FF2B5EF4-FFF2-40B4-BE49-F238E27FC236}">
                <a16:creationId xmlns:a16="http://schemas.microsoft.com/office/drawing/2014/main" id="{8372A055-E664-98C8-04C7-68C5FBAF19C3}"/>
              </a:ext>
            </a:extLst>
          </p:cNvPr>
          <p:cNvSpPr/>
          <p:nvPr>
            <p:custDataLst>
              <p:tags r:id="rId1"/>
            </p:custDataLst>
          </p:nvPr>
        </p:nvSpPr>
        <p:spPr bwMode="auto">
          <a:xfrm>
            <a:off x="3842911" y="2241245"/>
            <a:ext cx="5912422" cy="336787"/>
          </a:xfrm>
          <a:prstGeom prst="roundRect">
            <a:avLst/>
          </a:prstGeom>
          <a:solidFill>
            <a:schemeClr val="bg2">
              <a:lumMod val="1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1200" cap="none" spc="0" normalizeH="0" baseline="0" noProof="0" dirty="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CN Variation (200WDs)</a:t>
            </a:r>
            <a:endParaRPr kumimoji="0" lang="zh-CN" altLang="en-US" sz="1200" b="1" i="0" u="none" strike="noStrike" kern="1200" cap="none" spc="0" normalizeH="0" baseline="0" noProof="0" dirty="0">
              <a:ln>
                <a:noFill/>
              </a:ln>
              <a:solidFill>
                <a:srgbClr val="182C5E"/>
              </a:solidFill>
              <a:effectLst/>
              <a:uLnTx/>
              <a:uFillTx/>
              <a:latin typeface="等线" panose="020F0502020204030204"/>
              <a:ea typeface="黑体" panose="02010609060101010101" pitchFamily="49" charset="-122"/>
              <a:cs typeface="Calibri" panose="020F0502020204030204" pitchFamily="34" charset="0"/>
            </a:endParaRPr>
          </a:p>
        </p:txBody>
      </p:sp>
      <p:sp>
        <p:nvSpPr>
          <p:cNvPr id="46" name="OTLSHAPE_T_e17f3958430f4cff8650518c93c7635e_StartDate">
            <a:extLst>
              <a:ext uri="{FF2B5EF4-FFF2-40B4-BE49-F238E27FC236}">
                <a16:creationId xmlns:a16="http://schemas.microsoft.com/office/drawing/2014/main" id="{557DEECC-DED6-BD04-933B-41826088655E}"/>
              </a:ext>
            </a:extLst>
          </p:cNvPr>
          <p:cNvSpPr txBox="1"/>
          <p:nvPr>
            <p:custDataLst>
              <p:tags r:id="rId2"/>
            </p:custDataLst>
          </p:nvPr>
        </p:nvSpPr>
        <p:spPr>
          <a:xfrm>
            <a:off x="3343555" y="2784884"/>
            <a:ext cx="1168143" cy="3693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bg1">
                    <a:lumMod val="50000"/>
                  </a:schemeClr>
                </a:solidFill>
                <a:effectLst/>
                <a:uLnTx/>
                <a:uFillTx/>
                <a:latin typeface="等线" panose="020F0502020204030204"/>
                <a:ea typeface="黑体" panose="02010609060101010101" pitchFamily="49" charset="-122"/>
                <a:cs typeface="Calibri" panose="020F0502020204030204" pitchFamily="34" charset="0"/>
              </a:rPr>
              <a:t>Variation 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bg1">
                    <a:lumMod val="50000"/>
                  </a:schemeClr>
                </a:solidFill>
                <a:effectLst/>
                <a:uLnTx/>
                <a:uFillTx/>
                <a:latin typeface="等线" panose="020F0502020204030204"/>
                <a:ea typeface="黑体" panose="02010609060101010101" pitchFamily="49" charset="-122"/>
                <a:cs typeface="Calibri" panose="020F0502020204030204" pitchFamily="34" charset="0"/>
              </a:rPr>
              <a:t>18</a:t>
            </a:r>
            <a:r>
              <a:rPr kumimoji="0" lang="en-US" altLang="zh-CN" sz="1200" b="1" i="0" u="none" strike="noStrike" kern="1200" cap="none" spc="0" normalizeH="0" baseline="30000" noProof="0" dirty="0">
                <a:ln>
                  <a:noFill/>
                </a:ln>
                <a:solidFill>
                  <a:schemeClr val="bg1">
                    <a:lumMod val="50000"/>
                  </a:schemeClr>
                </a:solidFill>
                <a:effectLst/>
                <a:uLnTx/>
                <a:uFillTx/>
                <a:latin typeface="等线" panose="020F0502020204030204"/>
                <a:ea typeface="黑体" panose="02010609060101010101" pitchFamily="49" charset="-122"/>
                <a:cs typeface="Calibri" panose="020F0502020204030204" pitchFamily="34" charset="0"/>
              </a:rPr>
              <a:t>th</a:t>
            </a:r>
            <a:r>
              <a:rPr kumimoji="0" lang="en-US" altLang="zh-CN" sz="1200" b="1" i="0" u="none" strike="noStrike" kern="1200" cap="none" spc="0" normalizeH="0" baseline="0" noProof="0" dirty="0">
                <a:ln>
                  <a:noFill/>
                </a:ln>
                <a:solidFill>
                  <a:schemeClr val="bg1">
                    <a:lumMod val="50000"/>
                  </a:schemeClr>
                </a:solidFill>
                <a:effectLst/>
                <a:uLnTx/>
                <a:uFillTx/>
                <a:latin typeface="等线" panose="020F0502020204030204"/>
                <a:ea typeface="黑体" panose="02010609060101010101" pitchFamily="49" charset="-122"/>
                <a:cs typeface="Calibri" panose="020F0502020204030204" pitchFamily="34" charset="0"/>
              </a:rPr>
              <a:t> Aug. 2023 </a:t>
            </a:r>
          </a:p>
        </p:txBody>
      </p:sp>
      <p:sp>
        <p:nvSpPr>
          <p:cNvPr id="47" name="五角星 55">
            <a:extLst>
              <a:ext uri="{FF2B5EF4-FFF2-40B4-BE49-F238E27FC236}">
                <a16:creationId xmlns:a16="http://schemas.microsoft.com/office/drawing/2014/main" id="{FD50C9E0-887D-3045-C437-9E89EDE50A0A}"/>
              </a:ext>
            </a:extLst>
          </p:cNvPr>
          <p:cNvSpPr/>
          <p:nvPr/>
        </p:nvSpPr>
        <p:spPr bwMode="auto">
          <a:xfrm>
            <a:off x="9443817" y="2684601"/>
            <a:ext cx="121379" cy="124915"/>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0000"/>
              </a:solidFill>
              <a:effectLst/>
              <a:uLnTx/>
              <a:uFillTx/>
              <a:latin typeface="等线" panose="020F0502020204030204"/>
              <a:ea typeface="黑体" panose="02010609060101010101" pitchFamily="49" charset="-122"/>
              <a:cs typeface="+mn-cs"/>
            </a:endParaRPr>
          </a:p>
        </p:txBody>
      </p:sp>
      <p:sp>
        <p:nvSpPr>
          <p:cNvPr id="49" name="文本框 46">
            <a:extLst>
              <a:ext uri="{FF2B5EF4-FFF2-40B4-BE49-F238E27FC236}">
                <a16:creationId xmlns:a16="http://schemas.microsoft.com/office/drawing/2014/main" id="{6AA6745B-6650-DC9F-A839-B55050D662D7}"/>
              </a:ext>
            </a:extLst>
          </p:cNvPr>
          <p:cNvSpPr txBox="1"/>
          <p:nvPr/>
        </p:nvSpPr>
        <p:spPr>
          <a:xfrm>
            <a:off x="8932177" y="2818672"/>
            <a:ext cx="126793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bg1">
                    <a:lumMod val="50000"/>
                  </a:schemeClr>
                </a:solidFill>
                <a:effectLst/>
                <a:uLnTx/>
                <a:uFillTx/>
                <a:latin typeface="等线" panose="020F0502020204030204"/>
                <a:ea typeface="黑体" panose="02010609060101010101" pitchFamily="49" charset="-122"/>
                <a:cs typeface="Calibri" panose="020F0502020204030204" pitchFamily="34" charset="0"/>
              </a:rPr>
              <a:t>Variation App.</a:t>
            </a:r>
            <a:endParaRPr kumimoji="0" lang="zh-CN" altLang="en-US" sz="1600" b="0" i="0" u="none" strike="noStrike" kern="1200" cap="none" spc="0" normalizeH="0" baseline="0" noProof="0" dirty="0">
              <a:ln>
                <a:noFill/>
              </a:ln>
              <a:solidFill>
                <a:schemeClr val="bg1">
                  <a:lumMod val="50000"/>
                </a:schemeClr>
              </a:solidFill>
              <a:effectLst/>
              <a:uLnTx/>
              <a:uFillTx/>
              <a:latin typeface="等线" panose="020F0502020204030204"/>
              <a:ea typeface="等线" panose="02010600030101010101" pitchFamily="2" charset="-122"/>
              <a:cs typeface="+mn-cs"/>
            </a:endParaRPr>
          </a:p>
        </p:txBody>
      </p:sp>
      <p:sp>
        <p:nvSpPr>
          <p:cNvPr id="50" name="文本框 1">
            <a:extLst>
              <a:ext uri="{FF2B5EF4-FFF2-40B4-BE49-F238E27FC236}">
                <a16:creationId xmlns:a16="http://schemas.microsoft.com/office/drawing/2014/main" id="{EAB10E17-83A5-5DE0-97C6-846092A14153}"/>
              </a:ext>
            </a:extLst>
          </p:cNvPr>
          <p:cNvSpPr txBox="1"/>
          <p:nvPr/>
        </p:nvSpPr>
        <p:spPr>
          <a:xfrm>
            <a:off x="1427480" y="1543215"/>
            <a:ext cx="8477282"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Restrictions on &gt;80 y was removed in label by EU since Jun 2018.</a:t>
            </a:r>
            <a:endParaRPr kumimoji="0" lang="zh-CN" altLang="en-US" sz="1400" b="1" i="0" u="none" strike="noStrike" kern="1200" cap="none" spc="0" normalizeH="0" baseline="0" noProof="0" dirty="0">
              <a:ln>
                <a:noFill/>
              </a:ln>
              <a:solidFill>
                <a:srgbClr val="009933"/>
              </a:solidFill>
              <a:effectLst/>
              <a:uLnTx/>
              <a:uFillTx/>
              <a:latin typeface="等线" panose="020F0502020204030204"/>
              <a:ea typeface="黑体" panose="02010609060101010101" pitchFamily="49" charset="-122"/>
              <a:cs typeface="Calibri" panose="020F0502020204030204" pitchFamily="34" charset="0"/>
            </a:endParaRPr>
          </a:p>
        </p:txBody>
      </p:sp>
      <p:grpSp>
        <p:nvGrpSpPr>
          <p:cNvPr id="51" name="Group 50">
            <a:extLst>
              <a:ext uri="{FF2B5EF4-FFF2-40B4-BE49-F238E27FC236}">
                <a16:creationId xmlns:a16="http://schemas.microsoft.com/office/drawing/2014/main" id="{25414E60-A293-C2E8-77DA-135E2D2C115E}"/>
              </a:ext>
            </a:extLst>
          </p:cNvPr>
          <p:cNvGrpSpPr/>
          <p:nvPr/>
        </p:nvGrpSpPr>
        <p:grpSpPr>
          <a:xfrm>
            <a:off x="7455391" y="819346"/>
            <a:ext cx="447229" cy="6049158"/>
            <a:chOff x="5091596" y="971447"/>
            <a:chExt cx="322204" cy="5781229"/>
          </a:xfrm>
        </p:grpSpPr>
        <p:sp>
          <p:nvSpPr>
            <p:cNvPr id="52" name="TextBox 51">
              <a:extLst>
                <a:ext uri="{FF2B5EF4-FFF2-40B4-BE49-F238E27FC236}">
                  <a16:creationId xmlns:a16="http://schemas.microsoft.com/office/drawing/2014/main" id="{B3DEB748-B20C-52E7-527C-F7966F8CBC11}"/>
                </a:ext>
              </a:extLst>
            </p:cNvPr>
            <p:cNvSpPr txBox="1"/>
            <p:nvPr/>
          </p:nvSpPr>
          <p:spPr>
            <a:xfrm>
              <a:off x="5091596" y="971447"/>
              <a:ext cx="322204" cy="151810"/>
            </a:xfrm>
            <a:prstGeom prst="rect">
              <a:avLst/>
            </a:prstGeom>
            <a:noFill/>
          </p:spPr>
          <p:txBody>
            <a:bodyPr wrap="none" lIns="0" tIns="0" rIns="0" bIns="0" rtlCol="0">
              <a:spAutoFit/>
            </a:bodyPr>
            <a:lstStyle/>
            <a:p>
              <a:pPr marL="0" marR="0" lvl="0" indent="0" algn="l" defTabSz="914241" rtl="0" eaLnBrk="1" fontAlgn="auto" latinLnBrk="0" hangingPunct="1">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rPr>
                <a:t>today</a:t>
              </a:r>
              <a:endParaRPr kumimoji="0" lang="zh-CN" altLang="en-US" sz="1000" b="1" i="0" u="none" strike="noStrike" kern="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endParaRPr>
            </a:p>
          </p:txBody>
        </p:sp>
        <p:cxnSp>
          <p:nvCxnSpPr>
            <p:cNvPr id="53" name="Straight Connector 52">
              <a:extLst>
                <a:ext uri="{FF2B5EF4-FFF2-40B4-BE49-F238E27FC236}">
                  <a16:creationId xmlns:a16="http://schemas.microsoft.com/office/drawing/2014/main" id="{9EDF9560-9C9D-D860-DF93-39EBA08070C1}"/>
                </a:ext>
              </a:extLst>
            </p:cNvPr>
            <p:cNvCxnSpPr/>
            <p:nvPr/>
          </p:nvCxnSpPr>
          <p:spPr>
            <a:xfrm>
              <a:off x="5192837" y="1100676"/>
              <a:ext cx="0" cy="5652000"/>
            </a:xfrm>
            <a:prstGeom prst="line">
              <a:avLst/>
            </a:prstGeom>
            <a:noFill/>
            <a:ln w="12700" cap="flat" cmpd="sng" algn="ctr">
              <a:solidFill>
                <a:srgbClr val="FF0000"/>
              </a:solidFill>
              <a:prstDash val="sysDot"/>
            </a:ln>
            <a:effectLst/>
          </p:spPr>
        </p:cxnSp>
      </p:grpSp>
      <p:cxnSp>
        <p:nvCxnSpPr>
          <p:cNvPr id="3" name="Straight Connector 147">
            <a:extLst>
              <a:ext uri="{FF2B5EF4-FFF2-40B4-BE49-F238E27FC236}">
                <a16:creationId xmlns:a16="http://schemas.microsoft.com/office/drawing/2014/main" id="{DB29EF07-E531-41D0-1FE4-34ADA060827F}"/>
              </a:ext>
            </a:extLst>
          </p:cNvPr>
          <p:cNvCxnSpPr>
            <a:cxnSpLocks/>
          </p:cNvCxnSpPr>
          <p:nvPr/>
        </p:nvCxnSpPr>
        <p:spPr bwMode="auto">
          <a:xfrm flipH="1">
            <a:off x="0" y="3271118"/>
            <a:ext cx="12161520" cy="0"/>
          </a:xfrm>
          <a:prstGeom prst="line">
            <a:avLst/>
          </a:prstGeom>
          <a:solidFill>
            <a:srgbClr val="192C5E"/>
          </a:solidFill>
          <a:ln w="15875" cap="flat" cmpd="sng" algn="ctr">
            <a:solidFill>
              <a:srgbClr val="EE3806"/>
            </a:solidFill>
            <a:prstDash val="sysDash"/>
            <a:round/>
            <a:headEnd type="none" w="med" len="med"/>
            <a:tailEnd type="none" w="med" len="med"/>
          </a:ln>
          <a:effectLst/>
        </p:spPr>
      </p:cxnSp>
      <p:sp>
        <p:nvSpPr>
          <p:cNvPr id="4" name="Rectangle: Rounded Corners 53">
            <a:extLst>
              <a:ext uri="{FF2B5EF4-FFF2-40B4-BE49-F238E27FC236}">
                <a16:creationId xmlns:a16="http://schemas.microsoft.com/office/drawing/2014/main" id="{53FBFD54-AECB-F4CE-E458-8D60CEBD45DF}"/>
              </a:ext>
            </a:extLst>
          </p:cNvPr>
          <p:cNvSpPr/>
          <p:nvPr/>
        </p:nvSpPr>
        <p:spPr>
          <a:xfrm>
            <a:off x="1279437" y="3638757"/>
            <a:ext cx="5456766" cy="2449162"/>
          </a:xfrm>
          <a:prstGeom prst="roundRect">
            <a:avLst/>
          </a:prstGeom>
          <a:solidFill>
            <a:schemeClr val="accent6">
              <a:lumMod val="20000"/>
              <a:lumOff val="80000"/>
            </a:scheme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zh-CN" sz="1000" b="1">
                <a:solidFill>
                  <a:srgbClr val="000000"/>
                </a:solidFill>
                <a:latin typeface="Boehringer Forward Text"/>
                <a:ea typeface="等线"/>
                <a:cs typeface="Calibri"/>
              </a:rPr>
              <a:t>Feedback</a:t>
            </a:r>
            <a:r>
              <a:rPr kumimoji="0" lang="en-US" altLang="zh-CN" sz="1000" b="1" i="0" u="none" strike="noStrike" kern="1200" cap="none" spc="0" normalizeH="0" baseline="0" noProof="0">
                <a:ln>
                  <a:noFill/>
                </a:ln>
                <a:solidFill>
                  <a:srgbClr val="000000"/>
                </a:solidFill>
                <a:effectLst/>
                <a:uLnTx/>
                <a:uFillTx/>
                <a:latin typeface="Boehringer Forward Text"/>
                <a:ea typeface="等线"/>
                <a:cs typeface="Calibri"/>
              </a:rPr>
              <a:t> from CDE on 19 Apr.2024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Acknowledge the significant unmet treatment needs in elderly (&gt; 80ys) pts in China;</a:t>
            </a:r>
            <a:endParaRPr lang="en-US" altLang="zh-CN" sz="1000" b="0" i="0" u="none" strike="noStrike" kern="1200" cap="none" spc="0" normalizeH="0" baseline="0" noProof="0">
              <a:ln>
                <a:noFill/>
              </a:ln>
              <a:solidFill>
                <a:srgbClr val="000000"/>
              </a:solidFill>
              <a:effectLst/>
              <a:uLnTx/>
              <a:uFillTx/>
              <a:latin typeface="Boehringer Forward Text"/>
              <a:ea typeface="等线"/>
              <a:cs typeface="Calibri"/>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The local study (0135-0349) showed numerically higher one-year all-cause mortality (39.5% vs 38.8%) and in-hospital any intracranial </a:t>
            </a:r>
            <a:r>
              <a:rPr kumimoji="0" lang="en-US" altLang="zh-CN" sz="1000" b="0" i="0" u="none" strike="noStrike" kern="1200" cap="none" spc="0" normalizeH="0" baseline="0" noProof="0" err="1">
                <a:ln>
                  <a:noFill/>
                </a:ln>
                <a:solidFill>
                  <a:srgbClr val="000000"/>
                </a:solidFill>
                <a:effectLst/>
                <a:uLnTx/>
                <a:uFillTx/>
                <a:latin typeface="Boehringer Forward Text"/>
                <a:ea typeface="等线"/>
                <a:cs typeface="Calibri"/>
              </a:rPr>
              <a:t>haemorrhage</a:t>
            </a: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 (13.7% vs 10.8%) in </a:t>
            </a:r>
            <a:r>
              <a:rPr kumimoji="0" lang="en-US" altLang="zh-CN" sz="1000" b="0" i="0" u="none" strike="noStrike" kern="1200" cap="none" spc="0" normalizeH="0" baseline="0" noProof="0" err="1">
                <a:ln>
                  <a:noFill/>
                </a:ln>
                <a:solidFill>
                  <a:srgbClr val="000000"/>
                </a:solidFill>
                <a:effectLst/>
                <a:uLnTx/>
                <a:uFillTx/>
                <a:latin typeface="Boehringer Forward Text"/>
                <a:ea typeface="等线"/>
                <a:cs typeface="Calibri"/>
              </a:rPr>
              <a:t>Actilyse</a:t>
            </a: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 group which is hard to provide strong justifications for safety consideration</a:t>
            </a:r>
            <a:r>
              <a:rPr kumimoji="0" lang="zh-CN" altLang="en-US" sz="1000" b="0" i="0" u="none" strike="noStrike" kern="1200" cap="none" spc="0" normalizeH="0" baseline="0" noProof="0">
                <a:ln>
                  <a:noFill/>
                </a:ln>
                <a:solidFill>
                  <a:srgbClr val="000000"/>
                </a:solidFill>
                <a:effectLst/>
                <a:uLnTx/>
                <a:uFillTx/>
                <a:latin typeface="Boehringer Forward Text"/>
                <a:ea typeface="等线"/>
                <a:cs typeface="Calibri"/>
              </a:rPr>
              <a:t>；</a:t>
            </a:r>
            <a:endPar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Suggest Sponsor to withdraw the current application AND re-submit it following the route of “</a:t>
            </a:r>
            <a:r>
              <a:rPr kumimoji="0" lang="zh-CN" altLang="en-US" sz="1000" b="0" i="0" u="none" strike="noStrike" kern="1200" cap="none" spc="0" normalizeH="0" baseline="0" noProof="0">
                <a:ln>
                  <a:noFill/>
                </a:ln>
                <a:solidFill>
                  <a:srgbClr val="000000"/>
                </a:solidFill>
                <a:effectLst/>
                <a:uLnTx/>
                <a:uFillTx/>
                <a:latin typeface="Boehringer Forward Text"/>
                <a:ea typeface="等线"/>
                <a:cs typeface="Calibri"/>
              </a:rPr>
              <a:t>境外已上市境内未上市药品临床技术要求</a:t>
            </a:r>
            <a:r>
              <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rPr>
              <a:t>“, with the content mainly based on global data and supplemented by Chinese data</a:t>
            </a:r>
            <a:r>
              <a:rPr kumimoji="0" lang="zh-CN" altLang="en-US" sz="1000" b="0" i="0" u="none" strike="noStrike" kern="1200" cap="none" spc="0" normalizeH="0" baseline="0" noProof="0">
                <a:ln>
                  <a:noFill/>
                </a:ln>
                <a:solidFill>
                  <a:srgbClr val="000000"/>
                </a:solidFill>
                <a:effectLst/>
                <a:uLnTx/>
                <a:uFillTx/>
                <a:latin typeface="Boehringer Forward Text"/>
                <a:ea typeface="等线"/>
                <a:cs typeface="Calibri"/>
              </a:rPr>
              <a:t>；</a:t>
            </a:r>
            <a:endParaRPr kumimoji="0" lang="en-US" altLang="zh-CN" sz="1000" b="0" i="0" u="none" strike="noStrike" kern="1200" cap="none" spc="0" normalizeH="0" baseline="0" noProof="0">
              <a:ln>
                <a:noFill/>
              </a:ln>
              <a:solidFill>
                <a:srgbClr val="000000"/>
              </a:solidFill>
              <a:effectLst/>
              <a:uLnTx/>
              <a:uFillTx/>
              <a:latin typeface="Boehringer Forward Text"/>
              <a:ea typeface="等线"/>
              <a:cs typeface="Calibri"/>
            </a:endParaRPr>
          </a:p>
        </p:txBody>
      </p:sp>
      <p:sp>
        <p:nvSpPr>
          <p:cNvPr id="6" name="Freeform: Shape 152">
            <a:extLst>
              <a:ext uri="{FF2B5EF4-FFF2-40B4-BE49-F238E27FC236}">
                <a16:creationId xmlns:a16="http://schemas.microsoft.com/office/drawing/2014/main" id="{C67EACF9-8128-D7F5-0355-B3465C5AAF36}"/>
              </a:ext>
            </a:extLst>
          </p:cNvPr>
          <p:cNvSpPr/>
          <p:nvPr/>
        </p:nvSpPr>
        <p:spPr bwMode="auto">
          <a:xfrm>
            <a:off x="113444" y="3744933"/>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50" b="1" i="0" u="none" strike="noStrike" kern="0" cap="none" spc="0" normalizeH="0" baseline="0" noProof="0" dirty="0">
                <a:ln>
                  <a:noFill/>
                </a:ln>
                <a:solidFill>
                  <a:srgbClr val="FFFFFF"/>
                </a:solidFill>
                <a:effectLst/>
                <a:uLnTx/>
                <a:uFillTx/>
                <a:latin typeface="等线" panose="020F0502020204030204"/>
                <a:ea typeface="黑体" panose="02010609060101010101" pitchFamily="49" charset="-122"/>
                <a:cs typeface="Calibri" panose="020F0502020204030204" pitchFamily="34" charset="0"/>
              </a:rPr>
              <a:t>China</a:t>
            </a:r>
            <a:endParaRPr kumimoji="0" lang="zh-CN" altLang="en-US" sz="1050" b="1" i="0" u="none" strike="noStrike" kern="0" cap="none" spc="0" normalizeH="0" baseline="0" noProof="0" dirty="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sp>
        <p:nvSpPr>
          <p:cNvPr id="7" name="Oval 134">
            <a:extLst>
              <a:ext uri="{FF2B5EF4-FFF2-40B4-BE49-F238E27FC236}">
                <a16:creationId xmlns:a16="http://schemas.microsoft.com/office/drawing/2014/main" id="{CF83D820-9129-EF73-E816-B6390AE32711}"/>
              </a:ext>
            </a:extLst>
          </p:cNvPr>
          <p:cNvSpPr/>
          <p:nvPr/>
        </p:nvSpPr>
        <p:spPr>
          <a:xfrm>
            <a:off x="45239" y="3626408"/>
            <a:ext cx="447229" cy="447229"/>
          </a:xfrm>
          <a:prstGeom prst="ellipse">
            <a:avLst/>
          </a:prstGeom>
          <a:solidFill>
            <a:sysClr val="window" lastClr="FFFFFF"/>
          </a:solidFill>
          <a:ln w="12700" cap="flat" cmpd="sng" algn="ctr">
            <a:noFill/>
            <a:prstDash val="solid"/>
            <a:miter lim="800000"/>
          </a:ln>
          <a:effectLst>
            <a:outerShdw blurRad="38100" sx="102000" sy="102000" algn="ctr" rotWithShape="0">
              <a:srgbClr val="182C5E">
                <a:alpha val="40000"/>
              </a:srgbClr>
            </a:outerShdw>
          </a:effectLst>
        </p:spPr>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err="1">
              <a:ln>
                <a:noFill/>
              </a:ln>
              <a:solidFill>
                <a:prstClr val="white"/>
              </a:solidFill>
              <a:effectLst/>
              <a:uLnTx/>
              <a:uFillTx/>
              <a:latin typeface="等线" panose="020F0502020204030204"/>
              <a:ea typeface="+mn-ea"/>
              <a:cs typeface="+mn-cs"/>
            </a:endParaRPr>
          </a:p>
        </p:txBody>
      </p:sp>
      <p:sp>
        <p:nvSpPr>
          <p:cNvPr id="8" name="Rectangle: Rounded Corners 116">
            <a:extLst>
              <a:ext uri="{FF2B5EF4-FFF2-40B4-BE49-F238E27FC236}">
                <a16:creationId xmlns:a16="http://schemas.microsoft.com/office/drawing/2014/main" id="{DAA4B092-763F-8D29-B715-A4EC83300110}"/>
              </a:ext>
            </a:extLst>
          </p:cNvPr>
          <p:cNvSpPr/>
          <p:nvPr/>
        </p:nvSpPr>
        <p:spPr bwMode="auto">
          <a:xfrm>
            <a:off x="1127106" y="3688159"/>
            <a:ext cx="48768" cy="346317"/>
          </a:xfrm>
          <a:prstGeom prst="roundRect">
            <a:avLst>
              <a:gd name="adj" fmla="val 50000"/>
            </a:avLst>
          </a:prstGeom>
          <a:solidFill>
            <a:srgbClr val="003366"/>
          </a:solidFill>
          <a:ln w="9525" cap="flat" cmpd="sng" algn="ctr">
            <a:solidFill>
              <a:srgbClr val="192C5E"/>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50" b="1" i="0" u="none" strike="noStrike" kern="0" cap="none" spc="0" normalizeH="0" baseline="0" noProof="0">
              <a:ln>
                <a:noFill/>
              </a:ln>
              <a:solidFill>
                <a:srgbClr val="FFFFFF"/>
              </a:solidFill>
              <a:effectLst/>
              <a:uLnTx/>
              <a:uFillTx/>
              <a:latin typeface="等线" panose="020F0502020204030204"/>
              <a:ea typeface="黑体" panose="02010609060101010101" pitchFamily="49" charset="-122"/>
              <a:cs typeface="Calibri" panose="020F0502020204030204" pitchFamily="34" charset="0"/>
            </a:endParaRPr>
          </a:p>
        </p:txBody>
      </p:sp>
      <p:pic>
        <p:nvPicPr>
          <p:cNvPr id="9" name="Picture 2" descr="Image result for China flag circle png">
            <a:extLst>
              <a:ext uri="{FF2B5EF4-FFF2-40B4-BE49-F238E27FC236}">
                <a16:creationId xmlns:a16="http://schemas.microsoft.com/office/drawing/2014/main" id="{F9B3C8A0-0EC8-B74B-FC02-AFBC1673554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0671" y="3662625"/>
            <a:ext cx="374799" cy="374797"/>
          </a:xfrm>
          <a:prstGeom prst="rect">
            <a:avLst/>
          </a:prstGeom>
          <a:noFill/>
          <a:extLst>
            <a:ext uri="{909E8E84-426E-40DD-AFC4-6F175D3DCCD1}">
              <a14:hiddenFill xmlns:a14="http://schemas.microsoft.com/office/drawing/2010/main">
                <a:solidFill>
                  <a:srgbClr val="FFFFFF"/>
                </a:solidFill>
              </a14:hiddenFill>
            </a:ext>
          </a:extLst>
        </p:spPr>
      </p:pic>
      <p:sp>
        <p:nvSpPr>
          <p:cNvPr id="10" name="OTLSHAPE_T_e17f3958430f4cff8650518c93c7635e_Shape">
            <a:extLst>
              <a:ext uri="{FF2B5EF4-FFF2-40B4-BE49-F238E27FC236}">
                <a16:creationId xmlns:a16="http://schemas.microsoft.com/office/drawing/2014/main" id="{83182FE8-07C8-4FC3-81C1-1C8E593D2DD5}"/>
              </a:ext>
            </a:extLst>
          </p:cNvPr>
          <p:cNvSpPr/>
          <p:nvPr>
            <p:custDataLst>
              <p:tags r:id="rId3"/>
            </p:custDataLst>
          </p:nvPr>
        </p:nvSpPr>
        <p:spPr bwMode="auto">
          <a:xfrm>
            <a:off x="7972292" y="3775586"/>
            <a:ext cx="2356640" cy="336787"/>
          </a:xfrm>
          <a:prstGeom prst="roundRect">
            <a:avLst/>
          </a:prstGeom>
          <a:solidFill>
            <a:schemeClr val="accent6">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200" b="1" i="0" u="none" strike="noStrike" kern="1200" cap="none" spc="0" normalizeH="0" baseline="0" noProof="0" dirty="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CN Variation (80WDs)</a:t>
            </a:r>
            <a:r>
              <a:rPr kumimoji="0" lang="en-US" altLang="zh-CN" sz="1200" b="1" i="0" u="none" strike="noStrike" kern="1200" cap="none" spc="0" normalizeH="0" baseline="30000" noProof="0" dirty="0">
                <a:ln>
                  <a:noFill/>
                </a:ln>
                <a:solidFill>
                  <a:srgbClr val="182C5E"/>
                </a:solidFill>
                <a:effectLst/>
                <a:uLnTx/>
                <a:uFillTx/>
                <a:latin typeface="等线" panose="020F0502020204030204"/>
                <a:ea typeface="黑体" panose="02010609060101010101" pitchFamily="49" charset="-122"/>
                <a:cs typeface="Calibri" panose="020F0502020204030204" pitchFamily="34" charset="0"/>
              </a:rPr>
              <a:t>1</a:t>
            </a:r>
            <a:endParaRPr kumimoji="0" lang="zh-CN" altLang="en-US" sz="1200" b="1" i="0" u="none" strike="noStrike" kern="1200" cap="none" spc="0" normalizeH="0" baseline="30000" noProof="0" dirty="0">
              <a:ln>
                <a:noFill/>
              </a:ln>
              <a:solidFill>
                <a:srgbClr val="182C5E"/>
              </a:solidFill>
              <a:effectLst/>
              <a:uLnTx/>
              <a:uFillTx/>
              <a:latin typeface="等线" panose="020F0502020204030204"/>
              <a:ea typeface="黑体" panose="02010609060101010101" pitchFamily="49" charset="-122"/>
              <a:cs typeface="Calibri" panose="020F0502020204030204" pitchFamily="34" charset="0"/>
            </a:endParaRPr>
          </a:p>
        </p:txBody>
      </p:sp>
      <p:sp>
        <p:nvSpPr>
          <p:cNvPr id="13" name="等腰三角形 12">
            <a:extLst>
              <a:ext uri="{FF2B5EF4-FFF2-40B4-BE49-F238E27FC236}">
                <a16:creationId xmlns:a16="http://schemas.microsoft.com/office/drawing/2014/main" id="{AED23F5C-5B10-96DB-506E-4B2EECA75156}"/>
              </a:ext>
            </a:extLst>
          </p:cNvPr>
          <p:cNvSpPr/>
          <p:nvPr/>
        </p:nvSpPr>
        <p:spPr bwMode="gray">
          <a:xfrm>
            <a:off x="3795176" y="2623005"/>
            <a:ext cx="118635" cy="109031"/>
          </a:xfrm>
          <a:prstGeom prst="triangle">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4" name="OTLSHAPE_T_e17f3958430f4cff8650518c93c7635e_StartDate">
            <a:extLst>
              <a:ext uri="{FF2B5EF4-FFF2-40B4-BE49-F238E27FC236}">
                <a16:creationId xmlns:a16="http://schemas.microsoft.com/office/drawing/2014/main" id="{C303B314-2B8A-3474-8C8C-61E18674BB0B}"/>
              </a:ext>
            </a:extLst>
          </p:cNvPr>
          <p:cNvSpPr txBox="1"/>
          <p:nvPr>
            <p:custDataLst>
              <p:tags r:id="rId4"/>
            </p:custDataLst>
          </p:nvPr>
        </p:nvSpPr>
        <p:spPr>
          <a:xfrm>
            <a:off x="7643459" y="4247915"/>
            <a:ext cx="1168143" cy="36933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Re-sub: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9933"/>
                </a:solidFill>
                <a:effectLst/>
                <a:uLnTx/>
                <a:uFillTx/>
                <a:latin typeface="等线" panose="020F0502020204030204"/>
                <a:ea typeface="黑体" panose="02010609060101010101" pitchFamily="49" charset="-122"/>
                <a:cs typeface="Calibri" panose="020F0502020204030204" pitchFamily="34" charset="0"/>
              </a:rPr>
              <a:t> Early Jun. 2024 </a:t>
            </a:r>
          </a:p>
        </p:txBody>
      </p:sp>
      <p:sp>
        <p:nvSpPr>
          <p:cNvPr id="15" name="等腰三角形 14">
            <a:extLst>
              <a:ext uri="{FF2B5EF4-FFF2-40B4-BE49-F238E27FC236}">
                <a16:creationId xmlns:a16="http://schemas.microsoft.com/office/drawing/2014/main" id="{EC951892-09FB-8F87-0FC0-9045CBFEC938}"/>
              </a:ext>
            </a:extLst>
          </p:cNvPr>
          <p:cNvSpPr/>
          <p:nvPr/>
        </p:nvSpPr>
        <p:spPr bwMode="gray">
          <a:xfrm>
            <a:off x="7968908" y="4126685"/>
            <a:ext cx="118635" cy="109031"/>
          </a:xfrm>
          <a:prstGeom prst="triangle">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1" name="五角星 55">
            <a:extLst>
              <a:ext uri="{FF2B5EF4-FFF2-40B4-BE49-F238E27FC236}">
                <a16:creationId xmlns:a16="http://schemas.microsoft.com/office/drawing/2014/main" id="{35496A85-4265-7670-8C96-F5218F43E433}"/>
              </a:ext>
            </a:extLst>
          </p:cNvPr>
          <p:cNvSpPr/>
          <p:nvPr/>
        </p:nvSpPr>
        <p:spPr bwMode="auto">
          <a:xfrm>
            <a:off x="10267920" y="4166637"/>
            <a:ext cx="121379" cy="124915"/>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0000"/>
              </a:solidFill>
              <a:effectLst/>
              <a:uLnTx/>
              <a:uFillTx/>
              <a:latin typeface="等线" panose="020F0502020204030204"/>
              <a:ea typeface="黑体" panose="02010609060101010101" pitchFamily="49" charset="-122"/>
              <a:cs typeface="+mn-cs"/>
            </a:endParaRPr>
          </a:p>
        </p:txBody>
      </p:sp>
      <p:sp>
        <p:nvSpPr>
          <p:cNvPr id="22" name="文本框 46">
            <a:extLst>
              <a:ext uri="{FF2B5EF4-FFF2-40B4-BE49-F238E27FC236}">
                <a16:creationId xmlns:a16="http://schemas.microsoft.com/office/drawing/2014/main" id="{9B217250-79A0-EFD5-52D7-8EB22BFBDC8E}"/>
              </a:ext>
            </a:extLst>
          </p:cNvPr>
          <p:cNvSpPr txBox="1"/>
          <p:nvPr/>
        </p:nvSpPr>
        <p:spPr>
          <a:xfrm>
            <a:off x="9755333" y="4291552"/>
            <a:ext cx="126793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Variation App.</a:t>
            </a:r>
          </a:p>
        </p:txBody>
      </p:sp>
      <p:sp>
        <p:nvSpPr>
          <p:cNvPr id="23" name="文本框 22">
            <a:extLst>
              <a:ext uri="{FF2B5EF4-FFF2-40B4-BE49-F238E27FC236}">
                <a16:creationId xmlns:a16="http://schemas.microsoft.com/office/drawing/2014/main" id="{34818A5F-6334-70A1-159D-92004599D2FA}"/>
              </a:ext>
            </a:extLst>
          </p:cNvPr>
          <p:cNvSpPr txBox="1"/>
          <p:nvPr/>
        </p:nvSpPr>
        <p:spPr>
          <a:xfrm>
            <a:off x="9802312" y="2332664"/>
            <a:ext cx="2106324" cy="18465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rPr>
              <a:t>Aug. 2024 (if</a:t>
            </a:r>
            <a:r>
              <a:rPr kumimoji="0" lang="zh-CN" altLang="en-US" sz="1200" b="1"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rPr>
              <a:t> </a:t>
            </a:r>
            <a:r>
              <a:rPr kumimoji="0" lang="en-US" altLang="zh-CN" sz="1200" b="1"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rPr>
              <a:t>no</a:t>
            </a:r>
            <a:r>
              <a:rPr kumimoji="0" lang="zh-CN" altLang="en-US" sz="1200" b="1"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rPr>
              <a:t> </a:t>
            </a:r>
            <a:r>
              <a:rPr kumimoji="0" lang="en-US" altLang="zh-CN" sz="1200" b="1" i="0" u="none" strike="noStrike" kern="1200" cap="none" spc="0" normalizeH="0" baseline="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rPr>
              <a:t>formal queries)</a:t>
            </a:r>
            <a:endParaRPr kumimoji="0" lang="en-US" altLang="zh-CN" sz="1200" b="1" i="0" u="none" strike="noStrike" kern="1200" cap="none" spc="0" normalizeH="0" baseline="30000" noProof="0" dirty="0">
              <a:ln>
                <a:noFill/>
              </a:ln>
              <a:solidFill>
                <a:schemeClr val="bg1">
                  <a:lumMod val="50000"/>
                </a:schemeClr>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27" name="文本框 26">
            <a:extLst>
              <a:ext uri="{FF2B5EF4-FFF2-40B4-BE49-F238E27FC236}">
                <a16:creationId xmlns:a16="http://schemas.microsoft.com/office/drawing/2014/main" id="{FAFB15D0-EA4B-16D0-505E-BF17E38445F1}"/>
              </a:ext>
            </a:extLst>
          </p:cNvPr>
          <p:cNvSpPr txBox="1"/>
          <p:nvPr/>
        </p:nvSpPr>
        <p:spPr bwMode="gray">
          <a:xfrm>
            <a:off x="10389299" y="3852429"/>
            <a:ext cx="171203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Best case</a:t>
            </a:r>
            <a:r>
              <a:rPr kumimoji="0" lang="en-US" altLang="zh-CN" sz="1200" b="1" i="0" u="none" strike="noStrike" kern="1200" cap="none" spc="0" normalizeH="0" baseline="30000" noProof="0" dirty="0">
                <a:ln>
                  <a:noFill/>
                </a:ln>
                <a:solidFill>
                  <a:prstClr val="black"/>
                </a:solidFill>
                <a:effectLst/>
                <a:uLnTx/>
                <a:uFillTx/>
                <a:latin typeface="等线" panose="020F0502020204030204"/>
                <a:ea typeface="等线" panose="02010600030101010101" pitchFamily="2" charset="-122"/>
                <a:cs typeface="+mn-cs"/>
              </a:rPr>
              <a:t>2</a:t>
            </a:r>
            <a:r>
              <a:rPr kumimoji="0" lang="zh-CN" altLang="en-US"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en-US" altLang="zh-CN" sz="12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Oct. 2024</a:t>
            </a:r>
            <a:endParaRPr kumimoji="0" lang="en-US" altLang="zh-CN" sz="1200" b="1" i="0" u="none" strike="noStrike" kern="1200" cap="none" spc="0" normalizeH="0" baseline="3000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文本框 1">
            <a:extLst>
              <a:ext uri="{FF2B5EF4-FFF2-40B4-BE49-F238E27FC236}">
                <a16:creationId xmlns:a16="http://schemas.microsoft.com/office/drawing/2014/main" id="{8849DBD9-66B1-14AF-331C-6031157710BA}"/>
              </a:ext>
            </a:extLst>
          </p:cNvPr>
          <p:cNvSpPr txBox="1"/>
          <p:nvPr/>
        </p:nvSpPr>
        <p:spPr bwMode="gray">
          <a:xfrm>
            <a:off x="7704442" y="5212512"/>
            <a:ext cx="4204193" cy="926344"/>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40000"/>
              </a:lnSpc>
              <a:spcBef>
                <a:spcPts val="0"/>
              </a:spcBef>
              <a:spcAft>
                <a:spcPts val="0"/>
              </a:spcAft>
              <a:buClrTx/>
              <a:buSzTx/>
              <a:buFontTx/>
              <a:buAutoNum type="arabicPeriod"/>
              <a:tabLst/>
              <a:defRPr/>
            </a:pPr>
            <a:r>
              <a:rPr kumimoji="0" lang="en-US" altLang="zh-CN" sz="11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No GCP inspection is expected. </a:t>
            </a:r>
          </a:p>
          <a:p>
            <a:pPr marL="228600" marR="0" lvl="0" indent="-228600" algn="l" defTabSz="914400" rtl="0" eaLnBrk="1" fontAlgn="auto" latinLnBrk="0" hangingPunct="1">
              <a:lnSpc>
                <a:spcPct val="140000"/>
              </a:lnSpc>
              <a:spcBef>
                <a:spcPts val="0"/>
              </a:spcBef>
              <a:spcAft>
                <a:spcPts val="0"/>
              </a:spcAft>
              <a:buClrTx/>
              <a:buSzTx/>
              <a:buFontTx/>
              <a:buAutoNum type="arabicPeriod"/>
              <a:tabLst/>
              <a:defRPr/>
            </a:pPr>
            <a:r>
              <a:rPr kumimoji="0" lang="en-US" altLang="zh-CN" sz="1100" b="1" i="1"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Best case: If no formal deficiency letter issued, no panel meeting or CDE internal meetings required,  approval is expected in Oct 2024. </a:t>
            </a:r>
          </a:p>
        </p:txBody>
      </p:sp>
      <p:sp>
        <p:nvSpPr>
          <p:cNvPr id="12" name="星形: 四角 11">
            <a:extLst>
              <a:ext uri="{FF2B5EF4-FFF2-40B4-BE49-F238E27FC236}">
                <a16:creationId xmlns:a16="http://schemas.microsoft.com/office/drawing/2014/main" id="{09337A17-A3D3-7D5C-DB78-9FAE688E217C}"/>
              </a:ext>
            </a:extLst>
          </p:cNvPr>
          <p:cNvSpPr/>
          <p:nvPr/>
        </p:nvSpPr>
        <p:spPr bwMode="gray">
          <a:xfrm>
            <a:off x="7441659" y="3817366"/>
            <a:ext cx="308516" cy="332011"/>
          </a:xfrm>
          <a:prstGeom prst="star4">
            <a:avLst/>
          </a:prstGeom>
          <a:solidFill>
            <a:schemeClr val="accent6">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18" name="文本框 46">
            <a:extLst>
              <a:ext uri="{FF2B5EF4-FFF2-40B4-BE49-F238E27FC236}">
                <a16:creationId xmlns:a16="http://schemas.microsoft.com/office/drawing/2014/main" id="{14DE788F-B798-AD9B-2B13-210A2208B6A9}"/>
              </a:ext>
            </a:extLst>
          </p:cNvPr>
          <p:cNvSpPr txBox="1"/>
          <p:nvPr/>
        </p:nvSpPr>
        <p:spPr>
          <a:xfrm>
            <a:off x="6683956" y="4201749"/>
            <a:ext cx="1267932"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Withdraw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Apr 24</a:t>
            </a:r>
            <a:r>
              <a:rPr kumimoji="0" lang="en-US" altLang="zh-CN" sz="1200" b="1" i="0" u="none" strike="noStrike" kern="1200" cap="none" spc="0" normalizeH="0" baseline="30000" noProof="0" dirty="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th</a:t>
            </a:r>
            <a:r>
              <a:rPr kumimoji="0" lang="en-US" altLang="zh-CN" sz="1200" b="1" i="0" u="none" strike="noStrike" kern="1200" cap="none" spc="0" normalizeH="0" baseline="0" noProof="0" dirty="0">
                <a:ln>
                  <a:noFill/>
                </a:ln>
                <a:solidFill>
                  <a:srgbClr val="000000"/>
                </a:solidFill>
                <a:effectLst/>
                <a:uLnTx/>
                <a:uFillTx/>
                <a:latin typeface="等线" panose="020F0502020204030204"/>
                <a:ea typeface="黑体" panose="02010609060101010101" pitchFamily="49" charset="-122"/>
                <a:cs typeface="Calibri" panose="020F0502020204030204" pitchFamily="34" charset="0"/>
              </a:rPr>
              <a:t> </a:t>
            </a:r>
          </a:p>
        </p:txBody>
      </p:sp>
      <p:sp>
        <p:nvSpPr>
          <p:cNvPr id="19" name="文本框 18">
            <a:extLst>
              <a:ext uri="{FF2B5EF4-FFF2-40B4-BE49-F238E27FC236}">
                <a16:creationId xmlns:a16="http://schemas.microsoft.com/office/drawing/2014/main" id="{55E06761-96F3-4E1E-A528-77CAB9C4E823}"/>
              </a:ext>
            </a:extLst>
          </p:cNvPr>
          <p:cNvSpPr txBox="1"/>
          <p:nvPr/>
        </p:nvSpPr>
        <p:spPr bwMode="gray">
          <a:xfrm>
            <a:off x="174621" y="2322928"/>
            <a:ext cx="1168143" cy="274178"/>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Original Plan</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0" name="文本框 19">
            <a:extLst>
              <a:ext uri="{FF2B5EF4-FFF2-40B4-BE49-F238E27FC236}">
                <a16:creationId xmlns:a16="http://schemas.microsoft.com/office/drawing/2014/main" id="{57A4FCDA-DEAF-3027-991B-2CBE00C4354D}"/>
              </a:ext>
            </a:extLst>
          </p:cNvPr>
          <p:cNvSpPr txBox="1"/>
          <p:nvPr/>
        </p:nvSpPr>
        <p:spPr bwMode="gray">
          <a:xfrm>
            <a:off x="166832" y="4101542"/>
            <a:ext cx="1183719" cy="274178"/>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Current Plan</a:t>
            </a:r>
            <a:endParaRPr kumimoji="0" lang="zh-CN" altLang="en-US" sz="1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7388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AD0AFF8-BBA1-797F-079B-64CB8DCEAC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pic>
        <p:nvPicPr>
          <p:cNvPr id="1026" name="Picture 4">
            <a:extLst>
              <a:ext uri="{FF2B5EF4-FFF2-40B4-BE49-F238E27FC236}">
                <a16:creationId xmlns:a16="http://schemas.microsoft.com/office/drawing/2014/main" id="{1DFB34FE-81F6-F3C0-4998-CF316CD81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 y="1071563"/>
            <a:ext cx="11191061"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83743A5D-2A05-2DB4-D88C-BD4B895FA4C1}"/>
              </a:ext>
            </a:extLst>
          </p:cNvPr>
          <p:cNvSpPr txBox="1"/>
          <p:nvPr/>
        </p:nvSpPr>
        <p:spPr bwMode="gray">
          <a:xfrm>
            <a:off x="266699" y="301109"/>
            <a:ext cx="1011827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rPr>
              <a:t>Actilyse resubmission clinical overview 2.0 timeline </a:t>
            </a:r>
            <a:r>
              <a:rPr kumimoji="0" lang="en-US" altLang="zh-CN"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rPr>
              <a:t>(BACKUP)</a:t>
            </a:r>
            <a:endParaRPr kumimoji="0" lang="zh-CN" altLang="en-US" sz="2800" b="1" i="0" u="none" strike="noStrike" kern="1200" cap="none" spc="0" normalizeH="0" baseline="0" noProof="0">
              <a:ln>
                <a:noFill/>
              </a:ln>
              <a:solidFill>
                <a:srgbClr val="000000"/>
              </a:solidFill>
              <a:effectLst/>
              <a:uLnTx/>
              <a:uFillTx/>
              <a:latin typeface="BISansCond"/>
              <a:ea typeface="等线 Light" panose="02010600030101010101" pitchFamily="2" charset="-122"/>
              <a:cs typeface="+mn-cs"/>
            </a:endParaRPr>
          </a:p>
        </p:txBody>
      </p:sp>
    </p:spTree>
    <p:extLst>
      <p:ext uri="{BB962C8B-B14F-4D97-AF65-F5344CB8AC3E}">
        <p14:creationId xmlns:p14="http://schemas.microsoft.com/office/powerpoint/2010/main" val="368168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1"/>
          </p:nvPr>
        </p:nvSpPr>
        <p:spPr>
          <a:xfrm>
            <a:off x="3654084" y="3051225"/>
            <a:ext cx="4666501" cy="830997"/>
          </a:xfrm>
        </p:spPr>
        <p:txBody>
          <a:bodyPr/>
          <a:lstStyle/>
          <a:p>
            <a:pPr algn="ctr"/>
            <a:r>
              <a:rPr lang="en-GB" sz="5400" b="1">
                <a:effectLst>
                  <a:outerShdw blurRad="38100" dist="38100" dir="2700000" algn="tl">
                    <a:srgbClr val="000000">
                      <a:alpha val="43137"/>
                    </a:srgbClr>
                  </a:outerShdw>
                </a:effectLst>
              </a:rPr>
              <a:t>Thank You !</a:t>
            </a:r>
          </a:p>
        </p:txBody>
      </p:sp>
    </p:spTree>
    <p:extLst>
      <p:ext uri="{BB962C8B-B14F-4D97-AF65-F5344CB8AC3E}">
        <p14:creationId xmlns:p14="http://schemas.microsoft.com/office/powerpoint/2010/main" val="631586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hidden="1">
            <a:extLst>
              <a:ext uri="{FF2B5EF4-FFF2-40B4-BE49-F238E27FC236}">
                <a16:creationId xmlns:a16="http://schemas.microsoft.com/office/drawing/2014/main" id="{2FF342FA-91AB-47D8-B0F1-64EE0D8F34F9}"/>
              </a:ext>
            </a:extLst>
          </p:cNvPr>
          <p:cNvGraphicFramePr>
            <a:graphicFrameLocks noChangeAspect="1"/>
          </p:cNvGraphicFramePr>
          <p:nvPr>
            <p:custDataLst>
              <p:tags r:id="rId1"/>
            </p:custDataLst>
          </p:nvPr>
        </p:nvGraphicFramePr>
        <p:xfrm>
          <a:off x="7185" y="4737"/>
          <a:ext cx="1587" cy="1587"/>
        </p:xfrm>
        <a:graphic>
          <a:graphicData uri="http://schemas.openxmlformats.org/presentationml/2006/ole">
            <mc:AlternateContent xmlns:mc="http://schemas.openxmlformats.org/markup-compatibility/2006">
              <mc:Choice xmlns:v="urn:schemas-microsoft-com:vml" Requires="v">
                <p:oleObj name="think-cell 幻灯片" r:id="rId4" imgW="470" imgH="469" progId="TCLayout.ActiveDocument.1">
                  <p:embed/>
                </p:oleObj>
              </mc:Choice>
              <mc:Fallback>
                <p:oleObj name="think-cell 幻灯片" r:id="rId4" imgW="470" imgH="469" progId="TCLayout.ActiveDocument.1">
                  <p:embed/>
                  <p:pic>
                    <p:nvPicPr>
                      <p:cNvPr id="6" name="对象 5" hidden="1">
                        <a:extLst>
                          <a:ext uri="{FF2B5EF4-FFF2-40B4-BE49-F238E27FC236}">
                            <a16:creationId xmlns:a16="http://schemas.microsoft.com/office/drawing/2014/main" id="{2FF342FA-91AB-47D8-B0F1-64EE0D8F34F9}"/>
                          </a:ext>
                        </a:extLst>
                      </p:cNvPr>
                      <p:cNvPicPr/>
                      <p:nvPr/>
                    </p:nvPicPr>
                    <p:blipFill>
                      <a:blip r:embed="rId5"/>
                      <a:stretch>
                        <a:fillRect/>
                      </a:stretch>
                    </p:blipFill>
                    <p:spPr>
                      <a:xfrm>
                        <a:off x="7185" y="4737"/>
                        <a:ext cx="1587" cy="1587"/>
                      </a:xfrm>
                      <a:prstGeom prst="rect">
                        <a:avLst/>
                      </a:prstGeom>
                    </p:spPr>
                  </p:pic>
                </p:oleObj>
              </mc:Fallback>
            </mc:AlternateContent>
          </a:graphicData>
        </a:graphic>
      </p:graphicFrame>
      <p:graphicFrame>
        <p:nvGraphicFramePr>
          <p:cNvPr id="5" name="表格 24">
            <a:extLst>
              <a:ext uri="{FF2B5EF4-FFF2-40B4-BE49-F238E27FC236}">
                <a16:creationId xmlns:a16="http://schemas.microsoft.com/office/drawing/2014/main" id="{C781EBC0-5569-4684-84B4-85D4B4C29A63}"/>
              </a:ext>
            </a:extLst>
          </p:cNvPr>
          <p:cNvGraphicFramePr>
            <a:graphicFrameLocks noGrp="1"/>
          </p:cNvGraphicFramePr>
          <p:nvPr/>
        </p:nvGraphicFramePr>
        <p:xfrm>
          <a:off x="4739771" y="933556"/>
          <a:ext cx="7397936" cy="746760"/>
        </p:xfrm>
        <a:graphic>
          <a:graphicData uri="http://schemas.openxmlformats.org/drawingml/2006/table">
            <a:tbl>
              <a:tblPr firstRow="1" bandRow="1">
                <a:tableStyleId>{5C22544A-7EE6-4342-B048-85BDC9FD1C3A}</a:tableStyleId>
              </a:tblPr>
              <a:tblGrid>
                <a:gridCol w="462371">
                  <a:extLst>
                    <a:ext uri="{9D8B030D-6E8A-4147-A177-3AD203B41FA5}">
                      <a16:colId xmlns:a16="http://schemas.microsoft.com/office/drawing/2014/main" val="3832405931"/>
                    </a:ext>
                  </a:extLst>
                </a:gridCol>
                <a:gridCol w="462371">
                  <a:extLst>
                    <a:ext uri="{9D8B030D-6E8A-4147-A177-3AD203B41FA5}">
                      <a16:colId xmlns:a16="http://schemas.microsoft.com/office/drawing/2014/main" val="1701074788"/>
                    </a:ext>
                  </a:extLst>
                </a:gridCol>
                <a:gridCol w="462371">
                  <a:extLst>
                    <a:ext uri="{9D8B030D-6E8A-4147-A177-3AD203B41FA5}">
                      <a16:colId xmlns:a16="http://schemas.microsoft.com/office/drawing/2014/main" val="90893597"/>
                    </a:ext>
                  </a:extLst>
                </a:gridCol>
                <a:gridCol w="462371">
                  <a:extLst>
                    <a:ext uri="{9D8B030D-6E8A-4147-A177-3AD203B41FA5}">
                      <a16:colId xmlns:a16="http://schemas.microsoft.com/office/drawing/2014/main" val="3881634057"/>
                    </a:ext>
                  </a:extLst>
                </a:gridCol>
                <a:gridCol w="462371">
                  <a:extLst>
                    <a:ext uri="{9D8B030D-6E8A-4147-A177-3AD203B41FA5}">
                      <a16:colId xmlns:a16="http://schemas.microsoft.com/office/drawing/2014/main" val="1571353680"/>
                    </a:ext>
                  </a:extLst>
                </a:gridCol>
                <a:gridCol w="462371">
                  <a:extLst>
                    <a:ext uri="{9D8B030D-6E8A-4147-A177-3AD203B41FA5}">
                      <a16:colId xmlns:a16="http://schemas.microsoft.com/office/drawing/2014/main" val="533822253"/>
                    </a:ext>
                  </a:extLst>
                </a:gridCol>
                <a:gridCol w="462371">
                  <a:extLst>
                    <a:ext uri="{9D8B030D-6E8A-4147-A177-3AD203B41FA5}">
                      <a16:colId xmlns:a16="http://schemas.microsoft.com/office/drawing/2014/main" val="2145100424"/>
                    </a:ext>
                  </a:extLst>
                </a:gridCol>
                <a:gridCol w="462371">
                  <a:extLst>
                    <a:ext uri="{9D8B030D-6E8A-4147-A177-3AD203B41FA5}">
                      <a16:colId xmlns:a16="http://schemas.microsoft.com/office/drawing/2014/main" val="1615103828"/>
                    </a:ext>
                  </a:extLst>
                </a:gridCol>
                <a:gridCol w="462371">
                  <a:extLst>
                    <a:ext uri="{9D8B030D-6E8A-4147-A177-3AD203B41FA5}">
                      <a16:colId xmlns:a16="http://schemas.microsoft.com/office/drawing/2014/main" val="2666543937"/>
                    </a:ext>
                  </a:extLst>
                </a:gridCol>
                <a:gridCol w="462371">
                  <a:extLst>
                    <a:ext uri="{9D8B030D-6E8A-4147-A177-3AD203B41FA5}">
                      <a16:colId xmlns:a16="http://schemas.microsoft.com/office/drawing/2014/main" val="2930092177"/>
                    </a:ext>
                  </a:extLst>
                </a:gridCol>
                <a:gridCol w="462371">
                  <a:extLst>
                    <a:ext uri="{9D8B030D-6E8A-4147-A177-3AD203B41FA5}">
                      <a16:colId xmlns:a16="http://schemas.microsoft.com/office/drawing/2014/main" val="1522948452"/>
                    </a:ext>
                  </a:extLst>
                </a:gridCol>
                <a:gridCol w="462371">
                  <a:extLst>
                    <a:ext uri="{9D8B030D-6E8A-4147-A177-3AD203B41FA5}">
                      <a16:colId xmlns:a16="http://schemas.microsoft.com/office/drawing/2014/main" val="3038405910"/>
                    </a:ext>
                  </a:extLst>
                </a:gridCol>
                <a:gridCol w="462371">
                  <a:extLst>
                    <a:ext uri="{9D8B030D-6E8A-4147-A177-3AD203B41FA5}">
                      <a16:colId xmlns:a16="http://schemas.microsoft.com/office/drawing/2014/main" val="711213386"/>
                    </a:ext>
                  </a:extLst>
                </a:gridCol>
                <a:gridCol w="462371">
                  <a:extLst>
                    <a:ext uri="{9D8B030D-6E8A-4147-A177-3AD203B41FA5}">
                      <a16:colId xmlns:a16="http://schemas.microsoft.com/office/drawing/2014/main" val="2705337682"/>
                    </a:ext>
                  </a:extLst>
                </a:gridCol>
                <a:gridCol w="462371">
                  <a:extLst>
                    <a:ext uri="{9D8B030D-6E8A-4147-A177-3AD203B41FA5}">
                      <a16:colId xmlns:a16="http://schemas.microsoft.com/office/drawing/2014/main" val="903594310"/>
                    </a:ext>
                  </a:extLst>
                </a:gridCol>
                <a:gridCol w="462371">
                  <a:extLst>
                    <a:ext uri="{9D8B030D-6E8A-4147-A177-3AD203B41FA5}">
                      <a16:colId xmlns:a16="http://schemas.microsoft.com/office/drawing/2014/main" val="1378469253"/>
                    </a:ext>
                  </a:extLst>
                </a:gridCol>
              </a:tblGrid>
              <a:tr h="320040">
                <a:tc gridSpan="4">
                  <a:txBody>
                    <a:bodyPr/>
                    <a:lstStyle/>
                    <a:p>
                      <a:pPr algn="ctr"/>
                      <a:r>
                        <a:rPr lang="en-US" sz="1500" dirty="0"/>
                        <a:t>2023</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2024</a:t>
                      </a:r>
                    </a:p>
                  </a:txBody>
                  <a:tcP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1500"/>
                        <a:t>2025</a:t>
                      </a:r>
                    </a:p>
                  </a:txBody>
                  <a:tcPr>
                    <a:solidFill>
                      <a:srgbClr val="000000"/>
                    </a:solidFill>
                  </a:tcPr>
                </a:tc>
                <a:tc hMerge="1">
                  <a:txBody>
                    <a:bodyPr/>
                    <a:lstStyle/>
                    <a:p>
                      <a:endParaRPr lang="en-US"/>
                    </a:p>
                  </a:txBody>
                  <a:tcPr/>
                </a:tc>
                <a:tc hMerge="1">
                  <a:txBody>
                    <a:bodyPr/>
                    <a:lstStyle/>
                    <a:p>
                      <a:pPr algn="ctr"/>
                      <a:endParaRPr lang="en-US" sz="1600"/>
                    </a:p>
                  </a:txBody>
                  <a:tcPr/>
                </a:tc>
                <a:tc hMerge="1">
                  <a:txBody>
                    <a:bodyPr/>
                    <a:lstStyle/>
                    <a:p>
                      <a:pPr algn="ctr"/>
                      <a:endParaRPr lang="en-US" sz="1600"/>
                    </a:p>
                  </a:txBody>
                  <a:tcPr/>
                </a:tc>
                <a:tc gridSpan="2">
                  <a:txBody>
                    <a:bodyPr/>
                    <a:lstStyle/>
                    <a:p>
                      <a:pPr algn="ctr"/>
                      <a:r>
                        <a:rPr lang="en-US" sz="1500"/>
                        <a:t>2026</a:t>
                      </a:r>
                    </a:p>
                  </a:txBody>
                  <a:tcPr>
                    <a:solidFill>
                      <a:srgbClr val="000000"/>
                    </a:solidFill>
                  </a:tcPr>
                </a:tc>
                <a:tc hMerge="1">
                  <a:txBody>
                    <a:bodyPr/>
                    <a:lstStyle/>
                    <a:p>
                      <a:pPr algn="ctr"/>
                      <a:endParaRPr lang="en-US" sz="1600"/>
                    </a:p>
                  </a:txBody>
                  <a:tcPr/>
                </a:tc>
                <a:tc gridSpan="2">
                  <a:txBody>
                    <a:bodyPr/>
                    <a:lstStyle/>
                    <a:p>
                      <a:pPr algn="ctr"/>
                      <a:r>
                        <a:rPr lang="en-US" sz="1500"/>
                        <a:t>2027</a:t>
                      </a:r>
                    </a:p>
                  </a:txBody>
                  <a:tcPr>
                    <a:solidFill>
                      <a:srgbClr val="000000"/>
                    </a:solidFill>
                  </a:tcPr>
                </a:tc>
                <a:tc hMerge="1">
                  <a:txBody>
                    <a:bodyPr/>
                    <a:lstStyle/>
                    <a:p>
                      <a:pPr algn="ctr"/>
                      <a:endParaRPr lang="en-US" sz="1600"/>
                    </a:p>
                  </a:txBody>
                  <a:tcPr/>
                </a:tc>
                <a:extLst>
                  <a:ext uri="{0D108BD9-81ED-4DB2-BD59-A6C34878D82A}">
                    <a16:rowId xmlns:a16="http://schemas.microsoft.com/office/drawing/2014/main" val="4169833556"/>
                  </a:ext>
                </a:extLst>
              </a:tr>
              <a:tr h="426720">
                <a:tc>
                  <a:txBody>
                    <a:bodyPr/>
                    <a:lstStyle/>
                    <a:p>
                      <a:r>
                        <a:rPr lang="en-US" sz="1100" dirty="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dirty="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txBody>
                  <a:tcPr marL="96023" marR="96023" anchor="ctr">
                    <a:solidFill>
                      <a:srgbClr val="63E6CF"/>
                    </a:solidFill>
                  </a:tcPr>
                </a:tc>
                <a:tc>
                  <a:txBody>
                    <a:bodyPr/>
                    <a:lstStyle/>
                    <a:p>
                      <a:r>
                        <a:rPr lang="en-US" sz="1100"/>
                        <a:t>Q2</a:t>
                      </a:r>
                    </a:p>
                  </a:txBody>
                  <a:tcPr marL="96023" marR="96023" anchor="ctr">
                    <a:solidFill>
                      <a:srgbClr val="63E6CF"/>
                    </a:solidFill>
                  </a:tcPr>
                </a:tc>
                <a:tc>
                  <a:txBody>
                    <a:bodyPr/>
                    <a:lstStyle/>
                    <a:p>
                      <a:r>
                        <a:rPr lang="en-US" sz="1100"/>
                        <a:t>Q3</a:t>
                      </a:r>
                    </a:p>
                  </a:txBody>
                  <a:tcPr marL="96023" marR="96023" anchor="ctr">
                    <a:solidFill>
                      <a:srgbClr val="63E6CF"/>
                    </a:solidFill>
                  </a:tcPr>
                </a:tc>
                <a:tc>
                  <a:txBody>
                    <a:bodyPr/>
                    <a:lstStyle/>
                    <a:p>
                      <a:r>
                        <a:rPr lang="en-US" sz="1100"/>
                        <a:t>Q4</a:t>
                      </a:r>
                    </a:p>
                  </a:txBody>
                  <a:tcPr marL="96023" marR="96023" anchor="ctr">
                    <a:solidFill>
                      <a:srgbClr val="63E6CF"/>
                    </a:solidFill>
                  </a:tcPr>
                </a:tc>
                <a:tc>
                  <a:txBody>
                    <a:bodyPr/>
                    <a:lstStyle/>
                    <a:p>
                      <a:r>
                        <a:rPr lang="en-US" sz="1100"/>
                        <a:t>Q1</a:t>
                      </a:r>
                    </a:p>
                    <a:p>
                      <a:r>
                        <a:rPr lang="en-US" sz="1100"/>
                        <a:t>Q2</a:t>
                      </a:r>
                    </a:p>
                  </a:txBody>
                  <a:tcPr marL="96023" marR="96023" anchor="ctr">
                    <a:solidFill>
                      <a:srgbClr val="63E6CF"/>
                    </a:solidFill>
                  </a:tcPr>
                </a:tc>
                <a:tc>
                  <a:txBody>
                    <a:bodyPr/>
                    <a:lstStyle/>
                    <a:p>
                      <a:r>
                        <a:rPr lang="en-US" sz="1100"/>
                        <a:t>Q3</a:t>
                      </a:r>
                    </a:p>
                    <a:p>
                      <a:r>
                        <a:rPr lang="en-US" sz="1100"/>
                        <a:t>Q4</a:t>
                      </a:r>
                    </a:p>
                  </a:txBody>
                  <a:tcPr marL="96023" marR="96023" anchor="ctr">
                    <a:solidFill>
                      <a:srgbClr val="63E6CF"/>
                    </a:solidFill>
                  </a:tcPr>
                </a:tc>
                <a:tc>
                  <a:txBody>
                    <a:bodyPr/>
                    <a:lstStyle/>
                    <a:p>
                      <a:r>
                        <a:rPr lang="en-US" sz="1100"/>
                        <a:t>Q1</a:t>
                      </a:r>
                    </a:p>
                    <a:p>
                      <a:r>
                        <a:rPr lang="en-US" sz="1100"/>
                        <a:t>Q2</a:t>
                      </a:r>
                    </a:p>
                  </a:txBody>
                  <a:tcPr marL="96023" marR="96023" anchor="ctr">
                    <a:solidFill>
                      <a:srgbClr val="63E6CF"/>
                    </a:solidFill>
                  </a:tcPr>
                </a:tc>
                <a:tc>
                  <a:txBody>
                    <a:bodyPr/>
                    <a:lstStyle/>
                    <a:p>
                      <a:r>
                        <a:rPr lang="en-US" sz="1100" dirty="0"/>
                        <a:t>Q3</a:t>
                      </a:r>
                    </a:p>
                    <a:p>
                      <a:r>
                        <a:rPr lang="en-US" sz="1100" dirty="0"/>
                        <a:t>Q4</a:t>
                      </a:r>
                    </a:p>
                  </a:txBody>
                  <a:tcPr marL="96023" marR="96023" anchor="ctr">
                    <a:solidFill>
                      <a:srgbClr val="63E6CF"/>
                    </a:solidFill>
                  </a:tcPr>
                </a:tc>
                <a:extLst>
                  <a:ext uri="{0D108BD9-81ED-4DB2-BD59-A6C34878D82A}">
                    <a16:rowId xmlns:a16="http://schemas.microsoft.com/office/drawing/2014/main" val="4064535186"/>
                  </a:ext>
                </a:extLst>
              </a:tr>
            </a:tbl>
          </a:graphicData>
        </a:graphic>
      </p:graphicFrame>
      <p:sp>
        <p:nvSpPr>
          <p:cNvPr id="7" name="文本框 28">
            <a:extLst>
              <a:ext uri="{FF2B5EF4-FFF2-40B4-BE49-F238E27FC236}">
                <a16:creationId xmlns:a16="http://schemas.microsoft.com/office/drawing/2014/main" id="{9AF21DDD-F351-4263-831B-F1D91B2F9D63}"/>
              </a:ext>
            </a:extLst>
          </p:cNvPr>
          <p:cNvSpPr txBox="1"/>
          <p:nvPr/>
        </p:nvSpPr>
        <p:spPr>
          <a:xfrm>
            <a:off x="86784" y="1939061"/>
            <a:ext cx="1060128" cy="461665"/>
          </a:xfrm>
          <a:prstGeom prst="rect">
            <a:avLst/>
          </a:prstGeom>
          <a:solidFill>
            <a:schemeClr val="bg2">
              <a:lumMod val="90000"/>
              <a:lumOff val="10000"/>
            </a:schemeClr>
          </a:solidFill>
        </p:spPr>
        <p:style>
          <a:lnRef idx="3">
            <a:schemeClr val="lt1"/>
          </a:lnRef>
          <a:fillRef idx="1">
            <a:schemeClr val="accent2"/>
          </a:fillRef>
          <a:effectRef idx="1">
            <a:schemeClr val="accent2"/>
          </a:effectRef>
          <a:fontRef idx="minor">
            <a:schemeClr val="lt1"/>
          </a:fontRef>
        </p:style>
        <p:txBody>
          <a:bodyPr wrap="square" rtlCol="0" anchor="ctr" anchorCtr="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err="1">
                <a:ln>
                  <a:noFill/>
                </a:ln>
                <a:solidFill>
                  <a:srgbClr val="FFFFFF"/>
                </a:solidFill>
                <a:effectLst/>
                <a:uLnTx/>
                <a:uFillTx/>
                <a:latin typeface="Boehringer Forward Text"/>
                <a:ea typeface="+mn-ea"/>
                <a:cs typeface="+mn-cs"/>
              </a:rPr>
              <a:t>Metalyse</a:t>
            </a:r>
            <a:r>
              <a:rPr kumimoji="0" lang="en-US" altLang="zh-CN" sz="1200" b="1" i="0" u="none" strike="noStrike" kern="1200" cap="none" spc="0" normalizeH="0" baseline="0" noProof="0">
                <a:ln>
                  <a:noFill/>
                </a:ln>
                <a:solidFill>
                  <a:srgbClr val="FFFFFF"/>
                </a:solidFill>
                <a:effectLst/>
                <a:uLnTx/>
                <a:uFillTx/>
                <a:latin typeface="Boehringer Forward Text"/>
                <a:ea typeface="+mn-ea"/>
                <a:cs typeface="+mn-cs"/>
              </a:rPr>
              <a:t>- BI</a:t>
            </a:r>
          </a:p>
        </p:txBody>
      </p:sp>
      <p:sp>
        <p:nvSpPr>
          <p:cNvPr id="10" name="文本框 29">
            <a:extLst>
              <a:ext uri="{FF2B5EF4-FFF2-40B4-BE49-F238E27FC236}">
                <a16:creationId xmlns:a16="http://schemas.microsoft.com/office/drawing/2014/main" id="{97E6B4C5-7E5E-426A-B954-E4BF81A8FB8E}"/>
              </a:ext>
            </a:extLst>
          </p:cNvPr>
          <p:cNvSpPr txBox="1"/>
          <p:nvPr/>
        </p:nvSpPr>
        <p:spPr>
          <a:xfrm>
            <a:off x="6119539" y="1910103"/>
            <a:ext cx="91943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B050"/>
                </a:solidFill>
                <a:effectLst/>
                <a:uLnTx/>
                <a:uFillTx/>
                <a:latin typeface="Boehringer Forward Text"/>
                <a:ea typeface="+mn-ea"/>
                <a:cs typeface="+mn-cs"/>
              </a:rPr>
              <a:t>(28 Dec</a:t>
            </a:r>
            <a:r>
              <a:rPr kumimoji="0" lang="en-US" altLang="zh-CN" sz="900" b="0" i="0" u="none" strike="noStrike" kern="1200" cap="none" spc="0" normalizeH="0" baseline="0" noProof="0">
                <a:ln>
                  <a:noFill/>
                </a:ln>
                <a:solidFill>
                  <a:srgbClr val="00B050"/>
                </a:solidFill>
                <a:effectLst/>
                <a:uLnTx/>
                <a:uFillTx/>
                <a:latin typeface="Boehringer Forward Text"/>
                <a:ea typeface="+mn-ea"/>
                <a:cs typeface="+mn-cs"/>
              </a:rPr>
              <a:t>’</a:t>
            </a:r>
            <a:r>
              <a:rPr kumimoji="0" lang="en-US" sz="900" b="0" i="0" u="none" strike="noStrike" kern="1200" cap="none" spc="0" normalizeH="0" baseline="0" noProof="0">
                <a:ln>
                  <a:noFill/>
                </a:ln>
                <a:solidFill>
                  <a:srgbClr val="00B050"/>
                </a:solidFill>
                <a:effectLst/>
                <a:uLnTx/>
                <a:uFillTx/>
                <a:latin typeface="Boehringer Forward Text"/>
                <a:ea typeface="+mn-ea"/>
                <a:cs typeface="+mn-cs"/>
              </a:rPr>
              <a:t>23)</a:t>
            </a:r>
          </a:p>
        </p:txBody>
      </p:sp>
      <p:sp>
        <p:nvSpPr>
          <p:cNvPr id="12" name="文本框 36">
            <a:extLst>
              <a:ext uri="{FF2B5EF4-FFF2-40B4-BE49-F238E27FC236}">
                <a16:creationId xmlns:a16="http://schemas.microsoft.com/office/drawing/2014/main" id="{94D21219-AF65-433C-A9A5-CE40607E0C47}"/>
              </a:ext>
            </a:extLst>
          </p:cNvPr>
          <p:cNvSpPr txBox="1"/>
          <p:nvPr/>
        </p:nvSpPr>
        <p:spPr>
          <a:xfrm>
            <a:off x="8416972" y="1921235"/>
            <a:ext cx="919437"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BLA-a</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(Mar’25)</a:t>
            </a:r>
          </a:p>
        </p:txBody>
      </p:sp>
      <p:sp>
        <p:nvSpPr>
          <p:cNvPr id="13" name="Isosceles Triangle 12">
            <a:extLst>
              <a:ext uri="{FF2B5EF4-FFF2-40B4-BE49-F238E27FC236}">
                <a16:creationId xmlns:a16="http://schemas.microsoft.com/office/drawing/2014/main" id="{06CEFA09-D7C6-4940-8849-63ED2F24FBA2}"/>
              </a:ext>
            </a:extLst>
          </p:cNvPr>
          <p:cNvSpPr/>
          <p:nvPr/>
        </p:nvSpPr>
        <p:spPr>
          <a:xfrm>
            <a:off x="6530263" y="2281341"/>
            <a:ext cx="132332" cy="130631"/>
          </a:xfrm>
          <a:prstGeom prst="triangle">
            <a:avLst/>
          </a:prstGeom>
          <a:solidFill>
            <a:srgbClr val="00B050"/>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4" name="Star: 5 Points 13">
            <a:extLst>
              <a:ext uri="{FF2B5EF4-FFF2-40B4-BE49-F238E27FC236}">
                <a16:creationId xmlns:a16="http://schemas.microsoft.com/office/drawing/2014/main" id="{C586D55A-BB86-4435-A688-22C583354D7D}"/>
              </a:ext>
            </a:extLst>
          </p:cNvPr>
          <p:cNvSpPr/>
          <p:nvPr/>
        </p:nvSpPr>
        <p:spPr>
          <a:xfrm>
            <a:off x="8818356" y="2296607"/>
            <a:ext cx="157245" cy="16979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5" name="Title 1">
            <a:extLst>
              <a:ext uri="{FF2B5EF4-FFF2-40B4-BE49-F238E27FC236}">
                <a16:creationId xmlns:a16="http://schemas.microsoft.com/office/drawing/2014/main" id="{DAC253F7-B19B-44BA-93CD-946D62DC5DFA}"/>
              </a:ext>
            </a:extLst>
          </p:cNvPr>
          <p:cNvSpPr txBox="1">
            <a:spLocks/>
          </p:cNvSpPr>
          <p:nvPr/>
        </p:nvSpPr>
        <p:spPr>
          <a:xfrm>
            <a:off x="348771" y="294153"/>
            <a:ext cx="11211800" cy="307777"/>
          </a:xfrm>
          <a:prstGeom prst="rect">
            <a:avLst/>
          </a:prstGeom>
        </p:spPr>
        <p:txBody>
          <a:bodyPr vert="horz" wrap="square" lIns="0" tIns="0" rIns="0" bIns="0" rtlCol="0" anchor="t" anchorCtr="0">
            <a:spAutoFit/>
          </a:bodyPr>
          <a:lstStyle>
            <a:lvl1pPr algn="l" defTabSz="1219140" rtl="0" eaLnBrk="1" latinLnBrk="0" hangingPunct="1">
              <a:spcBef>
                <a:spcPct val="0"/>
              </a:spcBef>
              <a:buNone/>
              <a:defRPr sz="3200" b="0" i="0" kern="1200">
                <a:solidFill>
                  <a:srgbClr val="003366"/>
                </a:solidFill>
                <a:latin typeface="BISansOptiCond"/>
                <a:ea typeface="+mj-ea"/>
                <a:cs typeface="BISansOptiCond"/>
              </a:defRPr>
            </a:lvl1pPr>
          </a:lstStyle>
          <a:p>
            <a:pPr marL="0" marR="0" lvl="0" indent="0" algn="l" defTabSz="1218690" rtl="0" eaLnBrk="1" fontAlgn="auto" latinLnBrk="0" hangingPunct="1">
              <a:lnSpc>
                <a:spcPct val="100000"/>
              </a:lnSpc>
              <a:spcBef>
                <a:spcPct val="0"/>
              </a:spcBef>
              <a:spcAft>
                <a:spcPts val="300"/>
              </a:spcAft>
              <a:buClrTx/>
              <a:buSzTx/>
              <a:buFontTx/>
              <a:buNone/>
              <a:tabLst/>
              <a:defRPr/>
            </a:pPr>
            <a:r>
              <a:rPr kumimoji="0" lang="en-US" altLang="zh-CN" sz="2000" b="1" i="0" u="none" strike="noStrike" kern="1200" cap="none" spc="0" normalizeH="0" baseline="0" noProof="0" dirty="0" err="1">
                <a:ln>
                  <a:noFill/>
                </a:ln>
                <a:solidFill>
                  <a:srgbClr val="000000"/>
                </a:solidFill>
                <a:effectLst/>
                <a:uLnTx/>
                <a:uFillTx/>
                <a:latin typeface="Boehringer Forward Head"/>
                <a:ea typeface="+mj-ea"/>
              </a:rPr>
              <a:t>Fenghua</a:t>
            </a:r>
            <a:r>
              <a:rPr kumimoji="0" lang="en-US" altLang="zh-CN" sz="2000" b="1" i="0" u="none" strike="noStrike" kern="1200" cap="none" spc="0" normalizeH="0" baseline="0" noProof="0" dirty="0">
                <a:ln>
                  <a:noFill/>
                </a:ln>
                <a:solidFill>
                  <a:srgbClr val="000000"/>
                </a:solidFill>
                <a:effectLst/>
                <a:uLnTx/>
                <a:uFillTx/>
                <a:latin typeface="Boehringer Forward Head"/>
                <a:ea typeface="+mj-ea"/>
              </a:rPr>
              <a:t> TNK Current Status</a:t>
            </a:r>
            <a:endParaRPr kumimoji="0" lang="zh-CN" altLang="en-US" sz="2000" b="1" i="0" u="none" strike="noStrike" kern="1200" cap="none" spc="0" normalizeH="0" baseline="0" noProof="0" dirty="0">
              <a:ln>
                <a:noFill/>
              </a:ln>
              <a:solidFill>
                <a:srgbClr val="000000"/>
              </a:solidFill>
              <a:effectLst/>
              <a:uLnTx/>
              <a:uFillTx/>
              <a:latin typeface="Boehringer Forward Head"/>
              <a:ea typeface="+mj-ea"/>
            </a:endParaRPr>
          </a:p>
        </p:txBody>
      </p:sp>
      <p:sp>
        <p:nvSpPr>
          <p:cNvPr id="16" name="文本框 12">
            <a:extLst>
              <a:ext uri="{FF2B5EF4-FFF2-40B4-BE49-F238E27FC236}">
                <a16:creationId xmlns:a16="http://schemas.microsoft.com/office/drawing/2014/main" id="{F8E4E5E1-5CA8-493C-936D-584F4A4B42E1}"/>
              </a:ext>
            </a:extLst>
          </p:cNvPr>
          <p:cNvSpPr txBox="1"/>
          <p:nvPr/>
        </p:nvSpPr>
        <p:spPr>
          <a:xfrm>
            <a:off x="76201" y="2919772"/>
            <a:ext cx="1060923" cy="600164"/>
          </a:xfrm>
          <a:prstGeom prst="rect">
            <a:avLst/>
          </a:prstGeom>
          <a:solidFill>
            <a:schemeClr val="bg2">
              <a:lumMod val="50000"/>
              <a:lumOff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latin typeface="Boehringer Forward Text"/>
                <a:ea typeface="+mn-ea"/>
                <a:cs typeface="+mn-cs"/>
              </a:rPr>
              <a:t>Local TNK- </a:t>
            </a:r>
            <a:r>
              <a:rPr kumimoji="0" lang="en-US" altLang="zh-CN" sz="1100" b="1" i="0" u="none" strike="noStrike" kern="1200" cap="none" spc="0" normalizeH="0" baseline="0" noProof="0" dirty="0" err="1">
                <a:ln>
                  <a:noFill/>
                </a:ln>
                <a:solidFill>
                  <a:srgbClr val="000000"/>
                </a:solidFill>
                <a:effectLst/>
                <a:uLnTx/>
                <a:uFillTx/>
                <a:latin typeface="Boehringer Forward Text"/>
                <a:ea typeface="+mn-ea"/>
                <a:cs typeface="+mn-cs"/>
              </a:rPr>
              <a:t>Fenghua</a:t>
            </a:r>
            <a:endParaRPr kumimoji="0" lang="en-US" altLang="zh-CN" sz="1100" b="1" i="0" u="none" strike="noStrike" kern="1200" cap="none" spc="0" normalizeH="0" baseline="0" noProof="0" dirty="0">
              <a:ln>
                <a:noFill/>
              </a:ln>
              <a:solidFill>
                <a:srgbClr val="000000"/>
              </a:solidFill>
              <a:effectLst/>
              <a:uLnTx/>
              <a:uFillTx/>
              <a:latin typeface="Boehringer Forward Text"/>
              <a:ea typeface="+mn-ea"/>
              <a:cs typeface="+mn-cs"/>
            </a:endParaRP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highlight>
                  <a:srgbClr val="FFFF00"/>
                </a:highlight>
                <a:uLnTx/>
                <a:uFillTx/>
                <a:latin typeface="Boehringer Forward Text"/>
                <a:ea typeface="+mn-ea"/>
                <a:cs typeface="+mn-cs"/>
              </a:rPr>
              <a:t>-AIS</a:t>
            </a:r>
          </a:p>
        </p:txBody>
      </p:sp>
      <p:sp>
        <p:nvSpPr>
          <p:cNvPr id="20" name="文本框 34">
            <a:extLst>
              <a:ext uri="{FF2B5EF4-FFF2-40B4-BE49-F238E27FC236}">
                <a16:creationId xmlns:a16="http://schemas.microsoft.com/office/drawing/2014/main" id="{AD6C8379-C0E4-4F7A-97B7-910732FA6FDE}"/>
              </a:ext>
            </a:extLst>
          </p:cNvPr>
          <p:cNvSpPr txBox="1"/>
          <p:nvPr/>
        </p:nvSpPr>
        <p:spPr>
          <a:xfrm>
            <a:off x="8919804" y="2866330"/>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BLA-a &amp; 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(Jul’25)</a:t>
            </a:r>
          </a:p>
        </p:txBody>
      </p:sp>
      <p:grpSp>
        <p:nvGrpSpPr>
          <p:cNvPr id="18" name="Group 17">
            <a:extLst>
              <a:ext uri="{FF2B5EF4-FFF2-40B4-BE49-F238E27FC236}">
                <a16:creationId xmlns:a16="http://schemas.microsoft.com/office/drawing/2014/main" id="{3DE61507-CB90-96DC-E39C-B5E0DA6FA78E}"/>
              </a:ext>
            </a:extLst>
          </p:cNvPr>
          <p:cNvGrpSpPr/>
          <p:nvPr/>
        </p:nvGrpSpPr>
        <p:grpSpPr>
          <a:xfrm>
            <a:off x="6583171" y="2888841"/>
            <a:ext cx="1117772" cy="522547"/>
            <a:chOff x="6460598" y="4684189"/>
            <a:chExt cx="1117772" cy="522546"/>
          </a:xfrm>
        </p:grpSpPr>
        <p:sp>
          <p:nvSpPr>
            <p:cNvPr id="19" name="文本框 13">
              <a:extLst>
                <a:ext uri="{FF2B5EF4-FFF2-40B4-BE49-F238E27FC236}">
                  <a16:creationId xmlns:a16="http://schemas.microsoft.com/office/drawing/2014/main" id="{11C5CAC2-32E7-4EB1-B03E-3D5B4F4A273B}"/>
                </a:ext>
              </a:extLst>
            </p:cNvPr>
            <p:cNvSpPr txBox="1"/>
            <p:nvPr/>
          </p:nvSpPr>
          <p:spPr>
            <a:xfrm>
              <a:off x="6460598" y="4684189"/>
              <a:ext cx="1117772" cy="369331"/>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BLA-s</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a:t>
              </a:r>
              <a:r>
                <a:rPr kumimoji="0" lang="en-US" altLang="zh-CN" sz="900" b="0" i="0" u="none" strike="noStrike" kern="1200" cap="none" spc="0" normalizeH="0" baseline="0" noProof="0">
                  <a:ln>
                    <a:noFill/>
                  </a:ln>
                  <a:solidFill>
                    <a:srgbClr val="0000CC"/>
                  </a:solidFill>
                  <a:effectLst/>
                  <a:uLnTx/>
                  <a:uFillTx/>
                  <a:latin typeface="Boehringer Forward Text"/>
                  <a:ea typeface="+mn-ea"/>
                  <a:cs typeface="+mn-cs"/>
                </a:rPr>
                <a:t>Apr</a:t>
              </a:r>
              <a:r>
                <a:rPr kumimoji="0" lang="en-US" sz="900" b="0" i="0" u="none" strike="noStrike" kern="1200" cap="none" spc="0" normalizeH="0" baseline="0" noProof="0">
                  <a:ln>
                    <a:noFill/>
                  </a:ln>
                  <a:solidFill>
                    <a:srgbClr val="0000CC"/>
                  </a:solidFill>
                  <a:effectLst/>
                  <a:uLnTx/>
                  <a:uFillTx/>
                  <a:latin typeface="Boehringer Forward Text"/>
                  <a:ea typeface="+mn-ea"/>
                  <a:cs typeface="+mn-cs"/>
                </a:rPr>
                <a:t>’24)</a:t>
              </a:r>
            </a:p>
          </p:txBody>
        </p:sp>
        <p:sp>
          <p:nvSpPr>
            <p:cNvPr id="22" name="Isosceles Triangle 21">
              <a:extLst>
                <a:ext uri="{FF2B5EF4-FFF2-40B4-BE49-F238E27FC236}">
                  <a16:creationId xmlns:a16="http://schemas.microsoft.com/office/drawing/2014/main" id="{71072A3A-2892-45B0-9B1F-0EFE39468DAD}"/>
                </a:ext>
              </a:extLst>
            </p:cNvPr>
            <p:cNvSpPr/>
            <p:nvPr/>
          </p:nvSpPr>
          <p:spPr>
            <a:xfrm>
              <a:off x="6967617" y="5076104"/>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pSp>
      <p:sp>
        <p:nvSpPr>
          <p:cNvPr id="23" name="Star: 5 Points 22">
            <a:extLst>
              <a:ext uri="{FF2B5EF4-FFF2-40B4-BE49-F238E27FC236}">
                <a16:creationId xmlns:a16="http://schemas.microsoft.com/office/drawing/2014/main" id="{AAEF87AA-853F-4A17-A83C-26CBE12E865C}"/>
              </a:ext>
            </a:extLst>
          </p:cNvPr>
          <p:cNvSpPr/>
          <p:nvPr/>
        </p:nvSpPr>
        <p:spPr>
          <a:xfrm>
            <a:off x="9486275" y="3259505"/>
            <a:ext cx="157245" cy="16979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cxnSp>
        <p:nvCxnSpPr>
          <p:cNvPr id="32" name="Straight Connector 31">
            <a:extLst>
              <a:ext uri="{FF2B5EF4-FFF2-40B4-BE49-F238E27FC236}">
                <a16:creationId xmlns:a16="http://schemas.microsoft.com/office/drawing/2014/main" id="{1D323C16-1B96-40EC-A2D2-8FA71BD97257}"/>
              </a:ext>
            </a:extLst>
          </p:cNvPr>
          <p:cNvCxnSpPr/>
          <p:nvPr/>
        </p:nvCxnSpPr>
        <p:spPr>
          <a:xfrm>
            <a:off x="10584" y="2633532"/>
            <a:ext cx="12192000" cy="0"/>
          </a:xfrm>
          <a:prstGeom prst="line">
            <a:avLst/>
          </a:prstGeom>
          <a:ln w="1270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3" name="文本框 36">
            <a:extLst>
              <a:ext uri="{FF2B5EF4-FFF2-40B4-BE49-F238E27FC236}">
                <a16:creationId xmlns:a16="http://schemas.microsoft.com/office/drawing/2014/main" id="{F2AE1C8E-0FCC-4855-BC52-FC0726B4FC3A}"/>
              </a:ext>
            </a:extLst>
          </p:cNvPr>
          <p:cNvSpPr txBox="1"/>
          <p:nvPr/>
        </p:nvSpPr>
        <p:spPr>
          <a:xfrm>
            <a:off x="9076292" y="1921235"/>
            <a:ext cx="919437"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Boehringer Forward Text"/>
                <a:ea typeface="+mn-ea"/>
                <a:cs typeface="+mn-cs"/>
              </a:rPr>
              <a:t>Launch</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CC"/>
                </a:solidFill>
                <a:effectLst/>
                <a:uLnTx/>
                <a:uFillTx/>
                <a:latin typeface="Boehringer Forward Text"/>
                <a:ea typeface="+mn-ea"/>
                <a:cs typeface="+mn-cs"/>
              </a:rPr>
              <a:t>(Jul’25)</a:t>
            </a:r>
          </a:p>
        </p:txBody>
      </p:sp>
      <p:sp>
        <p:nvSpPr>
          <p:cNvPr id="54" name="Star: 5 Points 53">
            <a:extLst>
              <a:ext uri="{FF2B5EF4-FFF2-40B4-BE49-F238E27FC236}">
                <a16:creationId xmlns:a16="http://schemas.microsoft.com/office/drawing/2014/main" id="{C430E9D9-0F17-436F-8522-34B18F123DCF}"/>
              </a:ext>
            </a:extLst>
          </p:cNvPr>
          <p:cNvSpPr/>
          <p:nvPr/>
        </p:nvSpPr>
        <p:spPr>
          <a:xfrm>
            <a:off x="9477672" y="2296607"/>
            <a:ext cx="157245" cy="169796"/>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cxnSp>
        <p:nvCxnSpPr>
          <p:cNvPr id="31" name="Straight Connector 30">
            <a:extLst>
              <a:ext uri="{FF2B5EF4-FFF2-40B4-BE49-F238E27FC236}">
                <a16:creationId xmlns:a16="http://schemas.microsoft.com/office/drawing/2014/main" id="{A5896340-43A1-B292-C15A-09B283B15E84}"/>
              </a:ext>
            </a:extLst>
          </p:cNvPr>
          <p:cNvCxnSpPr/>
          <p:nvPr/>
        </p:nvCxnSpPr>
        <p:spPr>
          <a:xfrm>
            <a:off x="9562091" y="1711709"/>
            <a:ext cx="0" cy="5059680"/>
          </a:xfrm>
          <a:prstGeom prst="line">
            <a:avLst/>
          </a:prstGeom>
          <a:ln>
            <a:prstDash val="sysDot"/>
          </a:ln>
        </p:spPr>
        <p:style>
          <a:lnRef idx="1">
            <a:schemeClr val="accent2"/>
          </a:lnRef>
          <a:fillRef idx="0">
            <a:schemeClr val="accent2"/>
          </a:fillRef>
          <a:effectRef idx="0">
            <a:schemeClr val="accent2"/>
          </a:effectRef>
          <a:fontRef idx="minor">
            <a:schemeClr val="tx1"/>
          </a:fontRef>
        </p:style>
      </p:cxnSp>
      <p:sp>
        <p:nvSpPr>
          <p:cNvPr id="17" name="文本框 12">
            <a:extLst>
              <a:ext uri="{FF2B5EF4-FFF2-40B4-BE49-F238E27FC236}">
                <a16:creationId xmlns:a16="http://schemas.microsoft.com/office/drawing/2014/main" id="{DAD98D61-340C-9A21-150D-D50D1398B1F6}"/>
              </a:ext>
            </a:extLst>
          </p:cNvPr>
          <p:cNvSpPr txBox="1"/>
          <p:nvPr/>
        </p:nvSpPr>
        <p:spPr>
          <a:xfrm>
            <a:off x="76200" y="4136962"/>
            <a:ext cx="1060923" cy="600164"/>
          </a:xfrm>
          <a:prstGeom prst="rect">
            <a:avLst/>
          </a:prstGeom>
          <a:solidFill>
            <a:schemeClr val="bg2">
              <a:lumMod val="50000"/>
              <a:lumOff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latin typeface="Boehringer Forward Text"/>
                <a:ea typeface="+mn-ea"/>
                <a:cs typeface="+mn-cs"/>
              </a:rPr>
              <a:t>Local TNK- </a:t>
            </a:r>
            <a:r>
              <a:rPr kumimoji="0" lang="en-US" altLang="zh-CN" sz="1100" b="1" i="0" u="none" strike="noStrike" kern="1200" cap="none" spc="0" normalizeH="0" baseline="0" noProof="0" dirty="0" err="1">
                <a:ln>
                  <a:noFill/>
                </a:ln>
                <a:solidFill>
                  <a:srgbClr val="000000"/>
                </a:solidFill>
                <a:effectLst/>
                <a:uLnTx/>
                <a:uFillTx/>
                <a:latin typeface="Boehringer Forward Text"/>
                <a:ea typeface="+mn-ea"/>
                <a:cs typeface="+mn-cs"/>
              </a:rPr>
              <a:t>Fenghua</a:t>
            </a:r>
            <a:endParaRPr kumimoji="0" lang="en-US" altLang="zh-CN" sz="1100" b="1" i="0" u="none" strike="noStrike" kern="1200" cap="none" spc="0" normalizeH="0" baseline="0" noProof="0" dirty="0">
              <a:ln>
                <a:noFill/>
              </a:ln>
              <a:solidFill>
                <a:srgbClr val="000000"/>
              </a:solidFill>
              <a:effectLst/>
              <a:uLnTx/>
              <a:uFillTx/>
              <a:latin typeface="Boehringer Forward Text"/>
              <a:ea typeface="+mn-ea"/>
              <a:cs typeface="+mn-cs"/>
            </a:endParaRP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highlight>
                  <a:srgbClr val="FFFF00"/>
                </a:highlight>
                <a:uLnTx/>
                <a:uFillTx/>
                <a:latin typeface="Boehringer Forward Text"/>
                <a:ea typeface="+mn-ea"/>
                <a:cs typeface="+mn-cs"/>
              </a:rPr>
              <a:t>-STEMI</a:t>
            </a:r>
          </a:p>
        </p:txBody>
      </p:sp>
      <p:sp>
        <p:nvSpPr>
          <p:cNvPr id="41" name="文本框 62">
            <a:extLst>
              <a:ext uri="{FF2B5EF4-FFF2-40B4-BE49-F238E27FC236}">
                <a16:creationId xmlns:a16="http://schemas.microsoft.com/office/drawing/2014/main" id="{AD9C20F2-B7CC-6236-C048-6507217E1967}"/>
              </a:ext>
            </a:extLst>
          </p:cNvPr>
          <p:cNvSpPr txBox="1"/>
          <p:nvPr/>
        </p:nvSpPr>
        <p:spPr>
          <a:xfrm>
            <a:off x="5211870" y="4100980"/>
            <a:ext cx="3044694" cy="553998"/>
          </a:xfrm>
          <a:prstGeom prst="rect">
            <a:avLst/>
          </a:prstGeom>
          <a:noFill/>
          <a:ln>
            <a:solidFill>
              <a:schemeClr val="bg2"/>
            </a:solidFill>
            <a:prstDash val="dash"/>
          </a:ln>
        </p:spPr>
        <p:txBody>
          <a:bodyPr wrap="square">
            <a:spAutoFit/>
          </a:bodyPr>
          <a:lstStyle/>
          <a:p>
            <a:pPr marL="74079" marR="0" lvl="0"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1000" b="0" i="0" u="none" strike="noStrike" kern="1200" cap="none" spc="0" normalizeH="0" baseline="0" noProof="0" dirty="0">
                <a:ln>
                  <a:noFill/>
                </a:ln>
                <a:solidFill>
                  <a:prstClr val="white">
                    <a:lumMod val="50000"/>
                  </a:prstClr>
                </a:solidFill>
                <a:effectLst/>
                <a:uLnTx/>
                <a:uFillTx/>
                <a:latin typeface="Boehringer Forward Text"/>
                <a:ea typeface="+mn-ea"/>
                <a:cs typeface="+mn-cs"/>
              </a:rPr>
              <a:t>According to intelligence, 1</a:t>
            </a:r>
            <a:r>
              <a:rPr kumimoji="0" lang="en-US" altLang="zh-CN" sz="1000" b="0" i="0" u="none" strike="noStrike" kern="1200" cap="none" spc="0" normalizeH="0" baseline="30000" noProof="0" dirty="0">
                <a:ln>
                  <a:noFill/>
                </a:ln>
                <a:solidFill>
                  <a:prstClr val="white">
                    <a:lumMod val="50000"/>
                  </a:prstClr>
                </a:solidFill>
                <a:effectLst/>
                <a:uLnTx/>
                <a:uFillTx/>
                <a:latin typeface="Boehringer Forward Text"/>
                <a:ea typeface="+mn-ea"/>
                <a:cs typeface="+mn-cs"/>
              </a:rPr>
              <a:t>st</a:t>
            </a:r>
            <a:r>
              <a:rPr kumimoji="0" lang="en-US" altLang="zh-CN" sz="1000" b="0" i="0" u="none" strike="noStrike" kern="1200" cap="none" spc="0" normalizeH="0" baseline="0" noProof="0" dirty="0">
                <a:ln>
                  <a:noFill/>
                </a:ln>
                <a:solidFill>
                  <a:prstClr val="white">
                    <a:lumMod val="50000"/>
                  </a:prstClr>
                </a:solidFill>
                <a:effectLst/>
                <a:uLnTx/>
                <a:uFillTx/>
                <a:latin typeface="Boehringer Forward Text"/>
                <a:ea typeface="+mn-ea"/>
                <a:cs typeface="+mn-cs"/>
              </a:rPr>
              <a:t> STEMI BLA was rejected due to unsuccessful GMP inspection and Covid-19 impact.</a:t>
            </a:r>
          </a:p>
        </p:txBody>
      </p:sp>
      <p:sp>
        <p:nvSpPr>
          <p:cNvPr id="46" name="文本框 34">
            <a:extLst>
              <a:ext uri="{FF2B5EF4-FFF2-40B4-BE49-F238E27FC236}">
                <a16:creationId xmlns:a16="http://schemas.microsoft.com/office/drawing/2014/main" id="{1FF327FA-1515-BE71-2522-18D96AA6D936}"/>
              </a:ext>
            </a:extLst>
          </p:cNvPr>
          <p:cNvSpPr txBox="1"/>
          <p:nvPr/>
        </p:nvSpPr>
        <p:spPr>
          <a:xfrm>
            <a:off x="1924260" y="4198499"/>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lumMod val="50000"/>
                  </a:prstClr>
                </a:solidFill>
                <a:effectLst/>
                <a:uLnTx/>
                <a:uFillTx/>
                <a:latin typeface="Boehringer Forward Text"/>
                <a:ea typeface="+mn-ea"/>
                <a:cs typeface="+mn-cs"/>
              </a:rPr>
              <a:t>BLA-Rejection</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lumMod val="50000"/>
                  </a:prstClr>
                </a:solidFill>
                <a:effectLst/>
                <a:uLnTx/>
                <a:uFillTx/>
                <a:latin typeface="Boehringer Forward Text"/>
                <a:ea typeface="+mn-ea"/>
                <a:cs typeface="+mn-cs"/>
              </a:rPr>
              <a:t>(Oct’21)</a:t>
            </a:r>
          </a:p>
        </p:txBody>
      </p:sp>
      <p:sp>
        <p:nvSpPr>
          <p:cNvPr id="47" name="Star: 5 Points 46">
            <a:extLst>
              <a:ext uri="{FF2B5EF4-FFF2-40B4-BE49-F238E27FC236}">
                <a16:creationId xmlns:a16="http://schemas.microsoft.com/office/drawing/2014/main" id="{47DD759C-C1F6-B988-EE40-14C905810F6D}"/>
              </a:ext>
            </a:extLst>
          </p:cNvPr>
          <p:cNvSpPr/>
          <p:nvPr/>
        </p:nvSpPr>
        <p:spPr>
          <a:xfrm>
            <a:off x="2392802" y="4540288"/>
            <a:ext cx="157245" cy="169795"/>
          </a:xfrm>
          <a:prstGeom prst="star5">
            <a:avLst/>
          </a:prstGeom>
          <a:solidFill>
            <a:schemeClr val="bg1">
              <a:lumMod val="5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pSp>
        <p:nvGrpSpPr>
          <p:cNvPr id="48" name="Group 17">
            <a:extLst>
              <a:ext uri="{FF2B5EF4-FFF2-40B4-BE49-F238E27FC236}">
                <a16:creationId xmlns:a16="http://schemas.microsoft.com/office/drawing/2014/main" id="{11934163-3623-1D45-BFDC-7163975B80CB}"/>
              </a:ext>
            </a:extLst>
          </p:cNvPr>
          <p:cNvGrpSpPr/>
          <p:nvPr/>
        </p:nvGrpSpPr>
        <p:grpSpPr>
          <a:xfrm>
            <a:off x="1085439" y="4174435"/>
            <a:ext cx="1117772" cy="522547"/>
            <a:chOff x="6460598" y="4684189"/>
            <a:chExt cx="1117772" cy="522546"/>
          </a:xfrm>
        </p:grpSpPr>
        <p:sp>
          <p:nvSpPr>
            <p:cNvPr id="49" name="文本框 13">
              <a:extLst>
                <a:ext uri="{FF2B5EF4-FFF2-40B4-BE49-F238E27FC236}">
                  <a16:creationId xmlns:a16="http://schemas.microsoft.com/office/drawing/2014/main" id="{4D2E0EF6-C4B4-66BD-F1E8-371F4D25BA0A}"/>
                </a:ext>
              </a:extLst>
            </p:cNvPr>
            <p:cNvSpPr txBox="1"/>
            <p:nvPr/>
          </p:nvSpPr>
          <p:spPr>
            <a:xfrm>
              <a:off x="6460598" y="4684189"/>
              <a:ext cx="1117772" cy="369331"/>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lumMod val="50000"/>
                    </a:prstClr>
                  </a:solidFill>
                  <a:effectLst/>
                  <a:uLnTx/>
                  <a:uFillTx/>
                  <a:latin typeface="Boehringer Forward Text"/>
                  <a:ea typeface="+mn-ea"/>
                  <a:cs typeface="+mn-cs"/>
                </a:rPr>
                <a:t>BLA-sub</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lumMod val="50000"/>
                    </a:prstClr>
                  </a:solidFill>
                  <a:effectLst/>
                  <a:uLnTx/>
                  <a:uFillTx/>
                  <a:latin typeface="Boehringer Forward Text"/>
                  <a:ea typeface="+mn-ea"/>
                  <a:cs typeface="+mn-cs"/>
                </a:rPr>
                <a:t>(Feb’18)</a:t>
              </a:r>
            </a:p>
          </p:txBody>
        </p:sp>
        <p:sp>
          <p:nvSpPr>
            <p:cNvPr id="63" name="Isosceles Triangle 21">
              <a:extLst>
                <a:ext uri="{FF2B5EF4-FFF2-40B4-BE49-F238E27FC236}">
                  <a16:creationId xmlns:a16="http://schemas.microsoft.com/office/drawing/2014/main" id="{263CC3B2-22AD-877F-5DB4-61CC6E7AA432}"/>
                </a:ext>
              </a:extLst>
            </p:cNvPr>
            <p:cNvSpPr/>
            <p:nvPr/>
          </p:nvSpPr>
          <p:spPr>
            <a:xfrm>
              <a:off x="6967617" y="5076104"/>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prstClr val="white">
                    <a:lumMod val="50000"/>
                  </a:prstClr>
                </a:solidFill>
                <a:effectLst/>
                <a:uLnTx/>
                <a:uFillTx/>
                <a:latin typeface="Boehringer Forward Text"/>
                <a:ea typeface="+mn-ea"/>
                <a:cs typeface="+mn-cs"/>
              </a:endParaRPr>
            </a:p>
          </p:txBody>
        </p:sp>
      </p:grpSp>
      <p:grpSp>
        <p:nvGrpSpPr>
          <p:cNvPr id="1025" name="Group 1024">
            <a:extLst>
              <a:ext uri="{FF2B5EF4-FFF2-40B4-BE49-F238E27FC236}">
                <a16:creationId xmlns:a16="http://schemas.microsoft.com/office/drawing/2014/main" id="{AFD7AE79-A733-87A9-3737-FEEA0F9BB04C}"/>
              </a:ext>
            </a:extLst>
          </p:cNvPr>
          <p:cNvGrpSpPr/>
          <p:nvPr/>
        </p:nvGrpSpPr>
        <p:grpSpPr>
          <a:xfrm>
            <a:off x="3001622" y="3881901"/>
            <a:ext cx="2003406" cy="1041114"/>
            <a:chOff x="2923525" y="3154582"/>
            <a:chExt cx="4218532" cy="2139772"/>
          </a:xfrm>
        </p:grpSpPr>
        <p:pic>
          <p:nvPicPr>
            <p:cNvPr id="1026" name="Picture 2" descr="图像">
              <a:extLst>
                <a:ext uri="{FF2B5EF4-FFF2-40B4-BE49-F238E27FC236}">
                  <a16:creationId xmlns:a16="http://schemas.microsoft.com/office/drawing/2014/main" id="{665131B5-EA72-2A0D-EC45-38F4625075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3525" y="3154582"/>
              <a:ext cx="4218532" cy="2139772"/>
            </a:xfrm>
            <a:prstGeom prst="rect">
              <a:avLst/>
            </a:prstGeom>
            <a:noFill/>
            <a:extLst>
              <a:ext uri="{909E8E84-426E-40DD-AFC4-6F175D3DCCD1}">
                <a14:hiddenFill xmlns:a14="http://schemas.microsoft.com/office/drawing/2010/main">
                  <a:solidFill>
                    <a:srgbClr val="FFFFFF"/>
                  </a:solidFill>
                </a14:hiddenFill>
              </a:ext>
            </a:extLst>
          </p:spPr>
        </p:pic>
        <p:sp>
          <p:nvSpPr>
            <p:cNvPr id="1024" name="Oval 1023">
              <a:extLst>
                <a:ext uri="{FF2B5EF4-FFF2-40B4-BE49-F238E27FC236}">
                  <a16:creationId xmlns:a16="http://schemas.microsoft.com/office/drawing/2014/main" id="{32930D8F-5DC8-ACFF-22A8-C0AAC121FD78}"/>
                </a:ext>
              </a:extLst>
            </p:cNvPr>
            <p:cNvSpPr/>
            <p:nvPr/>
          </p:nvSpPr>
          <p:spPr bwMode="gray">
            <a:xfrm>
              <a:off x="3517195" y="4889036"/>
              <a:ext cx="537516" cy="356274"/>
            </a:xfrm>
            <a:prstGeom prst="ellipse">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Boehringer Forward Text"/>
                <a:ea typeface="+mn-ea"/>
                <a:cs typeface="+mn-cs"/>
              </a:endParaRPr>
            </a:p>
          </p:txBody>
        </p:sp>
      </p:grpSp>
      <p:sp>
        <p:nvSpPr>
          <p:cNvPr id="1027" name="文本框 34">
            <a:extLst>
              <a:ext uri="{FF2B5EF4-FFF2-40B4-BE49-F238E27FC236}">
                <a16:creationId xmlns:a16="http://schemas.microsoft.com/office/drawing/2014/main" id="{0263F4C5-FCFD-4F90-FB44-128F2EBE066A}"/>
              </a:ext>
            </a:extLst>
          </p:cNvPr>
          <p:cNvSpPr txBox="1"/>
          <p:nvPr/>
        </p:nvSpPr>
        <p:spPr>
          <a:xfrm>
            <a:off x="7762648" y="4857614"/>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Boehringer Forward Text"/>
                <a:ea typeface="+mn-ea"/>
                <a:cs typeface="+mn-cs"/>
              </a:rPr>
              <a:t>BLA-a-</a:t>
            </a:r>
            <a:r>
              <a:rPr kumimoji="0" lang="en-US" sz="900" b="0" i="0" u="none" strike="noStrike" kern="1200" cap="none" spc="0" normalizeH="0" baseline="0" noProof="0" dirty="0">
                <a:ln>
                  <a:noFill/>
                </a:ln>
                <a:solidFill>
                  <a:srgbClr val="FF0000"/>
                </a:solidFill>
                <a:effectLst/>
                <a:uLnTx/>
                <a:uFillTx/>
                <a:latin typeface="Boehringer Forward Text"/>
                <a:ea typeface="+mn-ea"/>
                <a:cs typeface="+mn-cs"/>
              </a:rPr>
              <a:t>base</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CC"/>
                </a:solidFill>
                <a:effectLst/>
                <a:uLnTx/>
                <a:uFillTx/>
                <a:latin typeface="Boehringer Forward Text"/>
                <a:ea typeface="+mn-ea"/>
                <a:cs typeface="+mn-cs"/>
              </a:rPr>
              <a:t>(Nov’24)</a:t>
            </a:r>
          </a:p>
        </p:txBody>
      </p:sp>
      <p:grpSp>
        <p:nvGrpSpPr>
          <p:cNvPr id="1028" name="Group 1027">
            <a:extLst>
              <a:ext uri="{FF2B5EF4-FFF2-40B4-BE49-F238E27FC236}">
                <a16:creationId xmlns:a16="http://schemas.microsoft.com/office/drawing/2014/main" id="{A6E6FACF-D104-B01B-7EA0-43BCDF10585F}"/>
              </a:ext>
            </a:extLst>
          </p:cNvPr>
          <p:cNvGrpSpPr/>
          <p:nvPr/>
        </p:nvGrpSpPr>
        <p:grpSpPr>
          <a:xfrm>
            <a:off x="5412491" y="4899152"/>
            <a:ext cx="1117772" cy="522547"/>
            <a:chOff x="6460598" y="4684189"/>
            <a:chExt cx="1117772" cy="522546"/>
          </a:xfrm>
        </p:grpSpPr>
        <p:sp>
          <p:nvSpPr>
            <p:cNvPr id="1029" name="文本框 13">
              <a:extLst>
                <a:ext uri="{FF2B5EF4-FFF2-40B4-BE49-F238E27FC236}">
                  <a16:creationId xmlns:a16="http://schemas.microsoft.com/office/drawing/2014/main" id="{59E50797-7AA6-D87E-94C5-904A54ED0290}"/>
                </a:ext>
              </a:extLst>
            </p:cNvPr>
            <p:cNvSpPr txBox="1"/>
            <p:nvPr/>
          </p:nvSpPr>
          <p:spPr>
            <a:xfrm>
              <a:off x="6460598" y="4684189"/>
              <a:ext cx="1117772" cy="369331"/>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Boehringer Forward Text"/>
                  <a:ea typeface="+mn-ea"/>
                  <a:cs typeface="+mn-cs"/>
                </a:rPr>
                <a:t>BLA-resub</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CC"/>
                  </a:solidFill>
                  <a:effectLst/>
                  <a:uLnTx/>
                  <a:uFillTx/>
                  <a:latin typeface="Boehringer Forward Text"/>
                  <a:ea typeface="+mn-ea"/>
                  <a:cs typeface="+mn-cs"/>
                </a:rPr>
                <a:t>(Aug’23)</a:t>
              </a:r>
            </a:p>
          </p:txBody>
        </p:sp>
        <p:sp>
          <p:nvSpPr>
            <p:cNvPr id="1030" name="Isosceles Triangle 1029">
              <a:extLst>
                <a:ext uri="{FF2B5EF4-FFF2-40B4-BE49-F238E27FC236}">
                  <a16:creationId xmlns:a16="http://schemas.microsoft.com/office/drawing/2014/main" id="{D2055AD2-D1F8-5489-E2A0-C56CCDBF3DE6}"/>
                </a:ext>
              </a:extLst>
            </p:cNvPr>
            <p:cNvSpPr/>
            <p:nvPr/>
          </p:nvSpPr>
          <p:spPr>
            <a:xfrm>
              <a:off x="6967617" y="5076104"/>
              <a:ext cx="132332" cy="130631"/>
            </a:xfrm>
            <a:prstGeom prst="triangle">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grpSp>
      <p:sp>
        <p:nvSpPr>
          <p:cNvPr id="1031" name="Star: 5 Points 1030">
            <a:extLst>
              <a:ext uri="{FF2B5EF4-FFF2-40B4-BE49-F238E27FC236}">
                <a16:creationId xmlns:a16="http://schemas.microsoft.com/office/drawing/2014/main" id="{4489D721-5D89-6EEB-75E3-96DCD0C0B482}"/>
              </a:ext>
            </a:extLst>
          </p:cNvPr>
          <p:cNvSpPr/>
          <p:nvPr/>
        </p:nvSpPr>
        <p:spPr>
          <a:xfrm>
            <a:off x="8281494" y="5241264"/>
            <a:ext cx="157245" cy="16979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032" name="文本框 34">
            <a:extLst>
              <a:ext uri="{FF2B5EF4-FFF2-40B4-BE49-F238E27FC236}">
                <a16:creationId xmlns:a16="http://schemas.microsoft.com/office/drawing/2014/main" id="{585FEE6C-84C0-0A84-7BB6-D89E59E5BE64}"/>
              </a:ext>
            </a:extLst>
          </p:cNvPr>
          <p:cNvSpPr txBox="1"/>
          <p:nvPr/>
        </p:nvSpPr>
        <p:spPr>
          <a:xfrm>
            <a:off x="7132739" y="4845968"/>
            <a:ext cx="1144516" cy="369332"/>
          </a:xfrm>
          <a:prstGeom prst="rect">
            <a:avLst/>
          </a:prstGeom>
          <a:noFill/>
        </p:spPr>
        <p:txBody>
          <a:bodyPr wrap="square" rtlCol="0">
            <a:spAutoFit/>
          </a:bodyPr>
          <a:lstStyle/>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Boehringer Forward Text"/>
                <a:ea typeface="+mn-ea"/>
                <a:cs typeface="+mn-cs"/>
              </a:rPr>
              <a:t>BLA-a-</a:t>
            </a:r>
            <a:r>
              <a:rPr kumimoji="0" lang="en-US" sz="900" b="0" i="0" u="none" strike="noStrike" kern="1200" cap="none" spc="0" normalizeH="0" baseline="0" noProof="0" dirty="0">
                <a:ln>
                  <a:noFill/>
                </a:ln>
                <a:solidFill>
                  <a:srgbClr val="FF0000"/>
                </a:solidFill>
                <a:effectLst/>
                <a:uLnTx/>
                <a:uFillTx/>
                <a:latin typeface="Boehringer Forward Text"/>
                <a:ea typeface="+mn-ea"/>
                <a:cs typeface="+mn-cs"/>
              </a:rPr>
              <a:t>best</a:t>
            </a:r>
          </a:p>
          <a:p>
            <a:pPr marL="0" marR="0" lvl="0" indent="0" algn="ctr" defTabSz="121875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CC"/>
                </a:solidFill>
                <a:effectLst/>
                <a:uLnTx/>
                <a:uFillTx/>
                <a:latin typeface="Boehringer Forward Text"/>
                <a:ea typeface="+mn-ea"/>
                <a:cs typeface="+mn-cs"/>
              </a:rPr>
              <a:t>(Aug’24)</a:t>
            </a:r>
          </a:p>
        </p:txBody>
      </p:sp>
      <p:sp>
        <p:nvSpPr>
          <p:cNvPr id="1033" name="Star: 5 Points 22">
            <a:extLst>
              <a:ext uri="{FF2B5EF4-FFF2-40B4-BE49-F238E27FC236}">
                <a16:creationId xmlns:a16="http://schemas.microsoft.com/office/drawing/2014/main" id="{910DF587-0444-5609-B91A-067399F6254C}"/>
              </a:ext>
            </a:extLst>
          </p:cNvPr>
          <p:cNvSpPr/>
          <p:nvPr/>
        </p:nvSpPr>
        <p:spPr>
          <a:xfrm>
            <a:off x="7699210" y="5239143"/>
            <a:ext cx="157245" cy="16979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75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035" name="文本框 62">
            <a:extLst>
              <a:ext uri="{FF2B5EF4-FFF2-40B4-BE49-F238E27FC236}">
                <a16:creationId xmlns:a16="http://schemas.microsoft.com/office/drawing/2014/main" id="{96960206-B6CB-53AF-5EC9-D89992558C51}"/>
              </a:ext>
            </a:extLst>
          </p:cNvPr>
          <p:cNvSpPr txBox="1"/>
          <p:nvPr/>
        </p:nvSpPr>
        <p:spPr>
          <a:xfrm>
            <a:off x="7426725" y="5538932"/>
            <a:ext cx="4205288" cy="1166986"/>
          </a:xfrm>
          <a:prstGeom prst="rect">
            <a:avLst/>
          </a:prstGeom>
          <a:noFill/>
          <a:ln>
            <a:solidFill>
              <a:schemeClr val="bg2"/>
            </a:solidFill>
            <a:prstDash val="dash"/>
          </a:ln>
        </p:spPr>
        <p:txBody>
          <a:bodyPr wrap="square">
            <a:spAutoFit/>
          </a:bodyPr>
          <a:lstStyle/>
          <a:p>
            <a:pPr marL="0" marR="0" lvl="0" indent="0" algn="l" defTabSz="914310" rtl="0" eaLnBrk="1" fontAlgn="auto" latinLnBrk="0" hangingPunct="1">
              <a:lnSpc>
                <a:spcPct val="100000"/>
              </a:lnSpc>
              <a:spcBef>
                <a:spcPts val="0"/>
              </a:spcBef>
              <a:spcAft>
                <a:spcPts val="451"/>
              </a:spcAft>
              <a:buClrTx/>
              <a:buSzTx/>
              <a:buFontTx/>
              <a:buNone/>
              <a:tabLst/>
              <a:defRPr/>
            </a:pPr>
            <a:r>
              <a:rPr kumimoji="0" lang="en-US" altLang="zh-CN" sz="700" b="1" i="0" u="sng" strike="noStrike" kern="1200" cap="none" spc="0" normalizeH="0" baseline="0" noProof="0" dirty="0">
                <a:ln>
                  <a:noFill/>
                </a:ln>
                <a:solidFill>
                  <a:srgbClr val="000000"/>
                </a:solidFill>
                <a:effectLst/>
                <a:uLnTx/>
                <a:uFillTx/>
                <a:latin typeface="Boehringer Forward Text"/>
                <a:ea typeface="+mn-ea"/>
                <a:cs typeface="+mn-cs"/>
              </a:rPr>
              <a:t>Current Status:</a:t>
            </a:r>
          </a:p>
          <a:p>
            <a:pPr marL="74079" marR="0" lvl="0"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700" b="0" i="0" u="none" strike="noStrike" kern="1200" cap="none" spc="0" normalizeH="0" baseline="0" noProof="0" dirty="0">
                <a:ln>
                  <a:noFill/>
                </a:ln>
                <a:solidFill>
                  <a:srgbClr val="000000"/>
                </a:solidFill>
                <a:effectLst/>
                <a:uLnTx/>
                <a:uFillTx/>
                <a:latin typeface="Boehringer Forward Text"/>
                <a:ea typeface="+mn-ea"/>
                <a:cs typeface="+mn-cs"/>
              </a:rPr>
              <a:t>CDE Clinical review finished on 2024-3-16, which took 140wds. Other departs review are not yet finished. </a:t>
            </a:r>
            <a:r>
              <a:rPr kumimoji="0" lang="en-US" altLang="zh-CN" sz="700" b="0" i="0" u="none" strike="noStrike" kern="1200" cap="none" spc="0" normalizeH="0" baseline="0" noProof="0" dirty="0">
                <a:ln>
                  <a:noFill/>
                </a:ln>
                <a:solidFill>
                  <a:srgbClr val="FF0000"/>
                </a:solidFill>
                <a:effectLst/>
                <a:uLnTx/>
                <a:uFillTx/>
                <a:latin typeface="Boehringer Forward Text"/>
                <a:ea typeface="+mn-ea"/>
                <a:cs typeface="+mn-cs"/>
              </a:rPr>
              <a:t>Resub with same data package may be the cause for faster CDE review.</a:t>
            </a:r>
          </a:p>
          <a:p>
            <a:pPr marL="74079" marR="0" lvl="0"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700" b="0" i="0" u="none" strike="noStrike" kern="1200" cap="none" spc="0" normalizeH="0" baseline="0" noProof="0" dirty="0">
                <a:ln>
                  <a:noFill/>
                </a:ln>
                <a:solidFill>
                  <a:srgbClr val="FF0000"/>
                </a:solidFill>
                <a:effectLst/>
                <a:uLnTx/>
                <a:uFillTx/>
                <a:latin typeface="Boehringer Forward Text"/>
                <a:ea typeface="+mn-ea"/>
                <a:cs typeface="+mn-cs"/>
              </a:rPr>
              <a:t>  Best case assumption:</a:t>
            </a:r>
          </a:p>
          <a:p>
            <a:pPr marL="531279" marR="0" lvl="1"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700" b="0" i="0" u="none" strike="noStrike" kern="1200" cap="none" spc="0" normalizeH="0" baseline="0" noProof="0" dirty="0">
                <a:ln>
                  <a:noFill/>
                </a:ln>
                <a:solidFill>
                  <a:prstClr val="black"/>
                </a:solidFill>
                <a:effectLst/>
                <a:uLnTx/>
                <a:uFillTx/>
                <a:latin typeface="Boehringer Forward Text"/>
                <a:ea typeface="+mn-ea"/>
                <a:cs typeface="+mn-cs"/>
              </a:rPr>
              <a:t>140-160WD for other CDE departs review</a:t>
            </a:r>
          </a:p>
          <a:p>
            <a:pPr marL="531279" marR="0" lvl="1"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700" b="0" i="0" u="none" strike="noStrike" kern="1200" cap="none" spc="0" normalizeH="0" baseline="0" noProof="0" dirty="0">
                <a:ln>
                  <a:noFill/>
                </a:ln>
                <a:solidFill>
                  <a:prstClr val="black"/>
                </a:solidFill>
                <a:effectLst/>
                <a:uLnTx/>
                <a:uFillTx/>
                <a:latin typeface="Boehringer Forward Text"/>
                <a:ea typeface="+mn-ea"/>
                <a:cs typeface="+mn-cs"/>
              </a:rPr>
              <a:t>DL response timeline unchanged</a:t>
            </a:r>
          </a:p>
          <a:p>
            <a:pPr marL="531279" marR="0" lvl="1" indent="-74079" algn="l" defTabSz="914310" rtl="0" eaLnBrk="1" fontAlgn="auto" latinLnBrk="0" hangingPunct="1">
              <a:lnSpc>
                <a:spcPct val="100000"/>
              </a:lnSpc>
              <a:spcBef>
                <a:spcPts val="0"/>
              </a:spcBef>
              <a:spcAft>
                <a:spcPts val="451"/>
              </a:spcAft>
              <a:buClrTx/>
              <a:buSzTx/>
              <a:buFont typeface="Arial" panose="020B0604020202020204" pitchFamily="34" charset="0"/>
              <a:buChar char="•"/>
              <a:tabLst/>
              <a:defRPr/>
            </a:pPr>
            <a:r>
              <a:rPr kumimoji="0" lang="en-US" altLang="zh-CN" sz="700" b="0" i="0" u="none" strike="noStrike" kern="1200" cap="none" spc="0" normalizeH="0" baseline="0" noProof="0" dirty="0">
                <a:ln>
                  <a:noFill/>
                </a:ln>
                <a:solidFill>
                  <a:prstClr val="black"/>
                </a:solidFill>
                <a:effectLst/>
                <a:uLnTx/>
                <a:uFillTx/>
                <a:latin typeface="Boehringer Forward Text"/>
                <a:ea typeface="+mn-ea"/>
                <a:cs typeface="+mn-cs"/>
              </a:rPr>
              <a:t>Inspection is not speeding limiting step</a:t>
            </a:r>
          </a:p>
        </p:txBody>
      </p:sp>
      <p:pic>
        <p:nvPicPr>
          <p:cNvPr id="1036" name="Picture 4">
            <a:extLst>
              <a:ext uri="{FF2B5EF4-FFF2-40B4-BE49-F238E27FC236}">
                <a16:creationId xmlns:a16="http://schemas.microsoft.com/office/drawing/2014/main" id="{CD060FE1-AB6A-CDE8-ED9E-71FE5966FE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0993" y="5560854"/>
            <a:ext cx="2011529" cy="1184246"/>
          </a:xfrm>
          <a:prstGeom prst="rect">
            <a:avLst/>
          </a:prstGeom>
          <a:noFill/>
          <a:extLst>
            <a:ext uri="{909E8E84-426E-40DD-AFC4-6F175D3DCCD1}">
              <a14:hiddenFill xmlns:a14="http://schemas.microsoft.com/office/drawing/2010/main">
                <a:solidFill>
                  <a:srgbClr val="FFFFFF"/>
                </a:solidFill>
              </a14:hiddenFill>
            </a:ext>
          </a:extLst>
        </p:spPr>
      </p:pic>
      <p:grpSp>
        <p:nvGrpSpPr>
          <p:cNvPr id="50" name="Group 49">
            <a:extLst>
              <a:ext uri="{FF2B5EF4-FFF2-40B4-BE49-F238E27FC236}">
                <a16:creationId xmlns:a16="http://schemas.microsoft.com/office/drawing/2014/main" id="{EDA239A0-625C-4778-9B4F-2558E9C002E5}"/>
              </a:ext>
            </a:extLst>
          </p:cNvPr>
          <p:cNvGrpSpPr/>
          <p:nvPr/>
        </p:nvGrpSpPr>
        <p:grpSpPr>
          <a:xfrm>
            <a:off x="6771466" y="814340"/>
            <a:ext cx="322204" cy="6043661"/>
            <a:chOff x="5041030" y="961964"/>
            <a:chExt cx="249320" cy="5790712"/>
          </a:xfrm>
          <a:solidFill>
            <a:srgbClr val="00B050"/>
          </a:solidFill>
        </p:grpSpPr>
        <p:sp>
          <p:nvSpPr>
            <p:cNvPr id="51" name="TextBox 50">
              <a:extLst>
                <a:ext uri="{FF2B5EF4-FFF2-40B4-BE49-F238E27FC236}">
                  <a16:creationId xmlns:a16="http://schemas.microsoft.com/office/drawing/2014/main" id="{99AADCDD-6DCC-485B-940B-68631D8934F9}"/>
                </a:ext>
              </a:extLst>
            </p:cNvPr>
            <p:cNvSpPr txBox="1"/>
            <p:nvPr/>
          </p:nvSpPr>
          <p:spPr>
            <a:xfrm>
              <a:off x="5041030" y="961964"/>
              <a:ext cx="249320" cy="132702"/>
            </a:xfrm>
            <a:prstGeom prst="rect">
              <a:avLst/>
            </a:prstGeom>
            <a:grpFill/>
          </p:spPr>
          <p:txBody>
            <a:bodyPr wrap="none" lIns="0" tIns="0" rIns="0" bIns="0" rtlCol="0">
              <a:spAutoFit/>
            </a:bodyPr>
            <a:lstStyle/>
            <a:p>
              <a:pPr marL="0" marR="0" lvl="0" indent="0" algn="l" defTabSz="9141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rPr>
                <a:t>today</a:t>
              </a:r>
              <a:endParaRPr kumimoji="0" lang="zh-CN" altLang="en-US" sz="9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endParaRPr>
            </a:p>
          </p:txBody>
        </p:sp>
        <p:cxnSp>
          <p:nvCxnSpPr>
            <p:cNvPr id="52" name="Straight Connector 51">
              <a:extLst>
                <a:ext uri="{FF2B5EF4-FFF2-40B4-BE49-F238E27FC236}">
                  <a16:creationId xmlns:a16="http://schemas.microsoft.com/office/drawing/2014/main" id="{5431BF38-4BEC-47B1-A22B-7EEB9F69ABBD}"/>
                </a:ext>
              </a:extLst>
            </p:cNvPr>
            <p:cNvCxnSpPr/>
            <p:nvPr/>
          </p:nvCxnSpPr>
          <p:spPr>
            <a:xfrm>
              <a:off x="5192837" y="1100676"/>
              <a:ext cx="0" cy="5652000"/>
            </a:xfrm>
            <a:prstGeom prst="line">
              <a:avLst/>
            </a:prstGeom>
            <a:grpFill/>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986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2.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3.xml><?xml version="1.0" encoding="utf-8"?>
<a:theme xmlns:a="http://schemas.openxmlformats.org/drawingml/2006/main" name="2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4.xml><?xml version="1.0" encoding="utf-8"?>
<a:theme xmlns:a="http://schemas.openxmlformats.org/drawingml/2006/main" name="5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5.xml><?xml version="1.0" encoding="utf-8"?>
<a:theme xmlns:a="http://schemas.openxmlformats.org/drawingml/2006/main" name="24_BI-CorpPPT_Template_16-9_V1">
  <a:themeElements>
    <a:clrScheme name="Custom 2">
      <a:dk1>
        <a:srgbClr val="002060"/>
      </a:dk1>
      <a:lt1>
        <a:sysClr val="window" lastClr="FFFFFF"/>
      </a:lt1>
      <a:dk2>
        <a:srgbClr val="002060"/>
      </a:dk2>
      <a:lt2>
        <a:srgbClr val="FFFFFF"/>
      </a:lt2>
      <a:accent1>
        <a:srgbClr val="002060"/>
      </a:accent1>
      <a:accent2>
        <a:srgbClr val="2F4991"/>
      </a:accent2>
      <a:accent3>
        <a:srgbClr val="3B66BB"/>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6.xml><?xml version="1.0" encoding="utf-8"?>
<a:theme xmlns:a="http://schemas.openxmlformats.org/drawingml/2006/main" name="16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Präsentation15" id="{2EE0B740-C1E2-5F47-9DC9-1AB0F3EB6989}" vid="{318FD161-97DC-7F45-B134-E4A575C46A90}"/>
    </a:ext>
  </a:extLst>
</a:theme>
</file>

<file path=ppt/theme/theme7.xml><?xml version="1.0" encoding="utf-8"?>
<a:theme xmlns:a="http://schemas.openxmlformats.org/drawingml/2006/main" name="17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8.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9.xml><?xml version="1.0" encoding="utf-8"?>
<a:theme xmlns:a="http://schemas.openxmlformats.org/drawingml/2006/main" name="2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10.xml><?xml version="1.0" encoding="utf-8"?>
<a:theme xmlns:a="http://schemas.openxmlformats.org/drawingml/2006/main" name="1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11.xml><?xml version="1.0" encoding="utf-8"?>
<a:theme xmlns:a="http://schemas.openxmlformats.org/drawingml/2006/main" name="3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12.xml><?xml version="1.0" encoding="utf-8"?>
<a:theme xmlns:a="http://schemas.openxmlformats.org/drawingml/2006/main" name="5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13.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14.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Yin,Joanna (MED BDS) BII-CN-S</DisplayName>
        <AccountId>88</AccountId>
        <AccountType/>
      </UserInfo>
      <UserInfo>
        <DisplayName>Li,Xiyan (MED BDS) BII-CN-S</DisplayName>
        <AccountId>216</AccountId>
        <AccountType/>
      </UserInfo>
      <UserInfo>
        <DisplayName>Han,Doris (HP Medicine) BII-CN-B</DisplayName>
        <AccountId>120</AccountId>
        <AccountType/>
      </UserInfo>
      <UserInfo>
        <DisplayName>Sun,Gloria (HP Medicine) BII-CN-S</DisplayName>
        <AccountId>67</AccountId>
        <AccountType/>
      </UserInfo>
      <UserInfo>
        <DisplayName>Lu,Dr.,Jiaqi (HP Medicine) BII-CN-S</DisplayName>
        <AccountId>7</AccountId>
        <AccountType/>
      </UserInfo>
      <UserInfo>
        <DisplayName>Yang,Lily (HP Med Affairs) BII-CN-S</DisplayName>
        <AccountId>266</AccountId>
        <AccountType/>
      </UserInfo>
      <UserInfo>
        <DisplayName>Bao,Leo (HP Med Affairs) BII-CN-S</DisplayName>
        <AccountId>267</AccountId>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4B11065A-5719-485F-BC36-F3176EBBC3B9}">
  <ds:schemaRefs>
    <ds:schemaRef ds:uri="http://schemas.microsoft.com/sharepoint/v3/contenttype/forms"/>
  </ds:schemaRefs>
</ds:datastoreItem>
</file>

<file path=customXml/itemProps2.xml><?xml version="1.0" encoding="utf-8"?>
<ds:datastoreItem xmlns:ds="http://schemas.openxmlformats.org/officeDocument/2006/customXml" ds:itemID="{4A74D643-0F3F-4D89-A53A-410D482E412D}"/>
</file>

<file path=customXml/itemProps3.xml><?xml version="1.0" encoding="utf-8"?>
<ds:datastoreItem xmlns:ds="http://schemas.openxmlformats.org/officeDocument/2006/customXml" ds:itemID="{51C54798-5198-4286-B2AE-2235EAA71558}">
  <ds:schemaRefs>
    <ds:schemaRef ds:uri="http://schemas.microsoft.com/office/2006/documentManagement/types"/>
    <ds:schemaRef ds:uri="6105e471-a007-4c69-b034-cfd36128fabd"/>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545a336c-45ba-4242-ba8b-2a24159e5b92"/>
    <ds:schemaRef ds:uri="http://www.w3.org/XML/1998/namespace"/>
    <ds:schemaRef ds:uri="http://purl.org/dc/dcmityp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03. Portfolio Executive Committee Charter_TARM_Dec2019</Template>
  <TotalTime>3227</TotalTime>
  <Words>1203</Words>
  <Application>Microsoft Office PowerPoint</Application>
  <PresentationFormat>Widescreen</PresentationFormat>
  <Paragraphs>341</Paragraphs>
  <Slides>11</Slides>
  <Notes>7</Notes>
  <HiddenSlides>2</HiddenSlides>
  <MMClips>0</MMClips>
  <ScaleCrop>false</ScaleCrop>
  <HeadingPairs>
    <vt:vector size="8" baseType="variant">
      <vt:variant>
        <vt:lpstr>Fonts Used</vt:lpstr>
      </vt:variant>
      <vt:variant>
        <vt:i4>16</vt:i4>
      </vt:variant>
      <vt:variant>
        <vt:lpstr>Theme</vt:lpstr>
      </vt:variant>
      <vt:variant>
        <vt:i4>15</vt:i4>
      </vt:variant>
      <vt:variant>
        <vt:lpstr>Embedded OLE Servers</vt:lpstr>
      </vt:variant>
      <vt:variant>
        <vt:i4>3</vt:i4>
      </vt:variant>
      <vt:variant>
        <vt:lpstr>Slide Titles</vt:lpstr>
      </vt:variant>
      <vt:variant>
        <vt:i4>11</vt:i4>
      </vt:variant>
    </vt:vector>
  </HeadingPairs>
  <TitlesOfParts>
    <vt:vector size="45" baseType="lpstr">
      <vt:lpstr>Arial-BoldMT</vt:lpstr>
      <vt:lpstr>ArialMT</vt:lpstr>
      <vt:lpstr>等线 Light</vt:lpstr>
      <vt:lpstr>STKaiti</vt:lpstr>
      <vt:lpstr>Wingdings-Regular</vt:lpstr>
      <vt:lpstr>Arial</vt:lpstr>
      <vt:lpstr>BISans</vt:lpstr>
      <vt:lpstr>BISansCond</vt:lpstr>
      <vt:lpstr>BISansOpti</vt:lpstr>
      <vt:lpstr>BISansOptiCond</vt:lpstr>
      <vt:lpstr>Boehringer Forward Head</vt:lpstr>
      <vt:lpstr>Boehringer Forward Text</vt:lpstr>
      <vt:lpstr>Calibri</vt:lpstr>
      <vt:lpstr>DengXian</vt:lpstr>
      <vt:lpstr>Symbol</vt:lpstr>
      <vt:lpstr>Wingdings</vt:lpstr>
      <vt:lpstr>主题1</vt:lpstr>
      <vt:lpstr>1_BI_Corporate_16_9</vt:lpstr>
      <vt:lpstr>2_BI_Corporate_16_9</vt:lpstr>
      <vt:lpstr>5_BI_Corporate_16_9</vt:lpstr>
      <vt:lpstr>24_BI-CorpPPT_Template_16-9_V1</vt:lpstr>
      <vt:lpstr>16_BI_Corporate_16_9</vt:lpstr>
      <vt:lpstr>17_BI_Corporate_16_9</vt:lpstr>
      <vt:lpstr>BI_Corporate_16_9</vt:lpstr>
      <vt:lpstr>2_主题1</vt:lpstr>
      <vt:lpstr>1_主题1</vt:lpstr>
      <vt:lpstr>3_主题1</vt:lpstr>
      <vt:lpstr>5_主题1</vt:lpstr>
      <vt:lpstr>Boehringer Ingelheim 16:9</vt:lpstr>
      <vt:lpstr>5_Boehringer Ingelheim 16:9</vt:lpstr>
      <vt:lpstr>Office 主题​​</vt:lpstr>
      <vt:lpstr>think-cell Slide</vt:lpstr>
      <vt:lpstr>think-cell Folie</vt:lpstr>
      <vt:lpstr>think-cell 幻灯片</vt:lpstr>
      <vt:lpstr>Portfolio Executive Committee (PEC)  Review Meeting    Metalyse &amp; Actilyse Overview</vt:lpstr>
      <vt:lpstr>PowerPoint Presentation</vt:lpstr>
      <vt:lpstr>Lytics AT CN Visit - successful global visit and productive exchange meeting with great teamwork  </vt:lpstr>
      <vt:lpstr>Meet with Bijoy and Craig on ACT-Global</vt:lpstr>
      <vt:lpstr>Global visit follow up action summary</vt:lpstr>
      <vt:lpstr>PowerPoint Presentation</vt:lpstr>
      <vt:lpstr>Actilyse Progress </vt:lpstr>
      <vt:lpstr>PowerPoint Presentation</vt:lpstr>
      <vt:lpstr>PowerPoint Presentation</vt:lpstr>
      <vt:lpstr>PowerPoint Presentation</vt:lpstr>
      <vt:lpstr>PowerPoint Presentation</vt:lpstr>
    </vt:vector>
  </TitlesOfParts>
  <Company>Boehringer Ingelheim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Li,Yuting (HP Medicine) BII-CN-S</cp:lastModifiedBy>
  <cp:revision>1</cp:revision>
  <dcterms:created xsi:type="dcterms:W3CDTF">2019-12-23T04:46:47Z</dcterms:created>
  <dcterms:modified xsi:type="dcterms:W3CDTF">2025-07-24T06:56:43Z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